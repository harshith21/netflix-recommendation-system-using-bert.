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_rels/presentation.xml.rels" ContentType="application/vnd.openxmlformats-package.relationship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s/_rels/slide5.xml.rels" ContentType="application/vnd.openxmlformats-package.relationships+xml"/>
  <Override PartName="/ppt/slides/_rels/slide21.xml.rels" ContentType="application/vnd.openxmlformats-package.relationships+xml"/>
  <Override PartName="/ppt/slides/_rels/slide19.xml.rels" ContentType="application/vnd.openxmlformats-package.relationships+xml"/>
  <Override PartName="/ppt/slides/_rels/slide4.xml.rels" ContentType="application/vnd.openxmlformats-package.relationships+xml"/>
  <Override PartName="/ppt/slides/_rels/slide20.xml.rels" ContentType="application/vnd.openxmlformats-package.relationships+xml"/>
  <Override PartName="/ppt/slides/_rels/slide18.xml.rels" ContentType="application/vnd.openxmlformats-package.relationships+xml"/>
  <Override PartName="/ppt/slides/_rels/slide3.xml.rels" ContentType="application/vnd.openxmlformats-package.relationships+xml"/>
  <Override PartName="/ppt/slides/_rels/slide17.xml.rels" ContentType="application/vnd.openxmlformats-package.relationships+xml"/>
  <Override PartName="/ppt/slides/_rels/slide2.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22.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xml.rels" ContentType="application/vnd.openxmlformats-package.relationships+xml"/>
  <Override PartName="/ppt/slides/_rels/slide16.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6.xml" ContentType="application/vnd.openxmlformats-officedocument.presentationml.slide+xml"/>
  <Override PartName="/ppt/slides/slide2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17.xml" ContentType="application/vnd.openxmlformats-officedocument.presentationml.slide+xml"/>
  <Override PartName="/ppt/slides/slide3.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4.xml" ContentType="application/vnd.openxmlformats-officedocument.presentationml.slide+xml"/>
  <Override PartName="/ppt/slides/slide19.xml" ContentType="application/vnd.openxmlformats-officedocument.presentationml.slide+xml"/>
  <Override PartName="/ppt/slides/slide5.xml" ContentType="application/vnd.openxmlformats-officedocument.presentationml.slide+xml"/>
  <Override PartName="/ppt/slides/slide21.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Lst>
  <p:sldSz cx="9144000" cy="51435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p:spTree>
      <p:nvGrpSpPr>
        <p:cNvPr id="1" name=""/>
        <p:cNvGrpSpPr/>
        <p:nvPr/>
      </p:nvGrpSpPr>
      <p:grpSpPr>
        <a:xfrm>
          <a:off x="0" y="0"/>
          <a:ext cx="0" cy="0"/>
          <a:chOff x="0" y="0"/>
          <a:chExt cx="0" cy="0"/>
        </a:xfrm>
      </p:grpSpPr>
      <p:sp>
        <p:nvSpPr>
          <p:cNvPr id="21"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indent="0">
              <a:buNone/>
            </a:pPr>
            <a:endParaRPr b="0" lang="en-US" sz="1400" spc="-1" strike="noStrike">
              <a:solidFill>
                <a:srgbClr val="000000"/>
              </a:solidFill>
              <a:latin typeface="Arial"/>
            </a:endParaRPr>
          </a:p>
        </p:txBody>
      </p:sp>
      <p:sp>
        <p:nvSpPr>
          <p:cNvPr id="22" name="PlaceHolder 2"/>
          <p:cNvSpPr>
            <a:spLocks noGrp="1"/>
          </p:cNvSpPr>
          <p:nvPr>
            <p:ph type="subTitle"/>
          </p:nvPr>
        </p:nvSpPr>
        <p:spPr>
          <a:xfrm>
            <a:off x="457200" y="1203480"/>
            <a:ext cx="8229240" cy="298296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E7602EA2-1578-43AB-BAC7-3E143C1FA13E}" type="slidenum">
              <a:t>&lt;#&gt;</a:t>
            </a:fld>
          </a:p>
        </p:txBody>
      </p:sp>
      <p:sp>
        <p:nvSpPr>
          <p:cNvPr id="6" name="PlaceHolder 5"/>
          <p:cNvSpPr>
            <a:spLocks noGrp="1"/>
          </p:cNvSpPr>
          <p:nvPr>
            <p:ph type="dt" idx="1"/>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VERTICAL_TEXT">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p>
            <a:r>
              <a:t>Footer</a:t>
            </a:r>
          </a:p>
        </p:txBody>
      </p:sp>
      <p:sp>
        <p:nvSpPr>
          <p:cNvPr id="3" name="PlaceHolder 2"/>
          <p:cNvSpPr>
            <a:spLocks noGrp="1"/>
          </p:cNvSpPr>
          <p:nvPr>
            <p:ph type="sldNum" idx="6"/>
          </p:nvPr>
        </p:nvSpPr>
        <p:spPr/>
        <p:txBody>
          <a:bodyPr/>
          <a:p>
            <a:fld id="{ED0F0E33-0406-42C2-8428-47491096266E}" type="slidenum">
              <a:t>&lt;#&gt;</a:t>
            </a:fld>
          </a:p>
        </p:txBody>
      </p:sp>
      <p:sp>
        <p:nvSpPr>
          <p:cNvPr id="4" name="PlaceHolder 3"/>
          <p:cNvSpPr>
            <a:spLocks noGrp="1"/>
          </p:cNvSpPr>
          <p:nvPr>
            <p:ph type="dt" idx="4"/>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_TITLE_AND_VERTICAL_TEXT">
    <p:spTree>
      <p:nvGrpSpPr>
        <p:cNvPr id="1" name=""/>
        <p:cNvGrpSpPr/>
        <p:nvPr/>
      </p:nvGrpSpPr>
      <p:grpSpPr>
        <a:xfrm>
          <a:off x="0" y="0"/>
          <a:ext cx="0" cy="0"/>
          <a:chOff x="0" y="0"/>
          <a:chExt cx="0" cy="0"/>
        </a:xfrm>
      </p:grpSpPr>
      <p:sp>
        <p:nvSpPr>
          <p:cNvPr id="2" name="PlaceHolder 1"/>
          <p:cNvSpPr>
            <a:spLocks noGrp="1"/>
          </p:cNvSpPr>
          <p:nvPr>
            <p:ph type="ftr" idx="8"/>
          </p:nvPr>
        </p:nvSpPr>
        <p:spPr/>
        <p:txBody>
          <a:bodyPr/>
          <a:p>
            <a:r>
              <a:t>Footer</a:t>
            </a:r>
          </a:p>
        </p:txBody>
      </p:sp>
      <p:sp>
        <p:nvSpPr>
          <p:cNvPr id="3" name="PlaceHolder 2"/>
          <p:cNvSpPr>
            <a:spLocks noGrp="1"/>
          </p:cNvSpPr>
          <p:nvPr>
            <p:ph type="sldNum" idx="9"/>
          </p:nvPr>
        </p:nvSpPr>
        <p:spPr/>
        <p:txBody>
          <a:bodyPr/>
          <a:p>
            <a:fld id="{9788A262-5923-401A-AFBC-C03670AD5599}" type="slidenum">
              <a:t>&lt;#&gt;</a:t>
            </a:fld>
          </a:p>
        </p:txBody>
      </p:sp>
      <p:sp>
        <p:nvSpPr>
          <p:cNvPr id="4" name="PlaceHolder 3"/>
          <p:cNvSpPr>
            <a:spLocks noGrp="1"/>
          </p:cNvSpPr>
          <p:nvPr>
            <p:ph type="dt" idx="7"/>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OBJECT">
    <p:spTree>
      <p:nvGrpSpPr>
        <p:cNvPr id="1" name=""/>
        <p:cNvGrpSpPr/>
        <p:nvPr/>
      </p:nvGrpSpPr>
      <p:grpSpPr>
        <a:xfrm>
          <a:off x="0" y="0"/>
          <a:ext cx="0" cy="0"/>
          <a:chOff x="0" y="0"/>
          <a:chExt cx="0" cy="0"/>
        </a:xfrm>
      </p:grpSpPr>
      <p:sp>
        <p:nvSpPr>
          <p:cNvPr id="57"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indent="0">
              <a:buNone/>
            </a:pPr>
            <a:endParaRPr b="0" lang="en-US" sz="1400" spc="-1" strike="noStrike">
              <a:solidFill>
                <a:srgbClr val="000000"/>
              </a:solidFill>
              <a:latin typeface="Arial"/>
            </a:endParaRPr>
          </a:p>
        </p:txBody>
      </p:sp>
      <p:sp>
        <p:nvSpPr>
          <p:cNvPr id="58" name="PlaceHolder 2"/>
          <p:cNvSpPr>
            <a:spLocks noGrp="1"/>
          </p:cNvSpPr>
          <p:nvPr>
            <p:ph/>
          </p:nvPr>
        </p:nvSpPr>
        <p:spPr>
          <a:xfrm>
            <a:off x="457200" y="1203480"/>
            <a:ext cx="8229240" cy="2982960"/>
          </a:xfrm>
          <a:prstGeom prst="rect">
            <a:avLst/>
          </a:prstGeom>
          <a:noFill/>
          <a:ln w="0">
            <a:noFill/>
          </a:ln>
        </p:spPr>
        <p:txBody>
          <a:bodyPr lIns="0" rIns="0" tIns="0" bIns="0" anchor="t">
            <a:normAutofit/>
          </a:bodyPr>
          <a:p>
            <a:pPr indent="0">
              <a:spcBef>
                <a:spcPts val="1417"/>
              </a:spcBef>
              <a:buNone/>
            </a:pPr>
            <a:endParaRPr b="0" lang="en-US" sz="1400" spc="-1" strike="noStrike">
              <a:solidFill>
                <a:srgbClr val="000000"/>
              </a:solidFill>
              <a:latin typeface="Arial"/>
            </a:endParaRPr>
          </a:p>
        </p:txBody>
      </p:sp>
      <p:sp>
        <p:nvSpPr>
          <p:cNvPr id="4" name="PlaceHolder 3"/>
          <p:cNvSpPr>
            <a:spLocks noGrp="1"/>
          </p:cNvSpPr>
          <p:nvPr>
            <p:ph type="ftr" idx="11"/>
          </p:nvPr>
        </p:nvSpPr>
        <p:spPr/>
        <p:txBody>
          <a:bodyPr/>
          <a:p>
            <a:r>
              <a:t>Footer</a:t>
            </a:r>
          </a:p>
        </p:txBody>
      </p:sp>
      <p:sp>
        <p:nvSpPr>
          <p:cNvPr id="5" name="PlaceHolder 4"/>
          <p:cNvSpPr>
            <a:spLocks noGrp="1"/>
          </p:cNvSpPr>
          <p:nvPr>
            <p:ph type="sldNum" idx="12"/>
          </p:nvPr>
        </p:nvSpPr>
        <p:spPr/>
        <p:txBody>
          <a:bodyPr/>
          <a:p>
            <a:fld id="{9680C12C-12F8-4EFD-ACF1-A64471C9EB52}" type="slidenum">
              <a:t>&lt;#&gt;</a:t>
            </a:fld>
          </a:p>
        </p:txBody>
      </p:sp>
      <p:sp>
        <p:nvSpPr>
          <p:cNvPr id="6" name="PlaceHolder 5"/>
          <p:cNvSpPr>
            <a:spLocks noGrp="1"/>
          </p:cNvSpPr>
          <p:nvPr>
            <p:ph type="dt" idx="10"/>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_OBJECTS">
    <p:spTree>
      <p:nvGrpSpPr>
        <p:cNvPr id="1" name=""/>
        <p:cNvGrpSpPr/>
        <p:nvPr/>
      </p:nvGrpSpPr>
      <p:grpSpPr>
        <a:xfrm>
          <a:off x="0" y="0"/>
          <a:ext cx="0" cy="0"/>
          <a:chOff x="0" y="0"/>
          <a:chExt cx="0" cy="0"/>
        </a:xfrm>
      </p:grpSpPr>
      <p:sp>
        <p:nvSpPr>
          <p:cNvPr id="70"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indent="0">
              <a:buNone/>
            </a:pPr>
            <a:endParaRPr b="0" lang="en-US" sz="1400" spc="-1" strike="noStrike">
              <a:solidFill>
                <a:srgbClr val="000000"/>
              </a:solidFill>
              <a:latin typeface="Arial"/>
            </a:endParaRPr>
          </a:p>
        </p:txBody>
      </p:sp>
      <p:sp>
        <p:nvSpPr>
          <p:cNvPr id="71" name="PlaceHolder 2"/>
          <p:cNvSpPr>
            <a:spLocks noGrp="1"/>
          </p:cNvSpPr>
          <p:nvPr>
            <p:ph/>
          </p:nvPr>
        </p:nvSpPr>
        <p:spPr>
          <a:xfrm>
            <a:off x="457200" y="1203480"/>
            <a:ext cx="4015800" cy="2982960"/>
          </a:xfrm>
          <a:prstGeom prst="rect">
            <a:avLst/>
          </a:prstGeom>
          <a:noFill/>
          <a:ln w="0">
            <a:noFill/>
          </a:ln>
        </p:spPr>
        <p:txBody>
          <a:bodyPr lIns="0" rIns="0" tIns="0" bIns="0" anchor="t">
            <a:normAutofit/>
          </a:bodyPr>
          <a:p>
            <a:pPr indent="0">
              <a:spcBef>
                <a:spcPts val="1417"/>
              </a:spcBef>
              <a:buNone/>
            </a:pPr>
            <a:endParaRPr b="0" lang="en-US" sz="1400" spc="-1" strike="noStrike">
              <a:solidFill>
                <a:srgbClr val="000000"/>
              </a:solidFill>
              <a:latin typeface="Arial"/>
            </a:endParaRPr>
          </a:p>
        </p:txBody>
      </p:sp>
      <p:sp>
        <p:nvSpPr>
          <p:cNvPr id="72" name="PlaceHolder 3"/>
          <p:cNvSpPr>
            <a:spLocks noGrp="1"/>
          </p:cNvSpPr>
          <p:nvPr>
            <p:ph/>
          </p:nvPr>
        </p:nvSpPr>
        <p:spPr>
          <a:xfrm>
            <a:off x="4674240" y="1203480"/>
            <a:ext cx="4015800" cy="2982960"/>
          </a:xfrm>
          <a:prstGeom prst="rect">
            <a:avLst/>
          </a:prstGeom>
          <a:noFill/>
          <a:ln w="0">
            <a:noFill/>
          </a:ln>
        </p:spPr>
        <p:txBody>
          <a:bodyPr lIns="0" rIns="0" tIns="0" bIns="0" anchor="t">
            <a:normAutofit/>
          </a:bodyPr>
          <a:p>
            <a:pPr indent="0">
              <a:spcBef>
                <a:spcPts val="1417"/>
              </a:spcBef>
              <a:buNone/>
            </a:pPr>
            <a:endParaRPr b="0" lang="en-US" sz="1400" spc="-1" strike="noStrike">
              <a:solidFill>
                <a:srgbClr val="000000"/>
              </a:solidFill>
              <a:latin typeface="Arial"/>
            </a:endParaRPr>
          </a:p>
        </p:txBody>
      </p:sp>
      <p:sp>
        <p:nvSpPr>
          <p:cNvPr id="5" name="PlaceHolder 4"/>
          <p:cNvSpPr>
            <a:spLocks noGrp="1"/>
          </p:cNvSpPr>
          <p:nvPr>
            <p:ph type="ftr" idx="14"/>
          </p:nvPr>
        </p:nvSpPr>
        <p:spPr/>
        <p:txBody>
          <a:bodyPr/>
          <a:p>
            <a:r>
              <a:t>Footer</a:t>
            </a:r>
          </a:p>
        </p:txBody>
      </p:sp>
      <p:sp>
        <p:nvSpPr>
          <p:cNvPr id="6" name="PlaceHolder 5"/>
          <p:cNvSpPr>
            <a:spLocks noGrp="1"/>
          </p:cNvSpPr>
          <p:nvPr>
            <p:ph type="sldNum" idx="15"/>
          </p:nvPr>
        </p:nvSpPr>
        <p:spPr/>
        <p:txBody>
          <a:bodyPr/>
          <a:p>
            <a:fld id="{A7CD3195-C6B3-445A-A8C4-C0873BCB7427}" type="slidenum">
              <a:t>&lt;#&gt;</a:t>
            </a:fld>
          </a:p>
        </p:txBody>
      </p:sp>
      <p:sp>
        <p:nvSpPr>
          <p:cNvPr id="7" name="PlaceHolder 6"/>
          <p:cNvSpPr>
            <a:spLocks noGrp="1"/>
          </p:cNvSpPr>
          <p:nvPr>
            <p:ph type="dt" idx="13"/>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_HEADER">
    <p:spTree>
      <p:nvGrpSpPr>
        <p:cNvPr id="1" name=""/>
        <p:cNvGrpSpPr/>
        <p:nvPr/>
      </p:nvGrpSpPr>
      <p:grpSpPr>
        <a:xfrm>
          <a:off x="0" y="0"/>
          <a:ext cx="0" cy="0"/>
          <a:chOff x="0" y="0"/>
          <a:chExt cx="0" cy="0"/>
        </a:xfrm>
      </p:grpSpPr>
      <p:sp>
        <p:nvSpPr>
          <p:cNvPr id="2" name="PlaceHolder 1"/>
          <p:cNvSpPr>
            <a:spLocks noGrp="1"/>
          </p:cNvSpPr>
          <p:nvPr>
            <p:ph type="ftr" idx="17"/>
          </p:nvPr>
        </p:nvSpPr>
        <p:spPr/>
        <p:txBody>
          <a:bodyPr/>
          <a:p>
            <a:r>
              <a:t>Footer</a:t>
            </a:r>
          </a:p>
        </p:txBody>
      </p:sp>
      <p:sp>
        <p:nvSpPr>
          <p:cNvPr id="3" name="PlaceHolder 2"/>
          <p:cNvSpPr>
            <a:spLocks noGrp="1"/>
          </p:cNvSpPr>
          <p:nvPr>
            <p:ph type="sldNum" idx="18"/>
          </p:nvPr>
        </p:nvSpPr>
        <p:spPr/>
        <p:txBody>
          <a:bodyPr/>
          <a:p>
            <a:fld id="{C66A1D9E-4E46-4F87-AD5E-6DEFCC1AC90D}" type="slidenum">
              <a:t>&lt;#&gt;</a:t>
            </a:fld>
          </a:p>
        </p:txBody>
      </p:sp>
      <p:sp>
        <p:nvSpPr>
          <p:cNvPr id="4" name="PlaceHolder 3"/>
          <p:cNvSpPr>
            <a:spLocks noGrp="1"/>
          </p:cNvSpPr>
          <p:nvPr>
            <p:ph type="dt" idx="16"/>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0"/>
          </p:nvPr>
        </p:nvSpPr>
        <p:spPr/>
        <p:txBody>
          <a:bodyPr/>
          <a:p>
            <a:r>
              <a:t>Footer</a:t>
            </a:r>
          </a:p>
        </p:txBody>
      </p:sp>
      <p:sp>
        <p:nvSpPr>
          <p:cNvPr id="3" name="PlaceHolder 2"/>
          <p:cNvSpPr>
            <a:spLocks noGrp="1"/>
          </p:cNvSpPr>
          <p:nvPr>
            <p:ph type="sldNum" idx="21"/>
          </p:nvPr>
        </p:nvSpPr>
        <p:spPr/>
        <p:txBody>
          <a:bodyPr/>
          <a:p>
            <a:fld id="{90118266-72F8-4D26-90F9-36414591C132}" type="slidenum">
              <a:t>&lt;#&gt;</a:t>
            </a:fld>
          </a:p>
        </p:txBody>
      </p:sp>
      <p:sp>
        <p:nvSpPr>
          <p:cNvPr id="4" name="PlaceHolder 3"/>
          <p:cNvSpPr>
            <a:spLocks noGrp="1"/>
          </p:cNvSpPr>
          <p:nvPr>
            <p:ph type="dt" idx="19"/>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WO_OBJECTS_WITH_TEXT">
    <p:spTree>
      <p:nvGrpSpPr>
        <p:cNvPr id="1" name=""/>
        <p:cNvGrpSpPr/>
        <p:nvPr/>
      </p:nvGrpSpPr>
      <p:grpSpPr>
        <a:xfrm>
          <a:off x="0" y="0"/>
          <a:ext cx="0" cy="0"/>
          <a:chOff x="0" y="0"/>
          <a:chExt cx="0" cy="0"/>
        </a:xfrm>
      </p:grpSpPr>
      <p:sp>
        <p:nvSpPr>
          <p:cNvPr id="2" name="PlaceHolder 1"/>
          <p:cNvSpPr>
            <a:spLocks noGrp="1"/>
          </p:cNvSpPr>
          <p:nvPr>
            <p:ph type="ftr" idx="23"/>
          </p:nvPr>
        </p:nvSpPr>
        <p:spPr/>
        <p:txBody>
          <a:bodyPr/>
          <a:p>
            <a:r>
              <a:t>Footer</a:t>
            </a:r>
          </a:p>
        </p:txBody>
      </p:sp>
      <p:sp>
        <p:nvSpPr>
          <p:cNvPr id="3" name="PlaceHolder 2"/>
          <p:cNvSpPr>
            <a:spLocks noGrp="1"/>
          </p:cNvSpPr>
          <p:nvPr>
            <p:ph type="sldNum" idx="24"/>
          </p:nvPr>
        </p:nvSpPr>
        <p:spPr/>
        <p:txBody>
          <a:bodyPr/>
          <a:p>
            <a:fld id="{1CC27055-A633-4088-BDA1-38E72963C2E7}" type="slidenum">
              <a:t>&lt;#&gt;</a:t>
            </a:fld>
          </a:p>
        </p:txBody>
      </p:sp>
      <p:sp>
        <p:nvSpPr>
          <p:cNvPr id="4" name="PlaceHolder 3"/>
          <p:cNvSpPr>
            <a:spLocks noGrp="1"/>
          </p:cNvSpPr>
          <p:nvPr>
            <p:ph type="dt" idx="22"/>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_ONLY">
    <p:spTree>
      <p:nvGrpSpPr>
        <p:cNvPr id="1" name=""/>
        <p:cNvGrpSpPr/>
        <p:nvPr/>
      </p:nvGrpSpPr>
      <p:grpSpPr>
        <a:xfrm>
          <a:off x="0" y="0"/>
          <a:ext cx="0" cy="0"/>
          <a:chOff x="0" y="0"/>
          <a:chExt cx="0" cy="0"/>
        </a:xfrm>
      </p:grpSpPr>
      <p:sp>
        <p:nvSpPr>
          <p:cNvPr id="124" name="PlaceHolder 1"/>
          <p:cNvSpPr>
            <a:spLocks noGrp="1"/>
          </p:cNvSpPr>
          <p:nvPr>
            <p:ph type="title"/>
          </p:nvPr>
        </p:nvSpPr>
        <p:spPr>
          <a:xfrm>
            <a:off x="457200" y="205200"/>
            <a:ext cx="8229240" cy="858600"/>
          </a:xfrm>
          <a:prstGeom prst="rect">
            <a:avLst/>
          </a:prstGeom>
          <a:noFill/>
          <a:ln w="0">
            <a:noFill/>
          </a:ln>
        </p:spPr>
        <p:txBody>
          <a:bodyPr lIns="0" rIns="0" tIns="0" bIns="0" anchor="ctr">
            <a:noAutofit/>
          </a:bodyPr>
          <a:p>
            <a:pPr indent="0">
              <a:buNone/>
            </a:pPr>
            <a:endParaRPr b="0" lang="en-US" sz="1400" spc="-1" strike="noStrike">
              <a:solidFill>
                <a:srgbClr val="000000"/>
              </a:solidFill>
              <a:latin typeface="Arial"/>
            </a:endParaRPr>
          </a:p>
        </p:txBody>
      </p:sp>
      <p:sp>
        <p:nvSpPr>
          <p:cNvPr id="3" name="PlaceHolder 2"/>
          <p:cNvSpPr>
            <a:spLocks noGrp="1"/>
          </p:cNvSpPr>
          <p:nvPr>
            <p:ph type="ftr" idx="26"/>
          </p:nvPr>
        </p:nvSpPr>
        <p:spPr/>
        <p:txBody>
          <a:bodyPr/>
          <a:p>
            <a:r>
              <a:t>Footer</a:t>
            </a:r>
          </a:p>
        </p:txBody>
      </p:sp>
      <p:sp>
        <p:nvSpPr>
          <p:cNvPr id="4" name="PlaceHolder 3"/>
          <p:cNvSpPr>
            <a:spLocks noGrp="1"/>
          </p:cNvSpPr>
          <p:nvPr>
            <p:ph type="sldNum" idx="27"/>
          </p:nvPr>
        </p:nvSpPr>
        <p:spPr/>
        <p:txBody>
          <a:bodyPr/>
          <a:p>
            <a:fld id="{638F1DFB-B687-4210-9FC1-9311858C07AF}" type="slidenum">
              <a:t>&lt;#&gt;</a:t>
            </a:fld>
          </a:p>
        </p:txBody>
      </p:sp>
      <p:sp>
        <p:nvSpPr>
          <p:cNvPr id="5" name="PlaceHolder 4"/>
          <p:cNvSpPr>
            <a:spLocks noGrp="1"/>
          </p:cNvSpPr>
          <p:nvPr>
            <p:ph type="dt" idx="25"/>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OBJECT_WITH_CAPTION_TEXT">
    <p:spTree>
      <p:nvGrpSpPr>
        <p:cNvPr id="1" name=""/>
        <p:cNvGrpSpPr/>
        <p:nvPr/>
      </p:nvGrpSpPr>
      <p:grpSpPr>
        <a:xfrm>
          <a:off x="0" y="0"/>
          <a:ext cx="0" cy="0"/>
          <a:chOff x="0" y="0"/>
          <a:chExt cx="0" cy="0"/>
        </a:xfrm>
      </p:grpSpPr>
      <p:sp>
        <p:nvSpPr>
          <p:cNvPr id="2" name="PlaceHolder 1"/>
          <p:cNvSpPr>
            <a:spLocks noGrp="1"/>
          </p:cNvSpPr>
          <p:nvPr>
            <p:ph type="ftr" idx="29"/>
          </p:nvPr>
        </p:nvSpPr>
        <p:spPr/>
        <p:txBody>
          <a:bodyPr/>
          <a:p>
            <a:r>
              <a:t>Footer</a:t>
            </a:r>
          </a:p>
        </p:txBody>
      </p:sp>
      <p:sp>
        <p:nvSpPr>
          <p:cNvPr id="3" name="PlaceHolder 2"/>
          <p:cNvSpPr>
            <a:spLocks noGrp="1"/>
          </p:cNvSpPr>
          <p:nvPr>
            <p:ph type="sldNum" idx="30"/>
          </p:nvPr>
        </p:nvSpPr>
        <p:spPr/>
        <p:txBody>
          <a:bodyPr/>
          <a:p>
            <a:fld id="{3592E293-DD38-447E-959C-A1DE84064121}" type="slidenum">
              <a:t>&lt;#&gt;</a:t>
            </a:fld>
          </a:p>
        </p:txBody>
      </p:sp>
      <p:sp>
        <p:nvSpPr>
          <p:cNvPr id="4" name="PlaceHolder 3"/>
          <p:cNvSpPr>
            <a:spLocks noGrp="1"/>
          </p:cNvSpPr>
          <p:nvPr>
            <p:ph type="dt" idx="28"/>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_WITH_CAPTION_TEXT">
    <p:spTree>
      <p:nvGrpSpPr>
        <p:cNvPr id="1" name=""/>
        <p:cNvGrpSpPr/>
        <p:nvPr/>
      </p:nvGrpSpPr>
      <p:grpSpPr>
        <a:xfrm>
          <a:off x="0" y="0"/>
          <a:ext cx="0" cy="0"/>
          <a:chOff x="0" y="0"/>
          <a:chExt cx="0" cy="0"/>
        </a:xfrm>
      </p:grpSpPr>
      <p:sp>
        <p:nvSpPr>
          <p:cNvPr id="2" name="PlaceHolder 1"/>
          <p:cNvSpPr>
            <a:spLocks noGrp="1"/>
          </p:cNvSpPr>
          <p:nvPr>
            <p:ph type="ftr" idx="32"/>
          </p:nvPr>
        </p:nvSpPr>
        <p:spPr/>
        <p:txBody>
          <a:bodyPr/>
          <a:p>
            <a:r>
              <a:t>Footer</a:t>
            </a:r>
          </a:p>
        </p:txBody>
      </p:sp>
      <p:sp>
        <p:nvSpPr>
          <p:cNvPr id="3" name="PlaceHolder 2"/>
          <p:cNvSpPr>
            <a:spLocks noGrp="1"/>
          </p:cNvSpPr>
          <p:nvPr>
            <p:ph type="sldNum" idx="33"/>
          </p:nvPr>
        </p:nvSpPr>
        <p:spPr/>
        <p:txBody>
          <a:bodyPr/>
          <a:p>
            <a:fld id="{EB25FBE9-5223-4E86-9E13-76D3B48A80A8}" type="slidenum">
              <a:t>&lt;#&gt;</a:t>
            </a:fld>
          </a:p>
        </p:txBody>
      </p:sp>
      <p:sp>
        <p:nvSpPr>
          <p:cNvPr id="4" name="PlaceHolder 3"/>
          <p:cNvSpPr>
            <a:spLocks noGrp="1"/>
          </p:cNvSpPr>
          <p:nvPr>
            <p:ph type="dt" idx="31"/>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2"/>
        </a:solidFill>
      </p:bgPr>
    </p:bg>
    <p:spTree>
      <p:nvGrpSpPr>
        <p:cNvPr id="1" name=""/>
        <p:cNvGrpSpPr/>
        <p:nvPr/>
      </p:nvGrpSpPr>
      <p:grpSpPr>
        <a:xfrm>
          <a:off x="0" y="0"/>
          <a:ext cx="0" cy="0"/>
          <a:chOff x="0" y="0"/>
          <a:chExt cx="0" cy="0"/>
        </a:xfrm>
      </p:grpSpPr>
      <p:grpSp>
        <p:nvGrpSpPr>
          <p:cNvPr id="0" name="Google Shape;51;p13"/>
          <p:cNvGrpSpPr/>
          <p:nvPr/>
        </p:nvGrpSpPr>
        <p:grpSpPr>
          <a:xfrm>
            <a:off x="242280" y="542520"/>
            <a:ext cx="3173400" cy="4223520"/>
            <a:chOff x="242280" y="542520"/>
            <a:chExt cx="3173400" cy="4223520"/>
          </a:xfrm>
        </p:grpSpPr>
        <p:sp>
          <p:nvSpPr>
            <p:cNvPr id="1" name="Google Shape;52;p13"/>
            <p:cNvSpPr/>
            <p:nvPr/>
          </p:nvSpPr>
          <p:spPr>
            <a:xfrm>
              <a:off x="242280" y="542520"/>
              <a:ext cx="2013480" cy="4223520"/>
            </a:xfrm>
            <a:custGeom>
              <a:avLst/>
              <a:gdLst>
                <a:gd name="textAreaLeft" fmla="*/ 0 w 2013480"/>
                <a:gd name="textAreaRight" fmla="*/ 2013840 w 2013480"/>
                <a:gd name="textAreaTop" fmla="*/ 0 h 4223520"/>
                <a:gd name="textAreaBottom" fmla="*/ 4223880 h 4223520"/>
              </a:gdLst>
              <a:ahLst/>
              <a:rect l="textAreaLeft" t="textAreaTop" r="textAreaRight" b="textAreaBottom"/>
              <a:pathLst>
                <a:path w="697" h="1954">
                  <a:moveTo>
                    <a:pt x="251" y="1472"/>
                  </a:moveTo>
                  <a:cubicBezTo>
                    <a:pt x="258" y="1472"/>
                    <a:pt x="252" y="1463"/>
                    <a:pt x="251" y="1462"/>
                  </a:cubicBezTo>
                  <a:cubicBezTo>
                    <a:pt x="248" y="1422"/>
                    <a:pt x="241" y="1424"/>
                    <a:pt x="241" y="1419"/>
                  </a:cubicBezTo>
                  <a:cubicBezTo>
                    <a:pt x="227" y="1388"/>
                    <a:pt x="226" y="1380"/>
                    <a:pt x="221" y="1376"/>
                  </a:cubicBezTo>
                  <a:cubicBezTo>
                    <a:pt x="209" y="1355"/>
                    <a:pt x="209" y="1347"/>
                    <a:pt x="203" y="1344"/>
                  </a:cubicBezTo>
                  <a:cubicBezTo>
                    <a:pt x="169" y="1285"/>
                    <a:pt x="162" y="1275"/>
                    <a:pt x="156" y="1263"/>
                  </a:cubicBezTo>
                  <a:cubicBezTo>
                    <a:pt x="144" y="1242"/>
                    <a:pt x="141" y="1236"/>
                    <a:pt x="138" y="1231"/>
                  </a:cubicBezTo>
                  <a:cubicBezTo>
                    <a:pt x="107" y="1177"/>
                    <a:pt x="108" y="1168"/>
                    <a:pt x="103" y="1165"/>
                  </a:cubicBezTo>
                  <a:cubicBezTo>
                    <a:pt x="90" y="1142"/>
                    <a:pt x="83" y="1131"/>
                    <a:pt x="82" y="1127"/>
                  </a:cubicBezTo>
                  <a:cubicBezTo>
                    <a:pt x="66" y="1090"/>
                    <a:pt x="67" y="1081"/>
                    <a:pt x="62" y="1077"/>
                  </a:cubicBezTo>
                  <a:cubicBezTo>
                    <a:pt x="57" y="1049"/>
                    <a:pt x="51" y="1046"/>
                    <a:pt x="52" y="1037"/>
                  </a:cubicBezTo>
                  <a:cubicBezTo>
                    <a:pt x="48" y="1016"/>
                    <a:pt x="44" y="1007"/>
                    <a:pt x="42" y="1002"/>
                  </a:cubicBezTo>
                  <a:cubicBezTo>
                    <a:pt x="32" y="970"/>
                    <a:pt x="24" y="961"/>
                    <a:pt x="22" y="946"/>
                  </a:cubicBezTo>
                  <a:cubicBezTo>
                    <a:pt x="13" y="922"/>
                    <a:pt x="11" y="916"/>
                    <a:pt x="9" y="909"/>
                  </a:cubicBezTo>
                  <a:cubicBezTo>
                    <a:pt x="5" y="889"/>
                    <a:pt x="11" y="888"/>
                    <a:pt x="9" y="896"/>
                  </a:cubicBezTo>
                  <a:cubicBezTo>
                    <a:pt x="25" y="935"/>
                    <a:pt x="22" y="943"/>
                    <a:pt x="27" y="944"/>
                  </a:cubicBezTo>
                  <a:cubicBezTo>
                    <a:pt x="47" y="979"/>
                    <a:pt x="44" y="987"/>
                    <a:pt x="45" y="992"/>
                  </a:cubicBezTo>
                  <a:cubicBezTo>
                    <a:pt x="78" y="1045"/>
                    <a:pt x="85" y="1060"/>
                    <a:pt x="95" y="1072"/>
                  </a:cubicBezTo>
                  <a:cubicBezTo>
                    <a:pt x="141" y="1130"/>
                    <a:pt x="141" y="1136"/>
                    <a:pt x="140" y="1142"/>
                  </a:cubicBezTo>
                  <a:cubicBezTo>
                    <a:pt x="159" y="1162"/>
                    <a:pt x="156" y="1170"/>
                    <a:pt x="160" y="1170"/>
                  </a:cubicBezTo>
                  <a:cubicBezTo>
                    <a:pt x="198" y="1238"/>
                    <a:pt x="204" y="1243"/>
                    <a:pt x="206" y="1251"/>
                  </a:cubicBezTo>
                  <a:cubicBezTo>
                    <a:pt x="218" y="1278"/>
                    <a:pt x="219" y="1288"/>
                    <a:pt x="226" y="1291"/>
                  </a:cubicBezTo>
                  <a:cubicBezTo>
                    <a:pt x="231" y="1298"/>
                    <a:pt x="231" y="1292"/>
                    <a:pt x="228" y="1288"/>
                  </a:cubicBezTo>
                  <a:cubicBezTo>
                    <a:pt x="196" y="1218"/>
                    <a:pt x="198" y="1206"/>
                    <a:pt x="191" y="1203"/>
                  </a:cubicBezTo>
                  <a:cubicBezTo>
                    <a:pt x="168" y="1159"/>
                    <a:pt x="164" y="1153"/>
                    <a:pt x="160" y="1147"/>
                  </a:cubicBezTo>
                  <a:cubicBezTo>
                    <a:pt x="114" y="1068"/>
                    <a:pt x="104" y="1068"/>
                    <a:pt x="105" y="1057"/>
                  </a:cubicBezTo>
                  <a:cubicBezTo>
                    <a:pt x="67" y="1000"/>
                    <a:pt x="58" y="1000"/>
                    <a:pt x="57" y="992"/>
                  </a:cubicBezTo>
                  <a:cubicBezTo>
                    <a:pt x="80" y="1011"/>
                    <a:pt x="81" y="1021"/>
                    <a:pt x="87" y="1024"/>
                  </a:cubicBezTo>
                  <a:cubicBezTo>
                    <a:pt x="103" y="1041"/>
                    <a:pt x="100" y="1049"/>
                    <a:pt x="105" y="1049"/>
                  </a:cubicBezTo>
                  <a:cubicBezTo>
                    <a:pt x="129" y="1079"/>
                    <a:pt x="130" y="1087"/>
                    <a:pt x="135" y="1092"/>
                  </a:cubicBezTo>
                  <a:cubicBezTo>
                    <a:pt x="163" y="1128"/>
                    <a:pt x="159" y="1136"/>
                    <a:pt x="163" y="1137"/>
                  </a:cubicBezTo>
                  <a:cubicBezTo>
                    <a:pt x="199" y="1191"/>
                    <a:pt x="204" y="1205"/>
                    <a:pt x="211" y="1218"/>
                  </a:cubicBezTo>
                  <a:cubicBezTo>
                    <a:pt x="232" y="1237"/>
                    <a:pt x="226" y="1238"/>
                    <a:pt x="228" y="1230"/>
                  </a:cubicBezTo>
                  <a:cubicBezTo>
                    <a:pt x="202" y="1163"/>
                    <a:pt x="196" y="1163"/>
                    <a:pt x="198" y="1155"/>
                  </a:cubicBezTo>
                  <a:cubicBezTo>
                    <a:pt x="171" y="1106"/>
                    <a:pt x="167" y="1104"/>
                    <a:pt x="165" y="1100"/>
                  </a:cubicBezTo>
                  <a:cubicBezTo>
                    <a:pt x="140" y="1062"/>
                    <a:pt x="138" y="1052"/>
                    <a:pt x="133" y="1047"/>
                  </a:cubicBezTo>
                  <a:cubicBezTo>
                    <a:pt x="76" y="924"/>
                    <a:pt x="76" y="918"/>
                    <a:pt x="75" y="913"/>
                  </a:cubicBezTo>
                  <a:cubicBezTo>
                    <a:pt x="53" y="840"/>
                    <a:pt x="56" y="836"/>
                    <a:pt x="57" y="830"/>
                  </a:cubicBezTo>
                  <a:cubicBezTo>
                    <a:pt x="36" y="706"/>
                    <a:pt x="30" y="721"/>
                    <a:pt x="34" y="725"/>
                  </a:cubicBezTo>
                  <a:cubicBezTo>
                    <a:pt x="45" y="767"/>
                    <a:pt x="46" y="774"/>
                    <a:pt x="49" y="778"/>
                  </a:cubicBezTo>
                  <a:cubicBezTo>
                    <a:pt x="70" y="833"/>
                    <a:pt x="67" y="843"/>
                    <a:pt x="72" y="846"/>
                  </a:cubicBezTo>
                  <a:cubicBezTo>
                    <a:pt x="94" y="887"/>
                    <a:pt x="97" y="899"/>
                    <a:pt x="102" y="908"/>
                  </a:cubicBezTo>
                  <a:cubicBezTo>
                    <a:pt x="143" y="980"/>
                    <a:pt x="154" y="992"/>
                    <a:pt x="160" y="1007"/>
                  </a:cubicBezTo>
                  <a:cubicBezTo>
                    <a:pt x="212" y="1106"/>
                    <a:pt x="218" y="1122"/>
                    <a:pt x="223" y="1137"/>
                  </a:cubicBezTo>
                  <a:cubicBezTo>
                    <a:pt x="218" y="1115"/>
                    <a:pt x="222" y="1106"/>
                    <a:pt x="221" y="1102"/>
                  </a:cubicBezTo>
                  <a:cubicBezTo>
                    <a:pt x="210" y="1080"/>
                    <a:pt x="213" y="1072"/>
                    <a:pt x="208" y="1072"/>
                  </a:cubicBezTo>
                  <a:cubicBezTo>
                    <a:pt x="195" y="1023"/>
                    <a:pt x="188" y="1020"/>
                    <a:pt x="188" y="1012"/>
                  </a:cubicBezTo>
                  <a:cubicBezTo>
                    <a:pt x="149" y="930"/>
                    <a:pt x="144" y="927"/>
                    <a:pt x="145" y="918"/>
                  </a:cubicBezTo>
                  <a:cubicBezTo>
                    <a:pt x="125" y="876"/>
                    <a:pt x="120" y="873"/>
                    <a:pt x="117" y="868"/>
                  </a:cubicBezTo>
                  <a:cubicBezTo>
                    <a:pt x="102" y="832"/>
                    <a:pt x="100" y="833"/>
                    <a:pt x="100" y="830"/>
                  </a:cubicBezTo>
                  <a:cubicBezTo>
                    <a:pt x="80" y="793"/>
                    <a:pt x="77" y="788"/>
                    <a:pt x="75" y="783"/>
                  </a:cubicBezTo>
                  <a:cubicBezTo>
                    <a:pt x="45" y="730"/>
                    <a:pt x="43" y="716"/>
                    <a:pt x="34" y="710"/>
                  </a:cubicBezTo>
                  <a:cubicBezTo>
                    <a:pt x="25" y="678"/>
                    <a:pt x="34" y="684"/>
                    <a:pt x="32" y="690"/>
                  </a:cubicBezTo>
                  <a:cubicBezTo>
                    <a:pt x="50" y="733"/>
                    <a:pt x="60" y="733"/>
                    <a:pt x="59" y="745"/>
                  </a:cubicBezTo>
                  <a:cubicBezTo>
                    <a:pt x="80" y="780"/>
                    <a:pt x="81" y="783"/>
                    <a:pt x="85" y="785"/>
                  </a:cubicBezTo>
                  <a:cubicBezTo>
                    <a:pt x="113" y="833"/>
                    <a:pt x="115" y="842"/>
                    <a:pt x="117" y="851"/>
                  </a:cubicBezTo>
                  <a:cubicBezTo>
                    <a:pt x="147" y="899"/>
                    <a:pt x="151" y="907"/>
                    <a:pt x="153" y="916"/>
                  </a:cubicBezTo>
                  <a:cubicBezTo>
                    <a:pt x="168" y="945"/>
                    <a:pt x="171" y="952"/>
                    <a:pt x="173" y="961"/>
                  </a:cubicBezTo>
                  <a:cubicBezTo>
                    <a:pt x="190" y="999"/>
                    <a:pt x="200" y="1010"/>
                    <a:pt x="203" y="1029"/>
                  </a:cubicBezTo>
                  <a:cubicBezTo>
                    <a:pt x="198" y="998"/>
                    <a:pt x="198" y="994"/>
                    <a:pt x="196" y="994"/>
                  </a:cubicBezTo>
                  <a:cubicBezTo>
                    <a:pt x="175" y="911"/>
                    <a:pt x="168" y="909"/>
                    <a:pt x="170" y="898"/>
                  </a:cubicBezTo>
                  <a:cubicBezTo>
                    <a:pt x="131" y="811"/>
                    <a:pt x="131" y="802"/>
                    <a:pt x="125" y="800"/>
                  </a:cubicBezTo>
                  <a:cubicBezTo>
                    <a:pt x="105" y="747"/>
                    <a:pt x="103" y="742"/>
                    <a:pt x="100" y="740"/>
                  </a:cubicBezTo>
                  <a:cubicBezTo>
                    <a:pt x="82" y="701"/>
                    <a:pt x="78" y="699"/>
                    <a:pt x="77" y="695"/>
                  </a:cubicBezTo>
                  <a:cubicBezTo>
                    <a:pt x="67" y="672"/>
                    <a:pt x="60" y="674"/>
                    <a:pt x="62" y="667"/>
                  </a:cubicBezTo>
                  <a:cubicBezTo>
                    <a:pt x="44" y="641"/>
                    <a:pt x="39" y="635"/>
                    <a:pt x="34" y="629"/>
                  </a:cubicBezTo>
                  <a:cubicBezTo>
                    <a:pt x="21" y="597"/>
                    <a:pt x="29" y="609"/>
                    <a:pt x="37" y="622"/>
                  </a:cubicBezTo>
                  <a:cubicBezTo>
                    <a:pt x="75" y="681"/>
                    <a:pt x="85" y="681"/>
                    <a:pt x="85" y="692"/>
                  </a:cubicBezTo>
                  <a:cubicBezTo>
                    <a:pt x="108" y="731"/>
                    <a:pt x="109" y="735"/>
                    <a:pt x="110" y="740"/>
                  </a:cubicBezTo>
                  <a:cubicBezTo>
                    <a:pt x="123" y="777"/>
                    <a:pt x="130" y="775"/>
                    <a:pt x="130" y="780"/>
                  </a:cubicBezTo>
                  <a:cubicBezTo>
                    <a:pt x="151" y="822"/>
                    <a:pt x="153" y="840"/>
                    <a:pt x="163" y="851"/>
                  </a:cubicBezTo>
                  <a:cubicBezTo>
                    <a:pt x="179" y="903"/>
                    <a:pt x="184" y="907"/>
                    <a:pt x="185" y="916"/>
                  </a:cubicBezTo>
                  <a:cubicBezTo>
                    <a:pt x="203" y="963"/>
                    <a:pt x="199" y="973"/>
                    <a:pt x="201" y="976"/>
                  </a:cubicBezTo>
                  <a:cubicBezTo>
                    <a:pt x="236" y="1076"/>
                    <a:pt x="226" y="1071"/>
                    <a:pt x="228" y="1064"/>
                  </a:cubicBezTo>
                  <a:cubicBezTo>
                    <a:pt x="218" y="972"/>
                    <a:pt x="212" y="965"/>
                    <a:pt x="213" y="951"/>
                  </a:cubicBezTo>
                  <a:cubicBezTo>
                    <a:pt x="185" y="862"/>
                    <a:pt x="181" y="854"/>
                    <a:pt x="178" y="845"/>
                  </a:cubicBezTo>
                  <a:cubicBezTo>
                    <a:pt x="145" y="767"/>
                    <a:pt x="139" y="762"/>
                    <a:pt x="135" y="755"/>
                  </a:cubicBezTo>
                  <a:cubicBezTo>
                    <a:pt x="119" y="717"/>
                    <a:pt x="114" y="719"/>
                    <a:pt x="112" y="717"/>
                  </a:cubicBezTo>
                  <a:cubicBezTo>
                    <a:pt x="92" y="686"/>
                    <a:pt x="92" y="676"/>
                    <a:pt x="87" y="669"/>
                  </a:cubicBezTo>
                  <a:cubicBezTo>
                    <a:pt x="56" y="621"/>
                    <a:pt x="53" y="614"/>
                    <a:pt x="49" y="607"/>
                  </a:cubicBezTo>
                  <a:cubicBezTo>
                    <a:pt x="41" y="564"/>
                    <a:pt x="41" y="578"/>
                    <a:pt x="47" y="586"/>
                  </a:cubicBezTo>
                  <a:cubicBezTo>
                    <a:pt x="72" y="633"/>
                    <a:pt x="77" y="635"/>
                    <a:pt x="77" y="642"/>
                  </a:cubicBezTo>
                  <a:cubicBezTo>
                    <a:pt x="117" y="700"/>
                    <a:pt x="120" y="711"/>
                    <a:pt x="125" y="720"/>
                  </a:cubicBezTo>
                  <a:cubicBezTo>
                    <a:pt x="136" y="738"/>
                    <a:pt x="138" y="743"/>
                    <a:pt x="143" y="745"/>
                  </a:cubicBezTo>
                  <a:cubicBezTo>
                    <a:pt x="165" y="796"/>
                    <a:pt x="169" y="801"/>
                    <a:pt x="173" y="805"/>
                  </a:cubicBezTo>
                  <a:cubicBezTo>
                    <a:pt x="198" y="877"/>
                    <a:pt x="205" y="880"/>
                    <a:pt x="206" y="888"/>
                  </a:cubicBezTo>
                  <a:cubicBezTo>
                    <a:pt x="210" y="912"/>
                    <a:pt x="215" y="915"/>
                    <a:pt x="216" y="923"/>
                  </a:cubicBezTo>
                  <a:cubicBezTo>
                    <a:pt x="239" y="982"/>
                    <a:pt x="234" y="967"/>
                    <a:pt x="238" y="961"/>
                  </a:cubicBezTo>
                  <a:cubicBezTo>
                    <a:pt x="220" y="890"/>
                    <a:pt x="217" y="886"/>
                    <a:pt x="218" y="876"/>
                  </a:cubicBezTo>
                  <a:cubicBezTo>
                    <a:pt x="175" y="774"/>
                    <a:pt x="176" y="763"/>
                    <a:pt x="173" y="755"/>
                  </a:cubicBezTo>
                  <a:cubicBezTo>
                    <a:pt x="155" y="729"/>
                    <a:pt x="156" y="717"/>
                    <a:pt x="150" y="712"/>
                  </a:cubicBezTo>
                  <a:cubicBezTo>
                    <a:pt x="123" y="663"/>
                    <a:pt x="122" y="653"/>
                    <a:pt x="115" y="649"/>
                  </a:cubicBezTo>
                  <a:cubicBezTo>
                    <a:pt x="86" y="590"/>
                    <a:pt x="85" y="586"/>
                    <a:pt x="85" y="581"/>
                  </a:cubicBezTo>
                  <a:cubicBezTo>
                    <a:pt x="60" y="516"/>
                    <a:pt x="65" y="519"/>
                    <a:pt x="64" y="528"/>
                  </a:cubicBezTo>
                  <a:cubicBezTo>
                    <a:pt x="82" y="567"/>
                    <a:pt x="89" y="567"/>
                    <a:pt x="87" y="576"/>
                  </a:cubicBezTo>
                  <a:cubicBezTo>
                    <a:pt x="102" y="603"/>
                    <a:pt x="102" y="606"/>
                    <a:pt x="105" y="606"/>
                  </a:cubicBezTo>
                  <a:cubicBezTo>
                    <a:pt x="133" y="652"/>
                    <a:pt x="128" y="663"/>
                    <a:pt x="135" y="662"/>
                  </a:cubicBezTo>
                  <a:cubicBezTo>
                    <a:pt x="162" y="716"/>
                    <a:pt x="168" y="721"/>
                    <a:pt x="170" y="730"/>
                  </a:cubicBezTo>
                  <a:cubicBezTo>
                    <a:pt x="201" y="805"/>
                    <a:pt x="206" y="810"/>
                    <a:pt x="208" y="818"/>
                  </a:cubicBezTo>
                  <a:cubicBezTo>
                    <a:pt x="243" y="905"/>
                    <a:pt x="235" y="893"/>
                    <a:pt x="233" y="888"/>
                  </a:cubicBezTo>
                  <a:cubicBezTo>
                    <a:pt x="221" y="836"/>
                    <a:pt x="220" y="828"/>
                    <a:pt x="216" y="823"/>
                  </a:cubicBezTo>
                  <a:cubicBezTo>
                    <a:pt x="173" y="707"/>
                    <a:pt x="173" y="697"/>
                    <a:pt x="170" y="689"/>
                  </a:cubicBezTo>
                  <a:cubicBezTo>
                    <a:pt x="157" y="663"/>
                    <a:pt x="154" y="657"/>
                    <a:pt x="150" y="652"/>
                  </a:cubicBezTo>
                  <a:cubicBezTo>
                    <a:pt x="119" y="602"/>
                    <a:pt x="122" y="594"/>
                    <a:pt x="117" y="594"/>
                  </a:cubicBezTo>
                  <a:cubicBezTo>
                    <a:pt x="119" y="590"/>
                    <a:pt x="124" y="592"/>
                    <a:pt x="125" y="596"/>
                  </a:cubicBezTo>
                  <a:cubicBezTo>
                    <a:pt x="159" y="641"/>
                    <a:pt x="154" y="651"/>
                    <a:pt x="163" y="649"/>
                  </a:cubicBezTo>
                  <a:cubicBezTo>
                    <a:pt x="185" y="694"/>
                    <a:pt x="183" y="708"/>
                    <a:pt x="190" y="712"/>
                  </a:cubicBezTo>
                  <a:cubicBezTo>
                    <a:pt x="211" y="753"/>
                    <a:pt x="208" y="762"/>
                    <a:pt x="213" y="762"/>
                  </a:cubicBezTo>
                  <a:cubicBezTo>
                    <a:pt x="237" y="847"/>
                    <a:pt x="238" y="850"/>
                    <a:pt x="238" y="853"/>
                  </a:cubicBezTo>
                  <a:cubicBezTo>
                    <a:pt x="246" y="870"/>
                    <a:pt x="242" y="860"/>
                    <a:pt x="243" y="855"/>
                  </a:cubicBezTo>
                  <a:cubicBezTo>
                    <a:pt x="231" y="791"/>
                    <a:pt x="232" y="779"/>
                    <a:pt x="228" y="757"/>
                  </a:cubicBezTo>
                  <a:cubicBezTo>
                    <a:pt x="212" y="721"/>
                    <a:pt x="215" y="712"/>
                    <a:pt x="210" y="712"/>
                  </a:cubicBezTo>
                  <a:cubicBezTo>
                    <a:pt x="190" y="661"/>
                    <a:pt x="188" y="652"/>
                    <a:pt x="183" y="647"/>
                  </a:cubicBezTo>
                  <a:cubicBezTo>
                    <a:pt x="162" y="617"/>
                    <a:pt x="161" y="598"/>
                    <a:pt x="150" y="589"/>
                  </a:cubicBezTo>
                  <a:cubicBezTo>
                    <a:pt x="126" y="540"/>
                    <a:pt x="121" y="535"/>
                    <a:pt x="117" y="528"/>
                  </a:cubicBezTo>
                  <a:cubicBezTo>
                    <a:pt x="101" y="492"/>
                    <a:pt x="98" y="489"/>
                    <a:pt x="97" y="486"/>
                  </a:cubicBezTo>
                  <a:cubicBezTo>
                    <a:pt x="80" y="432"/>
                    <a:pt x="73" y="429"/>
                    <a:pt x="74" y="418"/>
                  </a:cubicBezTo>
                  <a:cubicBezTo>
                    <a:pt x="93" y="455"/>
                    <a:pt x="94" y="458"/>
                    <a:pt x="94" y="463"/>
                  </a:cubicBezTo>
                  <a:cubicBezTo>
                    <a:pt x="143" y="547"/>
                    <a:pt x="140" y="555"/>
                    <a:pt x="145" y="556"/>
                  </a:cubicBezTo>
                  <a:cubicBezTo>
                    <a:pt x="164" y="593"/>
                    <a:pt x="170" y="599"/>
                    <a:pt x="173" y="606"/>
                  </a:cubicBezTo>
                  <a:cubicBezTo>
                    <a:pt x="191" y="642"/>
                    <a:pt x="200" y="654"/>
                    <a:pt x="205" y="669"/>
                  </a:cubicBezTo>
                  <a:cubicBezTo>
                    <a:pt x="228" y="720"/>
                    <a:pt x="226" y="733"/>
                    <a:pt x="233" y="737"/>
                  </a:cubicBezTo>
                  <a:cubicBezTo>
                    <a:pt x="244" y="794"/>
                    <a:pt x="247" y="802"/>
                    <a:pt x="246" y="815"/>
                  </a:cubicBezTo>
                  <a:cubicBezTo>
                    <a:pt x="257" y="840"/>
                    <a:pt x="255" y="834"/>
                    <a:pt x="256" y="830"/>
                  </a:cubicBezTo>
                  <a:cubicBezTo>
                    <a:pt x="249" y="738"/>
                    <a:pt x="244" y="737"/>
                    <a:pt x="243" y="732"/>
                  </a:cubicBezTo>
                  <a:cubicBezTo>
                    <a:pt x="217" y="655"/>
                    <a:pt x="208" y="642"/>
                    <a:pt x="203" y="624"/>
                  </a:cubicBezTo>
                  <a:cubicBezTo>
                    <a:pt x="179" y="566"/>
                    <a:pt x="170" y="562"/>
                    <a:pt x="170" y="551"/>
                  </a:cubicBezTo>
                  <a:cubicBezTo>
                    <a:pt x="156" y="511"/>
                    <a:pt x="145" y="501"/>
                    <a:pt x="142" y="483"/>
                  </a:cubicBezTo>
                  <a:cubicBezTo>
                    <a:pt x="140" y="458"/>
                    <a:pt x="142" y="465"/>
                    <a:pt x="145" y="471"/>
                  </a:cubicBezTo>
                  <a:cubicBezTo>
                    <a:pt x="163" y="523"/>
                    <a:pt x="171" y="533"/>
                    <a:pt x="175" y="546"/>
                  </a:cubicBezTo>
                  <a:cubicBezTo>
                    <a:pt x="196" y="591"/>
                    <a:pt x="206" y="598"/>
                    <a:pt x="208" y="614"/>
                  </a:cubicBezTo>
                  <a:cubicBezTo>
                    <a:pt x="231" y="662"/>
                    <a:pt x="236" y="674"/>
                    <a:pt x="241" y="687"/>
                  </a:cubicBezTo>
                  <a:cubicBezTo>
                    <a:pt x="252" y="718"/>
                    <a:pt x="249" y="725"/>
                    <a:pt x="253" y="725"/>
                  </a:cubicBezTo>
                  <a:cubicBezTo>
                    <a:pt x="268" y="760"/>
                    <a:pt x="259" y="754"/>
                    <a:pt x="261" y="750"/>
                  </a:cubicBezTo>
                  <a:cubicBezTo>
                    <a:pt x="260" y="703"/>
                    <a:pt x="254" y="700"/>
                    <a:pt x="258" y="692"/>
                  </a:cubicBezTo>
                  <a:cubicBezTo>
                    <a:pt x="248" y="658"/>
                    <a:pt x="249" y="652"/>
                    <a:pt x="246" y="652"/>
                  </a:cubicBezTo>
                  <a:cubicBezTo>
                    <a:pt x="229" y="597"/>
                    <a:pt x="228" y="593"/>
                    <a:pt x="228" y="589"/>
                  </a:cubicBezTo>
                  <a:cubicBezTo>
                    <a:pt x="211" y="547"/>
                    <a:pt x="207" y="538"/>
                    <a:pt x="203" y="528"/>
                  </a:cubicBezTo>
                  <a:cubicBezTo>
                    <a:pt x="186" y="481"/>
                    <a:pt x="179" y="480"/>
                    <a:pt x="180" y="473"/>
                  </a:cubicBezTo>
                  <a:cubicBezTo>
                    <a:pt x="156" y="407"/>
                    <a:pt x="153" y="397"/>
                    <a:pt x="150" y="387"/>
                  </a:cubicBezTo>
                  <a:cubicBezTo>
                    <a:pt x="147" y="345"/>
                    <a:pt x="152" y="348"/>
                    <a:pt x="150" y="357"/>
                  </a:cubicBezTo>
                  <a:cubicBezTo>
                    <a:pt x="176" y="446"/>
                    <a:pt x="183" y="456"/>
                    <a:pt x="188" y="468"/>
                  </a:cubicBezTo>
                  <a:cubicBezTo>
                    <a:pt x="206" y="507"/>
                    <a:pt x="205" y="512"/>
                    <a:pt x="205" y="516"/>
                  </a:cubicBezTo>
                  <a:cubicBezTo>
                    <a:pt x="224" y="553"/>
                    <a:pt x="228" y="566"/>
                    <a:pt x="233" y="579"/>
                  </a:cubicBezTo>
                  <a:cubicBezTo>
                    <a:pt x="232" y="555"/>
                    <a:pt x="229" y="552"/>
                    <a:pt x="228" y="546"/>
                  </a:cubicBezTo>
                  <a:cubicBezTo>
                    <a:pt x="212" y="499"/>
                    <a:pt x="215" y="491"/>
                    <a:pt x="210" y="491"/>
                  </a:cubicBezTo>
                  <a:cubicBezTo>
                    <a:pt x="198" y="374"/>
                    <a:pt x="193" y="371"/>
                    <a:pt x="198" y="360"/>
                  </a:cubicBezTo>
                  <a:cubicBezTo>
                    <a:pt x="209" y="429"/>
                    <a:pt x="211" y="465"/>
                    <a:pt x="223" y="491"/>
                  </a:cubicBezTo>
                  <a:cubicBezTo>
                    <a:pt x="280" y="680"/>
                    <a:pt x="276" y="677"/>
                    <a:pt x="276" y="674"/>
                  </a:cubicBezTo>
                  <a:cubicBezTo>
                    <a:pt x="265" y="621"/>
                    <a:pt x="263" y="596"/>
                    <a:pt x="256" y="576"/>
                  </a:cubicBezTo>
                  <a:cubicBezTo>
                    <a:pt x="238" y="489"/>
                    <a:pt x="237" y="484"/>
                    <a:pt x="233" y="481"/>
                  </a:cubicBezTo>
                  <a:cubicBezTo>
                    <a:pt x="229" y="441"/>
                    <a:pt x="223" y="426"/>
                    <a:pt x="223" y="415"/>
                  </a:cubicBezTo>
                  <a:cubicBezTo>
                    <a:pt x="215" y="326"/>
                    <a:pt x="215" y="313"/>
                    <a:pt x="215" y="299"/>
                  </a:cubicBezTo>
                  <a:cubicBezTo>
                    <a:pt x="216" y="264"/>
                    <a:pt x="215" y="246"/>
                    <a:pt x="215" y="229"/>
                  </a:cubicBezTo>
                  <a:cubicBezTo>
                    <a:pt x="220" y="243"/>
                    <a:pt x="217" y="244"/>
                    <a:pt x="220" y="252"/>
                  </a:cubicBezTo>
                  <a:cubicBezTo>
                    <a:pt x="227" y="394"/>
                    <a:pt x="231" y="403"/>
                    <a:pt x="230" y="418"/>
                  </a:cubicBezTo>
                  <a:cubicBezTo>
                    <a:pt x="241" y="471"/>
                    <a:pt x="249" y="489"/>
                    <a:pt x="253" y="511"/>
                  </a:cubicBezTo>
                  <a:cubicBezTo>
                    <a:pt x="269" y="599"/>
                    <a:pt x="275" y="599"/>
                    <a:pt x="273" y="606"/>
                  </a:cubicBezTo>
                  <a:cubicBezTo>
                    <a:pt x="283" y="651"/>
                    <a:pt x="286" y="652"/>
                    <a:pt x="286" y="672"/>
                  </a:cubicBezTo>
                  <a:cubicBezTo>
                    <a:pt x="296" y="620"/>
                    <a:pt x="298" y="608"/>
                    <a:pt x="293" y="589"/>
                  </a:cubicBezTo>
                  <a:cubicBezTo>
                    <a:pt x="280" y="509"/>
                    <a:pt x="286" y="493"/>
                    <a:pt x="281" y="488"/>
                  </a:cubicBezTo>
                  <a:cubicBezTo>
                    <a:pt x="267" y="299"/>
                    <a:pt x="263" y="266"/>
                    <a:pt x="268" y="241"/>
                  </a:cubicBezTo>
                  <a:cubicBezTo>
                    <a:pt x="274" y="196"/>
                    <a:pt x="264" y="191"/>
                    <a:pt x="270" y="186"/>
                  </a:cubicBezTo>
                  <a:cubicBezTo>
                    <a:pt x="277" y="197"/>
                    <a:pt x="273" y="206"/>
                    <a:pt x="273" y="216"/>
                  </a:cubicBezTo>
                  <a:cubicBezTo>
                    <a:pt x="276" y="229"/>
                    <a:pt x="273" y="230"/>
                    <a:pt x="273" y="239"/>
                  </a:cubicBezTo>
                  <a:cubicBezTo>
                    <a:pt x="284" y="423"/>
                    <a:pt x="283" y="439"/>
                    <a:pt x="286" y="453"/>
                  </a:cubicBezTo>
                  <a:cubicBezTo>
                    <a:pt x="292" y="522"/>
                    <a:pt x="304" y="540"/>
                    <a:pt x="303" y="574"/>
                  </a:cubicBezTo>
                  <a:cubicBezTo>
                    <a:pt x="306" y="533"/>
                    <a:pt x="306" y="521"/>
                    <a:pt x="306" y="508"/>
                  </a:cubicBezTo>
                  <a:cubicBezTo>
                    <a:pt x="292" y="325"/>
                    <a:pt x="289" y="308"/>
                    <a:pt x="291" y="292"/>
                  </a:cubicBezTo>
                  <a:cubicBezTo>
                    <a:pt x="285" y="226"/>
                    <a:pt x="289" y="223"/>
                    <a:pt x="288" y="209"/>
                  </a:cubicBezTo>
                  <a:cubicBezTo>
                    <a:pt x="293" y="131"/>
                    <a:pt x="295" y="122"/>
                    <a:pt x="296" y="111"/>
                  </a:cubicBezTo>
                  <a:cubicBezTo>
                    <a:pt x="296" y="107"/>
                    <a:pt x="305" y="125"/>
                    <a:pt x="298" y="126"/>
                  </a:cubicBezTo>
                  <a:cubicBezTo>
                    <a:pt x="292" y="226"/>
                    <a:pt x="298" y="243"/>
                    <a:pt x="296" y="259"/>
                  </a:cubicBezTo>
                  <a:cubicBezTo>
                    <a:pt x="303" y="366"/>
                    <a:pt x="309" y="397"/>
                    <a:pt x="308" y="435"/>
                  </a:cubicBezTo>
                  <a:cubicBezTo>
                    <a:pt x="323" y="474"/>
                    <a:pt x="314" y="470"/>
                    <a:pt x="316" y="465"/>
                  </a:cubicBezTo>
                  <a:cubicBezTo>
                    <a:pt x="318" y="444"/>
                    <a:pt x="318" y="439"/>
                    <a:pt x="318" y="435"/>
                  </a:cubicBezTo>
                  <a:cubicBezTo>
                    <a:pt x="316" y="396"/>
                    <a:pt x="316" y="392"/>
                    <a:pt x="316" y="387"/>
                  </a:cubicBezTo>
                  <a:cubicBezTo>
                    <a:pt x="315" y="330"/>
                    <a:pt x="313" y="324"/>
                    <a:pt x="313" y="319"/>
                  </a:cubicBezTo>
                  <a:cubicBezTo>
                    <a:pt x="318" y="200"/>
                    <a:pt x="323" y="199"/>
                    <a:pt x="321" y="191"/>
                  </a:cubicBezTo>
                  <a:cubicBezTo>
                    <a:pt x="325" y="160"/>
                    <a:pt x="320" y="150"/>
                    <a:pt x="326" y="151"/>
                  </a:cubicBezTo>
                  <a:cubicBezTo>
                    <a:pt x="333" y="137"/>
                    <a:pt x="331" y="147"/>
                    <a:pt x="328" y="156"/>
                  </a:cubicBezTo>
                  <a:cubicBezTo>
                    <a:pt x="322" y="246"/>
                    <a:pt x="326" y="266"/>
                    <a:pt x="321" y="277"/>
                  </a:cubicBezTo>
                  <a:cubicBezTo>
                    <a:pt x="324" y="351"/>
                    <a:pt x="322" y="357"/>
                    <a:pt x="326" y="357"/>
                  </a:cubicBezTo>
                  <a:cubicBezTo>
                    <a:pt x="328" y="453"/>
                    <a:pt x="326" y="458"/>
                    <a:pt x="326" y="463"/>
                  </a:cubicBezTo>
                  <a:cubicBezTo>
                    <a:pt x="338" y="484"/>
                    <a:pt x="338" y="481"/>
                    <a:pt x="339" y="478"/>
                  </a:cubicBezTo>
                  <a:cubicBezTo>
                    <a:pt x="339" y="467"/>
                    <a:pt x="338" y="461"/>
                    <a:pt x="339" y="453"/>
                  </a:cubicBezTo>
                  <a:cubicBezTo>
                    <a:pt x="339" y="390"/>
                    <a:pt x="345" y="391"/>
                    <a:pt x="344" y="385"/>
                  </a:cubicBezTo>
                  <a:cubicBezTo>
                    <a:pt x="344" y="252"/>
                    <a:pt x="346" y="241"/>
                    <a:pt x="346" y="229"/>
                  </a:cubicBezTo>
                  <a:cubicBezTo>
                    <a:pt x="373" y="110"/>
                    <a:pt x="371" y="102"/>
                    <a:pt x="374" y="98"/>
                  </a:cubicBezTo>
                  <a:cubicBezTo>
                    <a:pt x="379" y="60"/>
                    <a:pt x="385" y="60"/>
                    <a:pt x="384" y="53"/>
                  </a:cubicBezTo>
                  <a:cubicBezTo>
                    <a:pt x="397" y="11"/>
                    <a:pt x="405" y="24"/>
                    <a:pt x="399" y="22"/>
                  </a:cubicBezTo>
                  <a:cubicBezTo>
                    <a:pt x="374" y="102"/>
                    <a:pt x="383" y="117"/>
                    <a:pt x="376" y="116"/>
                  </a:cubicBezTo>
                  <a:cubicBezTo>
                    <a:pt x="367" y="192"/>
                    <a:pt x="355" y="232"/>
                    <a:pt x="351" y="272"/>
                  </a:cubicBezTo>
                  <a:cubicBezTo>
                    <a:pt x="351" y="359"/>
                    <a:pt x="355" y="369"/>
                    <a:pt x="354" y="372"/>
                  </a:cubicBezTo>
                  <a:cubicBezTo>
                    <a:pt x="351" y="399"/>
                    <a:pt x="351" y="403"/>
                    <a:pt x="351" y="407"/>
                  </a:cubicBezTo>
                  <a:cubicBezTo>
                    <a:pt x="362" y="364"/>
                    <a:pt x="358" y="351"/>
                    <a:pt x="364" y="347"/>
                  </a:cubicBezTo>
                  <a:cubicBezTo>
                    <a:pt x="368" y="321"/>
                    <a:pt x="368" y="314"/>
                    <a:pt x="371" y="314"/>
                  </a:cubicBezTo>
                  <a:cubicBezTo>
                    <a:pt x="390" y="172"/>
                    <a:pt x="402" y="149"/>
                    <a:pt x="404" y="116"/>
                  </a:cubicBezTo>
                  <a:cubicBezTo>
                    <a:pt x="432" y="41"/>
                    <a:pt x="427" y="40"/>
                    <a:pt x="429" y="48"/>
                  </a:cubicBezTo>
                  <a:cubicBezTo>
                    <a:pt x="403" y="151"/>
                    <a:pt x="400" y="182"/>
                    <a:pt x="396" y="221"/>
                  </a:cubicBezTo>
                  <a:cubicBezTo>
                    <a:pt x="369" y="402"/>
                    <a:pt x="368" y="392"/>
                    <a:pt x="374" y="387"/>
                  </a:cubicBezTo>
                  <a:cubicBezTo>
                    <a:pt x="381" y="362"/>
                    <a:pt x="384" y="355"/>
                    <a:pt x="386" y="347"/>
                  </a:cubicBezTo>
                  <a:cubicBezTo>
                    <a:pt x="421" y="286"/>
                    <a:pt x="421" y="276"/>
                    <a:pt x="426" y="272"/>
                  </a:cubicBezTo>
                  <a:cubicBezTo>
                    <a:pt x="463" y="190"/>
                    <a:pt x="470" y="184"/>
                    <a:pt x="472" y="173"/>
                  </a:cubicBezTo>
                  <a:cubicBezTo>
                    <a:pt x="478" y="175"/>
                    <a:pt x="469" y="199"/>
                    <a:pt x="462" y="224"/>
                  </a:cubicBezTo>
                  <a:cubicBezTo>
                    <a:pt x="446" y="260"/>
                    <a:pt x="442" y="261"/>
                    <a:pt x="442" y="261"/>
                  </a:cubicBezTo>
                  <a:cubicBezTo>
                    <a:pt x="417" y="299"/>
                    <a:pt x="417" y="319"/>
                    <a:pt x="406" y="329"/>
                  </a:cubicBezTo>
                  <a:cubicBezTo>
                    <a:pt x="393" y="372"/>
                    <a:pt x="394" y="370"/>
                    <a:pt x="396" y="370"/>
                  </a:cubicBezTo>
                  <a:cubicBezTo>
                    <a:pt x="423" y="330"/>
                    <a:pt x="433" y="319"/>
                    <a:pt x="437" y="302"/>
                  </a:cubicBezTo>
                  <a:cubicBezTo>
                    <a:pt x="464" y="262"/>
                    <a:pt x="464" y="255"/>
                    <a:pt x="467" y="251"/>
                  </a:cubicBezTo>
                  <a:cubicBezTo>
                    <a:pt x="504" y="170"/>
                    <a:pt x="509" y="151"/>
                    <a:pt x="512" y="128"/>
                  </a:cubicBezTo>
                  <a:cubicBezTo>
                    <a:pt x="522" y="92"/>
                    <a:pt x="522" y="99"/>
                    <a:pt x="522" y="105"/>
                  </a:cubicBezTo>
                  <a:cubicBezTo>
                    <a:pt x="496" y="217"/>
                    <a:pt x="493" y="220"/>
                    <a:pt x="492" y="224"/>
                  </a:cubicBezTo>
                  <a:cubicBezTo>
                    <a:pt x="470" y="268"/>
                    <a:pt x="468" y="270"/>
                    <a:pt x="467" y="274"/>
                  </a:cubicBezTo>
                  <a:cubicBezTo>
                    <a:pt x="460" y="300"/>
                    <a:pt x="449" y="294"/>
                    <a:pt x="452" y="302"/>
                  </a:cubicBezTo>
                  <a:cubicBezTo>
                    <a:pt x="426" y="346"/>
                    <a:pt x="419" y="348"/>
                    <a:pt x="419" y="357"/>
                  </a:cubicBezTo>
                  <a:cubicBezTo>
                    <a:pt x="377" y="415"/>
                    <a:pt x="378" y="425"/>
                    <a:pt x="369" y="425"/>
                  </a:cubicBezTo>
                  <a:cubicBezTo>
                    <a:pt x="358" y="467"/>
                    <a:pt x="351" y="467"/>
                    <a:pt x="354" y="475"/>
                  </a:cubicBezTo>
                  <a:cubicBezTo>
                    <a:pt x="367" y="453"/>
                    <a:pt x="377" y="450"/>
                    <a:pt x="379" y="438"/>
                  </a:cubicBezTo>
                  <a:cubicBezTo>
                    <a:pt x="409" y="380"/>
                    <a:pt x="416" y="379"/>
                    <a:pt x="417" y="372"/>
                  </a:cubicBezTo>
                  <a:cubicBezTo>
                    <a:pt x="432" y="354"/>
                    <a:pt x="437" y="346"/>
                    <a:pt x="442" y="337"/>
                  </a:cubicBezTo>
                  <a:cubicBezTo>
                    <a:pt x="466" y="307"/>
                    <a:pt x="467" y="295"/>
                    <a:pt x="477" y="292"/>
                  </a:cubicBezTo>
                  <a:cubicBezTo>
                    <a:pt x="499" y="244"/>
                    <a:pt x="508" y="247"/>
                    <a:pt x="507" y="239"/>
                  </a:cubicBezTo>
                  <a:cubicBezTo>
                    <a:pt x="524" y="202"/>
                    <a:pt x="526" y="190"/>
                    <a:pt x="532" y="183"/>
                  </a:cubicBezTo>
                  <a:cubicBezTo>
                    <a:pt x="548" y="92"/>
                    <a:pt x="554" y="90"/>
                    <a:pt x="550" y="85"/>
                  </a:cubicBezTo>
                  <a:cubicBezTo>
                    <a:pt x="558" y="74"/>
                    <a:pt x="553" y="90"/>
                    <a:pt x="555" y="113"/>
                  </a:cubicBezTo>
                  <a:cubicBezTo>
                    <a:pt x="542" y="172"/>
                    <a:pt x="541" y="178"/>
                    <a:pt x="537" y="181"/>
                  </a:cubicBezTo>
                  <a:cubicBezTo>
                    <a:pt x="505" y="263"/>
                    <a:pt x="501" y="266"/>
                    <a:pt x="499" y="271"/>
                  </a:cubicBezTo>
                  <a:cubicBezTo>
                    <a:pt x="484" y="295"/>
                    <a:pt x="484" y="297"/>
                    <a:pt x="482" y="297"/>
                  </a:cubicBezTo>
                  <a:cubicBezTo>
                    <a:pt x="457" y="329"/>
                    <a:pt x="455" y="341"/>
                    <a:pt x="447" y="347"/>
                  </a:cubicBezTo>
                  <a:cubicBezTo>
                    <a:pt x="407" y="407"/>
                    <a:pt x="403" y="417"/>
                    <a:pt x="399" y="428"/>
                  </a:cubicBezTo>
                  <a:cubicBezTo>
                    <a:pt x="366" y="495"/>
                    <a:pt x="355" y="497"/>
                    <a:pt x="354" y="511"/>
                  </a:cubicBezTo>
                  <a:cubicBezTo>
                    <a:pt x="335" y="549"/>
                    <a:pt x="325" y="553"/>
                    <a:pt x="326" y="569"/>
                  </a:cubicBezTo>
                  <a:cubicBezTo>
                    <a:pt x="362" y="513"/>
                    <a:pt x="363" y="500"/>
                    <a:pt x="369" y="493"/>
                  </a:cubicBezTo>
                  <a:cubicBezTo>
                    <a:pt x="404" y="438"/>
                    <a:pt x="412" y="433"/>
                    <a:pt x="414" y="423"/>
                  </a:cubicBezTo>
                  <a:cubicBezTo>
                    <a:pt x="432" y="393"/>
                    <a:pt x="442" y="397"/>
                    <a:pt x="439" y="387"/>
                  </a:cubicBezTo>
                  <a:cubicBezTo>
                    <a:pt x="476" y="345"/>
                    <a:pt x="475" y="336"/>
                    <a:pt x="482" y="334"/>
                  </a:cubicBezTo>
                  <a:cubicBezTo>
                    <a:pt x="503" y="295"/>
                    <a:pt x="509" y="292"/>
                    <a:pt x="512" y="287"/>
                  </a:cubicBezTo>
                  <a:cubicBezTo>
                    <a:pt x="539" y="245"/>
                    <a:pt x="539" y="228"/>
                    <a:pt x="547" y="219"/>
                  </a:cubicBezTo>
                  <a:cubicBezTo>
                    <a:pt x="562" y="165"/>
                    <a:pt x="567" y="153"/>
                    <a:pt x="570" y="138"/>
                  </a:cubicBezTo>
                  <a:cubicBezTo>
                    <a:pt x="577" y="72"/>
                    <a:pt x="586" y="67"/>
                    <a:pt x="585" y="57"/>
                  </a:cubicBezTo>
                  <a:cubicBezTo>
                    <a:pt x="585" y="94"/>
                    <a:pt x="579" y="99"/>
                    <a:pt x="580" y="110"/>
                  </a:cubicBezTo>
                  <a:cubicBezTo>
                    <a:pt x="567" y="189"/>
                    <a:pt x="560" y="188"/>
                    <a:pt x="562" y="196"/>
                  </a:cubicBezTo>
                  <a:cubicBezTo>
                    <a:pt x="550" y="239"/>
                    <a:pt x="538" y="250"/>
                    <a:pt x="535" y="269"/>
                  </a:cubicBezTo>
                  <a:cubicBezTo>
                    <a:pt x="506" y="321"/>
                    <a:pt x="500" y="322"/>
                    <a:pt x="500" y="329"/>
                  </a:cubicBezTo>
                  <a:cubicBezTo>
                    <a:pt x="467" y="374"/>
                    <a:pt x="461" y="376"/>
                    <a:pt x="457" y="380"/>
                  </a:cubicBezTo>
                  <a:cubicBezTo>
                    <a:pt x="427" y="424"/>
                    <a:pt x="425" y="427"/>
                    <a:pt x="424" y="430"/>
                  </a:cubicBezTo>
                  <a:cubicBezTo>
                    <a:pt x="401" y="471"/>
                    <a:pt x="394" y="474"/>
                    <a:pt x="391" y="480"/>
                  </a:cubicBezTo>
                  <a:cubicBezTo>
                    <a:pt x="381" y="509"/>
                    <a:pt x="381" y="506"/>
                    <a:pt x="381" y="503"/>
                  </a:cubicBezTo>
                  <a:cubicBezTo>
                    <a:pt x="415" y="463"/>
                    <a:pt x="421" y="454"/>
                    <a:pt x="429" y="448"/>
                  </a:cubicBezTo>
                  <a:cubicBezTo>
                    <a:pt x="442" y="427"/>
                    <a:pt x="447" y="428"/>
                    <a:pt x="447" y="425"/>
                  </a:cubicBezTo>
                  <a:cubicBezTo>
                    <a:pt x="472" y="394"/>
                    <a:pt x="479" y="387"/>
                    <a:pt x="484" y="380"/>
                  </a:cubicBezTo>
                  <a:cubicBezTo>
                    <a:pt x="504" y="353"/>
                    <a:pt x="508" y="349"/>
                    <a:pt x="512" y="347"/>
                  </a:cubicBezTo>
                  <a:cubicBezTo>
                    <a:pt x="538" y="309"/>
                    <a:pt x="541" y="301"/>
                    <a:pt x="545" y="294"/>
                  </a:cubicBezTo>
                  <a:cubicBezTo>
                    <a:pt x="559" y="253"/>
                    <a:pt x="562" y="251"/>
                    <a:pt x="567" y="251"/>
                  </a:cubicBezTo>
                  <a:cubicBezTo>
                    <a:pt x="523" y="343"/>
                    <a:pt x="520" y="354"/>
                    <a:pt x="512" y="360"/>
                  </a:cubicBezTo>
                  <a:cubicBezTo>
                    <a:pt x="483" y="397"/>
                    <a:pt x="482" y="399"/>
                    <a:pt x="482" y="402"/>
                  </a:cubicBezTo>
                  <a:cubicBezTo>
                    <a:pt x="463" y="420"/>
                    <a:pt x="460" y="424"/>
                    <a:pt x="459" y="430"/>
                  </a:cubicBezTo>
                  <a:cubicBezTo>
                    <a:pt x="433" y="460"/>
                    <a:pt x="432" y="462"/>
                    <a:pt x="429" y="463"/>
                  </a:cubicBezTo>
                  <a:cubicBezTo>
                    <a:pt x="403" y="503"/>
                    <a:pt x="395" y="502"/>
                    <a:pt x="394" y="508"/>
                  </a:cubicBezTo>
                  <a:cubicBezTo>
                    <a:pt x="360" y="548"/>
                    <a:pt x="356" y="558"/>
                    <a:pt x="351" y="566"/>
                  </a:cubicBezTo>
                  <a:cubicBezTo>
                    <a:pt x="315" y="653"/>
                    <a:pt x="316" y="649"/>
                    <a:pt x="319" y="649"/>
                  </a:cubicBezTo>
                  <a:cubicBezTo>
                    <a:pt x="332" y="628"/>
                    <a:pt x="333" y="622"/>
                    <a:pt x="336" y="619"/>
                  </a:cubicBezTo>
                  <a:cubicBezTo>
                    <a:pt x="367" y="582"/>
                    <a:pt x="371" y="575"/>
                    <a:pt x="376" y="568"/>
                  </a:cubicBezTo>
                  <a:cubicBezTo>
                    <a:pt x="394" y="542"/>
                    <a:pt x="402" y="543"/>
                    <a:pt x="402" y="536"/>
                  </a:cubicBezTo>
                  <a:cubicBezTo>
                    <a:pt x="438" y="505"/>
                    <a:pt x="438" y="494"/>
                    <a:pt x="447" y="490"/>
                  </a:cubicBezTo>
                  <a:cubicBezTo>
                    <a:pt x="471" y="464"/>
                    <a:pt x="471" y="452"/>
                    <a:pt x="479" y="448"/>
                  </a:cubicBezTo>
                  <a:cubicBezTo>
                    <a:pt x="500" y="419"/>
                    <a:pt x="504" y="411"/>
                    <a:pt x="510" y="405"/>
                  </a:cubicBezTo>
                  <a:cubicBezTo>
                    <a:pt x="544" y="340"/>
                    <a:pt x="544" y="334"/>
                    <a:pt x="547" y="332"/>
                  </a:cubicBezTo>
                  <a:cubicBezTo>
                    <a:pt x="576" y="260"/>
                    <a:pt x="573" y="249"/>
                    <a:pt x="577" y="244"/>
                  </a:cubicBezTo>
                  <a:cubicBezTo>
                    <a:pt x="586" y="197"/>
                    <a:pt x="588" y="164"/>
                    <a:pt x="595" y="135"/>
                  </a:cubicBezTo>
                  <a:cubicBezTo>
                    <a:pt x="594" y="196"/>
                    <a:pt x="589" y="206"/>
                    <a:pt x="590" y="224"/>
                  </a:cubicBezTo>
                  <a:cubicBezTo>
                    <a:pt x="572" y="286"/>
                    <a:pt x="575" y="297"/>
                    <a:pt x="570" y="299"/>
                  </a:cubicBezTo>
                  <a:cubicBezTo>
                    <a:pt x="537" y="378"/>
                    <a:pt x="533" y="389"/>
                    <a:pt x="525" y="397"/>
                  </a:cubicBezTo>
                  <a:cubicBezTo>
                    <a:pt x="506" y="431"/>
                    <a:pt x="503" y="431"/>
                    <a:pt x="502" y="435"/>
                  </a:cubicBezTo>
                  <a:cubicBezTo>
                    <a:pt x="485" y="464"/>
                    <a:pt x="476" y="464"/>
                    <a:pt x="477" y="473"/>
                  </a:cubicBezTo>
                  <a:cubicBezTo>
                    <a:pt x="452" y="503"/>
                    <a:pt x="446" y="505"/>
                    <a:pt x="442" y="508"/>
                  </a:cubicBezTo>
                  <a:cubicBezTo>
                    <a:pt x="424" y="523"/>
                    <a:pt x="427" y="534"/>
                    <a:pt x="419" y="533"/>
                  </a:cubicBezTo>
                  <a:cubicBezTo>
                    <a:pt x="337" y="645"/>
                    <a:pt x="338" y="641"/>
                    <a:pt x="341" y="641"/>
                  </a:cubicBezTo>
                  <a:cubicBezTo>
                    <a:pt x="357" y="630"/>
                    <a:pt x="354" y="622"/>
                    <a:pt x="359" y="621"/>
                  </a:cubicBezTo>
                  <a:cubicBezTo>
                    <a:pt x="419" y="562"/>
                    <a:pt x="442" y="543"/>
                    <a:pt x="459" y="518"/>
                  </a:cubicBezTo>
                  <a:cubicBezTo>
                    <a:pt x="475" y="496"/>
                    <a:pt x="482" y="498"/>
                    <a:pt x="482" y="493"/>
                  </a:cubicBezTo>
                  <a:cubicBezTo>
                    <a:pt x="501" y="474"/>
                    <a:pt x="503" y="471"/>
                    <a:pt x="505" y="468"/>
                  </a:cubicBezTo>
                  <a:cubicBezTo>
                    <a:pt x="547" y="407"/>
                    <a:pt x="552" y="402"/>
                    <a:pt x="557" y="397"/>
                  </a:cubicBezTo>
                  <a:cubicBezTo>
                    <a:pt x="585" y="334"/>
                    <a:pt x="592" y="336"/>
                    <a:pt x="590" y="329"/>
                  </a:cubicBezTo>
                  <a:cubicBezTo>
                    <a:pt x="604" y="294"/>
                    <a:pt x="606" y="286"/>
                    <a:pt x="610" y="281"/>
                  </a:cubicBezTo>
                  <a:cubicBezTo>
                    <a:pt x="629" y="217"/>
                    <a:pt x="627" y="222"/>
                    <a:pt x="628" y="226"/>
                  </a:cubicBezTo>
                  <a:cubicBezTo>
                    <a:pt x="614" y="259"/>
                    <a:pt x="624" y="266"/>
                    <a:pt x="618" y="269"/>
                  </a:cubicBezTo>
                  <a:cubicBezTo>
                    <a:pt x="600" y="334"/>
                    <a:pt x="592" y="341"/>
                    <a:pt x="590" y="354"/>
                  </a:cubicBezTo>
                  <a:cubicBezTo>
                    <a:pt x="569" y="389"/>
                    <a:pt x="569" y="396"/>
                    <a:pt x="565" y="400"/>
                  </a:cubicBezTo>
                  <a:cubicBezTo>
                    <a:pt x="539" y="449"/>
                    <a:pt x="528" y="446"/>
                    <a:pt x="530" y="455"/>
                  </a:cubicBezTo>
                  <a:cubicBezTo>
                    <a:pt x="494" y="498"/>
                    <a:pt x="491" y="501"/>
                    <a:pt x="487" y="505"/>
                  </a:cubicBezTo>
                  <a:cubicBezTo>
                    <a:pt x="467" y="523"/>
                    <a:pt x="465" y="536"/>
                    <a:pt x="454" y="541"/>
                  </a:cubicBezTo>
                  <a:cubicBezTo>
                    <a:pt x="435" y="560"/>
                    <a:pt x="434" y="562"/>
                    <a:pt x="434" y="566"/>
                  </a:cubicBezTo>
                  <a:cubicBezTo>
                    <a:pt x="409" y="593"/>
                    <a:pt x="397" y="589"/>
                    <a:pt x="399" y="599"/>
                  </a:cubicBezTo>
                  <a:cubicBezTo>
                    <a:pt x="371" y="623"/>
                    <a:pt x="367" y="627"/>
                    <a:pt x="364" y="631"/>
                  </a:cubicBezTo>
                  <a:cubicBezTo>
                    <a:pt x="347" y="653"/>
                    <a:pt x="344" y="654"/>
                    <a:pt x="341" y="654"/>
                  </a:cubicBezTo>
                  <a:cubicBezTo>
                    <a:pt x="306" y="715"/>
                    <a:pt x="304" y="720"/>
                    <a:pt x="301" y="722"/>
                  </a:cubicBezTo>
                  <a:cubicBezTo>
                    <a:pt x="296" y="747"/>
                    <a:pt x="297" y="745"/>
                    <a:pt x="299" y="745"/>
                  </a:cubicBezTo>
                  <a:cubicBezTo>
                    <a:pt x="318" y="708"/>
                    <a:pt x="325" y="704"/>
                    <a:pt x="329" y="697"/>
                  </a:cubicBezTo>
                  <a:cubicBezTo>
                    <a:pt x="354" y="669"/>
                    <a:pt x="351" y="661"/>
                    <a:pt x="356" y="662"/>
                  </a:cubicBezTo>
                  <a:cubicBezTo>
                    <a:pt x="380" y="634"/>
                    <a:pt x="389" y="622"/>
                    <a:pt x="399" y="611"/>
                  </a:cubicBezTo>
                  <a:cubicBezTo>
                    <a:pt x="461" y="555"/>
                    <a:pt x="469" y="552"/>
                    <a:pt x="472" y="543"/>
                  </a:cubicBezTo>
                  <a:cubicBezTo>
                    <a:pt x="512" y="507"/>
                    <a:pt x="513" y="503"/>
                    <a:pt x="520" y="503"/>
                  </a:cubicBezTo>
                  <a:cubicBezTo>
                    <a:pt x="550" y="469"/>
                    <a:pt x="557" y="461"/>
                    <a:pt x="565" y="455"/>
                  </a:cubicBezTo>
                  <a:cubicBezTo>
                    <a:pt x="598" y="394"/>
                    <a:pt x="603" y="386"/>
                    <a:pt x="610" y="380"/>
                  </a:cubicBezTo>
                  <a:cubicBezTo>
                    <a:pt x="617" y="354"/>
                    <a:pt x="618" y="350"/>
                    <a:pt x="623" y="349"/>
                  </a:cubicBezTo>
                  <a:cubicBezTo>
                    <a:pt x="643" y="301"/>
                    <a:pt x="640" y="315"/>
                    <a:pt x="638" y="317"/>
                  </a:cubicBezTo>
                  <a:cubicBezTo>
                    <a:pt x="614" y="376"/>
                    <a:pt x="614" y="391"/>
                    <a:pt x="605" y="397"/>
                  </a:cubicBezTo>
                  <a:cubicBezTo>
                    <a:pt x="571" y="455"/>
                    <a:pt x="568" y="462"/>
                    <a:pt x="565" y="470"/>
                  </a:cubicBezTo>
                  <a:cubicBezTo>
                    <a:pt x="543" y="489"/>
                    <a:pt x="545" y="498"/>
                    <a:pt x="537" y="495"/>
                  </a:cubicBezTo>
                  <a:cubicBezTo>
                    <a:pt x="520" y="516"/>
                    <a:pt x="516" y="518"/>
                    <a:pt x="512" y="521"/>
                  </a:cubicBezTo>
                  <a:cubicBezTo>
                    <a:pt x="488" y="541"/>
                    <a:pt x="485" y="549"/>
                    <a:pt x="477" y="553"/>
                  </a:cubicBezTo>
                  <a:cubicBezTo>
                    <a:pt x="451" y="584"/>
                    <a:pt x="445" y="583"/>
                    <a:pt x="444" y="589"/>
                  </a:cubicBezTo>
                  <a:cubicBezTo>
                    <a:pt x="416" y="615"/>
                    <a:pt x="402" y="624"/>
                    <a:pt x="392" y="636"/>
                  </a:cubicBezTo>
                  <a:cubicBezTo>
                    <a:pt x="369" y="660"/>
                    <a:pt x="366" y="668"/>
                    <a:pt x="359" y="672"/>
                  </a:cubicBezTo>
                  <a:cubicBezTo>
                    <a:pt x="326" y="726"/>
                    <a:pt x="315" y="734"/>
                    <a:pt x="309" y="747"/>
                  </a:cubicBezTo>
                  <a:cubicBezTo>
                    <a:pt x="299" y="770"/>
                    <a:pt x="301" y="766"/>
                    <a:pt x="304" y="762"/>
                  </a:cubicBezTo>
                  <a:cubicBezTo>
                    <a:pt x="323" y="737"/>
                    <a:pt x="326" y="734"/>
                    <a:pt x="329" y="730"/>
                  </a:cubicBezTo>
                  <a:cubicBezTo>
                    <a:pt x="353" y="695"/>
                    <a:pt x="356" y="695"/>
                    <a:pt x="359" y="694"/>
                  </a:cubicBezTo>
                  <a:cubicBezTo>
                    <a:pt x="373" y="674"/>
                    <a:pt x="377" y="671"/>
                    <a:pt x="379" y="667"/>
                  </a:cubicBezTo>
                  <a:cubicBezTo>
                    <a:pt x="427" y="618"/>
                    <a:pt x="427" y="612"/>
                    <a:pt x="432" y="611"/>
                  </a:cubicBezTo>
                  <a:cubicBezTo>
                    <a:pt x="465" y="583"/>
                    <a:pt x="468" y="575"/>
                    <a:pt x="477" y="573"/>
                  </a:cubicBezTo>
                  <a:cubicBezTo>
                    <a:pt x="532" y="525"/>
                    <a:pt x="537" y="523"/>
                    <a:pt x="540" y="521"/>
                  </a:cubicBezTo>
                  <a:cubicBezTo>
                    <a:pt x="572" y="493"/>
                    <a:pt x="577" y="488"/>
                    <a:pt x="583" y="483"/>
                  </a:cubicBezTo>
                  <a:cubicBezTo>
                    <a:pt x="603" y="467"/>
                    <a:pt x="601" y="462"/>
                    <a:pt x="603" y="460"/>
                  </a:cubicBezTo>
                  <a:cubicBezTo>
                    <a:pt x="640" y="421"/>
                    <a:pt x="644" y="403"/>
                    <a:pt x="656" y="392"/>
                  </a:cubicBezTo>
                  <a:cubicBezTo>
                    <a:pt x="677" y="336"/>
                    <a:pt x="684" y="332"/>
                    <a:pt x="686" y="322"/>
                  </a:cubicBezTo>
                  <a:cubicBezTo>
                    <a:pt x="694" y="312"/>
                    <a:pt x="693" y="316"/>
                    <a:pt x="691" y="319"/>
                  </a:cubicBezTo>
                  <a:cubicBezTo>
                    <a:pt x="672" y="371"/>
                    <a:pt x="672" y="380"/>
                    <a:pt x="666" y="385"/>
                  </a:cubicBezTo>
                  <a:cubicBezTo>
                    <a:pt x="638" y="427"/>
                    <a:pt x="637" y="437"/>
                    <a:pt x="630" y="440"/>
                  </a:cubicBezTo>
                  <a:cubicBezTo>
                    <a:pt x="614" y="466"/>
                    <a:pt x="617" y="473"/>
                    <a:pt x="613" y="473"/>
                  </a:cubicBezTo>
                  <a:cubicBezTo>
                    <a:pt x="599" y="501"/>
                    <a:pt x="588" y="506"/>
                    <a:pt x="585" y="521"/>
                  </a:cubicBezTo>
                  <a:cubicBezTo>
                    <a:pt x="536" y="580"/>
                    <a:pt x="527" y="580"/>
                    <a:pt x="527" y="589"/>
                  </a:cubicBezTo>
                  <a:cubicBezTo>
                    <a:pt x="498" y="618"/>
                    <a:pt x="489" y="617"/>
                    <a:pt x="490" y="626"/>
                  </a:cubicBezTo>
                  <a:cubicBezTo>
                    <a:pt x="455" y="659"/>
                    <a:pt x="447" y="668"/>
                    <a:pt x="437" y="674"/>
                  </a:cubicBezTo>
                  <a:cubicBezTo>
                    <a:pt x="408" y="701"/>
                    <a:pt x="406" y="706"/>
                    <a:pt x="404" y="709"/>
                  </a:cubicBezTo>
                  <a:cubicBezTo>
                    <a:pt x="384" y="728"/>
                    <a:pt x="380" y="730"/>
                    <a:pt x="377" y="732"/>
                  </a:cubicBezTo>
                  <a:cubicBezTo>
                    <a:pt x="365" y="749"/>
                    <a:pt x="359" y="754"/>
                    <a:pt x="354" y="760"/>
                  </a:cubicBezTo>
                  <a:cubicBezTo>
                    <a:pt x="309" y="824"/>
                    <a:pt x="309" y="830"/>
                    <a:pt x="304" y="830"/>
                  </a:cubicBezTo>
                  <a:cubicBezTo>
                    <a:pt x="289" y="858"/>
                    <a:pt x="285" y="858"/>
                    <a:pt x="286" y="863"/>
                  </a:cubicBezTo>
                  <a:cubicBezTo>
                    <a:pt x="270" y="881"/>
                    <a:pt x="270" y="888"/>
                    <a:pt x="266" y="891"/>
                  </a:cubicBezTo>
                  <a:cubicBezTo>
                    <a:pt x="252" y="942"/>
                    <a:pt x="260" y="953"/>
                    <a:pt x="253" y="961"/>
                  </a:cubicBezTo>
                  <a:cubicBezTo>
                    <a:pt x="275" y="924"/>
                    <a:pt x="276" y="916"/>
                    <a:pt x="281" y="913"/>
                  </a:cubicBezTo>
                  <a:cubicBezTo>
                    <a:pt x="296" y="889"/>
                    <a:pt x="296" y="885"/>
                    <a:pt x="296" y="881"/>
                  </a:cubicBezTo>
                  <a:cubicBezTo>
                    <a:pt x="328" y="826"/>
                    <a:pt x="337" y="820"/>
                    <a:pt x="341" y="808"/>
                  </a:cubicBezTo>
                  <a:cubicBezTo>
                    <a:pt x="391" y="746"/>
                    <a:pt x="402" y="741"/>
                    <a:pt x="407" y="730"/>
                  </a:cubicBezTo>
                  <a:cubicBezTo>
                    <a:pt x="466" y="676"/>
                    <a:pt x="464" y="669"/>
                    <a:pt x="472" y="672"/>
                  </a:cubicBezTo>
                  <a:cubicBezTo>
                    <a:pt x="497" y="651"/>
                    <a:pt x="495" y="644"/>
                    <a:pt x="500" y="644"/>
                  </a:cubicBezTo>
                  <a:cubicBezTo>
                    <a:pt x="524" y="614"/>
                    <a:pt x="532" y="607"/>
                    <a:pt x="540" y="599"/>
                  </a:cubicBezTo>
                  <a:cubicBezTo>
                    <a:pt x="560" y="577"/>
                    <a:pt x="562" y="575"/>
                    <a:pt x="563" y="578"/>
                  </a:cubicBezTo>
                  <a:cubicBezTo>
                    <a:pt x="532" y="621"/>
                    <a:pt x="526" y="621"/>
                    <a:pt x="525" y="626"/>
                  </a:cubicBezTo>
                  <a:cubicBezTo>
                    <a:pt x="515" y="645"/>
                    <a:pt x="502" y="643"/>
                    <a:pt x="502" y="654"/>
                  </a:cubicBezTo>
                  <a:cubicBezTo>
                    <a:pt x="477" y="678"/>
                    <a:pt x="473" y="681"/>
                    <a:pt x="467" y="682"/>
                  </a:cubicBezTo>
                  <a:cubicBezTo>
                    <a:pt x="440" y="699"/>
                    <a:pt x="454" y="709"/>
                    <a:pt x="442" y="707"/>
                  </a:cubicBezTo>
                  <a:cubicBezTo>
                    <a:pt x="411" y="729"/>
                    <a:pt x="426" y="737"/>
                    <a:pt x="417" y="737"/>
                  </a:cubicBezTo>
                  <a:cubicBezTo>
                    <a:pt x="405" y="760"/>
                    <a:pt x="394" y="754"/>
                    <a:pt x="397" y="762"/>
                  </a:cubicBezTo>
                  <a:cubicBezTo>
                    <a:pt x="340" y="837"/>
                    <a:pt x="330" y="837"/>
                    <a:pt x="331" y="848"/>
                  </a:cubicBezTo>
                  <a:cubicBezTo>
                    <a:pt x="298" y="899"/>
                    <a:pt x="301" y="909"/>
                    <a:pt x="294" y="911"/>
                  </a:cubicBezTo>
                  <a:cubicBezTo>
                    <a:pt x="276" y="946"/>
                    <a:pt x="271" y="948"/>
                    <a:pt x="271" y="956"/>
                  </a:cubicBezTo>
                  <a:cubicBezTo>
                    <a:pt x="289" y="939"/>
                    <a:pt x="287" y="927"/>
                    <a:pt x="294" y="923"/>
                  </a:cubicBezTo>
                  <a:cubicBezTo>
                    <a:pt x="324" y="876"/>
                    <a:pt x="325" y="872"/>
                    <a:pt x="329" y="871"/>
                  </a:cubicBezTo>
                  <a:cubicBezTo>
                    <a:pt x="345" y="847"/>
                    <a:pt x="350" y="842"/>
                    <a:pt x="351" y="833"/>
                  </a:cubicBezTo>
                  <a:cubicBezTo>
                    <a:pt x="391" y="775"/>
                    <a:pt x="403" y="777"/>
                    <a:pt x="404" y="767"/>
                  </a:cubicBezTo>
                  <a:cubicBezTo>
                    <a:pt x="425" y="740"/>
                    <a:pt x="432" y="742"/>
                    <a:pt x="434" y="740"/>
                  </a:cubicBezTo>
                  <a:cubicBezTo>
                    <a:pt x="450" y="719"/>
                    <a:pt x="452" y="717"/>
                    <a:pt x="455" y="714"/>
                  </a:cubicBezTo>
                  <a:cubicBezTo>
                    <a:pt x="479" y="688"/>
                    <a:pt x="486" y="686"/>
                    <a:pt x="490" y="682"/>
                  </a:cubicBezTo>
                  <a:cubicBezTo>
                    <a:pt x="517" y="654"/>
                    <a:pt x="523" y="652"/>
                    <a:pt x="525" y="646"/>
                  </a:cubicBezTo>
                  <a:cubicBezTo>
                    <a:pt x="547" y="627"/>
                    <a:pt x="547" y="624"/>
                    <a:pt x="548" y="621"/>
                  </a:cubicBezTo>
                  <a:cubicBezTo>
                    <a:pt x="574" y="586"/>
                    <a:pt x="584" y="581"/>
                    <a:pt x="588" y="571"/>
                  </a:cubicBezTo>
                  <a:cubicBezTo>
                    <a:pt x="602" y="554"/>
                    <a:pt x="603" y="558"/>
                    <a:pt x="603" y="561"/>
                  </a:cubicBezTo>
                  <a:cubicBezTo>
                    <a:pt x="564" y="608"/>
                    <a:pt x="562" y="624"/>
                    <a:pt x="553" y="631"/>
                  </a:cubicBezTo>
                  <a:cubicBezTo>
                    <a:pt x="533" y="653"/>
                    <a:pt x="531" y="655"/>
                    <a:pt x="527" y="656"/>
                  </a:cubicBezTo>
                  <a:cubicBezTo>
                    <a:pt x="489" y="688"/>
                    <a:pt x="491" y="694"/>
                    <a:pt x="487" y="694"/>
                  </a:cubicBezTo>
                  <a:cubicBezTo>
                    <a:pt x="459" y="725"/>
                    <a:pt x="455" y="729"/>
                    <a:pt x="450" y="732"/>
                  </a:cubicBezTo>
                  <a:cubicBezTo>
                    <a:pt x="414" y="777"/>
                    <a:pt x="409" y="779"/>
                    <a:pt x="404" y="782"/>
                  </a:cubicBezTo>
                  <a:cubicBezTo>
                    <a:pt x="368" y="827"/>
                    <a:pt x="367" y="833"/>
                    <a:pt x="364" y="838"/>
                  </a:cubicBezTo>
                  <a:cubicBezTo>
                    <a:pt x="347" y="861"/>
                    <a:pt x="347" y="865"/>
                    <a:pt x="344" y="865"/>
                  </a:cubicBezTo>
                  <a:cubicBezTo>
                    <a:pt x="316" y="902"/>
                    <a:pt x="318" y="908"/>
                    <a:pt x="314" y="908"/>
                  </a:cubicBezTo>
                  <a:cubicBezTo>
                    <a:pt x="297" y="944"/>
                    <a:pt x="292" y="947"/>
                    <a:pt x="289" y="951"/>
                  </a:cubicBezTo>
                  <a:cubicBezTo>
                    <a:pt x="272" y="991"/>
                    <a:pt x="265" y="999"/>
                    <a:pt x="264" y="1012"/>
                  </a:cubicBezTo>
                  <a:cubicBezTo>
                    <a:pt x="246" y="1070"/>
                    <a:pt x="247" y="1080"/>
                    <a:pt x="243" y="1084"/>
                  </a:cubicBezTo>
                  <a:cubicBezTo>
                    <a:pt x="275" y="1031"/>
                    <a:pt x="275" y="1019"/>
                    <a:pt x="281" y="1014"/>
                  </a:cubicBezTo>
                  <a:cubicBezTo>
                    <a:pt x="300" y="980"/>
                    <a:pt x="306" y="968"/>
                    <a:pt x="311" y="956"/>
                  </a:cubicBezTo>
                  <a:cubicBezTo>
                    <a:pt x="329" y="925"/>
                    <a:pt x="336" y="929"/>
                    <a:pt x="334" y="921"/>
                  </a:cubicBezTo>
                  <a:cubicBezTo>
                    <a:pt x="370" y="883"/>
                    <a:pt x="367" y="872"/>
                    <a:pt x="377" y="873"/>
                  </a:cubicBezTo>
                  <a:cubicBezTo>
                    <a:pt x="395" y="849"/>
                    <a:pt x="404" y="842"/>
                    <a:pt x="412" y="833"/>
                  </a:cubicBezTo>
                  <a:cubicBezTo>
                    <a:pt x="432" y="811"/>
                    <a:pt x="434" y="810"/>
                    <a:pt x="434" y="808"/>
                  </a:cubicBezTo>
                  <a:cubicBezTo>
                    <a:pt x="468" y="774"/>
                    <a:pt x="473" y="764"/>
                    <a:pt x="482" y="757"/>
                  </a:cubicBezTo>
                  <a:cubicBezTo>
                    <a:pt x="518" y="710"/>
                    <a:pt x="527" y="711"/>
                    <a:pt x="525" y="702"/>
                  </a:cubicBezTo>
                  <a:cubicBezTo>
                    <a:pt x="512" y="725"/>
                    <a:pt x="513" y="729"/>
                    <a:pt x="512" y="732"/>
                  </a:cubicBezTo>
                  <a:cubicBezTo>
                    <a:pt x="497" y="756"/>
                    <a:pt x="486" y="759"/>
                    <a:pt x="482" y="767"/>
                  </a:cubicBezTo>
                  <a:cubicBezTo>
                    <a:pt x="463" y="791"/>
                    <a:pt x="457" y="793"/>
                    <a:pt x="452" y="795"/>
                  </a:cubicBezTo>
                  <a:cubicBezTo>
                    <a:pt x="362" y="908"/>
                    <a:pt x="358" y="911"/>
                    <a:pt x="354" y="913"/>
                  </a:cubicBezTo>
                  <a:cubicBezTo>
                    <a:pt x="338" y="944"/>
                    <a:pt x="330" y="941"/>
                    <a:pt x="331" y="948"/>
                  </a:cubicBezTo>
                  <a:cubicBezTo>
                    <a:pt x="305" y="988"/>
                    <a:pt x="305" y="994"/>
                    <a:pt x="301" y="996"/>
                  </a:cubicBezTo>
                  <a:cubicBezTo>
                    <a:pt x="313" y="984"/>
                    <a:pt x="317" y="981"/>
                    <a:pt x="319" y="976"/>
                  </a:cubicBezTo>
                  <a:cubicBezTo>
                    <a:pt x="362" y="938"/>
                    <a:pt x="357" y="928"/>
                    <a:pt x="364" y="928"/>
                  </a:cubicBezTo>
                  <a:cubicBezTo>
                    <a:pt x="379" y="903"/>
                    <a:pt x="390" y="907"/>
                    <a:pt x="389" y="901"/>
                  </a:cubicBezTo>
                  <a:cubicBezTo>
                    <a:pt x="416" y="869"/>
                    <a:pt x="427" y="873"/>
                    <a:pt x="424" y="865"/>
                  </a:cubicBezTo>
                  <a:cubicBezTo>
                    <a:pt x="450" y="844"/>
                    <a:pt x="454" y="836"/>
                    <a:pt x="462" y="833"/>
                  </a:cubicBezTo>
                  <a:cubicBezTo>
                    <a:pt x="510" y="785"/>
                    <a:pt x="513" y="782"/>
                    <a:pt x="515" y="780"/>
                  </a:cubicBezTo>
                  <a:cubicBezTo>
                    <a:pt x="536" y="752"/>
                    <a:pt x="545" y="755"/>
                    <a:pt x="543" y="747"/>
                  </a:cubicBezTo>
                  <a:cubicBezTo>
                    <a:pt x="566" y="714"/>
                    <a:pt x="568" y="710"/>
                    <a:pt x="570" y="707"/>
                  </a:cubicBezTo>
                  <a:cubicBezTo>
                    <a:pt x="591" y="657"/>
                    <a:pt x="601" y="647"/>
                    <a:pt x="605" y="631"/>
                  </a:cubicBezTo>
                  <a:cubicBezTo>
                    <a:pt x="597" y="662"/>
                    <a:pt x="596" y="668"/>
                    <a:pt x="595" y="674"/>
                  </a:cubicBezTo>
                  <a:cubicBezTo>
                    <a:pt x="577" y="704"/>
                    <a:pt x="573" y="716"/>
                    <a:pt x="568" y="727"/>
                  </a:cubicBezTo>
                  <a:cubicBezTo>
                    <a:pt x="537" y="772"/>
                    <a:pt x="532" y="774"/>
                    <a:pt x="528" y="777"/>
                  </a:cubicBezTo>
                  <a:cubicBezTo>
                    <a:pt x="516" y="796"/>
                    <a:pt x="509" y="797"/>
                    <a:pt x="507" y="802"/>
                  </a:cubicBezTo>
                  <a:cubicBezTo>
                    <a:pt x="475" y="834"/>
                    <a:pt x="473" y="835"/>
                    <a:pt x="472" y="838"/>
                  </a:cubicBezTo>
                  <a:cubicBezTo>
                    <a:pt x="458" y="853"/>
                    <a:pt x="452" y="855"/>
                    <a:pt x="447" y="858"/>
                  </a:cubicBezTo>
                  <a:cubicBezTo>
                    <a:pt x="430" y="871"/>
                    <a:pt x="434" y="882"/>
                    <a:pt x="424" y="881"/>
                  </a:cubicBezTo>
                  <a:cubicBezTo>
                    <a:pt x="388" y="922"/>
                    <a:pt x="381" y="923"/>
                    <a:pt x="379" y="928"/>
                  </a:cubicBezTo>
                  <a:cubicBezTo>
                    <a:pt x="356" y="958"/>
                    <a:pt x="346" y="955"/>
                    <a:pt x="347" y="964"/>
                  </a:cubicBezTo>
                  <a:cubicBezTo>
                    <a:pt x="311" y="1003"/>
                    <a:pt x="313" y="1013"/>
                    <a:pt x="306" y="1014"/>
                  </a:cubicBezTo>
                  <a:cubicBezTo>
                    <a:pt x="282" y="1051"/>
                    <a:pt x="281" y="1054"/>
                    <a:pt x="281" y="1057"/>
                  </a:cubicBezTo>
                  <a:cubicBezTo>
                    <a:pt x="263" y="1076"/>
                    <a:pt x="266" y="1095"/>
                    <a:pt x="256" y="1100"/>
                  </a:cubicBezTo>
                  <a:cubicBezTo>
                    <a:pt x="251" y="1150"/>
                    <a:pt x="250" y="1138"/>
                    <a:pt x="256" y="1135"/>
                  </a:cubicBezTo>
                  <a:cubicBezTo>
                    <a:pt x="289" y="1070"/>
                    <a:pt x="297" y="1067"/>
                    <a:pt x="299" y="1059"/>
                  </a:cubicBezTo>
                  <a:cubicBezTo>
                    <a:pt x="316" y="1029"/>
                    <a:pt x="323" y="1031"/>
                    <a:pt x="321" y="1024"/>
                  </a:cubicBezTo>
                  <a:cubicBezTo>
                    <a:pt x="338" y="1004"/>
                    <a:pt x="340" y="996"/>
                    <a:pt x="344" y="991"/>
                  </a:cubicBezTo>
                  <a:cubicBezTo>
                    <a:pt x="361" y="971"/>
                    <a:pt x="363" y="965"/>
                    <a:pt x="369" y="961"/>
                  </a:cubicBezTo>
                  <a:cubicBezTo>
                    <a:pt x="436" y="888"/>
                    <a:pt x="448" y="891"/>
                    <a:pt x="447" y="880"/>
                  </a:cubicBezTo>
                  <a:cubicBezTo>
                    <a:pt x="469" y="858"/>
                    <a:pt x="474" y="859"/>
                    <a:pt x="475" y="855"/>
                  </a:cubicBezTo>
                  <a:cubicBezTo>
                    <a:pt x="505" y="824"/>
                    <a:pt x="511" y="822"/>
                    <a:pt x="512" y="815"/>
                  </a:cubicBezTo>
                  <a:cubicBezTo>
                    <a:pt x="568" y="753"/>
                    <a:pt x="565" y="741"/>
                    <a:pt x="573" y="739"/>
                  </a:cubicBezTo>
                  <a:cubicBezTo>
                    <a:pt x="584" y="730"/>
                    <a:pt x="582" y="734"/>
                    <a:pt x="580" y="737"/>
                  </a:cubicBezTo>
                  <a:cubicBezTo>
                    <a:pt x="561" y="775"/>
                    <a:pt x="553" y="785"/>
                    <a:pt x="545" y="795"/>
                  </a:cubicBezTo>
                  <a:cubicBezTo>
                    <a:pt x="516" y="828"/>
                    <a:pt x="510" y="830"/>
                    <a:pt x="507" y="838"/>
                  </a:cubicBezTo>
                  <a:cubicBezTo>
                    <a:pt x="443" y="909"/>
                    <a:pt x="435" y="906"/>
                    <a:pt x="435" y="911"/>
                  </a:cubicBezTo>
                  <a:cubicBezTo>
                    <a:pt x="419" y="924"/>
                    <a:pt x="417" y="927"/>
                    <a:pt x="417" y="931"/>
                  </a:cubicBezTo>
                  <a:cubicBezTo>
                    <a:pt x="381" y="966"/>
                    <a:pt x="371" y="974"/>
                    <a:pt x="364" y="986"/>
                  </a:cubicBezTo>
                  <a:cubicBezTo>
                    <a:pt x="347" y="1005"/>
                    <a:pt x="346" y="1013"/>
                    <a:pt x="339" y="1014"/>
                  </a:cubicBezTo>
                  <a:cubicBezTo>
                    <a:pt x="294" y="1085"/>
                    <a:pt x="293" y="1095"/>
                    <a:pt x="286" y="1100"/>
                  </a:cubicBezTo>
                  <a:cubicBezTo>
                    <a:pt x="259" y="1148"/>
                    <a:pt x="259" y="1154"/>
                    <a:pt x="256" y="1157"/>
                  </a:cubicBezTo>
                  <a:cubicBezTo>
                    <a:pt x="241" y="1199"/>
                    <a:pt x="246" y="1208"/>
                    <a:pt x="241" y="1218"/>
                  </a:cubicBezTo>
                  <a:cubicBezTo>
                    <a:pt x="260" y="1178"/>
                    <a:pt x="260" y="1172"/>
                    <a:pt x="264" y="1170"/>
                  </a:cubicBezTo>
                  <a:cubicBezTo>
                    <a:pt x="290" y="1114"/>
                    <a:pt x="297" y="1109"/>
                    <a:pt x="301" y="1102"/>
                  </a:cubicBezTo>
                  <a:cubicBezTo>
                    <a:pt x="336" y="1056"/>
                    <a:pt x="339" y="1048"/>
                    <a:pt x="344" y="1042"/>
                  </a:cubicBezTo>
                  <a:cubicBezTo>
                    <a:pt x="367" y="1006"/>
                    <a:pt x="373" y="1006"/>
                    <a:pt x="374" y="1001"/>
                  </a:cubicBezTo>
                  <a:cubicBezTo>
                    <a:pt x="410" y="964"/>
                    <a:pt x="416" y="964"/>
                    <a:pt x="417" y="959"/>
                  </a:cubicBezTo>
                  <a:cubicBezTo>
                    <a:pt x="453" y="919"/>
                    <a:pt x="467" y="910"/>
                    <a:pt x="475" y="896"/>
                  </a:cubicBezTo>
                  <a:cubicBezTo>
                    <a:pt x="505" y="865"/>
                    <a:pt x="517" y="863"/>
                    <a:pt x="520" y="850"/>
                  </a:cubicBezTo>
                  <a:cubicBezTo>
                    <a:pt x="554" y="810"/>
                    <a:pt x="558" y="807"/>
                    <a:pt x="560" y="802"/>
                  </a:cubicBezTo>
                  <a:cubicBezTo>
                    <a:pt x="584" y="766"/>
                    <a:pt x="596" y="762"/>
                    <a:pt x="598" y="750"/>
                  </a:cubicBezTo>
                  <a:cubicBezTo>
                    <a:pt x="627" y="704"/>
                    <a:pt x="632" y="702"/>
                    <a:pt x="633" y="697"/>
                  </a:cubicBezTo>
                  <a:cubicBezTo>
                    <a:pt x="623" y="720"/>
                    <a:pt x="626" y="728"/>
                    <a:pt x="621" y="727"/>
                  </a:cubicBezTo>
                  <a:cubicBezTo>
                    <a:pt x="597" y="761"/>
                    <a:pt x="596" y="771"/>
                    <a:pt x="588" y="772"/>
                  </a:cubicBezTo>
                  <a:cubicBezTo>
                    <a:pt x="575" y="802"/>
                    <a:pt x="566" y="803"/>
                    <a:pt x="565" y="812"/>
                  </a:cubicBezTo>
                  <a:cubicBezTo>
                    <a:pt x="538" y="856"/>
                    <a:pt x="525" y="854"/>
                    <a:pt x="525" y="865"/>
                  </a:cubicBezTo>
                  <a:cubicBezTo>
                    <a:pt x="510" y="886"/>
                    <a:pt x="501" y="883"/>
                    <a:pt x="500" y="888"/>
                  </a:cubicBezTo>
                  <a:cubicBezTo>
                    <a:pt x="481" y="905"/>
                    <a:pt x="479" y="907"/>
                    <a:pt x="477" y="911"/>
                  </a:cubicBezTo>
                  <a:cubicBezTo>
                    <a:pt x="449" y="935"/>
                    <a:pt x="452" y="943"/>
                    <a:pt x="447" y="943"/>
                  </a:cubicBezTo>
                  <a:cubicBezTo>
                    <a:pt x="429" y="962"/>
                    <a:pt x="427" y="963"/>
                    <a:pt x="425" y="966"/>
                  </a:cubicBezTo>
                  <a:cubicBezTo>
                    <a:pt x="401" y="992"/>
                    <a:pt x="398" y="995"/>
                    <a:pt x="394" y="996"/>
                  </a:cubicBezTo>
                  <a:cubicBezTo>
                    <a:pt x="379" y="1017"/>
                    <a:pt x="373" y="1015"/>
                    <a:pt x="374" y="1021"/>
                  </a:cubicBezTo>
                  <a:cubicBezTo>
                    <a:pt x="331" y="1077"/>
                    <a:pt x="326" y="1081"/>
                    <a:pt x="324" y="1089"/>
                  </a:cubicBezTo>
                  <a:cubicBezTo>
                    <a:pt x="309" y="1105"/>
                    <a:pt x="309" y="1109"/>
                    <a:pt x="309" y="1112"/>
                  </a:cubicBezTo>
                  <a:cubicBezTo>
                    <a:pt x="293" y="1133"/>
                    <a:pt x="293" y="1139"/>
                    <a:pt x="289" y="1142"/>
                  </a:cubicBezTo>
                  <a:cubicBezTo>
                    <a:pt x="272" y="1170"/>
                    <a:pt x="273" y="1176"/>
                    <a:pt x="271" y="1180"/>
                  </a:cubicBezTo>
                  <a:cubicBezTo>
                    <a:pt x="246" y="1241"/>
                    <a:pt x="246" y="1250"/>
                    <a:pt x="246" y="1258"/>
                  </a:cubicBezTo>
                  <a:cubicBezTo>
                    <a:pt x="257" y="1254"/>
                    <a:pt x="254" y="1246"/>
                    <a:pt x="259" y="1246"/>
                  </a:cubicBezTo>
                  <a:cubicBezTo>
                    <a:pt x="274" y="1211"/>
                    <a:pt x="275" y="1207"/>
                    <a:pt x="279" y="1205"/>
                  </a:cubicBezTo>
                  <a:cubicBezTo>
                    <a:pt x="320" y="1146"/>
                    <a:pt x="319" y="1135"/>
                    <a:pt x="327" y="1132"/>
                  </a:cubicBezTo>
                  <a:cubicBezTo>
                    <a:pt x="353" y="1085"/>
                    <a:pt x="363" y="1084"/>
                    <a:pt x="364" y="1074"/>
                  </a:cubicBezTo>
                  <a:cubicBezTo>
                    <a:pt x="392" y="1044"/>
                    <a:pt x="389" y="1036"/>
                    <a:pt x="394" y="1037"/>
                  </a:cubicBezTo>
                  <a:cubicBezTo>
                    <a:pt x="409" y="1021"/>
                    <a:pt x="409" y="1018"/>
                    <a:pt x="409" y="1016"/>
                  </a:cubicBezTo>
                  <a:cubicBezTo>
                    <a:pt x="421" y="1005"/>
                    <a:pt x="423" y="1003"/>
                    <a:pt x="427" y="1001"/>
                  </a:cubicBezTo>
                  <a:cubicBezTo>
                    <a:pt x="466" y="955"/>
                    <a:pt x="477" y="948"/>
                    <a:pt x="485" y="938"/>
                  </a:cubicBezTo>
                  <a:cubicBezTo>
                    <a:pt x="518" y="914"/>
                    <a:pt x="515" y="906"/>
                    <a:pt x="520" y="906"/>
                  </a:cubicBezTo>
                  <a:cubicBezTo>
                    <a:pt x="551" y="882"/>
                    <a:pt x="558" y="873"/>
                    <a:pt x="568" y="865"/>
                  </a:cubicBezTo>
                  <a:cubicBezTo>
                    <a:pt x="556" y="886"/>
                    <a:pt x="553" y="888"/>
                    <a:pt x="548" y="888"/>
                  </a:cubicBezTo>
                  <a:cubicBezTo>
                    <a:pt x="519" y="917"/>
                    <a:pt x="514" y="922"/>
                    <a:pt x="508" y="926"/>
                  </a:cubicBezTo>
                  <a:cubicBezTo>
                    <a:pt x="486" y="947"/>
                    <a:pt x="481" y="952"/>
                    <a:pt x="477" y="958"/>
                  </a:cubicBezTo>
                  <a:cubicBezTo>
                    <a:pt x="437" y="1004"/>
                    <a:pt x="435" y="1006"/>
                    <a:pt x="432" y="1009"/>
                  </a:cubicBezTo>
                  <a:cubicBezTo>
                    <a:pt x="378" y="1069"/>
                    <a:pt x="375" y="1086"/>
                    <a:pt x="362" y="1094"/>
                  </a:cubicBezTo>
                  <a:cubicBezTo>
                    <a:pt x="324" y="1152"/>
                    <a:pt x="326" y="1159"/>
                    <a:pt x="319" y="1157"/>
                  </a:cubicBezTo>
                  <a:cubicBezTo>
                    <a:pt x="305" y="1192"/>
                    <a:pt x="293" y="1190"/>
                    <a:pt x="294" y="1200"/>
                  </a:cubicBezTo>
                  <a:cubicBezTo>
                    <a:pt x="266" y="1260"/>
                    <a:pt x="259" y="1258"/>
                    <a:pt x="259" y="1263"/>
                  </a:cubicBezTo>
                  <a:cubicBezTo>
                    <a:pt x="251" y="1298"/>
                    <a:pt x="251" y="1292"/>
                    <a:pt x="246" y="1291"/>
                  </a:cubicBezTo>
                  <a:cubicBezTo>
                    <a:pt x="271" y="1295"/>
                    <a:pt x="258" y="1283"/>
                    <a:pt x="271" y="1283"/>
                  </a:cubicBezTo>
                  <a:cubicBezTo>
                    <a:pt x="326" y="1167"/>
                    <a:pt x="332" y="1165"/>
                    <a:pt x="334" y="1160"/>
                  </a:cubicBezTo>
                  <a:cubicBezTo>
                    <a:pt x="350" y="1123"/>
                    <a:pt x="361" y="1126"/>
                    <a:pt x="359" y="1117"/>
                  </a:cubicBezTo>
                  <a:cubicBezTo>
                    <a:pt x="387" y="1084"/>
                    <a:pt x="394" y="1076"/>
                    <a:pt x="399" y="1067"/>
                  </a:cubicBezTo>
                  <a:cubicBezTo>
                    <a:pt x="475" y="1001"/>
                    <a:pt x="472" y="992"/>
                    <a:pt x="480" y="994"/>
                  </a:cubicBezTo>
                  <a:cubicBezTo>
                    <a:pt x="497" y="981"/>
                    <a:pt x="502" y="975"/>
                    <a:pt x="510" y="971"/>
                  </a:cubicBezTo>
                  <a:cubicBezTo>
                    <a:pt x="532" y="952"/>
                    <a:pt x="534" y="948"/>
                    <a:pt x="540" y="948"/>
                  </a:cubicBezTo>
                  <a:cubicBezTo>
                    <a:pt x="553" y="931"/>
                    <a:pt x="556" y="931"/>
                    <a:pt x="558" y="931"/>
                  </a:cubicBezTo>
                  <a:cubicBezTo>
                    <a:pt x="594" y="891"/>
                    <a:pt x="607" y="882"/>
                    <a:pt x="613" y="865"/>
                  </a:cubicBezTo>
                  <a:cubicBezTo>
                    <a:pt x="599" y="896"/>
                    <a:pt x="595" y="896"/>
                    <a:pt x="596" y="901"/>
                  </a:cubicBezTo>
                  <a:cubicBezTo>
                    <a:pt x="577" y="920"/>
                    <a:pt x="574" y="924"/>
                    <a:pt x="568" y="926"/>
                  </a:cubicBezTo>
                  <a:cubicBezTo>
                    <a:pt x="544" y="951"/>
                    <a:pt x="537" y="951"/>
                    <a:pt x="538" y="958"/>
                  </a:cubicBezTo>
                  <a:cubicBezTo>
                    <a:pt x="508" y="985"/>
                    <a:pt x="498" y="990"/>
                    <a:pt x="490" y="996"/>
                  </a:cubicBezTo>
                  <a:cubicBezTo>
                    <a:pt x="458" y="1014"/>
                    <a:pt x="462" y="1026"/>
                    <a:pt x="455" y="1026"/>
                  </a:cubicBezTo>
                  <a:cubicBezTo>
                    <a:pt x="438" y="1046"/>
                    <a:pt x="433" y="1046"/>
                    <a:pt x="432" y="1049"/>
                  </a:cubicBezTo>
                  <a:cubicBezTo>
                    <a:pt x="398" y="1090"/>
                    <a:pt x="392" y="1088"/>
                    <a:pt x="392" y="1092"/>
                  </a:cubicBezTo>
                  <a:cubicBezTo>
                    <a:pt x="371" y="1115"/>
                    <a:pt x="368" y="1120"/>
                    <a:pt x="367" y="1127"/>
                  </a:cubicBezTo>
                  <a:cubicBezTo>
                    <a:pt x="343" y="1159"/>
                    <a:pt x="343" y="1167"/>
                    <a:pt x="339" y="1170"/>
                  </a:cubicBezTo>
                  <a:cubicBezTo>
                    <a:pt x="304" y="1239"/>
                    <a:pt x="296" y="1239"/>
                    <a:pt x="296" y="1248"/>
                  </a:cubicBezTo>
                  <a:cubicBezTo>
                    <a:pt x="278" y="1277"/>
                    <a:pt x="287" y="1279"/>
                    <a:pt x="281" y="1281"/>
                  </a:cubicBezTo>
                  <a:cubicBezTo>
                    <a:pt x="246" y="1371"/>
                    <a:pt x="256" y="1372"/>
                    <a:pt x="254" y="1386"/>
                  </a:cubicBezTo>
                  <a:cubicBezTo>
                    <a:pt x="266" y="1357"/>
                    <a:pt x="266" y="1353"/>
                    <a:pt x="266" y="1349"/>
                  </a:cubicBezTo>
                  <a:cubicBezTo>
                    <a:pt x="293" y="1281"/>
                    <a:pt x="296" y="1281"/>
                    <a:pt x="299" y="1281"/>
                  </a:cubicBezTo>
                  <a:cubicBezTo>
                    <a:pt x="308" y="1258"/>
                    <a:pt x="314" y="1259"/>
                    <a:pt x="312" y="1251"/>
                  </a:cubicBezTo>
                  <a:cubicBezTo>
                    <a:pt x="332" y="1226"/>
                    <a:pt x="333" y="1221"/>
                    <a:pt x="334" y="1215"/>
                  </a:cubicBezTo>
                  <a:cubicBezTo>
                    <a:pt x="360" y="1186"/>
                    <a:pt x="360" y="1174"/>
                    <a:pt x="367" y="1170"/>
                  </a:cubicBezTo>
                  <a:cubicBezTo>
                    <a:pt x="400" y="1124"/>
                    <a:pt x="404" y="1118"/>
                    <a:pt x="410" y="1112"/>
                  </a:cubicBezTo>
                  <a:cubicBezTo>
                    <a:pt x="423" y="1096"/>
                    <a:pt x="424" y="1094"/>
                    <a:pt x="427" y="1094"/>
                  </a:cubicBezTo>
                  <a:cubicBezTo>
                    <a:pt x="449" y="1060"/>
                    <a:pt x="460" y="1065"/>
                    <a:pt x="457" y="1057"/>
                  </a:cubicBezTo>
                  <a:cubicBezTo>
                    <a:pt x="497" y="1018"/>
                    <a:pt x="528" y="1004"/>
                    <a:pt x="548" y="979"/>
                  </a:cubicBezTo>
                  <a:cubicBezTo>
                    <a:pt x="588" y="940"/>
                    <a:pt x="590" y="931"/>
                    <a:pt x="596" y="926"/>
                  </a:cubicBezTo>
                  <a:cubicBezTo>
                    <a:pt x="623" y="900"/>
                    <a:pt x="616" y="899"/>
                    <a:pt x="618" y="906"/>
                  </a:cubicBezTo>
                  <a:cubicBezTo>
                    <a:pt x="606" y="925"/>
                    <a:pt x="604" y="927"/>
                    <a:pt x="601" y="928"/>
                  </a:cubicBezTo>
                  <a:cubicBezTo>
                    <a:pt x="563" y="980"/>
                    <a:pt x="555" y="982"/>
                    <a:pt x="553" y="989"/>
                  </a:cubicBezTo>
                  <a:cubicBezTo>
                    <a:pt x="513" y="1021"/>
                    <a:pt x="511" y="1023"/>
                    <a:pt x="508" y="1024"/>
                  </a:cubicBezTo>
                  <a:cubicBezTo>
                    <a:pt x="476" y="1056"/>
                    <a:pt x="471" y="1060"/>
                    <a:pt x="465" y="1062"/>
                  </a:cubicBezTo>
                  <a:cubicBezTo>
                    <a:pt x="439" y="1098"/>
                    <a:pt x="432" y="1100"/>
                    <a:pt x="427" y="1104"/>
                  </a:cubicBezTo>
                  <a:cubicBezTo>
                    <a:pt x="413" y="1124"/>
                    <a:pt x="407" y="1124"/>
                    <a:pt x="407" y="1132"/>
                  </a:cubicBezTo>
                  <a:cubicBezTo>
                    <a:pt x="374" y="1182"/>
                    <a:pt x="363" y="1186"/>
                    <a:pt x="359" y="1198"/>
                  </a:cubicBezTo>
                  <a:cubicBezTo>
                    <a:pt x="344" y="1221"/>
                    <a:pt x="342" y="1223"/>
                    <a:pt x="342" y="1225"/>
                  </a:cubicBezTo>
                  <a:cubicBezTo>
                    <a:pt x="314" y="1273"/>
                    <a:pt x="309" y="1276"/>
                    <a:pt x="309" y="1283"/>
                  </a:cubicBezTo>
                  <a:cubicBezTo>
                    <a:pt x="299" y="1304"/>
                    <a:pt x="294" y="1306"/>
                    <a:pt x="294" y="1313"/>
                  </a:cubicBezTo>
                  <a:cubicBezTo>
                    <a:pt x="281" y="1340"/>
                    <a:pt x="281" y="1342"/>
                    <a:pt x="279" y="1341"/>
                  </a:cubicBezTo>
                  <a:cubicBezTo>
                    <a:pt x="272" y="1377"/>
                    <a:pt x="264" y="1384"/>
                    <a:pt x="266" y="1402"/>
                  </a:cubicBezTo>
                  <a:cubicBezTo>
                    <a:pt x="266" y="1422"/>
                    <a:pt x="267" y="1407"/>
                    <a:pt x="274" y="1399"/>
                  </a:cubicBezTo>
                  <a:cubicBezTo>
                    <a:pt x="295" y="1345"/>
                    <a:pt x="300" y="1321"/>
                    <a:pt x="314" y="1306"/>
                  </a:cubicBezTo>
                  <a:cubicBezTo>
                    <a:pt x="332" y="1263"/>
                    <a:pt x="339" y="1255"/>
                    <a:pt x="347" y="1248"/>
                  </a:cubicBezTo>
                  <a:cubicBezTo>
                    <a:pt x="384" y="1190"/>
                    <a:pt x="386" y="1184"/>
                    <a:pt x="392" y="1182"/>
                  </a:cubicBezTo>
                  <a:cubicBezTo>
                    <a:pt x="430" y="1138"/>
                    <a:pt x="434" y="1127"/>
                    <a:pt x="445" y="1122"/>
                  </a:cubicBezTo>
                  <a:cubicBezTo>
                    <a:pt x="500" y="1074"/>
                    <a:pt x="508" y="1067"/>
                    <a:pt x="515" y="1059"/>
                  </a:cubicBezTo>
                  <a:cubicBezTo>
                    <a:pt x="543" y="1027"/>
                    <a:pt x="554" y="1024"/>
                    <a:pt x="558" y="1014"/>
                  </a:cubicBezTo>
                  <a:cubicBezTo>
                    <a:pt x="546" y="1032"/>
                    <a:pt x="548" y="1039"/>
                    <a:pt x="545" y="1041"/>
                  </a:cubicBezTo>
                  <a:cubicBezTo>
                    <a:pt x="519" y="1066"/>
                    <a:pt x="517" y="1068"/>
                    <a:pt x="515" y="1072"/>
                  </a:cubicBezTo>
                  <a:cubicBezTo>
                    <a:pt x="498" y="1090"/>
                    <a:pt x="490" y="1087"/>
                    <a:pt x="490" y="1092"/>
                  </a:cubicBezTo>
                  <a:cubicBezTo>
                    <a:pt x="467" y="1109"/>
                    <a:pt x="464" y="1117"/>
                    <a:pt x="457" y="1120"/>
                  </a:cubicBezTo>
                  <a:cubicBezTo>
                    <a:pt x="439" y="1141"/>
                    <a:pt x="434" y="1146"/>
                    <a:pt x="430" y="1152"/>
                  </a:cubicBezTo>
                  <a:cubicBezTo>
                    <a:pt x="407" y="1180"/>
                    <a:pt x="396" y="1189"/>
                    <a:pt x="389" y="1203"/>
                  </a:cubicBezTo>
                  <a:cubicBezTo>
                    <a:pt x="340" y="1277"/>
                    <a:pt x="340" y="1283"/>
                    <a:pt x="334" y="1283"/>
                  </a:cubicBezTo>
                  <a:cubicBezTo>
                    <a:pt x="311" y="1324"/>
                    <a:pt x="312" y="1337"/>
                    <a:pt x="304" y="1341"/>
                  </a:cubicBezTo>
                  <a:cubicBezTo>
                    <a:pt x="283" y="1403"/>
                    <a:pt x="280" y="1411"/>
                    <a:pt x="276" y="1419"/>
                  </a:cubicBezTo>
                  <a:cubicBezTo>
                    <a:pt x="267" y="1456"/>
                    <a:pt x="262" y="1466"/>
                    <a:pt x="264" y="1469"/>
                  </a:cubicBezTo>
                  <a:cubicBezTo>
                    <a:pt x="279" y="1429"/>
                    <a:pt x="286" y="1428"/>
                    <a:pt x="284" y="1419"/>
                  </a:cubicBezTo>
                  <a:cubicBezTo>
                    <a:pt x="311" y="1363"/>
                    <a:pt x="316" y="1353"/>
                    <a:pt x="322" y="1344"/>
                  </a:cubicBezTo>
                  <a:cubicBezTo>
                    <a:pt x="341" y="1299"/>
                    <a:pt x="344" y="1299"/>
                    <a:pt x="347" y="1298"/>
                  </a:cubicBezTo>
                  <a:cubicBezTo>
                    <a:pt x="377" y="1253"/>
                    <a:pt x="377" y="1246"/>
                    <a:pt x="382" y="1243"/>
                  </a:cubicBezTo>
                  <a:cubicBezTo>
                    <a:pt x="470" y="1149"/>
                    <a:pt x="469" y="1136"/>
                    <a:pt x="480" y="1135"/>
                  </a:cubicBezTo>
                  <a:cubicBezTo>
                    <a:pt x="514" y="1093"/>
                    <a:pt x="525" y="1097"/>
                    <a:pt x="523" y="1089"/>
                  </a:cubicBezTo>
                  <a:cubicBezTo>
                    <a:pt x="569" y="1039"/>
                    <a:pt x="577" y="1036"/>
                    <a:pt x="581" y="1029"/>
                  </a:cubicBezTo>
                  <a:cubicBezTo>
                    <a:pt x="617" y="976"/>
                    <a:pt x="617" y="985"/>
                    <a:pt x="613" y="989"/>
                  </a:cubicBezTo>
                  <a:cubicBezTo>
                    <a:pt x="598" y="1018"/>
                    <a:pt x="597" y="1023"/>
                    <a:pt x="596" y="1029"/>
                  </a:cubicBezTo>
                  <a:cubicBezTo>
                    <a:pt x="570" y="1050"/>
                    <a:pt x="572" y="1056"/>
                    <a:pt x="568" y="1057"/>
                  </a:cubicBezTo>
                  <a:cubicBezTo>
                    <a:pt x="549" y="1084"/>
                    <a:pt x="545" y="1084"/>
                    <a:pt x="545" y="1089"/>
                  </a:cubicBezTo>
                  <a:cubicBezTo>
                    <a:pt x="517" y="1111"/>
                    <a:pt x="509" y="1114"/>
                    <a:pt x="505" y="1122"/>
                  </a:cubicBezTo>
                  <a:cubicBezTo>
                    <a:pt x="448" y="1187"/>
                    <a:pt x="435" y="1186"/>
                    <a:pt x="435" y="1198"/>
                  </a:cubicBezTo>
                  <a:cubicBezTo>
                    <a:pt x="358" y="1294"/>
                    <a:pt x="359" y="1303"/>
                    <a:pt x="352" y="1303"/>
                  </a:cubicBezTo>
                  <a:cubicBezTo>
                    <a:pt x="338" y="1342"/>
                    <a:pt x="332" y="1344"/>
                    <a:pt x="329" y="1349"/>
                  </a:cubicBezTo>
                  <a:cubicBezTo>
                    <a:pt x="294" y="1419"/>
                    <a:pt x="294" y="1435"/>
                    <a:pt x="287" y="1442"/>
                  </a:cubicBezTo>
                  <a:cubicBezTo>
                    <a:pt x="275" y="1485"/>
                    <a:pt x="278" y="1489"/>
                    <a:pt x="279" y="1495"/>
                  </a:cubicBezTo>
                  <a:cubicBezTo>
                    <a:pt x="284" y="1538"/>
                    <a:pt x="280" y="1529"/>
                    <a:pt x="282" y="1525"/>
                  </a:cubicBezTo>
                  <a:cubicBezTo>
                    <a:pt x="295" y="1474"/>
                    <a:pt x="302" y="1461"/>
                    <a:pt x="307" y="1447"/>
                  </a:cubicBezTo>
                  <a:cubicBezTo>
                    <a:pt x="319" y="1424"/>
                    <a:pt x="316" y="1416"/>
                    <a:pt x="319" y="1414"/>
                  </a:cubicBezTo>
                  <a:cubicBezTo>
                    <a:pt x="344" y="1364"/>
                    <a:pt x="347" y="1363"/>
                    <a:pt x="347" y="1359"/>
                  </a:cubicBezTo>
                  <a:cubicBezTo>
                    <a:pt x="359" y="1339"/>
                    <a:pt x="361" y="1336"/>
                    <a:pt x="362" y="1334"/>
                  </a:cubicBezTo>
                  <a:cubicBezTo>
                    <a:pt x="386" y="1299"/>
                    <a:pt x="387" y="1292"/>
                    <a:pt x="392" y="1288"/>
                  </a:cubicBezTo>
                  <a:cubicBezTo>
                    <a:pt x="420" y="1249"/>
                    <a:pt x="427" y="1239"/>
                    <a:pt x="435" y="1230"/>
                  </a:cubicBezTo>
                  <a:cubicBezTo>
                    <a:pt x="468" y="1194"/>
                    <a:pt x="469" y="1191"/>
                    <a:pt x="473" y="1190"/>
                  </a:cubicBezTo>
                  <a:cubicBezTo>
                    <a:pt x="499" y="1158"/>
                    <a:pt x="504" y="1154"/>
                    <a:pt x="508" y="1150"/>
                  </a:cubicBezTo>
                  <a:cubicBezTo>
                    <a:pt x="538" y="1112"/>
                    <a:pt x="545" y="1102"/>
                    <a:pt x="553" y="1092"/>
                  </a:cubicBezTo>
                  <a:cubicBezTo>
                    <a:pt x="577" y="1069"/>
                    <a:pt x="569" y="1068"/>
                    <a:pt x="568" y="1074"/>
                  </a:cubicBezTo>
                  <a:cubicBezTo>
                    <a:pt x="540" y="1125"/>
                    <a:pt x="527" y="1138"/>
                    <a:pt x="518" y="1152"/>
                  </a:cubicBezTo>
                  <a:cubicBezTo>
                    <a:pt x="491" y="1186"/>
                    <a:pt x="486" y="1188"/>
                    <a:pt x="483" y="1190"/>
                  </a:cubicBezTo>
                  <a:cubicBezTo>
                    <a:pt x="445" y="1238"/>
                    <a:pt x="436" y="1241"/>
                    <a:pt x="432" y="1250"/>
                  </a:cubicBezTo>
                  <a:cubicBezTo>
                    <a:pt x="381" y="1320"/>
                    <a:pt x="378" y="1330"/>
                    <a:pt x="372" y="1336"/>
                  </a:cubicBezTo>
                  <a:cubicBezTo>
                    <a:pt x="342" y="1391"/>
                    <a:pt x="337" y="1398"/>
                    <a:pt x="332" y="1404"/>
                  </a:cubicBezTo>
                  <a:cubicBezTo>
                    <a:pt x="297" y="1512"/>
                    <a:pt x="299" y="1511"/>
                    <a:pt x="297" y="1517"/>
                  </a:cubicBezTo>
                  <a:cubicBezTo>
                    <a:pt x="285" y="1562"/>
                    <a:pt x="292" y="1562"/>
                    <a:pt x="292" y="1570"/>
                  </a:cubicBezTo>
                  <a:cubicBezTo>
                    <a:pt x="308" y="1526"/>
                    <a:pt x="315" y="1528"/>
                    <a:pt x="312" y="1520"/>
                  </a:cubicBezTo>
                  <a:cubicBezTo>
                    <a:pt x="334" y="1475"/>
                    <a:pt x="332" y="1464"/>
                    <a:pt x="339" y="1462"/>
                  </a:cubicBezTo>
                  <a:cubicBezTo>
                    <a:pt x="371" y="1397"/>
                    <a:pt x="376" y="1392"/>
                    <a:pt x="380" y="1386"/>
                  </a:cubicBezTo>
                  <a:cubicBezTo>
                    <a:pt x="418" y="1328"/>
                    <a:pt x="420" y="1321"/>
                    <a:pt x="425" y="1316"/>
                  </a:cubicBezTo>
                  <a:cubicBezTo>
                    <a:pt x="441" y="1283"/>
                    <a:pt x="447" y="1285"/>
                    <a:pt x="447" y="1281"/>
                  </a:cubicBezTo>
                  <a:cubicBezTo>
                    <a:pt x="479" y="1240"/>
                    <a:pt x="484" y="1230"/>
                    <a:pt x="493" y="1225"/>
                  </a:cubicBezTo>
                  <a:cubicBezTo>
                    <a:pt x="510" y="1208"/>
                    <a:pt x="509" y="1213"/>
                    <a:pt x="513" y="1213"/>
                  </a:cubicBezTo>
                  <a:cubicBezTo>
                    <a:pt x="523" y="1194"/>
                    <a:pt x="525" y="1193"/>
                    <a:pt x="525" y="1190"/>
                  </a:cubicBezTo>
                  <a:cubicBezTo>
                    <a:pt x="562" y="1144"/>
                    <a:pt x="564" y="1140"/>
                    <a:pt x="563" y="1135"/>
                  </a:cubicBezTo>
                  <a:cubicBezTo>
                    <a:pt x="582" y="1095"/>
                    <a:pt x="589" y="1084"/>
                    <a:pt x="596" y="1072"/>
                  </a:cubicBezTo>
                  <a:cubicBezTo>
                    <a:pt x="579" y="1116"/>
                    <a:pt x="576" y="1130"/>
                    <a:pt x="571" y="1142"/>
                  </a:cubicBezTo>
                  <a:cubicBezTo>
                    <a:pt x="549" y="1177"/>
                    <a:pt x="552" y="1188"/>
                    <a:pt x="545" y="1190"/>
                  </a:cubicBezTo>
                  <a:cubicBezTo>
                    <a:pt x="519" y="1245"/>
                    <a:pt x="511" y="1246"/>
                    <a:pt x="513" y="1255"/>
                  </a:cubicBezTo>
                  <a:cubicBezTo>
                    <a:pt x="489" y="1289"/>
                    <a:pt x="487" y="1295"/>
                    <a:pt x="485" y="1301"/>
                  </a:cubicBezTo>
                  <a:cubicBezTo>
                    <a:pt x="460" y="1334"/>
                    <a:pt x="463" y="1345"/>
                    <a:pt x="458" y="1349"/>
                  </a:cubicBezTo>
                  <a:cubicBezTo>
                    <a:pt x="437" y="1384"/>
                    <a:pt x="437" y="1392"/>
                    <a:pt x="432" y="1396"/>
                  </a:cubicBezTo>
                  <a:cubicBezTo>
                    <a:pt x="427" y="1433"/>
                    <a:pt x="425" y="1426"/>
                    <a:pt x="427" y="1424"/>
                  </a:cubicBezTo>
                  <a:cubicBezTo>
                    <a:pt x="443" y="1405"/>
                    <a:pt x="440" y="1397"/>
                    <a:pt x="445" y="1396"/>
                  </a:cubicBezTo>
                  <a:cubicBezTo>
                    <a:pt x="475" y="1348"/>
                    <a:pt x="476" y="1344"/>
                    <a:pt x="475" y="1338"/>
                  </a:cubicBezTo>
                  <a:cubicBezTo>
                    <a:pt x="497" y="1313"/>
                    <a:pt x="494" y="1305"/>
                    <a:pt x="498" y="1303"/>
                  </a:cubicBezTo>
                  <a:cubicBezTo>
                    <a:pt x="497" y="1315"/>
                    <a:pt x="494" y="1322"/>
                    <a:pt x="490" y="1328"/>
                  </a:cubicBezTo>
                  <a:cubicBezTo>
                    <a:pt x="462" y="1378"/>
                    <a:pt x="460" y="1382"/>
                    <a:pt x="460" y="1386"/>
                  </a:cubicBezTo>
                  <a:cubicBezTo>
                    <a:pt x="425" y="1445"/>
                    <a:pt x="428" y="1453"/>
                    <a:pt x="425" y="1454"/>
                  </a:cubicBezTo>
                  <a:cubicBezTo>
                    <a:pt x="405" y="1499"/>
                    <a:pt x="398" y="1512"/>
                    <a:pt x="392" y="1525"/>
                  </a:cubicBezTo>
                  <a:cubicBezTo>
                    <a:pt x="371" y="1599"/>
                    <a:pt x="365" y="1598"/>
                    <a:pt x="367" y="1605"/>
                  </a:cubicBezTo>
                  <a:cubicBezTo>
                    <a:pt x="354" y="1641"/>
                    <a:pt x="358" y="1653"/>
                    <a:pt x="352" y="1656"/>
                  </a:cubicBezTo>
                  <a:cubicBezTo>
                    <a:pt x="346" y="1759"/>
                    <a:pt x="343" y="1757"/>
                    <a:pt x="342" y="1754"/>
                  </a:cubicBezTo>
                  <a:cubicBezTo>
                    <a:pt x="349" y="1713"/>
                    <a:pt x="354" y="1702"/>
                    <a:pt x="357" y="1691"/>
                  </a:cubicBezTo>
                  <a:cubicBezTo>
                    <a:pt x="378" y="1637"/>
                    <a:pt x="375" y="1627"/>
                    <a:pt x="380" y="1625"/>
                  </a:cubicBezTo>
                  <a:cubicBezTo>
                    <a:pt x="393" y="1579"/>
                    <a:pt x="398" y="1569"/>
                    <a:pt x="402" y="1560"/>
                  </a:cubicBezTo>
                  <a:cubicBezTo>
                    <a:pt x="415" y="1520"/>
                    <a:pt x="417" y="1514"/>
                    <a:pt x="422" y="1512"/>
                  </a:cubicBezTo>
                  <a:cubicBezTo>
                    <a:pt x="438" y="1477"/>
                    <a:pt x="435" y="1466"/>
                    <a:pt x="440" y="1464"/>
                  </a:cubicBezTo>
                  <a:cubicBezTo>
                    <a:pt x="491" y="1374"/>
                    <a:pt x="493" y="1369"/>
                    <a:pt x="493" y="1361"/>
                  </a:cubicBezTo>
                  <a:cubicBezTo>
                    <a:pt x="533" y="1307"/>
                    <a:pt x="537" y="1281"/>
                    <a:pt x="551" y="1265"/>
                  </a:cubicBezTo>
                  <a:cubicBezTo>
                    <a:pt x="567" y="1213"/>
                    <a:pt x="572" y="1200"/>
                    <a:pt x="576" y="1187"/>
                  </a:cubicBezTo>
                  <a:cubicBezTo>
                    <a:pt x="570" y="1224"/>
                    <a:pt x="567" y="1232"/>
                    <a:pt x="566" y="1243"/>
                  </a:cubicBezTo>
                  <a:cubicBezTo>
                    <a:pt x="527" y="1322"/>
                    <a:pt x="522" y="1329"/>
                    <a:pt x="520" y="1338"/>
                  </a:cubicBezTo>
                  <a:cubicBezTo>
                    <a:pt x="499" y="1364"/>
                    <a:pt x="499" y="1376"/>
                    <a:pt x="493" y="1381"/>
                  </a:cubicBezTo>
                  <a:cubicBezTo>
                    <a:pt x="498" y="1392"/>
                    <a:pt x="498" y="1398"/>
                    <a:pt x="498" y="1404"/>
                  </a:cubicBezTo>
                  <a:cubicBezTo>
                    <a:pt x="532" y="1330"/>
                    <a:pt x="532" y="1345"/>
                    <a:pt x="528" y="1343"/>
                  </a:cubicBezTo>
                  <a:cubicBezTo>
                    <a:pt x="511" y="1391"/>
                    <a:pt x="508" y="1400"/>
                    <a:pt x="505" y="1409"/>
                  </a:cubicBezTo>
                  <a:cubicBezTo>
                    <a:pt x="497" y="1445"/>
                    <a:pt x="494" y="1455"/>
                    <a:pt x="493" y="1467"/>
                  </a:cubicBezTo>
                  <a:cubicBezTo>
                    <a:pt x="496" y="1535"/>
                    <a:pt x="492" y="1549"/>
                    <a:pt x="490" y="1567"/>
                  </a:cubicBezTo>
                  <a:cubicBezTo>
                    <a:pt x="476" y="1593"/>
                    <a:pt x="479" y="1606"/>
                    <a:pt x="473" y="1610"/>
                  </a:cubicBezTo>
                  <a:cubicBezTo>
                    <a:pt x="427" y="1706"/>
                    <a:pt x="422" y="1720"/>
                    <a:pt x="413" y="1731"/>
                  </a:cubicBezTo>
                  <a:cubicBezTo>
                    <a:pt x="408" y="1755"/>
                    <a:pt x="414" y="1746"/>
                    <a:pt x="415" y="1744"/>
                  </a:cubicBezTo>
                  <a:cubicBezTo>
                    <a:pt x="452" y="1724"/>
                    <a:pt x="461" y="1714"/>
                    <a:pt x="468" y="1718"/>
                  </a:cubicBezTo>
                  <a:cubicBezTo>
                    <a:pt x="439" y="1738"/>
                    <a:pt x="429" y="1744"/>
                    <a:pt x="423" y="1754"/>
                  </a:cubicBezTo>
                  <a:cubicBezTo>
                    <a:pt x="390" y="1807"/>
                    <a:pt x="394" y="1818"/>
                    <a:pt x="390" y="1819"/>
                  </a:cubicBezTo>
                  <a:cubicBezTo>
                    <a:pt x="387" y="1852"/>
                    <a:pt x="390" y="1857"/>
                    <a:pt x="393" y="1864"/>
                  </a:cubicBezTo>
                  <a:cubicBezTo>
                    <a:pt x="395" y="1893"/>
                    <a:pt x="401" y="1904"/>
                    <a:pt x="405" y="1917"/>
                  </a:cubicBezTo>
                  <a:cubicBezTo>
                    <a:pt x="418" y="1937"/>
                    <a:pt x="423" y="1944"/>
                    <a:pt x="418" y="1950"/>
                  </a:cubicBezTo>
                  <a:cubicBezTo>
                    <a:pt x="398" y="1927"/>
                    <a:pt x="390" y="1922"/>
                    <a:pt x="388" y="1912"/>
                  </a:cubicBezTo>
                  <a:cubicBezTo>
                    <a:pt x="371" y="1883"/>
                    <a:pt x="363" y="1883"/>
                    <a:pt x="357" y="1880"/>
                  </a:cubicBezTo>
                  <a:cubicBezTo>
                    <a:pt x="325" y="1849"/>
                    <a:pt x="317" y="1848"/>
                    <a:pt x="315" y="1842"/>
                  </a:cubicBezTo>
                  <a:cubicBezTo>
                    <a:pt x="284" y="1820"/>
                    <a:pt x="288" y="1832"/>
                    <a:pt x="299" y="1829"/>
                  </a:cubicBezTo>
                  <a:cubicBezTo>
                    <a:pt x="296" y="1823"/>
                    <a:pt x="286" y="1823"/>
                    <a:pt x="282" y="1817"/>
                  </a:cubicBezTo>
                  <a:cubicBezTo>
                    <a:pt x="235" y="1800"/>
                    <a:pt x="246" y="1796"/>
                    <a:pt x="252" y="1802"/>
                  </a:cubicBezTo>
                  <a:cubicBezTo>
                    <a:pt x="301" y="1810"/>
                    <a:pt x="324" y="1818"/>
                    <a:pt x="342" y="1829"/>
                  </a:cubicBezTo>
                  <a:cubicBezTo>
                    <a:pt x="332" y="1811"/>
                    <a:pt x="328" y="1807"/>
                    <a:pt x="325" y="1802"/>
                  </a:cubicBezTo>
                  <a:cubicBezTo>
                    <a:pt x="300" y="1767"/>
                    <a:pt x="291" y="1768"/>
                    <a:pt x="292" y="1759"/>
                  </a:cubicBezTo>
                  <a:cubicBezTo>
                    <a:pt x="254" y="1707"/>
                    <a:pt x="246" y="1698"/>
                    <a:pt x="239" y="1688"/>
                  </a:cubicBezTo>
                  <a:cubicBezTo>
                    <a:pt x="214" y="1649"/>
                    <a:pt x="204" y="1642"/>
                    <a:pt x="201" y="1628"/>
                  </a:cubicBezTo>
                  <a:cubicBezTo>
                    <a:pt x="178" y="1567"/>
                    <a:pt x="173" y="1562"/>
                    <a:pt x="168" y="1558"/>
                  </a:cubicBezTo>
                  <a:cubicBezTo>
                    <a:pt x="153" y="1520"/>
                    <a:pt x="151" y="1514"/>
                    <a:pt x="146" y="1512"/>
                  </a:cubicBezTo>
                  <a:cubicBezTo>
                    <a:pt x="133" y="1472"/>
                    <a:pt x="123" y="1469"/>
                    <a:pt x="123" y="1457"/>
                  </a:cubicBezTo>
                  <a:cubicBezTo>
                    <a:pt x="108" y="1419"/>
                    <a:pt x="98" y="1416"/>
                    <a:pt x="100" y="1402"/>
                  </a:cubicBezTo>
                  <a:cubicBezTo>
                    <a:pt x="109" y="1417"/>
                    <a:pt x="115" y="1416"/>
                    <a:pt x="113" y="1424"/>
                  </a:cubicBezTo>
                  <a:cubicBezTo>
                    <a:pt x="141" y="1468"/>
                    <a:pt x="143" y="1471"/>
                    <a:pt x="146" y="1475"/>
                  </a:cubicBezTo>
                  <a:cubicBezTo>
                    <a:pt x="184" y="1527"/>
                    <a:pt x="192" y="1530"/>
                    <a:pt x="196" y="1537"/>
                  </a:cubicBezTo>
                  <a:cubicBezTo>
                    <a:pt x="219" y="1559"/>
                    <a:pt x="223" y="1568"/>
                    <a:pt x="231" y="1573"/>
                  </a:cubicBezTo>
                  <a:cubicBezTo>
                    <a:pt x="246" y="1588"/>
                    <a:pt x="247" y="1590"/>
                    <a:pt x="249" y="1590"/>
                  </a:cubicBezTo>
                  <a:cubicBezTo>
                    <a:pt x="274" y="1624"/>
                    <a:pt x="278" y="1626"/>
                    <a:pt x="282" y="1628"/>
                  </a:cubicBezTo>
                  <a:cubicBezTo>
                    <a:pt x="265" y="1589"/>
                    <a:pt x="257" y="1590"/>
                    <a:pt x="259" y="1580"/>
                  </a:cubicBezTo>
                  <a:cubicBezTo>
                    <a:pt x="203" y="1511"/>
                    <a:pt x="196" y="1509"/>
                    <a:pt x="193" y="1502"/>
                  </a:cubicBezTo>
                  <a:cubicBezTo>
                    <a:pt x="172" y="1477"/>
                    <a:pt x="168" y="1477"/>
                    <a:pt x="168" y="1472"/>
                  </a:cubicBezTo>
                  <a:cubicBezTo>
                    <a:pt x="147" y="1441"/>
                    <a:pt x="145" y="1442"/>
                    <a:pt x="146" y="1439"/>
                  </a:cubicBezTo>
                  <a:cubicBezTo>
                    <a:pt x="127" y="1411"/>
                    <a:pt x="130" y="1404"/>
                    <a:pt x="125" y="1404"/>
                  </a:cubicBezTo>
                  <a:cubicBezTo>
                    <a:pt x="102" y="1363"/>
                    <a:pt x="100" y="1355"/>
                    <a:pt x="95" y="1351"/>
                  </a:cubicBezTo>
                  <a:cubicBezTo>
                    <a:pt x="61" y="1229"/>
                    <a:pt x="62" y="1234"/>
                    <a:pt x="62" y="1241"/>
                  </a:cubicBezTo>
                  <a:cubicBezTo>
                    <a:pt x="80" y="1283"/>
                    <a:pt x="77" y="1293"/>
                    <a:pt x="83" y="1293"/>
                  </a:cubicBezTo>
                  <a:cubicBezTo>
                    <a:pt x="100" y="1336"/>
                    <a:pt x="98" y="1345"/>
                    <a:pt x="105" y="1344"/>
                  </a:cubicBezTo>
                  <a:cubicBezTo>
                    <a:pt x="128" y="1387"/>
                    <a:pt x="129" y="1398"/>
                    <a:pt x="135" y="1404"/>
                  </a:cubicBezTo>
                  <a:cubicBezTo>
                    <a:pt x="148" y="1422"/>
                    <a:pt x="148" y="1425"/>
                    <a:pt x="148" y="1427"/>
                  </a:cubicBezTo>
                  <a:cubicBezTo>
                    <a:pt x="176" y="1460"/>
                    <a:pt x="173" y="1469"/>
                    <a:pt x="178" y="1470"/>
                  </a:cubicBezTo>
                  <a:cubicBezTo>
                    <a:pt x="203" y="1506"/>
                    <a:pt x="213" y="1502"/>
                    <a:pt x="211" y="1510"/>
                  </a:cubicBezTo>
                  <a:cubicBezTo>
                    <a:pt x="240" y="1542"/>
                    <a:pt x="244" y="1544"/>
                    <a:pt x="244" y="1550"/>
                  </a:cubicBezTo>
                  <a:cubicBezTo>
                    <a:pt x="270" y="1548"/>
                    <a:pt x="267" y="1546"/>
                    <a:pt x="264" y="1545"/>
                  </a:cubicBezTo>
                  <a:cubicBezTo>
                    <a:pt x="251" y="1520"/>
                    <a:pt x="247" y="1516"/>
                    <a:pt x="249" y="1507"/>
                  </a:cubicBezTo>
                  <a:cubicBezTo>
                    <a:pt x="229" y="1481"/>
                    <a:pt x="225" y="1479"/>
                    <a:pt x="221" y="1477"/>
                  </a:cubicBezTo>
                  <a:cubicBezTo>
                    <a:pt x="196" y="1426"/>
                    <a:pt x="189" y="1427"/>
                    <a:pt x="188" y="1422"/>
                  </a:cubicBezTo>
                  <a:cubicBezTo>
                    <a:pt x="166" y="1386"/>
                    <a:pt x="161" y="1384"/>
                    <a:pt x="161" y="1379"/>
                  </a:cubicBezTo>
                  <a:cubicBezTo>
                    <a:pt x="153" y="1363"/>
                    <a:pt x="149" y="1362"/>
                    <a:pt x="151" y="1354"/>
                  </a:cubicBezTo>
                  <a:cubicBezTo>
                    <a:pt x="119" y="1295"/>
                    <a:pt x="118" y="1290"/>
                    <a:pt x="113" y="1288"/>
                  </a:cubicBezTo>
                  <a:cubicBezTo>
                    <a:pt x="97" y="1255"/>
                    <a:pt x="100" y="1245"/>
                    <a:pt x="95" y="1243"/>
                  </a:cubicBezTo>
                  <a:cubicBezTo>
                    <a:pt x="70" y="1172"/>
                    <a:pt x="70" y="1159"/>
                    <a:pt x="62" y="1153"/>
                  </a:cubicBezTo>
                  <a:cubicBezTo>
                    <a:pt x="55" y="1121"/>
                    <a:pt x="45" y="1115"/>
                    <a:pt x="52" y="1112"/>
                  </a:cubicBezTo>
                  <a:cubicBezTo>
                    <a:pt x="42" y="1090"/>
                    <a:pt x="43" y="1087"/>
                    <a:pt x="42" y="1085"/>
                  </a:cubicBezTo>
                  <a:cubicBezTo>
                    <a:pt x="59" y="1118"/>
                    <a:pt x="61" y="1122"/>
                    <a:pt x="60" y="1127"/>
                  </a:cubicBezTo>
                  <a:cubicBezTo>
                    <a:pt x="83" y="1168"/>
                    <a:pt x="78" y="1179"/>
                    <a:pt x="85" y="1178"/>
                  </a:cubicBezTo>
                  <a:cubicBezTo>
                    <a:pt x="124" y="1262"/>
                    <a:pt x="134" y="1265"/>
                    <a:pt x="135" y="1276"/>
                  </a:cubicBezTo>
                  <a:cubicBezTo>
                    <a:pt x="156" y="1299"/>
                    <a:pt x="155" y="1305"/>
                    <a:pt x="161" y="1306"/>
                  </a:cubicBezTo>
                  <a:cubicBezTo>
                    <a:pt x="182" y="1344"/>
                    <a:pt x="191" y="1353"/>
                    <a:pt x="196" y="1366"/>
                  </a:cubicBezTo>
                  <a:cubicBezTo>
                    <a:pt x="224" y="1410"/>
                    <a:pt x="227" y="1424"/>
                    <a:pt x="236" y="1434"/>
                  </a:cubicBezTo>
                  <a:close/>
                  <a:moveTo>
                    <a:pt x="176" y="1565"/>
                  </a:moveTo>
                  <a:cubicBezTo>
                    <a:pt x="182" y="1568"/>
                    <a:pt x="180" y="1578"/>
                    <a:pt x="186" y="1580"/>
                  </a:cubicBezTo>
                  <a:cubicBezTo>
                    <a:pt x="184" y="1591"/>
                    <a:pt x="194" y="1591"/>
                    <a:pt x="194" y="1600"/>
                  </a:cubicBezTo>
                  <a:cubicBezTo>
                    <a:pt x="200" y="1612"/>
                    <a:pt x="206" y="1624"/>
                    <a:pt x="214" y="1633"/>
                  </a:cubicBezTo>
                  <a:cubicBezTo>
                    <a:pt x="215" y="1640"/>
                    <a:pt x="219" y="1645"/>
                    <a:pt x="224" y="1648"/>
                  </a:cubicBezTo>
                  <a:cubicBezTo>
                    <a:pt x="223" y="1658"/>
                    <a:pt x="232" y="1658"/>
                    <a:pt x="234" y="1666"/>
                  </a:cubicBezTo>
                  <a:cubicBezTo>
                    <a:pt x="240" y="1679"/>
                    <a:pt x="253" y="1684"/>
                    <a:pt x="257" y="1699"/>
                  </a:cubicBezTo>
                  <a:cubicBezTo>
                    <a:pt x="263" y="1700"/>
                    <a:pt x="262" y="1710"/>
                    <a:pt x="269" y="1711"/>
                  </a:cubicBezTo>
                  <a:cubicBezTo>
                    <a:pt x="268" y="1721"/>
                    <a:pt x="280" y="1719"/>
                    <a:pt x="279" y="1729"/>
                  </a:cubicBezTo>
                  <a:cubicBezTo>
                    <a:pt x="290" y="1736"/>
                    <a:pt x="296" y="1747"/>
                    <a:pt x="304" y="1756"/>
                  </a:cubicBezTo>
                  <a:cubicBezTo>
                    <a:pt x="310" y="1768"/>
                    <a:pt x="321" y="1775"/>
                    <a:pt x="327" y="1787"/>
                  </a:cubicBezTo>
                  <a:cubicBezTo>
                    <a:pt x="332" y="1791"/>
                    <a:pt x="334" y="1798"/>
                    <a:pt x="340" y="1802"/>
                  </a:cubicBezTo>
                  <a:cubicBezTo>
                    <a:pt x="340" y="1806"/>
                    <a:pt x="342" y="1808"/>
                    <a:pt x="345" y="1809"/>
                  </a:cubicBezTo>
                  <a:cubicBezTo>
                    <a:pt x="344" y="1812"/>
                    <a:pt x="352" y="1818"/>
                    <a:pt x="352" y="1812"/>
                  </a:cubicBezTo>
                  <a:cubicBezTo>
                    <a:pt x="345" y="1803"/>
                    <a:pt x="341" y="1791"/>
                    <a:pt x="337" y="1779"/>
                  </a:cubicBezTo>
                  <a:cubicBezTo>
                    <a:pt x="333" y="1767"/>
                    <a:pt x="322" y="1762"/>
                    <a:pt x="319" y="1749"/>
                  </a:cubicBezTo>
                  <a:cubicBezTo>
                    <a:pt x="311" y="1741"/>
                    <a:pt x="309" y="1727"/>
                    <a:pt x="299" y="1721"/>
                  </a:cubicBezTo>
                  <a:cubicBezTo>
                    <a:pt x="294" y="1710"/>
                    <a:pt x="284" y="1703"/>
                    <a:pt x="282" y="1688"/>
                  </a:cubicBezTo>
                  <a:cubicBezTo>
                    <a:pt x="273" y="1689"/>
                    <a:pt x="274" y="1681"/>
                    <a:pt x="269" y="1678"/>
                  </a:cubicBezTo>
                  <a:cubicBezTo>
                    <a:pt x="267" y="1672"/>
                    <a:pt x="260" y="1670"/>
                    <a:pt x="256" y="1666"/>
                  </a:cubicBezTo>
                  <a:cubicBezTo>
                    <a:pt x="257" y="1662"/>
                    <a:pt x="255" y="1660"/>
                    <a:pt x="254" y="1658"/>
                  </a:cubicBezTo>
                  <a:cubicBezTo>
                    <a:pt x="254" y="1654"/>
                    <a:pt x="248" y="1656"/>
                    <a:pt x="249" y="1651"/>
                  </a:cubicBezTo>
                  <a:cubicBezTo>
                    <a:pt x="242" y="1650"/>
                    <a:pt x="245" y="1640"/>
                    <a:pt x="236" y="1641"/>
                  </a:cubicBezTo>
                  <a:cubicBezTo>
                    <a:pt x="236" y="1638"/>
                    <a:pt x="236" y="1635"/>
                    <a:pt x="231" y="1636"/>
                  </a:cubicBezTo>
                  <a:cubicBezTo>
                    <a:pt x="231" y="1631"/>
                    <a:pt x="229" y="1629"/>
                    <a:pt x="226" y="1628"/>
                  </a:cubicBezTo>
                  <a:cubicBezTo>
                    <a:pt x="223" y="1623"/>
                    <a:pt x="218" y="1620"/>
                    <a:pt x="216" y="1613"/>
                  </a:cubicBezTo>
                  <a:cubicBezTo>
                    <a:pt x="209" y="1604"/>
                    <a:pt x="202" y="1595"/>
                    <a:pt x="196" y="1585"/>
                  </a:cubicBezTo>
                  <a:cubicBezTo>
                    <a:pt x="189" y="1576"/>
                    <a:pt x="185" y="1565"/>
                    <a:pt x="176" y="1558"/>
                  </a:cubicBezTo>
                  <a:cubicBezTo>
                    <a:pt x="176" y="1560"/>
                    <a:pt x="176" y="1563"/>
                    <a:pt x="176" y="1565"/>
                  </a:cubicBezTo>
                  <a:close/>
                  <a:moveTo>
                    <a:pt x="301" y="820"/>
                  </a:moveTo>
                  <a:cubicBezTo>
                    <a:pt x="302" y="810"/>
                    <a:pt x="310" y="806"/>
                    <a:pt x="311" y="795"/>
                  </a:cubicBezTo>
                  <a:cubicBezTo>
                    <a:pt x="358" y="743"/>
                    <a:pt x="361" y="735"/>
                    <a:pt x="366" y="730"/>
                  </a:cubicBezTo>
                  <a:cubicBezTo>
                    <a:pt x="397" y="702"/>
                    <a:pt x="399" y="697"/>
                    <a:pt x="402" y="694"/>
                  </a:cubicBezTo>
                  <a:cubicBezTo>
                    <a:pt x="437" y="662"/>
                    <a:pt x="439" y="659"/>
                    <a:pt x="442" y="657"/>
                  </a:cubicBezTo>
                  <a:cubicBezTo>
                    <a:pt x="480" y="626"/>
                    <a:pt x="475" y="615"/>
                    <a:pt x="485" y="619"/>
                  </a:cubicBezTo>
                  <a:cubicBezTo>
                    <a:pt x="521" y="575"/>
                    <a:pt x="530" y="573"/>
                    <a:pt x="535" y="566"/>
                  </a:cubicBezTo>
                  <a:cubicBezTo>
                    <a:pt x="554" y="538"/>
                    <a:pt x="566" y="538"/>
                    <a:pt x="568" y="528"/>
                  </a:cubicBezTo>
                  <a:cubicBezTo>
                    <a:pt x="581" y="513"/>
                    <a:pt x="584" y="512"/>
                    <a:pt x="583" y="508"/>
                  </a:cubicBezTo>
                  <a:cubicBezTo>
                    <a:pt x="609" y="476"/>
                    <a:pt x="605" y="465"/>
                    <a:pt x="613" y="468"/>
                  </a:cubicBezTo>
                  <a:cubicBezTo>
                    <a:pt x="604" y="479"/>
                    <a:pt x="593" y="475"/>
                    <a:pt x="595" y="483"/>
                  </a:cubicBezTo>
                  <a:cubicBezTo>
                    <a:pt x="573" y="503"/>
                    <a:pt x="570" y="506"/>
                    <a:pt x="568" y="510"/>
                  </a:cubicBezTo>
                  <a:cubicBezTo>
                    <a:pt x="482" y="577"/>
                    <a:pt x="482" y="583"/>
                    <a:pt x="477" y="584"/>
                  </a:cubicBezTo>
                  <a:cubicBezTo>
                    <a:pt x="464" y="596"/>
                    <a:pt x="458" y="596"/>
                    <a:pt x="457" y="601"/>
                  </a:cubicBezTo>
                  <a:cubicBezTo>
                    <a:pt x="421" y="633"/>
                    <a:pt x="418" y="642"/>
                    <a:pt x="412" y="649"/>
                  </a:cubicBezTo>
                  <a:cubicBezTo>
                    <a:pt x="371" y="689"/>
                    <a:pt x="369" y="694"/>
                    <a:pt x="366" y="697"/>
                  </a:cubicBezTo>
                  <a:cubicBezTo>
                    <a:pt x="338" y="737"/>
                    <a:pt x="331" y="742"/>
                    <a:pt x="326" y="750"/>
                  </a:cubicBezTo>
                  <a:cubicBezTo>
                    <a:pt x="309" y="785"/>
                    <a:pt x="297" y="788"/>
                    <a:pt x="296" y="803"/>
                  </a:cubicBezTo>
                  <a:cubicBezTo>
                    <a:pt x="266" y="851"/>
                    <a:pt x="266" y="857"/>
                    <a:pt x="266" y="863"/>
                  </a:cubicBezTo>
                  <a:close/>
                  <a:moveTo>
                    <a:pt x="318" y="526"/>
                  </a:moveTo>
                  <a:cubicBezTo>
                    <a:pt x="319" y="522"/>
                    <a:pt x="318" y="516"/>
                    <a:pt x="316" y="521"/>
                  </a:cubicBezTo>
                  <a:cubicBezTo>
                    <a:pt x="316" y="524"/>
                    <a:pt x="317" y="530"/>
                    <a:pt x="318" y="526"/>
                  </a:cubicBezTo>
                  <a:close/>
                  <a:moveTo>
                    <a:pt x="321" y="662"/>
                  </a:moveTo>
                  <a:cubicBezTo>
                    <a:pt x="322" y="667"/>
                    <a:pt x="309" y="673"/>
                    <a:pt x="316" y="677"/>
                  </a:cubicBezTo>
                  <a:cubicBezTo>
                    <a:pt x="320" y="673"/>
                    <a:pt x="322" y="665"/>
                    <a:pt x="326" y="662"/>
                  </a:cubicBezTo>
                  <a:cubicBezTo>
                    <a:pt x="326" y="656"/>
                    <a:pt x="338" y="651"/>
                    <a:pt x="331" y="647"/>
                  </a:cubicBezTo>
                  <a:cubicBezTo>
                    <a:pt x="328" y="652"/>
                    <a:pt x="325" y="658"/>
                    <a:pt x="321" y="662"/>
                  </a:cubicBezTo>
                  <a:close/>
                  <a:moveTo>
                    <a:pt x="276" y="745"/>
                  </a:moveTo>
                  <a:cubicBezTo>
                    <a:pt x="274" y="736"/>
                    <a:pt x="283" y="730"/>
                    <a:pt x="273" y="727"/>
                  </a:cubicBezTo>
                  <a:cubicBezTo>
                    <a:pt x="275" y="732"/>
                    <a:pt x="270" y="744"/>
                    <a:pt x="276" y="745"/>
                  </a:cubicBezTo>
                  <a:close/>
                  <a:moveTo>
                    <a:pt x="276" y="793"/>
                  </a:moveTo>
                  <a:cubicBezTo>
                    <a:pt x="277" y="785"/>
                    <a:pt x="285" y="771"/>
                    <a:pt x="278" y="765"/>
                  </a:cubicBezTo>
                  <a:cubicBezTo>
                    <a:pt x="281" y="776"/>
                    <a:pt x="270" y="787"/>
                    <a:pt x="276" y="793"/>
                  </a:cubicBezTo>
                  <a:close/>
                  <a:moveTo>
                    <a:pt x="271" y="830"/>
                  </a:moveTo>
                  <a:cubicBezTo>
                    <a:pt x="268" y="819"/>
                    <a:pt x="285" y="812"/>
                    <a:pt x="273" y="808"/>
                  </a:cubicBezTo>
                  <a:cubicBezTo>
                    <a:pt x="277" y="818"/>
                    <a:pt x="262" y="823"/>
                    <a:pt x="271" y="830"/>
                  </a:cubicBezTo>
                  <a:close/>
                  <a:moveTo>
                    <a:pt x="70" y="883"/>
                  </a:moveTo>
                  <a:cubicBezTo>
                    <a:pt x="75" y="887"/>
                    <a:pt x="73" y="896"/>
                    <a:pt x="77" y="901"/>
                  </a:cubicBezTo>
                  <a:cubicBezTo>
                    <a:pt x="117" y="1000"/>
                    <a:pt x="122" y="1004"/>
                    <a:pt x="123" y="1012"/>
                  </a:cubicBezTo>
                  <a:cubicBezTo>
                    <a:pt x="141" y="1040"/>
                    <a:pt x="140" y="1043"/>
                    <a:pt x="140" y="1044"/>
                  </a:cubicBezTo>
                  <a:cubicBezTo>
                    <a:pt x="173" y="1100"/>
                    <a:pt x="181" y="1101"/>
                    <a:pt x="181" y="1110"/>
                  </a:cubicBezTo>
                  <a:cubicBezTo>
                    <a:pt x="212" y="1160"/>
                    <a:pt x="210" y="1167"/>
                    <a:pt x="213" y="1168"/>
                  </a:cubicBezTo>
                  <a:cubicBezTo>
                    <a:pt x="227" y="1183"/>
                    <a:pt x="222" y="1175"/>
                    <a:pt x="218" y="1168"/>
                  </a:cubicBezTo>
                  <a:cubicBezTo>
                    <a:pt x="214" y="1136"/>
                    <a:pt x="209" y="1137"/>
                    <a:pt x="211" y="1130"/>
                  </a:cubicBezTo>
                  <a:cubicBezTo>
                    <a:pt x="190" y="1087"/>
                    <a:pt x="191" y="1077"/>
                    <a:pt x="186" y="1072"/>
                  </a:cubicBezTo>
                  <a:cubicBezTo>
                    <a:pt x="164" y="1046"/>
                    <a:pt x="172" y="1032"/>
                    <a:pt x="165" y="1034"/>
                  </a:cubicBezTo>
                  <a:cubicBezTo>
                    <a:pt x="130" y="971"/>
                    <a:pt x="123" y="968"/>
                    <a:pt x="123" y="959"/>
                  </a:cubicBezTo>
                  <a:cubicBezTo>
                    <a:pt x="98" y="914"/>
                    <a:pt x="92" y="910"/>
                    <a:pt x="90" y="903"/>
                  </a:cubicBezTo>
                  <a:cubicBezTo>
                    <a:pt x="61" y="859"/>
                    <a:pt x="68" y="868"/>
                    <a:pt x="70" y="883"/>
                  </a:cubicBezTo>
                  <a:close/>
                  <a:moveTo>
                    <a:pt x="266" y="976"/>
                  </a:moveTo>
                  <a:cubicBezTo>
                    <a:pt x="265" y="972"/>
                    <a:pt x="269" y="971"/>
                    <a:pt x="269" y="966"/>
                  </a:cubicBezTo>
                  <a:cubicBezTo>
                    <a:pt x="272" y="966"/>
                    <a:pt x="270" y="959"/>
                    <a:pt x="269" y="964"/>
                  </a:cubicBezTo>
                  <a:cubicBezTo>
                    <a:pt x="266" y="966"/>
                    <a:pt x="260" y="982"/>
                    <a:pt x="266" y="976"/>
                  </a:cubicBezTo>
                  <a:close/>
                  <a:moveTo>
                    <a:pt x="246" y="996"/>
                  </a:moveTo>
                  <a:cubicBezTo>
                    <a:pt x="243" y="988"/>
                    <a:pt x="256" y="983"/>
                    <a:pt x="248" y="979"/>
                  </a:cubicBezTo>
                  <a:cubicBezTo>
                    <a:pt x="246" y="981"/>
                    <a:pt x="239" y="993"/>
                    <a:pt x="246" y="996"/>
                  </a:cubicBezTo>
                  <a:close/>
                  <a:moveTo>
                    <a:pt x="62" y="1039"/>
                  </a:moveTo>
                  <a:cubicBezTo>
                    <a:pt x="61" y="1036"/>
                    <a:pt x="60" y="1034"/>
                    <a:pt x="57" y="1032"/>
                  </a:cubicBezTo>
                  <a:cubicBezTo>
                    <a:pt x="57" y="1035"/>
                    <a:pt x="61" y="1046"/>
                    <a:pt x="62" y="1039"/>
                  </a:cubicBezTo>
                  <a:close/>
                  <a:moveTo>
                    <a:pt x="77" y="1095"/>
                  </a:moveTo>
                  <a:cubicBezTo>
                    <a:pt x="82" y="1101"/>
                    <a:pt x="83" y="1111"/>
                    <a:pt x="87" y="1117"/>
                  </a:cubicBezTo>
                  <a:cubicBezTo>
                    <a:pt x="124" y="1184"/>
                    <a:pt x="126" y="1187"/>
                    <a:pt x="128" y="1190"/>
                  </a:cubicBezTo>
                  <a:cubicBezTo>
                    <a:pt x="146" y="1213"/>
                    <a:pt x="141" y="1224"/>
                    <a:pt x="145" y="1225"/>
                  </a:cubicBezTo>
                  <a:cubicBezTo>
                    <a:pt x="170" y="1271"/>
                    <a:pt x="171" y="1275"/>
                    <a:pt x="176" y="1276"/>
                  </a:cubicBezTo>
                  <a:cubicBezTo>
                    <a:pt x="198" y="1315"/>
                    <a:pt x="204" y="1320"/>
                    <a:pt x="206" y="1329"/>
                  </a:cubicBezTo>
                  <a:cubicBezTo>
                    <a:pt x="220" y="1358"/>
                    <a:pt x="231" y="1358"/>
                    <a:pt x="229" y="1371"/>
                  </a:cubicBezTo>
                  <a:cubicBezTo>
                    <a:pt x="241" y="1386"/>
                    <a:pt x="240" y="1376"/>
                    <a:pt x="239" y="1366"/>
                  </a:cubicBezTo>
                  <a:cubicBezTo>
                    <a:pt x="220" y="1308"/>
                    <a:pt x="214" y="1302"/>
                    <a:pt x="213" y="1291"/>
                  </a:cubicBezTo>
                  <a:cubicBezTo>
                    <a:pt x="199" y="1268"/>
                    <a:pt x="202" y="1260"/>
                    <a:pt x="198" y="1258"/>
                  </a:cubicBezTo>
                  <a:cubicBezTo>
                    <a:pt x="180" y="1215"/>
                    <a:pt x="168" y="1215"/>
                    <a:pt x="168" y="1203"/>
                  </a:cubicBezTo>
                  <a:cubicBezTo>
                    <a:pt x="145" y="1172"/>
                    <a:pt x="150" y="1162"/>
                    <a:pt x="143" y="1163"/>
                  </a:cubicBezTo>
                  <a:cubicBezTo>
                    <a:pt x="113" y="1114"/>
                    <a:pt x="107" y="1108"/>
                    <a:pt x="105" y="1100"/>
                  </a:cubicBezTo>
                  <a:cubicBezTo>
                    <a:pt x="89" y="1081"/>
                    <a:pt x="86" y="1078"/>
                    <a:pt x="85" y="1075"/>
                  </a:cubicBezTo>
                  <a:cubicBezTo>
                    <a:pt x="71" y="1059"/>
                    <a:pt x="73" y="1055"/>
                    <a:pt x="70" y="1054"/>
                  </a:cubicBezTo>
                  <a:close/>
                  <a:moveTo>
                    <a:pt x="332" y="1623"/>
                  </a:moveTo>
                  <a:cubicBezTo>
                    <a:pt x="339" y="1624"/>
                    <a:pt x="330" y="1609"/>
                    <a:pt x="337" y="1610"/>
                  </a:cubicBezTo>
                  <a:cubicBezTo>
                    <a:pt x="359" y="1560"/>
                    <a:pt x="356" y="1544"/>
                    <a:pt x="365" y="1540"/>
                  </a:cubicBezTo>
                  <a:cubicBezTo>
                    <a:pt x="401" y="1455"/>
                    <a:pt x="401" y="1449"/>
                    <a:pt x="402" y="1444"/>
                  </a:cubicBezTo>
                  <a:cubicBezTo>
                    <a:pt x="418" y="1396"/>
                    <a:pt x="424" y="1396"/>
                    <a:pt x="425" y="1391"/>
                  </a:cubicBezTo>
                  <a:cubicBezTo>
                    <a:pt x="450" y="1344"/>
                    <a:pt x="454" y="1335"/>
                    <a:pt x="458" y="1326"/>
                  </a:cubicBezTo>
                  <a:cubicBezTo>
                    <a:pt x="490" y="1276"/>
                    <a:pt x="490" y="1269"/>
                    <a:pt x="493" y="1265"/>
                  </a:cubicBezTo>
                  <a:cubicBezTo>
                    <a:pt x="508" y="1240"/>
                    <a:pt x="511" y="1239"/>
                    <a:pt x="513" y="1238"/>
                  </a:cubicBezTo>
                  <a:cubicBezTo>
                    <a:pt x="521" y="1225"/>
                    <a:pt x="520" y="1221"/>
                    <a:pt x="523" y="1220"/>
                  </a:cubicBezTo>
                  <a:cubicBezTo>
                    <a:pt x="527" y="1215"/>
                    <a:pt x="518" y="1212"/>
                    <a:pt x="520" y="1220"/>
                  </a:cubicBezTo>
                  <a:cubicBezTo>
                    <a:pt x="481" y="1266"/>
                    <a:pt x="469" y="1280"/>
                    <a:pt x="460" y="1296"/>
                  </a:cubicBezTo>
                  <a:cubicBezTo>
                    <a:pt x="412" y="1376"/>
                    <a:pt x="407" y="1384"/>
                    <a:pt x="405" y="1394"/>
                  </a:cubicBezTo>
                  <a:cubicBezTo>
                    <a:pt x="376" y="1447"/>
                    <a:pt x="378" y="1450"/>
                    <a:pt x="377" y="1452"/>
                  </a:cubicBezTo>
                  <a:cubicBezTo>
                    <a:pt x="371" y="1467"/>
                    <a:pt x="366" y="1465"/>
                    <a:pt x="367" y="1472"/>
                  </a:cubicBezTo>
                  <a:cubicBezTo>
                    <a:pt x="344" y="1511"/>
                    <a:pt x="348" y="1521"/>
                    <a:pt x="342" y="1522"/>
                  </a:cubicBezTo>
                  <a:cubicBezTo>
                    <a:pt x="323" y="1591"/>
                    <a:pt x="318" y="1593"/>
                    <a:pt x="317" y="1598"/>
                  </a:cubicBezTo>
                  <a:cubicBezTo>
                    <a:pt x="309" y="1646"/>
                    <a:pt x="309" y="1656"/>
                    <a:pt x="309" y="1666"/>
                  </a:cubicBezTo>
                  <a:close/>
                  <a:moveTo>
                    <a:pt x="115" y="1273"/>
                  </a:moveTo>
                  <a:cubicBezTo>
                    <a:pt x="122" y="1281"/>
                    <a:pt x="126" y="1292"/>
                    <a:pt x="130" y="1301"/>
                  </a:cubicBezTo>
                  <a:cubicBezTo>
                    <a:pt x="136" y="1302"/>
                    <a:pt x="130" y="1315"/>
                    <a:pt x="138" y="1314"/>
                  </a:cubicBezTo>
                  <a:cubicBezTo>
                    <a:pt x="137" y="1322"/>
                    <a:pt x="142" y="1324"/>
                    <a:pt x="145" y="1329"/>
                  </a:cubicBezTo>
                  <a:cubicBezTo>
                    <a:pt x="152" y="1351"/>
                    <a:pt x="166" y="1365"/>
                    <a:pt x="176" y="1384"/>
                  </a:cubicBezTo>
                  <a:cubicBezTo>
                    <a:pt x="182" y="1392"/>
                    <a:pt x="186" y="1402"/>
                    <a:pt x="193" y="1409"/>
                  </a:cubicBezTo>
                  <a:cubicBezTo>
                    <a:pt x="198" y="1412"/>
                    <a:pt x="198" y="1418"/>
                    <a:pt x="201" y="1422"/>
                  </a:cubicBezTo>
                  <a:cubicBezTo>
                    <a:pt x="204" y="1426"/>
                    <a:pt x="207" y="1431"/>
                    <a:pt x="211" y="1434"/>
                  </a:cubicBezTo>
                  <a:cubicBezTo>
                    <a:pt x="214" y="1446"/>
                    <a:pt x="223" y="1451"/>
                    <a:pt x="226" y="1462"/>
                  </a:cubicBezTo>
                  <a:cubicBezTo>
                    <a:pt x="229" y="1467"/>
                    <a:pt x="233" y="1470"/>
                    <a:pt x="236" y="1475"/>
                  </a:cubicBezTo>
                  <a:cubicBezTo>
                    <a:pt x="241" y="1475"/>
                    <a:pt x="241" y="1491"/>
                    <a:pt x="246" y="1482"/>
                  </a:cubicBezTo>
                  <a:cubicBezTo>
                    <a:pt x="241" y="1479"/>
                    <a:pt x="241" y="1471"/>
                    <a:pt x="239" y="1464"/>
                  </a:cubicBezTo>
                  <a:cubicBezTo>
                    <a:pt x="234" y="1460"/>
                    <a:pt x="231" y="1455"/>
                    <a:pt x="229" y="1449"/>
                  </a:cubicBezTo>
                  <a:cubicBezTo>
                    <a:pt x="229" y="1447"/>
                    <a:pt x="229" y="1444"/>
                    <a:pt x="229" y="1442"/>
                  </a:cubicBezTo>
                  <a:cubicBezTo>
                    <a:pt x="221" y="1436"/>
                    <a:pt x="220" y="1425"/>
                    <a:pt x="214" y="1419"/>
                  </a:cubicBezTo>
                  <a:cubicBezTo>
                    <a:pt x="216" y="1411"/>
                    <a:pt x="210" y="1411"/>
                    <a:pt x="208" y="1407"/>
                  </a:cubicBezTo>
                  <a:cubicBezTo>
                    <a:pt x="205" y="1404"/>
                    <a:pt x="205" y="1397"/>
                    <a:pt x="201" y="1394"/>
                  </a:cubicBezTo>
                  <a:cubicBezTo>
                    <a:pt x="197" y="1385"/>
                    <a:pt x="194" y="1376"/>
                    <a:pt x="186" y="1371"/>
                  </a:cubicBezTo>
                  <a:cubicBezTo>
                    <a:pt x="182" y="1362"/>
                    <a:pt x="179" y="1352"/>
                    <a:pt x="171" y="1346"/>
                  </a:cubicBezTo>
                  <a:cubicBezTo>
                    <a:pt x="166" y="1338"/>
                    <a:pt x="163" y="1329"/>
                    <a:pt x="156" y="1324"/>
                  </a:cubicBezTo>
                  <a:cubicBezTo>
                    <a:pt x="157" y="1316"/>
                    <a:pt x="149" y="1319"/>
                    <a:pt x="151" y="1311"/>
                  </a:cubicBezTo>
                  <a:cubicBezTo>
                    <a:pt x="147" y="1311"/>
                    <a:pt x="145" y="1310"/>
                    <a:pt x="145" y="1306"/>
                  </a:cubicBezTo>
                  <a:cubicBezTo>
                    <a:pt x="145" y="1303"/>
                    <a:pt x="141" y="1304"/>
                    <a:pt x="140" y="1301"/>
                  </a:cubicBezTo>
                  <a:cubicBezTo>
                    <a:pt x="139" y="1290"/>
                    <a:pt x="129" y="1287"/>
                    <a:pt x="128" y="1276"/>
                  </a:cubicBezTo>
                  <a:cubicBezTo>
                    <a:pt x="119" y="1278"/>
                    <a:pt x="126" y="1265"/>
                    <a:pt x="118" y="1266"/>
                  </a:cubicBezTo>
                  <a:cubicBezTo>
                    <a:pt x="118" y="1262"/>
                    <a:pt x="117" y="1260"/>
                    <a:pt x="115" y="1258"/>
                  </a:cubicBezTo>
                  <a:cubicBezTo>
                    <a:pt x="112" y="1258"/>
                    <a:pt x="111" y="1255"/>
                    <a:pt x="110" y="1258"/>
                  </a:cubicBezTo>
                  <a:cubicBezTo>
                    <a:pt x="114" y="1261"/>
                    <a:pt x="115" y="1267"/>
                    <a:pt x="115" y="1273"/>
                  </a:cubicBezTo>
                  <a:close/>
                  <a:moveTo>
                    <a:pt x="427" y="1331"/>
                  </a:moveTo>
                  <a:cubicBezTo>
                    <a:pt x="427" y="1327"/>
                    <a:pt x="436" y="1326"/>
                    <a:pt x="430" y="1323"/>
                  </a:cubicBezTo>
                  <a:cubicBezTo>
                    <a:pt x="422" y="1329"/>
                    <a:pt x="427" y="1338"/>
                    <a:pt x="427" y="1331"/>
                  </a:cubicBezTo>
                  <a:close/>
                  <a:moveTo>
                    <a:pt x="402" y="1371"/>
                  </a:moveTo>
                  <a:cubicBezTo>
                    <a:pt x="394" y="1377"/>
                    <a:pt x="392" y="1390"/>
                    <a:pt x="385" y="1396"/>
                  </a:cubicBezTo>
                  <a:cubicBezTo>
                    <a:pt x="374" y="1414"/>
                    <a:pt x="363" y="1432"/>
                    <a:pt x="357" y="1454"/>
                  </a:cubicBezTo>
                  <a:cubicBezTo>
                    <a:pt x="353" y="1459"/>
                    <a:pt x="347" y="1461"/>
                    <a:pt x="347" y="1469"/>
                  </a:cubicBezTo>
                  <a:cubicBezTo>
                    <a:pt x="342" y="1473"/>
                    <a:pt x="341" y="1480"/>
                    <a:pt x="337" y="1485"/>
                  </a:cubicBezTo>
                  <a:cubicBezTo>
                    <a:pt x="333" y="1498"/>
                    <a:pt x="325" y="1508"/>
                    <a:pt x="322" y="1522"/>
                  </a:cubicBezTo>
                  <a:cubicBezTo>
                    <a:pt x="321" y="1526"/>
                    <a:pt x="319" y="1527"/>
                    <a:pt x="322" y="1530"/>
                  </a:cubicBezTo>
                  <a:cubicBezTo>
                    <a:pt x="319" y="1531"/>
                    <a:pt x="317" y="1533"/>
                    <a:pt x="317" y="1537"/>
                  </a:cubicBezTo>
                  <a:cubicBezTo>
                    <a:pt x="313" y="1542"/>
                    <a:pt x="314" y="1551"/>
                    <a:pt x="309" y="1555"/>
                  </a:cubicBezTo>
                  <a:cubicBezTo>
                    <a:pt x="307" y="1561"/>
                    <a:pt x="308" y="1570"/>
                    <a:pt x="304" y="1575"/>
                  </a:cubicBezTo>
                  <a:cubicBezTo>
                    <a:pt x="303" y="1580"/>
                    <a:pt x="298" y="1594"/>
                    <a:pt x="304" y="1598"/>
                  </a:cubicBezTo>
                  <a:cubicBezTo>
                    <a:pt x="320" y="1574"/>
                    <a:pt x="321" y="1536"/>
                    <a:pt x="337" y="1512"/>
                  </a:cubicBezTo>
                  <a:cubicBezTo>
                    <a:pt x="341" y="1497"/>
                    <a:pt x="349" y="1486"/>
                    <a:pt x="354" y="1472"/>
                  </a:cubicBezTo>
                  <a:cubicBezTo>
                    <a:pt x="359" y="1472"/>
                    <a:pt x="356" y="1463"/>
                    <a:pt x="359" y="1462"/>
                  </a:cubicBezTo>
                  <a:cubicBezTo>
                    <a:pt x="361" y="1458"/>
                    <a:pt x="363" y="1456"/>
                    <a:pt x="365" y="1452"/>
                  </a:cubicBezTo>
                  <a:cubicBezTo>
                    <a:pt x="369" y="1446"/>
                    <a:pt x="371" y="1438"/>
                    <a:pt x="372" y="1429"/>
                  </a:cubicBezTo>
                  <a:cubicBezTo>
                    <a:pt x="377" y="1429"/>
                    <a:pt x="374" y="1421"/>
                    <a:pt x="380" y="1422"/>
                  </a:cubicBezTo>
                  <a:cubicBezTo>
                    <a:pt x="381" y="1417"/>
                    <a:pt x="381" y="1411"/>
                    <a:pt x="385" y="1409"/>
                  </a:cubicBezTo>
                  <a:cubicBezTo>
                    <a:pt x="388" y="1401"/>
                    <a:pt x="392" y="1393"/>
                    <a:pt x="395" y="1384"/>
                  </a:cubicBezTo>
                  <a:cubicBezTo>
                    <a:pt x="401" y="1379"/>
                    <a:pt x="404" y="1371"/>
                    <a:pt x="407" y="1364"/>
                  </a:cubicBezTo>
                  <a:cubicBezTo>
                    <a:pt x="411" y="1361"/>
                    <a:pt x="412" y="1357"/>
                    <a:pt x="415" y="1354"/>
                  </a:cubicBezTo>
                  <a:cubicBezTo>
                    <a:pt x="414" y="1350"/>
                    <a:pt x="423" y="1344"/>
                    <a:pt x="417" y="1344"/>
                  </a:cubicBezTo>
                  <a:cubicBezTo>
                    <a:pt x="414" y="1355"/>
                    <a:pt x="403" y="1358"/>
                    <a:pt x="402" y="1371"/>
                  </a:cubicBezTo>
                  <a:close/>
                  <a:moveTo>
                    <a:pt x="483" y="1406"/>
                  </a:moveTo>
                  <a:cubicBezTo>
                    <a:pt x="475" y="1408"/>
                    <a:pt x="479" y="1423"/>
                    <a:pt x="470" y="1424"/>
                  </a:cubicBezTo>
                  <a:cubicBezTo>
                    <a:pt x="466" y="1429"/>
                    <a:pt x="467" y="1440"/>
                    <a:pt x="460" y="1442"/>
                  </a:cubicBezTo>
                  <a:cubicBezTo>
                    <a:pt x="460" y="1452"/>
                    <a:pt x="454" y="1456"/>
                    <a:pt x="450" y="1462"/>
                  </a:cubicBezTo>
                  <a:cubicBezTo>
                    <a:pt x="449" y="1483"/>
                    <a:pt x="435" y="1492"/>
                    <a:pt x="433" y="1512"/>
                  </a:cubicBezTo>
                  <a:cubicBezTo>
                    <a:pt x="425" y="1516"/>
                    <a:pt x="426" y="1527"/>
                    <a:pt x="422" y="1535"/>
                  </a:cubicBezTo>
                  <a:cubicBezTo>
                    <a:pt x="425" y="1543"/>
                    <a:pt x="419" y="1543"/>
                    <a:pt x="417" y="1547"/>
                  </a:cubicBezTo>
                  <a:cubicBezTo>
                    <a:pt x="425" y="1550"/>
                    <a:pt x="412" y="1551"/>
                    <a:pt x="415" y="1557"/>
                  </a:cubicBezTo>
                  <a:cubicBezTo>
                    <a:pt x="410" y="1558"/>
                    <a:pt x="413" y="1566"/>
                    <a:pt x="410" y="1568"/>
                  </a:cubicBezTo>
                  <a:cubicBezTo>
                    <a:pt x="412" y="1575"/>
                    <a:pt x="403" y="1572"/>
                    <a:pt x="405" y="1580"/>
                  </a:cubicBezTo>
                  <a:cubicBezTo>
                    <a:pt x="402" y="1583"/>
                    <a:pt x="402" y="1589"/>
                    <a:pt x="400" y="1593"/>
                  </a:cubicBezTo>
                  <a:cubicBezTo>
                    <a:pt x="398" y="1597"/>
                    <a:pt x="399" y="1603"/>
                    <a:pt x="395" y="1605"/>
                  </a:cubicBezTo>
                  <a:cubicBezTo>
                    <a:pt x="395" y="1616"/>
                    <a:pt x="389" y="1621"/>
                    <a:pt x="387" y="1630"/>
                  </a:cubicBezTo>
                  <a:cubicBezTo>
                    <a:pt x="386" y="1635"/>
                    <a:pt x="386" y="1641"/>
                    <a:pt x="382" y="1643"/>
                  </a:cubicBezTo>
                  <a:cubicBezTo>
                    <a:pt x="384" y="1648"/>
                    <a:pt x="375" y="1654"/>
                    <a:pt x="382" y="1656"/>
                  </a:cubicBezTo>
                  <a:cubicBezTo>
                    <a:pt x="386" y="1646"/>
                    <a:pt x="390" y="1637"/>
                    <a:pt x="395" y="1628"/>
                  </a:cubicBezTo>
                  <a:cubicBezTo>
                    <a:pt x="397" y="1623"/>
                    <a:pt x="401" y="1621"/>
                    <a:pt x="402" y="1615"/>
                  </a:cubicBezTo>
                  <a:cubicBezTo>
                    <a:pt x="402" y="1608"/>
                    <a:pt x="410" y="1608"/>
                    <a:pt x="407" y="1598"/>
                  </a:cubicBezTo>
                  <a:cubicBezTo>
                    <a:pt x="417" y="1594"/>
                    <a:pt x="412" y="1576"/>
                    <a:pt x="422" y="1573"/>
                  </a:cubicBezTo>
                  <a:cubicBezTo>
                    <a:pt x="425" y="1568"/>
                    <a:pt x="422" y="1559"/>
                    <a:pt x="430" y="1560"/>
                  </a:cubicBezTo>
                  <a:cubicBezTo>
                    <a:pt x="430" y="1552"/>
                    <a:pt x="430" y="1545"/>
                    <a:pt x="438" y="1545"/>
                  </a:cubicBezTo>
                  <a:cubicBezTo>
                    <a:pt x="436" y="1537"/>
                    <a:pt x="439" y="1533"/>
                    <a:pt x="440" y="1527"/>
                  </a:cubicBezTo>
                  <a:cubicBezTo>
                    <a:pt x="446" y="1526"/>
                    <a:pt x="443" y="1516"/>
                    <a:pt x="448" y="1515"/>
                  </a:cubicBezTo>
                  <a:cubicBezTo>
                    <a:pt x="450" y="1503"/>
                    <a:pt x="457" y="1495"/>
                    <a:pt x="460" y="1484"/>
                  </a:cubicBezTo>
                  <a:cubicBezTo>
                    <a:pt x="465" y="1483"/>
                    <a:pt x="462" y="1473"/>
                    <a:pt x="468" y="1472"/>
                  </a:cubicBezTo>
                  <a:cubicBezTo>
                    <a:pt x="469" y="1465"/>
                    <a:pt x="471" y="1460"/>
                    <a:pt x="475" y="1457"/>
                  </a:cubicBezTo>
                  <a:cubicBezTo>
                    <a:pt x="478" y="1446"/>
                    <a:pt x="485" y="1438"/>
                    <a:pt x="488" y="1427"/>
                  </a:cubicBezTo>
                  <a:cubicBezTo>
                    <a:pt x="492" y="1421"/>
                    <a:pt x="490" y="1410"/>
                    <a:pt x="493" y="1404"/>
                  </a:cubicBezTo>
                  <a:cubicBezTo>
                    <a:pt x="491" y="1399"/>
                    <a:pt x="496" y="1387"/>
                    <a:pt x="490" y="1386"/>
                  </a:cubicBezTo>
                  <a:cubicBezTo>
                    <a:pt x="490" y="1395"/>
                    <a:pt x="483" y="1398"/>
                    <a:pt x="483" y="1406"/>
                  </a:cubicBezTo>
                  <a:close/>
                  <a:moveTo>
                    <a:pt x="415" y="1444"/>
                  </a:moveTo>
                  <a:cubicBezTo>
                    <a:pt x="417" y="1454"/>
                    <a:pt x="421" y="1430"/>
                    <a:pt x="417" y="1439"/>
                  </a:cubicBezTo>
                  <a:cubicBezTo>
                    <a:pt x="417" y="1441"/>
                    <a:pt x="414" y="1440"/>
                    <a:pt x="415" y="1444"/>
                  </a:cubicBezTo>
                  <a:close/>
                  <a:moveTo>
                    <a:pt x="402" y="1477"/>
                  </a:moveTo>
                  <a:cubicBezTo>
                    <a:pt x="397" y="1479"/>
                    <a:pt x="396" y="1484"/>
                    <a:pt x="395" y="1490"/>
                  </a:cubicBezTo>
                  <a:cubicBezTo>
                    <a:pt x="400" y="1488"/>
                    <a:pt x="398" y="1478"/>
                    <a:pt x="405" y="1477"/>
                  </a:cubicBezTo>
                  <a:cubicBezTo>
                    <a:pt x="403" y="1470"/>
                    <a:pt x="408" y="1470"/>
                    <a:pt x="407" y="1464"/>
                  </a:cubicBezTo>
                  <a:cubicBezTo>
                    <a:pt x="409" y="1464"/>
                    <a:pt x="410" y="1462"/>
                    <a:pt x="410" y="1459"/>
                  </a:cubicBezTo>
                  <a:cubicBezTo>
                    <a:pt x="410" y="1456"/>
                    <a:pt x="413" y="1455"/>
                    <a:pt x="410" y="1454"/>
                  </a:cubicBezTo>
                  <a:cubicBezTo>
                    <a:pt x="407" y="1461"/>
                    <a:pt x="402" y="1467"/>
                    <a:pt x="402" y="1477"/>
                  </a:cubicBezTo>
                  <a:close/>
                  <a:moveTo>
                    <a:pt x="470" y="1484"/>
                  </a:moveTo>
                  <a:cubicBezTo>
                    <a:pt x="470" y="1498"/>
                    <a:pt x="461" y="1502"/>
                    <a:pt x="460" y="1515"/>
                  </a:cubicBezTo>
                  <a:cubicBezTo>
                    <a:pt x="437" y="1576"/>
                    <a:pt x="431" y="1575"/>
                    <a:pt x="430" y="1580"/>
                  </a:cubicBezTo>
                  <a:cubicBezTo>
                    <a:pt x="411" y="1635"/>
                    <a:pt x="400" y="1637"/>
                    <a:pt x="397" y="1648"/>
                  </a:cubicBezTo>
                  <a:cubicBezTo>
                    <a:pt x="386" y="1684"/>
                    <a:pt x="383" y="1687"/>
                    <a:pt x="382" y="1693"/>
                  </a:cubicBezTo>
                  <a:cubicBezTo>
                    <a:pt x="371" y="1730"/>
                    <a:pt x="371" y="1738"/>
                    <a:pt x="367" y="1741"/>
                  </a:cubicBezTo>
                  <a:cubicBezTo>
                    <a:pt x="361" y="1788"/>
                    <a:pt x="357" y="1799"/>
                    <a:pt x="362" y="1799"/>
                  </a:cubicBezTo>
                  <a:cubicBezTo>
                    <a:pt x="379" y="1754"/>
                    <a:pt x="376" y="1747"/>
                    <a:pt x="380" y="1746"/>
                  </a:cubicBezTo>
                  <a:cubicBezTo>
                    <a:pt x="391" y="1697"/>
                    <a:pt x="403" y="1699"/>
                    <a:pt x="400" y="1688"/>
                  </a:cubicBezTo>
                  <a:cubicBezTo>
                    <a:pt x="430" y="1632"/>
                    <a:pt x="427" y="1621"/>
                    <a:pt x="433" y="1618"/>
                  </a:cubicBezTo>
                  <a:cubicBezTo>
                    <a:pt x="459" y="1557"/>
                    <a:pt x="462" y="1552"/>
                    <a:pt x="465" y="1547"/>
                  </a:cubicBezTo>
                  <a:cubicBezTo>
                    <a:pt x="482" y="1493"/>
                    <a:pt x="477" y="1484"/>
                    <a:pt x="483" y="1484"/>
                  </a:cubicBezTo>
                  <a:close/>
                  <a:moveTo>
                    <a:pt x="166" y="1522"/>
                  </a:moveTo>
                  <a:cubicBezTo>
                    <a:pt x="169" y="1533"/>
                    <a:pt x="177" y="1538"/>
                    <a:pt x="181" y="1548"/>
                  </a:cubicBezTo>
                  <a:cubicBezTo>
                    <a:pt x="187" y="1555"/>
                    <a:pt x="191" y="1564"/>
                    <a:pt x="199" y="1570"/>
                  </a:cubicBezTo>
                  <a:cubicBezTo>
                    <a:pt x="197" y="1578"/>
                    <a:pt x="205" y="1577"/>
                    <a:pt x="206" y="1583"/>
                  </a:cubicBezTo>
                  <a:cubicBezTo>
                    <a:pt x="209" y="1583"/>
                    <a:pt x="208" y="1587"/>
                    <a:pt x="211" y="1588"/>
                  </a:cubicBezTo>
                  <a:cubicBezTo>
                    <a:pt x="210" y="1593"/>
                    <a:pt x="215" y="1593"/>
                    <a:pt x="216" y="1595"/>
                  </a:cubicBezTo>
                  <a:cubicBezTo>
                    <a:pt x="220" y="1604"/>
                    <a:pt x="227" y="1611"/>
                    <a:pt x="234" y="1618"/>
                  </a:cubicBezTo>
                  <a:cubicBezTo>
                    <a:pt x="240" y="1626"/>
                    <a:pt x="247" y="1633"/>
                    <a:pt x="254" y="1641"/>
                  </a:cubicBezTo>
                  <a:cubicBezTo>
                    <a:pt x="260" y="1648"/>
                    <a:pt x="265" y="1657"/>
                    <a:pt x="272" y="1663"/>
                  </a:cubicBezTo>
                  <a:cubicBezTo>
                    <a:pt x="275" y="1667"/>
                    <a:pt x="278" y="1670"/>
                    <a:pt x="282" y="1673"/>
                  </a:cubicBezTo>
                  <a:cubicBezTo>
                    <a:pt x="283" y="1680"/>
                    <a:pt x="288" y="1682"/>
                    <a:pt x="292" y="1686"/>
                  </a:cubicBezTo>
                  <a:cubicBezTo>
                    <a:pt x="293" y="1695"/>
                    <a:pt x="300" y="1698"/>
                    <a:pt x="302" y="1706"/>
                  </a:cubicBezTo>
                  <a:cubicBezTo>
                    <a:pt x="309" y="1709"/>
                    <a:pt x="309" y="1719"/>
                    <a:pt x="317" y="1721"/>
                  </a:cubicBezTo>
                  <a:cubicBezTo>
                    <a:pt x="317" y="1715"/>
                    <a:pt x="317" y="1709"/>
                    <a:pt x="314" y="1706"/>
                  </a:cubicBezTo>
                  <a:cubicBezTo>
                    <a:pt x="311" y="1705"/>
                    <a:pt x="313" y="1703"/>
                    <a:pt x="314" y="1701"/>
                  </a:cubicBezTo>
                  <a:cubicBezTo>
                    <a:pt x="311" y="1701"/>
                    <a:pt x="312" y="1697"/>
                    <a:pt x="312" y="1693"/>
                  </a:cubicBezTo>
                  <a:cubicBezTo>
                    <a:pt x="303" y="1693"/>
                    <a:pt x="307" y="1680"/>
                    <a:pt x="299" y="1678"/>
                  </a:cubicBezTo>
                  <a:cubicBezTo>
                    <a:pt x="302" y="1670"/>
                    <a:pt x="291" y="1676"/>
                    <a:pt x="294" y="1668"/>
                  </a:cubicBezTo>
                  <a:cubicBezTo>
                    <a:pt x="293" y="1665"/>
                    <a:pt x="290" y="1662"/>
                    <a:pt x="287" y="1661"/>
                  </a:cubicBezTo>
                  <a:cubicBezTo>
                    <a:pt x="281" y="1646"/>
                    <a:pt x="269" y="1638"/>
                    <a:pt x="264" y="1623"/>
                  </a:cubicBezTo>
                  <a:cubicBezTo>
                    <a:pt x="254" y="1618"/>
                    <a:pt x="249" y="1607"/>
                    <a:pt x="241" y="1600"/>
                  </a:cubicBezTo>
                  <a:cubicBezTo>
                    <a:pt x="239" y="1595"/>
                    <a:pt x="235" y="1592"/>
                    <a:pt x="231" y="1588"/>
                  </a:cubicBezTo>
                  <a:cubicBezTo>
                    <a:pt x="227" y="1584"/>
                    <a:pt x="225" y="1577"/>
                    <a:pt x="219" y="1575"/>
                  </a:cubicBezTo>
                  <a:cubicBezTo>
                    <a:pt x="215" y="1571"/>
                    <a:pt x="210" y="1568"/>
                    <a:pt x="209" y="1563"/>
                  </a:cubicBezTo>
                  <a:cubicBezTo>
                    <a:pt x="203" y="1560"/>
                    <a:pt x="199" y="1555"/>
                    <a:pt x="196" y="1550"/>
                  </a:cubicBezTo>
                  <a:cubicBezTo>
                    <a:pt x="188" y="1542"/>
                    <a:pt x="180" y="1534"/>
                    <a:pt x="171" y="1527"/>
                  </a:cubicBezTo>
                  <a:cubicBezTo>
                    <a:pt x="171" y="1518"/>
                    <a:pt x="164" y="1516"/>
                    <a:pt x="161" y="1510"/>
                  </a:cubicBezTo>
                  <a:cubicBezTo>
                    <a:pt x="160" y="1506"/>
                    <a:pt x="157" y="1506"/>
                    <a:pt x="156" y="1502"/>
                  </a:cubicBezTo>
                  <a:cubicBezTo>
                    <a:pt x="152" y="1504"/>
                    <a:pt x="150" y="1492"/>
                    <a:pt x="148" y="1500"/>
                  </a:cubicBezTo>
                  <a:cubicBezTo>
                    <a:pt x="157" y="1504"/>
                    <a:pt x="157" y="1518"/>
                    <a:pt x="166" y="1522"/>
                  </a:cubicBezTo>
                  <a:close/>
                  <a:moveTo>
                    <a:pt x="465" y="1575"/>
                  </a:moveTo>
                  <a:cubicBezTo>
                    <a:pt x="457" y="1583"/>
                    <a:pt x="454" y="1598"/>
                    <a:pt x="448" y="1608"/>
                  </a:cubicBezTo>
                  <a:cubicBezTo>
                    <a:pt x="445" y="1613"/>
                    <a:pt x="444" y="1620"/>
                    <a:pt x="440" y="1625"/>
                  </a:cubicBezTo>
                  <a:cubicBezTo>
                    <a:pt x="437" y="1631"/>
                    <a:pt x="440" y="1642"/>
                    <a:pt x="433" y="1643"/>
                  </a:cubicBezTo>
                  <a:cubicBezTo>
                    <a:pt x="434" y="1653"/>
                    <a:pt x="426" y="1653"/>
                    <a:pt x="425" y="1661"/>
                  </a:cubicBezTo>
                  <a:cubicBezTo>
                    <a:pt x="424" y="1668"/>
                    <a:pt x="419" y="1671"/>
                    <a:pt x="418" y="1678"/>
                  </a:cubicBezTo>
                  <a:cubicBezTo>
                    <a:pt x="414" y="1683"/>
                    <a:pt x="413" y="1690"/>
                    <a:pt x="410" y="1696"/>
                  </a:cubicBezTo>
                  <a:cubicBezTo>
                    <a:pt x="405" y="1696"/>
                    <a:pt x="411" y="1700"/>
                    <a:pt x="407" y="1701"/>
                  </a:cubicBezTo>
                  <a:cubicBezTo>
                    <a:pt x="407" y="1704"/>
                    <a:pt x="404" y="1705"/>
                    <a:pt x="407" y="1708"/>
                  </a:cubicBezTo>
                  <a:cubicBezTo>
                    <a:pt x="401" y="1710"/>
                    <a:pt x="401" y="1719"/>
                    <a:pt x="397" y="1724"/>
                  </a:cubicBezTo>
                  <a:cubicBezTo>
                    <a:pt x="399" y="1734"/>
                    <a:pt x="389" y="1732"/>
                    <a:pt x="392" y="1744"/>
                  </a:cubicBezTo>
                  <a:cubicBezTo>
                    <a:pt x="390" y="1749"/>
                    <a:pt x="388" y="1756"/>
                    <a:pt x="385" y="1761"/>
                  </a:cubicBezTo>
                  <a:cubicBezTo>
                    <a:pt x="384" y="1766"/>
                    <a:pt x="376" y="1775"/>
                    <a:pt x="382" y="1779"/>
                  </a:cubicBezTo>
                  <a:cubicBezTo>
                    <a:pt x="389" y="1772"/>
                    <a:pt x="391" y="1760"/>
                    <a:pt x="395" y="1751"/>
                  </a:cubicBezTo>
                  <a:cubicBezTo>
                    <a:pt x="398" y="1741"/>
                    <a:pt x="404" y="1733"/>
                    <a:pt x="405" y="1721"/>
                  </a:cubicBezTo>
                  <a:cubicBezTo>
                    <a:pt x="421" y="1704"/>
                    <a:pt x="428" y="1679"/>
                    <a:pt x="443" y="1661"/>
                  </a:cubicBezTo>
                  <a:cubicBezTo>
                    <a:pt x="445" y="1648"/>
                    <a:pt x="451" y="1638"/>
                    <a:pt x="455" y="1628"/>
                  </a:cubicBezTo>
                  <a:cubicBezTo>
                    <a:pt x="459" y="1624"/>
                    <a:pt x="459" y="1616"/>
                    <a:pt x="463" y="1613"/>
                  </a:cubicBezTo>
                  <a:cubicBezTo>
                    <a:pt x="463" y="1609"/>
                    <a:pt x="464" y="1607"/>
                    <a:pt x="465" y="1605"/>
                  </a:cubicBezTo>
                  <a:cubicBezTo>
                    <a:pt x="469" y="1605"/>
                    <a:pt x="467" y="1598"/>
                    <a:pt x="470" y="1598"/>
                  </a:cubicBezTo>
                  <a:cubicBezTo>
                    <a:pt x="468" y="1588"/>
                    <a:pt x="478" y="1590"/>
                    <a:pt x="475" y="1580"/>
                  </a:cubicBezTo>
                  <a:cubicBezTo>
                    <a:pt x="476" y="1573"/>
                    <a:pt x="480" y="1570"/>
                    <a:pt x="480" y="1562"/>
                  </a:cubicBezTo>
                  <a:cubicBezTo>
                    <a:pt x="485" y="1559"/>
                    <a:pt x="482" y="1549"/>
                    <a:pt x="485" y="1545"/>
                  </a:cubicBezTo>
                  <a:cubicBezTo>
                    <a:pt x="489" y="1540"/>
                    <a:pt x="488" y="1530"/>
                    <a:pt x="490" y="1525"/>
                  </a:cubicBezTo>
                  <a:cubicBezTo>
                    <a:pt x="490" y="1522"/>
                    <a:pt x="490" y="1520"/>
                    <a:pt x="490" y="1517"/>
                  </a:cubicBezTo>
                  <a:cubicBezTo>
                    <a:pt x="490" y="1514"/>
                    <a:pt x="494" y="1513"/>
                    <a:pt x="490" y="1512"/>
                  </a:cubicBezTo>
                  <a:cubicBezTo>
                    <a:pt x="489" y="1508"/>
                    <a:pt x="493" y="1497"/>
                    <a:pt x="488" y="1497"/>
                  </a:cubicBezTo>
                  <a:cubicBezTo>
                    <a:pt x="484" y="1527"/>
                    <a:pt x="474" y="1550"/>
                    <a:pt x="465" y="1575"/>
                  </a:cubicBezTo>
                  <a:close/>
                  <a:moveTo>
                    <a:pt x="337" y="1693"/>
                  </a:moveTo>
                  <a:cubicBezTo>
                    <a:pt x="336" y="1689"/>
                    <a:pt x="340" y="1688"/>
                    <a:pt x="340" y="1683"/>
                  </a:cubicBezTo>
                  <a:cubicBezTo>
                    <a:pt x="340" y="1680"/>
                    <a:pt x="339" y="1674"/>
                    <a:pt x="342" y="1673"/>
                  </a:cubicBezTo>
                  <a:cubicBezTo>
                    <a:pt x="337" y="1663"/>
                    <a:pt x="347" y="1649"/>
                    <a:pt x="347" y="1636"/>
                  </a:cubicBezTo>
                  <a:cubicBezTo>
                    <a:pt x="350" y="1635"/>
                    <a:pt x="350" y="1632"/>
                    <a:pt x="350" y="1628"/>
                  </a:cubicBezTo>
                  <a:cubicBezTo>
                    <a:pt x="350" y="1625"/>
                    <a:pt x="353" y="1623"/>
                    <a:pt x="352" y="1618"/>
                  </a:cubicBezTo>
                  <a:cubicBezTo>
                    <a:pt x="356" y="1613"/>
                    <a:pt x="354" y="1604"/>
                    <a:pt x="357" y="1598"/>
                  </a:cubicBezTo>
                  <a:cubicBezTo>
                    <a:pt x="359" y="1591"/>
                    <a:pt x="360" y="1584"/>
                    <a:pt x="365" y="1580"/>
                  </a:cubicBezTo>
                  <a:cubicBezTo>
                    <a:pt x="369" y="1576"/>
                    <a:pt x="366" y="1565"/>
                    <a:pt x="372" y="1563"/>
                  </a:cubicBezTo>
                  <a:cubicBezTo>
                    <a:pt x="372" y="1557"/>
                    <a:pt x="372" y="1552"/>
                    <a:pt x="372" y="1547"/>
                  </a:cubicBezTo>
                  <a:cubicBezTo>
                    <a:pt x="380" y="1547"/>
                    <a:pt x="370" y="1537"/>
                    <a:pt x="372" y="1547"/>
                  </a:cubicBezTo>
                  <a:cubicBezTo>
                    <a:pt x="368" y="1551"/>
                    <a:pt x="369" y="1560"/>
                    <a:pt x="365" y="1563"/>
                  </a:cubicBezTo>
                  <a:cubicBezTo>
                    <a:pt x="363" y="1568"/>
                    <a:pt x="362" y="1575"/>
                    <a:pt x="360" y="1580"/>
                  </a:cubicBezTo>
                  <a:cubicBezTo>
                    <a:pt x="356" y="1584"/>
                    <a:pt x="357" y="1593"/>
                    <a:pt x="352" y="1595"/>
                  </a:cubicBezTo>
                  <a:cubicBezTo>
                    <a:pt x="352" y="1604"/>
                    <a:pt x="349" y="1609"/>
                    <a:pt x="345" y="1613"/>
                  </a:cubicBezTo>
                  <a:cubicBezTo>
                    <a:pt x="342" y="1647"/>
                    <a:pt x="327" y="1669"/>
                    <a:pt x="330" y="1708"/>
                  </a:cubicBezTo>
                  <a:cubicBezTo>
                    <a:pt x="338" y="1709"/>
                    <a:pt x="334" y="1698"/>
                    <a:pt x="337" y="1693"/>
                  </a:cubicBezTo>
                  <a:close/>
                  <a:moveTo>
                    <a:pt x="299" y="1623"/>
                  </a:moveTo>
                  <a:cubicBezTo>
                    <a:pt x="299" y="1618"/>
                    <a:pt x="306" y="1608"/>
                    <a:pt x="299" y="1605"/>
                  </a:cubicBezTo>
                  <a:cubicBezTo>
                    <a:pt x="299" y="1610"/>
                    <a:pt x="292" y="1620"/>
                    <a:pt x="299" y="1623"/>
                  </a:cubicBezTo>
                  <a:close/>
                  <a:moveTo>
                    <a:pt x="372" y="1678"/>
                  </a:moveTo>
                  <a:cubicBezTo>
                    <a:pt x="367" y="1681"/>
                    <a:pt x="371" y="1692"/>
                    <a:pt x="365" y="1693"/>
                  </a:cubicBezTo>
                  <a:cubicBezTo>
                    <a:pt x="366" y="1702"/>
                    <a:pt x="363" y="1705"/>
                    <a:pt x="362" y="1711"/>
                  </a:cubicBezTo>
                  <a:cubicBezTo>
                    <a:pt x="363" y="1715"/>
                    <a:pt x="355" y="1724"/>
                    <a:pt x="362" y="1726"/>
                  </a:cubicBezTo>
                  <a:cubicBezTo>
                    <a:pt x="367" y="1717"/>
                    <a:pt x="364" y="1701"/>
                    <a:pt x="372" y="1696"/>
                  </a:cubicBezTo>
                  <a:cubicBezTo>
                    <a:pt x="370" y="1686"/>
                    <a:pt x="375" y="1684"/>
                    <a:pt x="375" y="1676"/>
                  </a:cubicBezTo>
                  <a:cubicBezTo>
                    <a:pt x="375" y="1672"/>
                    <a:pt x="386" y="1660"/>
                    <a:pt x="375" y="1661"/>
                  </a:cubicBezTo>
                  <a:cubicBezTo>
                    <a:pt x="376" y="1669"/>
                    <a:pt x="370" y="1670"/>
                    <a:pt x="372" y="1678"/>
                  </a:cubicBezTo>
                  <a:close/>
                  <a:moveTo>
                    <a:pt x="352" y="1776"/>
                  </a:moveTo>
                  <a:cubicBezTo>
                    <a:pt x="352" y="1773"/>
                    <a:pt x="352" y="1770"/>
                    <a:pt x="352" y="1766"/>
                  </a:cubicBezTo>
                  <a:cubicBezTo>
                    <a:pt x="350" y="1766"/>
                    <a:pt x="347" y="1766"/>
                    <a:pt x="345" y="1766"/>
                  </a:cubicBezTo>
                  <a:cubicBezTo>
                    <a:pt x="346" y="1771"/>
                    <a:pt x="346" y="1777"/>
                    <a:pt x="352" y="1776"/>
                  </a:cubicBezTo>
                  <a:close/>
                  <a:moveTo>
                    <a:pt x="375" y="1804"/>
                  </a:moveTo>
                  <a:cubicBezTo>
                    <a:pt x="376" y="1799"/>
                    <a:pt x="383" y="1788"/>
                    <a:pt x="377" y="1784"/>
                  </a:cubicBezTo>
                  <a:cubicBezTo>
                    <a:pt x="378" y="1791"/>
                    <a:pt x="368" y="1799"/>
                    <a:pt x="375" y="1804"/>
                  </a:cubicBezTo>
                  <a:close/>
                </a:path>
              </a:pathLst>
            </a:custGeom>
            <a:solidFill>
              <a:srgbClr val="d0cdbb">
                <a:alpha val="75000"/>
              </a:srgbClr>
            </a:solidFill>
            <a:ln w="0">
              <a:noFill/>
            </a:ln>
          </p:spPr>
          <p:style>
            <a:lnRef idx="0"/>
            <a:fillRef idx="0"/>
            <a:effectRef idx="0"/>
            <a:fontRef idx="minor"/>
          </p:style>
          <p:txBody>
            <a:bodyPr tIns="91440" bIns="91440" anchor="ctr">
              <a:noAutofit/>
            </a:bodyPr>
            <a:p>
              <a:pPr>
                <a:lnSpc>
                  <a:spcPct val="100000"/>
                </a:lnSpc>
                <a:tabLst>
                  <a:tab algn="l" pos="0"/>
                </a:tabLst>
              </a:pPr>
              <a:endParaRPr b="0" lang="en-US" sz="1400" spc="-1" strike="noStrike">
                <a:solidFill>
                  <a:srgbClr val="000000"/>
                </a:solidFill>
                <a:latin typeface="Arial"/>
                <a:ea typeface="Arial"/>
              </a:endParaRPr>
            </a:p>
          </p:txBody>
        </p:sp>
        <p:sp>
          <p:nvSpPr>
            <p:cNvPr id="2" name="Google Shape;53;p13"/>
            <p:cNvSpPr/>
            <p:nvPr/>
          </p:nvSpPr>
          <p:spPr>
            <a:xfrm>
              <a:off x="907920" y="1528200"/>
              <a:ext cx="2507760" cy="3231000"/>
            </a:xfrm>
            <a:custGeom>
              <a:avLst/>
              <a:gdLst>
                <a:gd name="textAreaLeft" fmla="*/ 0 w 2507760"/>
                <a:gd name="textAreaRight" fmla="*/ 2508120 w 2507760"/>
                <a:gd name="textAreaTop" fmla="*/ 0 h 3231000"/>
                <a:gd name="textAreaBottom" fmla="*/ 3231360 h 3231000"/>
              </a:gdLst>
              <a:ahLst/>
              <a:rect l="textAreaLeft" t="textAreaTop" r="textAreaRight" b="textAreaBottom"/>
              <a:pathLst>
                <a:path w="869" h="1495">
                  <a:moveTo>
                    <a:pt x="865" y="156"/>
                  </a:moveTo>
                  <a:cubicBezTo>
                    <a:pt x="856" y="165"/>
                    <a:pt x="851" y="173"/>
                    <a:pt x="844" y="182"/>
                  </a:cubicBezTo>
                  <a:cubicBezTo>
                    <a:pt x="804" y="216"/>
                    <a:pt x="802" y="216"/>
                    <a:pt x="800" y="216"/>
                  </a:cubicBezTo>
                  <a:cubicBezTo>
                    <a:pt x="775" y="232"/>
                    <a:pt x="768" y="237"/>
                    <a:pt x="760" y="239"/>
                  </a:cubicBezTo>
                  <a:cubicBezTo>
                    <a:pt x="699" y="279"/>
                    <a:pt x="696" y="275"/>
                    <a:pt x="693" y="278"/>
                  </a:cubicBezTo>
                  <a:cubicBezTo>
                    <a:pt x="706" y="270"/>
                    <a:pt x="707" y="266"/>
                    <a:pt x="714" y="263"/>
                  </a:cubicBezTo>
                  <a:cubicBezTo>
                    <a:pt x="766" y="230"/>
                    <a:pt x="774" y="225"/>
                    <a:pt x="782" y="219"/>
                  </a:cubicBezTo>
                  <a:cubicBezTo>
                    <a:pt x="830" y="181"/>
                    <a:pt x="830" y="177"/>
                    <a:pt x="834" y="174"/>
                  </a:cubicBezTo>
                  <a:cubicBezTo>
                    <a:pt x="831" y="170"/>
                    <a:pt x="831" y="178"/>
                    <a:pt x="827" y="175"/>
                  </a:cubicBezTo>
                  <a:cubicBezTo>
                    <a:pt x="792" y="205"/>
                    <a:pt x="784" y="209"/>
                    <a:pt x="783" y="213"/>
                  </a:cubicBezTo>
                  <a:cubicBezTo>
                    <a:pt x="763" y="227"/>
                    <a:pt x="760" y="223"/>
                    <a:pt x="757" y="227"/>
                  </a:cubicBezTo>
                  <a:cubicBezTo>
                    <a:pt x="776" y="212"/>
                    <a:pt x="774" y="208"/>
                    <a:pt x="780" y="206"/>
                  </a:cubicBezTo>
                  <a:cubicBezTo>
                    <a:pt x="824" y="164"/>
                    <a:pt x="830" y="160"/>
                    <a:pt x="833" y="155"/>
                  </a:cubicBezTo>
                  <a:cubicBezTo>
                    <a:pt x="806" y="176"/>
                    <a:pt x="797" y="184"/>
                    <a:pt x="788" y="193"/>
                  </a:cubicBezTo>
                  <a:cubicBezTo>
                    <a:pt x="731" y="226"/>
                    <a:pt x="724" y="237"/>
                    <a:pt x="720" y="234"/>
                  </a:cubicBezTo>
                  <a:cubicBezTo>
                    <a:pt x="766" y="194"/>
                    <a:pt x="786" y="180"/>
                    <a:pt x="803" y="159"/>
                  </a:cubicBezTo>
                  <a:cubicBezTo>
                    <a:pt x="785" y="170"/>
                    <a:pt x="775" y="180"/>
                    <a:pt x="763" y="188"/>
                  </a:cubicBezTo>
                  <a:cubicBezTo>
                    <a:pt x="736" y="208"/>
                    <a:pt x="735" y="202"/>
                    <a:pt x="737" y="200"/>
                  </a:cubicBezTo>
                  <a:cubicBezTo>
                    <a:pt x="749" y="181"/>
                    <a:pt x="754" y="177"/>
                    <a:pt x="756" y="172"/>
                  </a:cubicBezTo>
                  <a:cubicBezTo>
                    <a:pt x="787" y="134"/>
                    <a:pt x="791" y="136"/>
                    <a:pt x="790" y="130"/>
                  </a:cubicBezTo>
                  <a:cubicBezTo>
                    <a:pt x="769" y="150"/>
                    <a:pt x="765" y="152"/>
                    <a:pt x="766" y="155"/>
                  </a:cubicBezTo>
                  <a:cubicBezTo>
                    <a:pt x="746" y="174"/>
                    <a:pt x="746" y="170"/>
                    <a:pt x="746" y="169"/>
                  </a:cubicBezTo>
                  <a:cubicBezTo>
                    <a:pt x="748" y="164"/>
                    <a:pt x="752" y="160"/>
                    <a:pt x="752" y="160"/>
                  </a:cubicBezTo>
                  <a:cubicBezTo>
                    <a:pt x="764" y="139"/>
                    <a:pt x="770" y="129"/>
                    <a:pt x="777" y="119"/>
                  </a:cubicBezTo>
                  <a:cubicBezTo>
                    <a:pt x="800" y="82"/>
                    <a:pt x="812" y="81"/>
                    <a:pt x="808" y="77"/>
                  </a:cubicBezTo>
                  <a:cubicBezTo>
                    <a:pt x="770" y="123"/>
                    <a:pt x="765" y="125"/>
                    <a:pt x="763" y="127"/>
                  </a:cubicBezTo>
                  <a:cubicBezTo>
                    <a:pt x="747" y="156"/>
                    <a:pt x="743" y="161"/>
                    <a:pt x="740" y="166"/>
                  </a:cubicBezTo>
                  <a:cubicBezTo>
                    <a:pt x="744" y="144"/>
                    <a:pt x="749" y="134"/>
                    <a:pt x="753" y="124"/>
                  </a:cubicBezTo>
                  <a:cubicBezTo>
                    <a:pt x="782" y="79"/>
                    <a:pt x="781" y="77"/>
                    <a:pt x="784" y="75"/>
                  </a:cubicBezTo>
                  <a:cubicBezTo>
                    <a:pt x="769" y="89"/>
                    <a:pt x="765" y="92"/>
                    <a:pt x="765" y="96"/>
                  </a:cubicBezTo>
                  <a:cubicBezTo>
                    <a:pt x="728" y="162"/>
                    <a:pt x="722" y="177"/>
                    <a:pt x="718" y="191"/>
                  </a:cubicBezTo>
                  <a:cubicBezTo>
                    <a:pt x="710" y="205"/>
                    <a:pt x="719" y="210"/>
                    <a:pt x="712" y="213"/>
                  </a:cubicBezTo>
                  <a:cubicBezTo>
                    <a:pt x="703" y="240"/>
                    <a:pt x="708" y="247"/>
                    <a:pt x="697" y="251"/>
                  </a:cubicBezTo>
                  <a:cubicBezTo>
                    <a:pt x="699" y="232"/>
                    <a:pt x="702" y="230"/>
                    <a:pt x="701" y="228"/>
                  </a:cubicBezTo>
                  <a:cubicBezTo>
                    <a:pt x="714" y="177"/>
                    <a:pt x="714" y="170"/>
                    <a:pt x="714" y="162"/>
                  </a:cubicBezTo>
                  <a:cubicBezTo>
                    <a:pt x="735" y="103"/>
                    <a:pt x="740" y="88"/>
                    <a:pt x="749" y="73"/>
                  </a:cubicBezTo>
                  <a:cubicBezTo>
                    <a:pt x="757" y="53"/>
                    <a:pt x="753" y="62"/>
                    <a:pt x="744" y="70"/>
                  </a:cubicBezTo>
                  <a:cubicBezTo>
                    <a:pt x="727" y="107"/>
                    <a:pt x="722" y="112"/>
                    <a:pt x="722" y="118"/>
                  </a:cubicBezTo>
                  <a:cubicBezTo>
                    <a:pt x="706" y="172"/>
                    <a:pt x="705" y="175"/>
                    <a:pt x="703" y="177"/>
                  </a:cubicBezTo>
                  <a:cubicBezTo>
                    <a:pt x="696" y="206"/>
                    <a:pt x="696" y="209"/>
                    <a:pt x="696" y="212"/>
                  </a:cubicBezTo>
                  <a:cubicBezTo>
                    <a:pt x="687" y="247"/>
                    <a:pt x="685" y="253"/>
                    <a:pt x="684" y="260"/>
                  </a:cubicBezTo>
                  <a:cubicBezTo>
                    <a:pt x="671" y="275"/>
                    <a:pt x="673" y="272"/>
                    <a:pt x="677" y="270"/>
                  </a:cubicBezTo>
                  <a:cubicBezTo>
                    <a:pt x="682" y="240"/>
                    <a:pt x="681" y="234"/>
                    <a:pt x="684" y="229"/>
                  </a:cubicBezTo>
                  <a:cubicBezTo>
                    <a:pt x="694" y="189"/>
                    <a:pt x="690" y="182"/>
                    <a:pt x="693" y="177"/>
                  </a:cubicBezTo>
                  <a:cubicBezTo>
                    <a:pt x="706" y="119"/>
                    <a:pt x="707" y="113"/>
                    <a:pt x="709" y="107"/>
                  </a:cubicBezTo>
                  <a:cubicBezTo>
                    <a:pt x="721" y="64"/>
                    <a:pt x="727" y="59"/>
                    <a:pt x="729" y="53"/>
                  </a:cubicBezTo>
                  <a:cubicBezTo>
                    <a:pt x="751" y="15"/>
                    <a:pt x="760" y="13"/>
                    <a:pt x="759" y="10"/>
                  </a:cubicBezTo>
                  <a:cubicBezTo>
                    <a:pt x="752" y="12"/>
                    <a:pt x="750" y="14"/>
                    <a:pt x="749" y="17"/>
                  </a:cubicBezTo>
                  <a:cubicBezTo>
                    <a:pt x="722" y="50"/>
                    <a:pt x="719" y="46"/>
                    <a:pt x="715" y="51"/>
                  </a:cubicBezTo>
                  <a:cubicBezTo>
                    <a:pt x="696" y="86"/>
                    <a:pt x="689" y="94"/>
                    <a:pt x="687" y="103"/>
                  </a:cubicBezTo>
                  <a:cubicBezTo>
                    <a:pt x="667" y="145"/>
                    <a:pt x="670" y="146"/>
                    <a:pt x="670" y="148"/>
                  </a:cubicBezTo>
                  <a:cubicBezTo>
                    <a:pt x="662" y="166"/>
                    <a:pt x="660" y="175"/>
                    <a:pt x="659" y="185"/>
                  </a:cubicBezTo>
                  <a:cubicBezTo>
                    <a:pt x="655" y="217"/>
                    <a:pt x="655" y="222"/>
                    <a:pt x="653" y="226"/>
                  </a:cubicBezTo>
                  <a:cubicBezTo>
                    <a:pt x="646" y="259"/>
                    <a:pt x="650" y="265"/>
                    <a:pt x="650" y="270"/>
                  </a:cubicBezTo>
                  <a:cubicBezTo>
                    <a:pt x="632" y="316"/>
                    <a:pt x="637" y="319"/>
                    <a:pt x="630" y="321"/>
                  </a:cubicBezTo>
                  <a:cubicBezTo>
                    <a:pt x="630" y="285"/>
                    <a:pt x="633" y="283"/>
                    <a:pt x="633" y="280"/>
                  </a:cubicBezTo>
                  <a:cubicBezTo>
                    <a:pt x="637" y="248"/>
                    <a:pt x="637" y="243"/>
                    <a:pt x="639" y="238"/>
                  </a:cubicBezTo>
                  <a:cubicBezTo>
                    <a:pt x="639" y="222"/>
                    <a:pt x="641" y="220"/>
                    <a:pt x="641" y="217"/>
                  </a:cubicBezTo>
                  <a:cubicBezTo>
                    <a:pt x="649" y="175"/>
                    <a:pt x="652" y="166"/>
                    <a:pt x="654" y="157"/>
                  </a:cubicBezTo>
                  <a:cubicBezTo>
                    <a:pt x="673" y="112"/>
                    <a:pt x="670" y="107"/>
                    <a:pt x="677" y="103"/>
                  </a:cubicBezTo>
                  <a:cubicBezTo>
                    <a:pt x="690" y="65"/>
                    <a:pt x="699" y="63"/>
                    <a:pt x="694" y="59"/>
                  </a:cubicBezTo>
                  <a:cubicBezTo>
                    <a:pt x="663" y="118"/>
                    <a:pt x="658" y="124"/>
                    <a:pt x="654" y="130"/>
                  </a:cubicBezTo>
                  <a:cubicBezTo>
                    <a:pt x="644" y="160"/>
                    <a:pt x="640" y="163"/>
                    <a:pt x="644" y="166"/>
                  </a:cubicBezTo>
                  <a:cubicBezTo>
                    <a:pt x="632" y="198"/>
                    <a:pt x="638" y="202"/>
                    <a:pt x="632" y="204"/>
                  </a:cubicBezTo>
                  <a:cubicBezTo>
                    <a:pt x="630" y="226"/>
                    <a:pt x="628" y="229"/>
                    <a:pt x="630" y="233"/>
                  </a:cubicBezTo>
                  <a:cubicBezTo>
                    <a:pt x="624" y="286"/>
                    <a:pt x="621" y="292"/>
                    <a:pt x="621" y="298"/>
                  </a:cubicBezTo>
                  <a:cubicBezTo>
                    <a:pt x="622" y="314"/>
                    <a:pt x="617" y="316"/>
                    <a:pt x="621" y="318"/>
                  </a:cubicBezTo>
                  <a:cubicBezTo>
                    <a:pt x="615" y="341"/>
                    <a:pt x="613" y="344"/>
                    <a:pt x="612" y="347"/>
                  </a:cubicBezTo>
                  <a:cubicBezTo>
                    <a:pt x="610" y="337"/>
                    <a:pt x="612" y="332"/>
                    <a:pt x="615" y="327"/>
                  </a:cubicBezTo>
                  <a:cubicBezTo>
                    <a:pt x="612" y="290"/>
                    <a:pt x="621" y="286"/>
                    <a:pt x="616" y="280"/>
                  </a:cubicBezTo>
                  <a:cubicBezTo>
                    <a:pt x="615" y="259"/>
                    <a:pt x="621" y="255"/>
                    <a:pt x="620" y="250"/>
                  </a:cubicBezTo>
                  <a:cubicBezTo>
                    <a:pt x="624" y="201"/>
                    <a:pt x="625" y="198"/>
                    <a:pt x="626" y="196"/>
                  </a:cubicBezTo>
                  <a:cubicBezTo>
                    <a:pt x="635" y="171"/>
                    <a:pt x="633" y="168"/>
                    <a:pt x="634" y="166"/>
                  </a:cubicBezTo>
                  <a:cubicBezTo>
                    <a:pt x="642" y="141"/>
                    <a:pt x="642" y="139"/>
                    <a:pt x="642" y="136"/>
                  </a:cubicBezTo>
                  <a:cubicBezTo>
                    <a:pt x="655" y="109"/>
                    <a:pt x="657" y="104"/>
                    <a:pt x="662" y="99"/>
                  </a:cubicBezTo>
                  <a:cubicBezTo>
                    <a:pt x="645" y="113"/>
                    <a:pt x="645" y="122"/>
                    <a:pt x="637" y="130"/>
                  </a:cubicBezTo>
                  <a:cubicBezTo>
                    <a:pt x="617" y="197"/>
                    <a:pt x="614" y="202"/>
                    <a:pt x="614" y="207"/>
                  </a:cubicBezTo>
                  <a:cubicBezTo>
                    <a:pt x="613" y="227"/>
                    <a:pt x="609" y="228"/>
                    <a:pt x="612" y="231"/>
                  </a:cubicBezTo>
                  <a:cubicBezTo>
                    <a:pt x="612" y="251"/>
                    <a:pt x="612" y="254"/>
                    <a:pt x="608" y="256"/>
                  </a:cubicBezTo>
                  <a:cubicBezTo>
                    <a:pt x="608" y="278"/>
                    <a:pt x="607" y="283"/>
                    <a:pt x="607" y="289"/>
                  </a:cubicBezTo>
                  <a:cubicBezTo>
                    <a:pt x="595" y="363"/>
                    <a:pt x="592" y="374"/>
                    <a:pt x="587" y="384"/>
                  </a:cubicBezTo>
                  <a:cubicBezTo>
                    <a:pt x="589" y="326"/>
                    <a:pt x="592" y="323"/>
                    <a:pt x="592" y="319"/>
                  </a:cubicBezTo>
                  <a:cubicBezTo>
                    <a:pt x="594" y="243"/>
                    <a:pt x="593" y="240"/>
                    <a:pt x="594" y="237"/>
                  </a:cubicBezTo>
                  <a:cubicBezTo>
                    <a:pt x="597" y="223"/>
                    <a:pt x="596" y="219"/>
                    <a:pt x="596" y="216"/>
                  </a:cubicBezTo>
                  <a:cubicBezTo>
                    <a:pt x="608" y="177"/>
                    <a:pt x="610" y="170"/>
                    <a:pt x="614" y="163"/>
                  </a:cubicBezTo>
                  <a:cubicBezTo>
                    <a:pt x="624" y="125"/>
                    <a:pt x="623" y="130"/>
                    <a:pt x="621" y="134"/>
                  </a:cubicBezTo>
                  <a:cubicBezTo>
                    <a:pt x="598" y="185"/>
                    <a:pt x="595" y="190"/>
                    <a:pt x="594" y="195"/>
                  </a:cubicBezTo>
                  <a:cubicBezTo>
                    <a:pt x="583" y="227"/>
                    <a:pt x="590" y="232"/>
                    <a:pt x="586" y="235"/>
                  </a:cubicBezTo>
                  <a:cubicBezTo>
                    <a:pt x="585" y="269"/>
                    <a:pt x="583" y="276"/>
                    <a:pt x="584" y="284"/>
                  </a:cubicBezTo>
                  <a:cubicBezTo>
                    <a:pt x="583" y="334"/>
                    <a:pt x="581" y="338"/>
                    <a:pt x="584" y="342"/>
                  </a:cubicBezTo>
                  <a:cubicBezTo>
                    <a:pt x="578" y="377"/>
                    <a:pt x="579" y="381"/>
                    <a:pt x="575" y="384"/>
                  </a:cubicBezTo>
                  <a:cubicBezTo>
                    <a:pt x="572" y="368"/>
                    <a:pt x="578" y="365"/>
                    <a:pt x="575" y="361"/>
                  </a:cubicBezTo>
                  <a:cubicBezTo>
                    <a:pt x="580" y="316"/>
                    <a:pt x="571" y="307"/>
                    <a:pt x="578" y="300"/>
                  </a:cubicBezTo>
                  <a:cubicBezTo>
                    <a:pt x="572" y="220"/>
                    <a:pt x="574" y="213"/>
                    <a:pt x="573" y="205"/>
                  </a:cubicBezTo>
                  <a:cubicBezTo>
                    <a:pt x="581" y="177"/>
                    <a:pt x="576" y="169"/>
                    <a:pt x="580" y="163"/>
                  </a:cubicBezTo>
                  <a:cubicBezTo>
                    <a:pt x="594" y="117"/>
                    <a:pt x="601" y="111"/>
                    <a:pt x="598" y="103"/>
                  </a:cubicBezTo>
                  <a:cubicBezTo>
                    <a:pt x="577" y="151"/>
                    <a:pt x="576" y="154"/>
                    <a:pt x="573" y="156"/>
                  </a:cubicBezTo>
                  <a:cubicBezTo>
                    <a:pt x="562" y="241"/>
                    <a:pt x="563" y="252"/>
                    <a:pt x="564" y="263"/>
                  </a:cubicBezTo>
                  <a:cubicBezTo>
                    <a:pt x="569" y="302"/>
                    <a:pt x="564" y="307"/>
                    <a:pt x="568" y="312"/>
                  </a:cubicBezTo>
                  <a:cubicBezTo>
                    <a:pt x="566" y="341"/>
                    <a:pt x="565" y="352"/>
                    <a:pt x="568" y="364"/>
                  </a:cubicBezTo>
                  <a:cubicBezTo>
                    <a:pt x="553" y="423"/>
                    <a:pt x="553" y="420"/>
                    <a:pt x="555" y="417"/>
                  </a:cubicBezTo>
                  <a:cubicBezTo>
                    <a:pt x="556" y="394"/>
                    <a:pt x="560" y="392"/>
                    <a:pt x="558" y="388"/>
                  </a:cubicBezTo>
                  <a:cubicBezTo>
                    <a:pt x="561" y="333"/>
                    <a:pt x="563" y="331"/>
                    <a:pt x="562" y="329"/>
                  </a:cubicBezTo>
                  <a:cubicBezTo>
                    <a:pt x="559" y="274"/>
                    <a:pt x="553" y="255"/>
                    <a:pt x="554" y="236"/>
                  </a:cubicBezTo>
                  <a:cubicBezTo>
                    <a:pt x="554" y="218"/>
                    <a:pt x="555" y="214"/>
                    <a:pt x="554" y="209"/>
                  </a:cubicBezTo>
                  <a:cubicBezTo>
                    <a:pt x="559" y="193"/>
                    <a:pt x="557" y="190"/>
                    <a:pt x="559" y="188"/>
                  </a:cubicBezTo>
                  <a:cubicBezTo>
                    <a:pt x="569" y="145"/>
                    <a:pt x="573" y="136"/>
                    <a:pt x="573" y="126"/>
                  </a:cubicBezTo>
                  <a:cubicBezTo>
                    <a:pt x="557" y="167"/>
                    <a:pt x="554" y="173"/>
                    <a:pt x="555" y="179"/>
                  </a:cubicBezTo>
                  <a:cubicBezTo>
                    <a:pt x="548" y="204"/>
                    <a:pt x="545" y="211"/>
                    <a:pt x="547" y="219"/>
                  </a:cubicBezTo>
                  <a:cubicBezTo>
                    <a:pt x="545" y="249"/>
                    <a:pt x="547" y="257"/>
                    <a:pt x="548" y="265"/>
                  </a:cubicBezTo>
                  <a:cubicBezTo>
                    <a:pt x="553" y="302"/>
                    <a:pt x="551" y="305"/>
                    <a:pt x="550" y="308"/>
                  </a:cubicBezTo>
                  <a:cubicBezTo>
                    <a:pt x="556" y="350"/>
                    <a:pt x="553" y="352"/>
                    <a:pt x="554" y="354"/>
                  </a:cubicBezTo>
                  <a:cubicBezTo>
                    <a:pt x="551" y="391"/>
                    <a:pt x="544" y="394"/>
                    <a:pt x="549" y="399"/>
                  </a:cubicBezTo>
                  <a:cubicBezTo>
                    <a:pt x="548" y="423"/>
                    <a:pt x="541" y="425"/>
                    <a:pt x="543" y="428"/>
                  </a:cubicBezTo>
                  <a:cubicBezTo>
                    <a:pt x="534" y="435"/>
                    <a:pt x="534" y="428"/>
                    <a:pt x="538" y="422"/>
                  </a:cubicBezTo>
                  <a:cubicBezTo>
                    <a:pt x="537" y="386"/>
                    <a:pt x="541" y="383"/>
                    <a:pt x="540" y="379"/>
                  </a:cubicBezTo>
                  <a:cubicBezTo>
                    <a:pt x="538" y="342"/>
                    <a:pt x="537" y="338"/>
                    <a:pt x="538" y="333"/>
                  </a:cubicBezTo>
                  <a:cubicBezTo>
                    <a:pt x="535" y="297"/>
                    <a:pt x="532" y="288"/>
                    <a:pt x="531" y="280"/>
                  </a:cubicBezTo>
                  <a:cubicBezTo>
                    <a:pt x="528" y="237"/>
                    <a:pt x="531" y="236"/>
                    <a:pt x="530" y="234"/>
                  </a:cubicBezTo>
                  <a:cubicBezTo>
                    <a:pt x="531" y="195"/>
                    <a:pt x="535" y="192"/>
                    <a:pt x="534" y="187"/>
                  </a:cubicBezTo>
                  <a:cubicBezTo>
                    <a:pt x="537" y="169"/>
                    <a:pt x="538" y="165"/>
                    <a:pt x="539" y="161"/>
                  </a:cubicBezTo>
                  <a:cubicBezTo>
                    <a:pt x="534" y="156"/>
                    <a:pt x="534" y="160"/>
                    <a:pt x="532" y="164"/>
                  </a:cubicBezTo>
                  <a:cubicBezTo>
                    <a:pt x="527" y="184"/>
                    <a:pt x="527" y="187"/>
                    <a:pt x="528" y="189"/>
                  </a:cubicBezTo>
                  <a:cubicBezTo>
                    <a:pt x="521" y="228"/>
                    <a:pt x="522" y="230"/>
                    <a:pt x="522" y="232"/>
                  </a:cubicBezTo>
                  <a:cubicBezTo>
                    <a:pt x="521" y="256"/>
                    <a:pt x="520" y="257"/>
                    <a:pt x="522" y="259"/>
                  </a:cubicBezTo>
                  <a:cubicBezTo>
                    <a:pt x="527" y="285"/>
                    <a:pt x="520" y="288"/>
                    <a:pt x="524" y="293"/>
                  </a:cubicBezTo>
                  <a:cubicBezTo>
                    <a:pt x="532" y="343"/>
                    <a:pt x="530" y="351"/>
                    <a:pt x="534" y="361"/>
                  </a:cubicBezTo>
                  <a:cubicBezTo>
                    <a:pt x="531" y="378"/>
                    <a:pt x="529" y="380"/>
                    <a:pt x="532" y="382"/>
                  </a:cubicBezTo>
                  <a:cubicBezTo>
                    <a:pt x="530" y="417"/>
                    <a:pt x="530" y="421"/>
                    <a:pt x="528" y="424"/>
                  </a:cubicBezTo>
                  <a:cubicBezTo>
                    <a:pt x="523" y="442"/>
                    <a:pt x="525" y="445"/>
                    <a:pt x="522" y="444"/>
                  </a:cubicBezTo>
                  <a:cubicBezTo>
                    <a:pt x="523" y="396"/>
                    <a:pt x="516" y="383"/>
                    <a:pt x="519" y="372"/>
                  </a:cubicBezTo>
                  <a:cubicBezTo>
                    <a:pt x="517" y="348"/>
                    <a:pt x="514" y="341"/>
                    <a:pt x="515" y="335"/>
                  </a:cubicBezTo>
                  <a:cubicBezTo>
                    <a:pt x="506" y="291"/>
                    <a:pt x="509" y="286"/>
                    <a:pt x="507" y="280"/>
                  </a:cubicBezTo>
                  <a:cubicBezTo>
                    <a:pt x="508" y="220"/>
                    <a:pt x="509" y="215"/>
                    <a:pt x="510" y="209"/>
                  </a:cubicBezTo>
                  <a:cubicBezTo>
                    <a:pt x="513" y="185"/>
                    <a:pt x="512" y="178"/>
                    <a:pt x="516" y="173"/>
                  </a:cubicBezTo>
                  <a:cubicBezTo>
                    <a:pt x="515" y="159"/>
                    <a:pt x="514" y="162"/>
                    <a:pt x="512" y="164"/>
                  </a:cubicBezTo>
                  <a:cubicBezTo>
                    <a:pt x="505" y="191"/>
                    <a:pt x="507" y="196"/>
                    <a:pt x="504" y="201"/>
                  </a:cubicBezTo>
                  <a:cubicBezTo>
                    <a:pt x="500" y="221"/>
                    <a:pt x="502" y="226"/>
                    <a:pt x="501" y="230"/>
                  </a:cubicBezTo>
                  <a:cubicBezTo>
                    <a:pt x="498" y="248"/>
                    <a:pt x="500" y="251"/>
                    <a:pt x="500" y="253"/>
                  </a:cubicBezTo>
                  <a:cubicBezTo>
                    <a:pt x="496" y="271"/>
                    <a:pt x="502" y="275"/>
                    <a:pt x="498" y="277"/>
                  </a:cubicBezTo>
                  <a:cubicBezTo>
                    <a:pt x="497" y="300"/>
                    <a:pt x="497" y="294"/>
                    <a:pt x="497" y="290"/>
                  </a:cubicBezTo>
                  <a:cubicBezTo>
                    <a:pt x="494" y="271"/>
                    <a:pt x="495" y="268"/>
                    <a:pt x="495" y="266"/>
                  </a:cubicBezTo>
                  <a:cubicBezTo>
                    <a:pt x="494" y="202"/>
                    <a:pt x="495" y="187"/>
                    <a:pt x="499" y="173"/>
                  </a:cubicBezTo>
                  <a:cubicBezTo>
                    <a:pt x="501" y="135"/>
                    <a:pt x="510" y="133"/>
                    <a:pt x="503" y="128"/>
                  </a:cubicBezTo>
                  <a:cubicBezTo>
                    <a:pt x="490" y="173"/>
                    <a:pt x="490" y="178"/>
                    <a:pt x="489" y="183"/>
                  </a:cubicBezTo>
                  <a:cubicBezTo>
                    <a:pt x="485" y="220"/>
                    <a:pt x="485" y="223"/>
                    <a:pt x="485" y="225"/>
                  </a:cubicBezTo>
                  <a:cubicBezTo>
                    <a:pt x="484" y="256"/>
                    <a:pt x="483" y="258"/>
                    <a:pt x="486" y="261"/>
                  </a:cubicBezTo>
                  <a:cubicBezTo>
                    <a:pt x="484" y="277"/>
                    <a:pt x="489" y="280"/>
                    <a:pt x="487" y="282"/>
                  </a:cubicBezTo>
                  <a:cubicBezTo>
                    <a:pt x="498" y="337"/>
                    <a:pt x="496" y="347"/>
                    <a:pt x="502" y="357"/>
                  </a:cubicBezTo>
                  <a:cubicBezTo>
                    <a:pt x="506" y="408"/>
                    <a:pt x="505" y="413"/>
                    <a:pt x="503" y="418"/>
                  </a:cubicBezTo>
                  <a:cubicBezTo>
                    <a:pt x="505" y="450"/>
                    <a:pt x="505" y="453"/>
                    <a:pt x="503" y="455"/>
                  </a:cubicBezTo>
                  <a:cubicBezTo>
                    <a:pt x="499" y="471"/>
                    <a:pt x="503" y="479"/>
                    <a:pt x="498" y="475"/>
                  </a:cubicBezTo>
                  <a:cubicBezTo>
                    <a:pt x="493" y="426"/>
                    <a:pt x="495" y="423"/>
                    <a:pt x="495" y="419"/>
                  </a:cubicBezTo>
                  <a:cubicBezTo>
                    <a:pt x="485" y="375"/>
                    <a:pt x="480" y="366"/>
                    <a:pt x="483" y="359"/>
                  </a:cubicBezTo>
                  <a:cubicBezTo>
                    <a:pt x="470" y="321"/>
                    <a:pt x="476" y="319"/>
                    <a:pt x="470" y="314"/>
                  </a:cubicBezTo>
                  <a:cubicBezTo>
                    <a:pt x="459" y="218"/>
                    <a:pt x="466" y="212"/>
                    <a:pt x="462" y="204"/>
                  </a:cubicBezTo>
                  <a:cubicBezTo>
                    <a:pt x="457" y="195"/>
                    <a:pt x="457" y="204"/>
                    <a:pt x="457" y="213"/>
                  </a:cubicBezTo>
                  <a:cubicBezTo>
                    <a:pt x="457" y="232"/>
                    <a:pt x="452" y="236"/>
                    <a:pt x="455" y="241"/>
                  </a:cubicBezTo>
                  <a:cubicBezTo>
                    <a:pt x="454" y="275"/>
                    <a:pt x="459" y="280"/>
                    <a:pt x="456" y="285"/>
                  </a:cubicBezTo>
                  <a:cubicBezTo>
                    <a:pt x="462" y="317"/>
                    <a:pt x="462" y="322"/>
                    <a:pt x="465" y="327"/>
                  </a:cubicBezTo>
                  <a:cubicBezTo>
                    <a:pt x="475" y="362"/>
                    <a:pt x="473" y="368"/>
                    <a:pt x="475" y="375"/>
                  </a:cubicBezTo>
                  <a:cubicBezTo>
                    <a:pt x="478" y="394"/>
                    <a:pt x="483" y="397"/>
                    <a:pt x="481" y="400"/>
                  </a:cubicBezTo>
                  <a:cubicBezTo>
                    <a:pt x="484" y="436"/>
                    <a:pt x="490" y="444"/>
                    <a:pt x="487" y="449"/>
                  </a:cubicBezTo>
                  <a:cubicBezTo>
                    <a:pt x="483" y="480"/>
                    <a:pt x="490" y="485"/>
                    <a:pt x="488" y="488"/>
                  </a:cubicBezTo>
                  <a:cubicBezTo>
                    <a:pt x="483" y="503"/>
                    <a:pt x="485" y="499"/>
                    <a:pt x="485" y="495"/>
                  </a:cubicBezTo>
                  <a:cubicBezTo>
                    <a:pt x="486" y="464"/>
                    <a:pt x="482" y="459"/>
                    <a:pt x="483" y="454"/>
                  </a:cubicBezTo>
                  <a:cubicBezTo>
                    <a:pt x="474" y="394"/>
                    <a:pt x="466" y="388"/>
                    <a:pt x="469" y="384"/>
                  </a:cubicBezTo>
                  <a:cubicBezTo>
                    <a:pt x="462" y="348"/>
                    <a:pt x="459" y="346"/>
                    <a:pt x="457" y="346"/>
                  </a:cubicBezTo>
                  <a:cubicBezTo>
                    <a:pt x="449" y="328"/>
                    <a:pt x="460" y="322"/>
                    <a:pt x="453" y="324"/>
                  </a:cubicBezTo>
                  <a:cubicBezTo>
                    <a:pt x="446" y="286"/>
                    <a:pt x="449" y="281"/>
                    <a:pt x="445" y="276"/>
                  </a:cubicBezTo>
                  <a:cubicBezTo>
                    <a:pt x="449" y="241"/>
                    <a:pt x="443" y="235"/>
                    <a:pt x="444" y="230"/>
                  </a:cubicBezTo>
                  <a:cubicBezTo>
                    <a:pt x="450" y="210"/>
                    <a:pt x="442" y="203"/>
                    <a:pt x="449" y="199"/>
                  </a:cubicBezTo>
                  <a:cubicBezTo>
                    <a:pt x="454" y="163"/>
                    <a:pt x="461" y="159"/>
                    <a:pt x="458" y="153"/>
                  </a:cubicBezTo>
                  <a:cubicBezTo>
                    <a:pt x="444" y="191"/>
                    <a:pt x="439" y="200"/>
                    <a:pt x="440" y="211"/>
                  </a:cubicBezTo>
                  <a:cubicBezTo>
                    <a:pt x="435" y="250"/>
                    <a:pt x="436" y="261"/>
                    <a:pt x="437" y="271"/>
                  </a:cubicBezTo>
                  <a:cubicBezTo>
                    <a:pt x="442" y="313"/>
                    <a:pt x="444" y="323"/>
                    <a:pt x="448" y="335"/>
                  </a:cubicBezTo>
                  <a:cubicBezTo>
                    <a:pt x="458" y="387"/>
                    <a:pt x="461" y="393"/>
                    <a:pt x="460" y="398"/>
                  </a:cubicBezTo>
                  <a:cubicBezTo>
                    <a:pt x="473" y="464"/>
                    <a:pt x="476" y="471"/>
                    <a:pt x="475" y="477"/>
                  </a:cubicBezTo>
                  <a:cubicBezTo>
                    <a:pt x="472" y="519"/>
                    <a:pt x="470" y="522"/>
                    <a:pt x="473" y="526"/>
                  </a:cubicBezTo>
                  <a:cubicBezTo>
                    <a:pt x="466" y="546"/>
                    <a:pt x="465" y="547"/>
                    <a:pt x="465" y="548"/>
                  </a:cubicBezTo>
                  <a:cubicBezTo>
                    <a:pt x="459" y="507"/>
                    <a:pt x="462" y="504"/>
                    <a:pt x="463" y="501"/>
                  </a:cubicBezTo>
                  <a:cubicBezTo>
                    <a:pt x="458" y="462"/>
                    <a:pt x="451" y="454"/>
                    <a:pt x="451" y="448"/>
                  </a:cubicBezTo>
                  <a:cubicBezTo>
                    <a:pt x="436" y="412"/>
                    <a:pt x="440" y="409"/>
                    <a:pt x="436" y="405"/>
                  </a:cubicBezTo>
                  <a:cubicBezTo>
                    <a:pt x="427" y="372"/>
                    <a:pt x="429" y="369"/>
                    <a:pt x="426" y="365"/>
                  </a:cubicBezTo>
                  <a:cubicBezTo>
                    <a:pt x="421" y="351"/>
                    <a:pt x="423" y="350"/>
                    <a:pt x="421" y="347"/>
                  </a:cubicBezTo>
                  <a:cubicBezTo>
                    <a:pt x="417" y="313"/>
                    <a:pt x="414" y="309"/>
                    <a:pt x="415" y="305"/>
                  </a:cubicBezTo>
                  <a:cubicBezTo>
                    <a:pt x="416" y="260"/>
                    <a:pt x="418" y="257"/>
                    <a:pt x="414" y="253"/>
                  </a:cubicBezTo>
                  <a:cubicBezTo>
                    <a:pt x="416" y="237"/>
                    <a:pt x="416" y="229"/>
                    <a:pt x="414" y="222"/>
                  </a:cubicBezTo>
                  <a:cubicBezTo>
                    <a:pt x="416" y="200"/>
                    <a:pt x="418" y="197"/>
                    <a:pt x="418" y="194"/>
                  </a:cubicBezTo>
                  <a:cubicBezTo>
                    <a:pt x="414" y="206"/>
                    <a:pt x="410" y="211"/>
                    <a:pt x="412" y="216"/>
                  </a:cubicBezTo>
                  <a:cubicBezTo>
                    <a:pt x="409" y="236"/>
                    <a:pt x="410" y="242"/>
                    <a:pt x="410" y="247"/>
                  </a:cubicBezTo>
                  <a:cubicBezTo>
                    <a:pt x="407" y="327"/>
                    <a:pt x="412" y="332"/>
                    <a:pt x="410" y="335"/>
                  </a:cubicBezTo>
                  <a:cubicBezTo>
                    <a:pt x="414" y="368"/>
                    <a:pt x="422" y="373"/>
                    <a:pt x="420" y="377"/>
                  </a:cubicBezTo>
                  <a:cubicBezTo>
                    <a:pt x="438" y="439"/>
                    <a:pt x="445" y="459"/>
                    <a:pt x="448" y="477"/>
                  </a:cubicBezTo>
                  <a:cubicBezTo>
                    <a:pt x="451" y="509"/>
                    <a:pt x="452" y="514"/>
                    <a:pt x="453" y="518"/>
                  </a:cubicBezTo>
                  <a:cubicBezTo>
                    <a:pt x="449" y="518"/>
                    <a:pt x="452" y="515"/>
                    <a:pt x="448" y="512"/>
                  </a:cubicBezTo>
                  <a:cubicBezTo>
                    <a:pt x="443" y="484"/>
                    <a:pt x="442" y="477"/>
                    <a:pt x="441" y="470"/>
                  </a:cubicBezTo>
                  <a:cubicBezTo>
                    <a:pt x="432" y="436"/>
                    <a:pt x="429" y="432"/>
                    <a:pt x="428" y="428"/>
                  </a:cubicBezTo>
                  <a:cubicBezTo>
                    <a:pt x="416" y="393"/>
                    <a:pt x="413" y="389"/>
                    <a:pt x="414" y="386"/>
                  </a:cubicBezTo>
                  <a:cubicBezTo>
                    <a:pt x="407" y="359"/>
                    <a:pt x="405" y="356"/>
                    <a:pt x="403" y="350"/>
                  </a:cubicBezTo>
                  <a:cubicBezTo>
                    <a:pt x="401" y="334"/>
                    <a:pt x="403" y="333"/>
                    <a:pt x="403" y="333"/>
                  </a:cubicBezTo>
                  <a:cubicBezTo>
                    <a:pt x="401" y="321"/>
                    <a:pt x="400" y="317"/>
                    <a:pt x="399" y="314"/>
                  </a:cubicBezTo>
                  <a:cubicBezTo>
                    <a:pt x="395" y="298"/>
                    <a:pt x="397" y="295"/>
                    <a:pt x="396" y="293"/>
                  </a:cubicBezTo>
                  <a:cubicBezTo>
                    <a:pt x="390" y="256"/>
                    <a:pt x="396" y="250"/>
                    <a:pt x="392" y="243"/>
                  </a:cubicBezTo>
                  <a:cubicBezTo>
                    <a:pt x="394" y="217"/>
                    <a:pt x="395" y="215"/>
                    <a:pt x="395" y="213"/>
                  </a:cubicBezTo>
                  <a:cubicBezTo>
                    <a:pt x="388" y="211"/>
                    <a:pt x="391" y="212"/>
                    <a:pt x="391" y="214"/>
                  </a:cubicBezTo>
                  <a:cubicBezTo>
                    <a:pt x="386" y="231"/>
                    <a:pt x="389" y="235"/>
                    <a:pt x="386" y="237"/>
                  </a:cubicBezTo>
                  <a:cubicBezTo>
                    <a:pt x="387" y="268"/>
                    <a:pt x="385" y="271"/>
                    <a:pt x="388" y="275"/>
                  </a:cubicBezTo>
                  <a:cubicBezTo>
                    <a:pt x="391" y="325"/>
                    <a:pt x="397" y="338"/>
                    <a:pt x="393" y="350"/>
                  </a:cubicBezTo>
                  <a:cubicBezTo>
                    <a:pt x="405" y="382"/>
                    <a:pt x="403" y="390"/>
                    <a:pt x="408" y="398"/>
                  </a:cubicBezTo>
                  <a:cubicBezTo>
                    <a:pt x="419" y="430"/>
                    <a:pt x="421" y="438"/>
                    <a:pt x="423" y="446"/>
                  </a:cubicBezTo>
                  <a:cubicBezTo>
                    <a:pt x="436" y="483"/>
                    <a:pt x="432" y="487"/>
                    <a:pt x="436" y="491"/>
                  </a:cubicBezTo>
                  <a:cubicBezTo>
                    <a:pt x="440" y="554"/>
                    <a:pt x="443" y="558"/>
                    <a:pt x="443" y="562"/>
                  </a:cubicBezTo>
                  <a:cubicBezTo>
                    <a:pt x="428" y="572"/>
                    <a:pt x="429" y="568"/>
                    <a:pt x="430" y="564"/>
                  </a:cubicBezTo>
                  <a:cubicBezTo>
                    <a:pt x="417" y="498"/>
                    <a:pt x="416" y="485"/>
                    <a:pt x="415" y="472"/>
                  </a:cubicBezTo>
                  <a:cubicBezTo>
                    <a:pt x="409" y="449"/>
                    <a:pt x="405" y="442"/>
                    <a:pt x="406" y="436"/>
                  </a:cubicBezTo>
                  <a:cubicBezTo>
                    <a:pt x="401" y="421"/>
                    <a:pt x="398" y="415"/>
                    <a:pt x="398" y="411"/>
                  </a:cubicBezTo>
                  <a:cubicBezTo>
                    <a:pt x="393" y="374"/>
                    <a:pt x="387" y="375"/>
                    <a:pt x="389" y="372"/>
                  </a:cubicBezTo>
                  <a:cubicBezTo>
                    <a:pt x="382" y="312"/>
                    <a:pt x="377" y="293"/>
                    <a:pt x="381" y="275"/>
                  </a:cubicBezTo>
                  <a:cubicBezTo>
                    <a:pt x="385" y="244"/>
                    <a:pt x="380" y="238"/>
                    <a:pt x="383" y="234"/>
                  </a:cubicBezTo>
                  <a:cubicBezTo>
                    <a:pt x="377" y="239"/>
                    <a:pt x="376" y="242"/>
                    <a:pt x="376" y="244"/>
                  </a:cubicBezTo>
                  <a:cubicBezTo>
                    <a:pt x="375" y="300"/>
                    <a:pt x="373" y="312"/>
                    <a:pt x="372" y="324"/>
                  </a:cubicBezTo>
                  <a:cubicBezTo>
                    <a:pt x="386" y="402"/>
                    <a:pt x="389" y="407"/>
                    <a:pt x="389" y="412"/>
                  </a:cubicBezTo>
                  <a:cubicBezTo>
                    <a:pt x="411" y="512"/>
                    <a:pt x="416" y="522"/>
                    <a:pt x="416" y="532"/>
                  </a:cubicBezTo>
                  <a:cubicBezTo>
                    <a:pt x="418" y="573"/>
                    <a:pt x="419" y="584"/>
                    <a:pt x="420" y="595"/>
                  </a:cubicBezTo>
                  <a:cubicBezTo>
                    <a:pt x="411" y="622"/>
                    <a:pt x="419" y="616"/>
                    <a:pt x="413" y="608"/>
                  </a:cubicBezTo>
                  <a:cubicBezTo>
                    <a:pt x="406" y="541"/>
                    <a:pt x="407" y="534"/>
                    <a:pt x="403" y="527"/>
                  </a:cubicBezTo>
                  <a:cubicBezTo>
                    <a:pt x="394" y="499"/>
                    <a:pt x="398" y="493"/>
                    <a:pt x="395" y="486"/>
                  </a:cubicBezTo>
                  <a:cubicBezTo>
                    <a:pt x="376" y="417"/>
                    <a:pt x="378" y="413"/>
                    <a:pt x="374" y="408"/>
                  </a:cubicBezTo>
                  <a:cubicBezTo>
                    <a:pt x="370" y="378"/>
                    <a:pt x="365" y="372"/>
                    <a:pt x="367" y="369"/>
                  </a:cubicBezTo>
                  <a:cubicBezTo>
                    <a:pt x="363" y="308"/>
                    <a:pt x="356" y="298"/>
                    <a:pt x="360" y="290"/>
                  </a:cubicBezTo>
                  <a:cubicBezTo>
                    <a:pt x="362" y="248"/>
                    <a:pt x="362" y="244"/>
                    <a:pt x="362" y="239"/>
                  </a:cubicBezTo>
                  <a:cubicBezTo>
                    <a:pt x="363" y="220"/>
                    <a:pt x="361" y="223"/>
                    <a:pt x="360" y="226"/>
                  </a:cubicBezTo>
                  <a:cubicBezTo>
                    <a:pt x="358" y="241"/>
                    <a:pt x="353" y="244"/>
                    <a:pt x="357" y="248"/>
                  </a:cubicBezTo>
                  <a:cubicBezTo>
                    <a:pt x="352" y="267"/>
                    <a:pt x="356" y="270"/>
                    <a:pt x="351" y="272"/>
                  </a:cubicBezTo>
                  <a:cubicBezTo>
                    <a:pt x="350" y="303"/>
                    <a:pt x="355" y="306"/>
                    <a:pt x="353" y="308"/>
                  </a:cubicBezTo>
                  <a:cubicBezTo>
                    <a:pt x="351" y="332"/>
                    <a:pt x="356" y="338"/>
                    <a:pt x="353" y="342"/>
                  </a:cubicBezTo>
                  <a:cubicBezTo>
                    <a:pt x="363" y="389"/>
                    <a:pt x="362" y="393"/>
                    <a:pt x="367" y="398"/>
                  </a:cubicBezTo>
                  <a:cubicBezTo>
                    <a:pt x="367" y="433"/>
                    <a:pt x="379" y="443"/>
                    <a:pt x="375" y="451"/>
                  </a:cubicBezTo>
                  <a:cubicBezTo>
                    <a:pt x="395" y="536"/>
                    <a:pt x="399" y="541"/>
                    <a:pt x="399" y="545"/>
                  </a:cubicBezTo>
                  <a:cubicBezTo>
                    <a:pt x="400" y="576"/>
                    <a:pt x="402" y="581"/>
                    <a:pt x="406" y="586"/>
                  </a:cubicBezTo>
                  <a:cubicBezTo>
                    <a:pt x="406" y="605"/>
                    <a:pt x="405" y="608"/>
                    <a:pt x="404" y="610"/>
                  </a:cubicBezTo>
                  <a:cubicBezTo>
                    <a:pt x="402" y="627"/>
                    <a:pt x="408" y="632"/>
                    <a:pt x="403" y="635"/>
                  </a:cubicBezTo>
                  <a:cubicBezTo>
                    <a:pt x="396" y="601"/>
                    <a:pt x="401" y="597"/>
                    <a:pt x="398" y="592"/>
                  </a:cubicBezTo>
                  <a:cubicBezTo>
                    <a:pt x="383" y="512"/>
                    <a:pt x="375" y="506"/>
                    <a:pt x="377" y="501"/>
                  </a:cubicBezTo>
                  <a:cubicBezTo>
                    <a:pt x="354" y="435"/>
                    <a:pt x="354" y="416"/>
                    <a:pt x="344" y="395"/>
                  </a:cubicBezTo>
                  <a:cubicBezTo>
                    <a:pt x="338" y="338"/>
                    <a:pt x="338" y="335"/>
                    <a:pt x="339" y="333"/>
                  </a:cubicBezTo>
                  <a:cubicBezTo>
                    <a:pt x="340" y="299"/>
                    <a:pt x="336" y="293"/>
                    <a:pt x="338" y="287"/>
                  </a:cubicBezTo>
                  <a:cubicBezTo>
                    <a:pt x="331" y="289"/>
                    <a:pt x="332" y="300"/>
                    <a:pt x="330" y="310"/>
                  </a:cubicBezTo>
                  <a:cubicBezTo>
                    <a:pt x="334" y="336"/>
                    <a:pt x="329" y="338"/>
                    <a:pt x="333" y="342"/>
                  </a:cubicBezTo>
                  <a:cubicBezTo>
                    <a:pt x="337" y="378"/>
                    <a:pt x="335" y="383"/>
                    <a:pt x="337" y="388"/>
                  </a:cubicBezTo>
                  <a:cubicBezTo>
                    <a:pt x="337" y="409"/>
                    <a:pt x="345" y="415"/>
                    <a:pt x="343" y="420"/>
                  </a:cubicBezTo>
                  <a:cubicBezTo>
                    <a:pt x="357" y="454"/>
                    <a:pt x="351" y="461"/>
                    <a:pt x="357" y="467"/>
                  </a:cubicBezTo>
                  <a:cubicBezTo>
                    <a:pt x="369" y="497"/>
                    <a:pt x="364" y="504"/>
                    <a:pt x="368" y="506"/>
                  </a:cubicBezTo>
                  <a:cubicBezTo>
                    <a:pt x="379" y="543"/>
                    <a:pt x="382" y="551"/>
                    <a:pt x="384" y="558"/>
                  </a:cubicBezTo>
                  <a:cubicBezTo>
                    <a:pt x="390" y="600"/>
                    <a:pt x="393" y="605"/>
                    <a:pt x="388" y="609"/>
                  </a:cubicBezTo>
                  <a:cubicBezTo>
                    <a:pt x="376" y="559"/>
                    <a:pt x="371" y="556"/>
                    <a:pt x="373" y="554"/>
                  </a:cubicBezTo>
                  <a:cubicBezTo>
                    <a:pt x="357" y="504"/>
                    <a:pt x="350" y="497"/>
                    <a:pt x="350" y="491"/>
                  </a:cubicBezTo>
                  <a:cubicBezTo>
                    <a:pt x="323" y="433"/>
                    <a:pt x="327" y="431"/>
                    <a:pt x="324" y="427"/>
                  </a:cubicBezTo>
                  <a:cubicBezTo>
                    <a:pt x="313" y="386"/>
                    <a:pt x="309" y="374"/>
                    <a:pt x="308" y="362"/>
                  </a:cubicBezTo>
                  <a:cubicBezTo>
                    <a:pt x="306" y="320"/>
                    <a:pt x="303" y="314"/>
                    <a:pt x="304" y="308"/>
                  </a:cubicBezTo>
                  <a:cubicBezTo>
                    <a:pt x="303" y="284"/>
                    <a:pt x="306" y="279"/>
                    <a:pt x="306" y="273"/>
                  </a:cubicBezTo>
                  <a:cubicBezTo>
                    <a:pt x="300" y="263"/>
                    <a:pt x="301" y="273"/>
                    <a:pt x="300" y="282"/>
                  </a:cubicBezTo>
                  <a:cubicBezTo>
                    <a:pt x="298" y="301"/>
                    <a:pt x="297" y="305"/>
                    <a:pt x="295" y="310"/>
                  </a:cubicBezTo>
                  <a:cubicBezTo>
                    <a:pt x="307" y="382"/>
                    <a:pt x="302" y="391"/>
                    <a:pt x="310" y="402"/>
                  </a:cubicBezTo>
                  <a:cubicBezTo>
                    <a:pt x="317" y="439"/>
                    <a:pt x="325" y="446"/>
                    <a:pt x="323" y="450"/>
                  </a:cubicBezTo>
                  <a:cubicBezTo>
                    <a:pt x="337" y="478"/>
                    <a:pt x="337" y="489"/>
                    <a:pt x="345" y="500"/>
                  </a:cubicBezTo>
                  <a:cubicBezTo>
                    <a:pt x="352" y="526"/>
                    <a:pt x="359" y="530"/>
                    <a:pt x="355" y="532"/>
                  </a:cubicBezTo>
                  <a:cubicBezTo>
                    <a:pt x="378" y="589"/>
                    <a:pt x="373" y="597"/>
                    <a:pt x="377" y="600"/>
                  </a:cubicBezTo>
                  <a:cubicBezTo>
                    <a:pt x="374" y="595"/>
                    <a:pt x="367" y="591"/>
                    <a:pt x="366" y="588"/>
                  </a:cubicBezTo>
                  <a:cubicBezTo>
                    <a:pt x="355" y="552"/>
                    <a:pt x="348" y="544"/>
                    <a:pt x="350" y="538"/>
                  </a:cubicBezTo>
                  <a:cubicBezTo>
                    <a:pt x="324" y="484"/>
                    <a:pt x="321" y="468"/>
                    <a:pt x="311" y="451"/>
                  </a:cubicBezTo>
                  <a:cubicBezTo>
                    <a:pt x="301" y="423"/>
                    <a:pt x="301" y="419"/>
                    <a:pt x="300" y="415"/>
                  </a:cubicBezTo>
                  <a:cubicBezTo>
                    <a:pt x="290" y="374"/>
                    <a:pt x="287" y="369"/>
                    <a:pt x="289" y="366"/>
                  </a:cubicBezTo>
                  <a:cubicBezTo>
                    <a:pt x="286" y="345"/>
                    <a:pt x="285" y="337"/>
                    <a:pt x="285" y="330"/>
                  </a:cubicBezTo>
                  <a:cubicBezTo>
                    <a:pt x="278" y="309"/>
                    <a:pt x="280" y="316"/>
                    <a:pt x="280" y="319"/>
                  </a:cubicBezTo>
                  <a:cubicBezTo>
                    <a:pt x="279" y="330"/>
                    <a:pt x="279" y="333"/>
                    <a:pt x="279" y="334"/>
                  </a:cubicBezTo>
                  <a:cubicBezTo>
                    <a:pt x="276" y="357"/>
                    <a:pt x="284" y="362"/>
                    <a:pt x="281" y="365"/>
                  </a:cubicBezTo>
                  <a:cubicBezTo>
                    <a:pt x="287" y="400"/>
                    <a:pt x="290" y="404"/>
                    <a:pt x="290" y="407"/>
                  </a:cubicBezTo>
                  <a:cubicBezTo>
                    <a:pt x="314" y="477"/>
                    <a:pt x="313" y="479"/>
                    <a:pt x="313" y="481"/>
                  </a:cubicBezTo>
                  <a:cubicBezTo>
                    <a:pt x="324" y="507"/>
                    <a:pt x="331" y="514"/>
                    <a:pt x="329" y="519"/>
                  </a:cubicBezTo>
                  <a:cubicBezTo>
                    <a:pt x="359" y="601"/>
                    <a:pt x="365" y="601"/>
                    <a:pt x="364" y="609"/>
                  </a:cubicBezTo>
                  <a:cubicBezTo>
                    <a:pt x="371" y="640"/>
                    <a:pt x="372" y="643"/>
                    <a:pt x="374" y="646"/>
                  </a:cubicBezTo>
                  <a:cubicBezTo>
                    <a:pt x="376" y="667"/>
                    <a:pt x="377" y="669"/>
                    <a:pt x="374" y="671"/>
                  </a:cubicBezTo>
                  <a:cubicBezTo>
                    <a:pt x="375" y="687"/>
                    <a:pt x="374" y="690"/>
                    <a:pt x="375" y="692"/>
                  </a:cubicBezTo>
                  <a:cubicBezTo>
                    <a:pt x="370" y="713"/>
                    <a:pt x="369" y="717"/>
                    <a:pt x="367" y="715"/>
                  </a:cubicBezTo>
                  <a:cubicBezTo>
                    <a:pt x="363" y="675"/>
                    <a:pt x="362" y="670"/>
                    <a:pt x="363" y="666"/>
                  </a:cubicBezTo>
                  <a:cubicBezTo>
                    <a:pt x="352" y="608"/>
                    <a:pt x="345" y="610"/>
                    <a:pt x="346" y="605"/>
                  </a:cubicBezTo>
                  <a:cubicBezTo>
                    <a:pt x="334" y="572"/>
                    <a:pt x="329" y="574"/>
                    <a:pt x="329" y="568"/>
                  </a:cubicBezTo>
                  <a:cubicBezTo>
                    <a:pt x="310" y="526"/>
                    <a:pt x="303" y="521"/>
                    <a:pt x="305" y="517"/>
                  </a:cubicBezTo>
                  <a:cubicBezTo>
                    <a:pt x="290" y="492"/>
                    <a:pt x="293" y="489"/>
                    <a:pt x="289" y="484"/>
                  </a:cubicBezTo>
                  <a:cubicBezTo>
                    <a:pt x="272" y="442"/>
                    <a:pt x="272" y="433"/>
                    <a:pt x="267" y="424"/>
                  </a:cubicBezTo>
                  <a:cubicBezTo>
                    <a:pt x="263" y="382"/>
                    <a:pt x="261" y="377"/>
                    <a:pt x="262" y="373"/>
                  </a:cubicBezTo>
                  <a:cubicBezTo>
                    <a:pt x="263" y="332"/>
                    <a:pt x="259" y="327"/>
                    <a:pt x="260" y="323"/>
                  </a:cubicBezTo>
                  <a:cubicBezTo>
                    <a:pt x="255" y="324"/>
                    <a:pt x="255" y="328"/>
                    <a:pt x="258" y="332"/>
                  </a:cubicBezTo>
                  <a:cubicBezTo>
                    <a:pt x="253" y="357"/>
                    <a:pt x="255" y="358"/>
                    <a:pt x="255" y="359"/>
                  </a:cubicBezTo>
                  <a:cubicBezTo>
                    <a:pt x="256" y="372"/>
                    <a:pt x="254" y="373"/>
                    <a:pt x="255" y="376"/>
                  </a:cubicBezTo>
                  <a:cubicBezTo>
                    <a:pt x="262" y="413"/>
                    <a:pt x="257" y="421"/>
                    <a:pt x="262" y="430"/>
                  </a:cubicBezTo>
                  <a:cubicBezTo>
                    <a:pt x="271" y="463"/>
                    <a:pt x="270" y="468"/>
                    <a:pt x="276" y="474"/>
                  </a:cubicBezTo>
                  <a:cubicBezTo>
                    <a:pt x="293" y="525"/>
                    <a:pt x="305" y="537"/>
                    <a:pt x="308" y="549"/>
                  </a:cubicBezTo>
                  <a:cubicBezTo>
                    <a:pt x="326" y="593"/>
                    <a:pt x="338" y="598"/>
                    <a:pt x="333" y="600"/>
                  </a:cubicBezTo>
                  <a:cubicBezTo>
                    <a:pt x="344" y="639"/>
                    <a:pt x="350" y="643"/>
                    <a:pt x="348" y="645"/>
                  </a:cubicBezTo>
                  <a:cubicBezTo>
                    <a:pt x="360" y="675"/>
                    <a:pt x="349" y="681"/>
                    <a:pt x="356" y="679"/>
                  </a:cubicBezTo>
                  <a:cubicBezTo>
                    <a:pt x="356" y="718"/>
                    <a:pt x="357" y="722"/>
                    <a:pt x="358" y="727"/>
                  </a:cubicBezTo>
                  <a:cubicBezTo>
                    <a:pt x="355" y="728"/>
                    <a:pt x="353" y="720"/>
                    <a:pt x="355" y="712"/>
                  </a:cubicBezTo>
                  <a:cubicBezTo>
                    <a:pt x="344" y="656"/>
                    <a:pt x="337" y="650"/>
                    <a:pt x="339" y="647"/>
                  </a:cubicBezTo>
                  <a:cubicBezTo>
                    <a:pt x="327" y="614"/>
                    <a:pt x="329" y="612"/>
                    <a:pt x="327" y="609"/>
                  </a:cubicBezTo>
                  <a:cubicBezTo>
                    <a:pt x="296" y="547"/>
                    <a:pt x="292" y="535"/>
                    <a:pt x="286" y="521"/>
                  </a:cubicBezTo>
                  <a:cubicBezTo>
                    <a:pt x="264" y="475"/>
                    <a:pt x="265" y="471"/>
                    <a:pt x="260" y="465"/>
                  </a:cubicBezTo>
                  <a:cubicBezTo>
                    <a:pt x="247" y="411"/>
                    <a:pt x="246" y="405"/>
                    <a:pt x="244" y="399"/>
                  </a:cubicBezTo>
                  <a:cubicBezTo>
                    <a:pt x="237" y="392"/>
                    <a:pt x="243" y="396"/>
                    <a:pt x="240" y="399"/>
                  </a:cubicBezTo>
                  <a:cubicBezTo>
                    <a:pt x="245" y="450"/>
                    <a:pt x="252" y="456"/>
                    <a:pt x="251" y="460"/>
                  </a:cubicBezTo>
                  <a:cubicBezTo>
                    <a:pt x="278" y="524"/>
                    <a:pt x="284" y="536"/>
                    <a:pt x="288" y="548"/>
                  </a:cubicBezTo>
                  <a:cubicBezTo>
                    <a:pt x="302" y="574"/>
                    <a:pt x="305" y="577"/>
                    <a:pt x="303" y="579"/>
                  </a:cubicBezTo>
                  <a:cubicBezTo>
                    <a:pt x="316" y="612"/>
                    <a:pt x="323" y="618"/>
                    <a:pt x="323" y="624"/>
                  </a:cubicBezTo>
                  <a:cubicBezTo>
                    <a:pt x="325" y="635"/>
                    <a:pt x="328" y="634"/>
                    <a:pt x="329" y="635"/>
                  </a:cubicBezTo>
                  <a:cubicBezTo>
                    <a:pt x="329" y="647"/>
                    <a:pt x="332" y="649"/>
                    <a:pt x="330" y="651"/>
                  </a:cubicBezTo>
                  <a:cubicBezTo>
                    <a:pt x="342" y="695"/>
                    <a:pt x="341" y="702"/>
                    <a:pt x="346" y="710"/>
                  </a:cubicBezTo>
                  <a:cubicBezTo>
                    <a:pt x="344" y="729"/>
                    <a:pt x="346" y="732"/>
                    <a:pt x="343" y="730"/>
                  </a:cubicBezTo>
                  <a:cubicBezTo>
                    <a:pt x="342" y="696"/>
                    <a:pt x="336" y="691"/>
                    <a:pt x="340" y="688"/>
                  </a:cubicBezTo>
                  <a:cubicBezTo>
                    <a:pt x="322" y="644"/>
                    <a:pt x="323" y="635"/>
                    <a:pt x="319" y="625"/>
                  </a:cubicBezTo>
                  <a:cubicBezTo>
                    <a:pt x="304" y="603"/>
                    <a:pt x="309" y="596"/>
                    <a:pt x="304" y="598"/>
                  </a:cubicBezTo>
                  <a:cubicBezTo>
                    <a:pt x="283" y="562"/>
                    <a:pt x="281" y="562"/>
                    <a:pt x="280" y="557"/>
                  </a:cubicBezTo>
                  <a:cubicBezTo>
                    <a:pt x="239" y="483"/>
                    <a:pt x="234" y="468"/>
                    <a:pt x="227" y="453"/>
                  </a:cubicBezTo>
                  <a:cubicBezTo>
                    <a:pt x="222" y="406"/>
                    <a:pt x="214" y="401"/>
                    <a:pt x="217" y="399"/>
                  </a:cubicBezTo>
                  <a:cubicBezTo>
                    <a:pt x="210" y="368"/>
                    <a:pt x="206" y="371"/>
                    <a:pt x="209" y="374"/>
                  </a:cubicBezTo>
                  <a:cubicBezTo>
                    <a:pt x="211" y="412"/>
                    <a:pt x="214" y="416"/>
                    <a:pt x="212" y="419"/>
                  </a:cubicBezTo>
                  <a:cubicBezTo>
                    <a:pt x="217" y="447"/>
                    <a:pt x="220" y="451"/>
                    <a:pt x="218" y="454"/>
                  </a:cubicBezTo>
                  <a:cubicBezTo>
                    <a:pt x="237" y="486"/>
                    <a:pt x="228" y="488"/>
                    <a:pt x="233" y="492"/>
                  </a:cubicBezTo>
                  <a:cubicBezTo>
                    <a:pt x="243" y="506"/>
                    <a:pt x="241" y="507"/>
                    <a:pt x="243" y="510"/>
                  </a:cubicBezTo>
                  <a:cubicBezTo>
                    <a:pt x="273" y="563"/>
                    <a:pt x="281" y="573"/>
                    <a:pt x="290" y="592"/>
                  </a:cubicBezTo>
                  <a:cubicBezTo>
                    <a:pt x="313" y="641"/>
                    <a:pt x="320" y="646"/>
                    <a:pt x="317" y="650"/>
                  </a:cubicBezTo>
                  <a:cubicBezTo>
                    <a:pt x="324" y="674"/>
                    <a:pt x="328" y="677"/>
                    <a:pt x="326" y="679"/>
                  </a:cubicBezTo>
                  <a:cubicBezTo>
                    <a:pt x="331" y="728"/>
                    <a:pt x="335" y="734"/>
                    <a:pt x="335" y="739"/>
                  </a:cubicBezTo>
                  <a:cubicBezTo>
                    <a:pt x="329" y="772"/>
                    <a:pt x="335" y="778"/>
                    <a:pt x="329" y="782"/>
                  </a:cubicBezTo>
                  <a:cubicBezTo>
                    <a:pt x="329" y="760"/>
                    <a:pt x="324" y="756"/>
                    <a:pt x="326" y="754"/>
                  </a:cubicBezTo>
                  <a:cubicBezTo>
                    <a:pt x="316" y="694"/>
                    <a:pt x="311" y="688"/>
                    <a:pt x="312" y="684"/>
                  </a:cubicBezTo>
                  <a:cubicBezTo>
                    <a:pt x="303" y="664"/>
                    <a:pt x="300" y="660"/>
                    <a:pt x="297" y="655"/>
                  </a:cubicBezTo>
                  <a:cubicBezTo>
                    <a:pt x="277" y="614"/>
                    <a:pt x="276" y="603"/>
                    <a:pt x="266" y="592"/>
                  </a:cubicBezTo>
                  <a:cubicBezTo>
                    <a:pt x="229" y="512"/>
                    <a:pt x="224" y="509"/>
                    <a:pt x="226" y="507"/>
                  </a:cubicBezTo>
                  <a:cubicBezTo>
                    <a:pt x="219" y="487"/>
                    <a:pt x="218" y="484"/>
                    <a:pt x="215" y="481"/>
                  </a:cubicBezTo>
                  <a:cubicBezTo>
                    <a:pt x="207" y="434"/>
                    <a:pt x="204" y="427"/>
                    <a:pt x="203" y="421"/>
                  </a:cubicBezTo>
                  <a:cubicBezTo>
                    <a:pt x="200" y="407"/>
                    <a:pt x="202" y="403"/>
                    <a:pt x="198" y="400"/>
                  </a:cubicBezTo>
                  <a:cubicBezTo>
                    <a:pt x="196" y="424"/>
                    <a:pt x="202" y="423"/>
                    <a:pt x="200" y="426"/>
                  </a:cubicBezTo>
                  <a:cubicBezTo>
                    <a:pt x="204" y="466"/>
                    <a:pt x="207" y="469"/>
                    <a:pt x="205" y="471"/>
                  </a:cubicBezTo>
                  <a:cubicBezTo>
                    <a:pt x="232" y="535"/>
                    <a:pt x="234" y="550"/>
                    <a:pt x="247" y="566"/>
                  </a:cubicBezTo>
                  <a:cubicBezTo>
                    <a:pt x="301" y="688"/>
                    <a:pt x="306" y="693"/>
                    <a:pt x="305" y="698"/>
                  </a:cubicBezTo>
                  <a:cubicBezTo>
                    <a:pt x="318" y="764"/>
                    <a:pt x="321" y="768"/>
                    <a:pt x="316" y="771"/>
                  </a:cubicBezTo>
                  <a:cubicBezTo>
                    <a:pt x="320" y="797"/>
                    <a:pt x="318" y="798"/>
                    <a:pt x="320" y="800"/>
                  </a:cubicBezTo>
                  <a:cubicBezTo>
                    <a:pt x="311" y="765"/>
                    <a:pt x="308" y="755"/>
                    <a:pt x="311" y="746"/>
                  </a:cubicBezTo>
                  <a:cubicBezTo>
                    <a:pt x="292" y="699"/>
                    <a:pt x="295" y="695"/>
                    <a:pt x="291" y="689"/>
                  </a:cubicBezTo>
                  <a:cubicBezTo>
                    <a:pt x="279" y="664"/>
                    <a:pt x="281" y="659"/>
                    <a:pt x="274" y="652"/>
                  </a:cubicBezTo>
                  <a:cubicBezTo>
                    <a:pt x="272" y="634"/>
                    <a:pt x="265" y="630"/>
                    <a:pt x="264" y="627"/>
                  </a:cubicBezTo>
                  <a:cubicBezTo>
                    <a:pt x="258" y="606"/>
                    <a:pt x="250" y="601"/>
                    <a:pt x="253" y="598"/>
                  </a:cubicBezTo>
                  <a:cubicBezTo>
                    <a:pt x="219" y="535"/>
                    <a:pt x="210" y="531"/>
                    <a:pt x="213" y="526"/>
                  </a:cubicBezTo>
                  <a:cubicBezTo>
                    <a:pt x="196" y="496"/>
                    <a:pt x="200" y="495"/>
                    <a:pt x="199" y="493"/>
                  </a:cubicBezTo>
                  <a:cubicBezTo>
                    <a:pt x="188" y="444"/>
                    <a:pt x="183" y="435"/>
                    <a:pt x="184" y="427"/>
                  </a:cubicBezTo>
                  <a:cubicBezTo>
                    <a:pt x="176" y="409"/>
                    <a:pt x="175" y="415"/>
                    <a:pt x="176" y="421"/>
                  </a:cubicBezTo>
                  <a:cubicBezTo>
                    <a:pt x="180" y="443"/>
                    <a:pt x="180" y="448"/>
                    <a:pt x="180" y="452"/>
                  </a:cubicBezTo>
                  <a:cubicBezTo>
                    <a:pt x="181" y="498"/>
                    <a:pt x="184" y="526"/>
                    <a:pt x="195" y="545"/>
                  </a:cubicBezTo>
                  <a:cubicBezTo>
                    <a:pt x="206" y="572"/>
                    <a:pt x="208" y="569"/>
                    <a:pt x="211" y="577"/>
                  </a:cubicBezTo>
                  <a:cubicBezTo>
                    <a:pt x="236" y="627"/>
                    <a:pt x="240" y="630"/>
                    <a:pt x="238" y="632"/>
                  </a:cubicBezTo>
                  <a:cubicBezTo>
                    <a:pt x="260" y="671"/>
                    <a:pt x="263" y="679"/>
                    <a:pt x="270" y="687"/>
                  </a:cubicBezTo>
                  <a:cubicBezTo>
                    <a:pt x="277" y="703"/>
                    <a:pt x="278" y="705"/>
                    <a:pt x="280" y="707"/>
                  </a:cubicBezTo>
                  <a:cubicBezTo>
                    <a:pt x="284" y="736"/>
                    <a:pt x="293" y="745"/>
                    <a:pt x="290" y="751"/>
                  </a:cubicBezTo>
                  <a:cubicBezTo>
                    <a:pt x="300" y="786"/>
                    <a:pt x="298" y="788"/>
                    <a:pt x="301" y="790"/>
                  </a:cubicBezTo>
                  <a:cubicBezTo>
                    <a:pt x="285" y="760"/>
                    <a:pt x="280" y="751"/>
                    <a:pt x="281" y="743"/>
                  </a:cubicBezTo>
                  <a:cubicBezTo>
                    <a:pt x="267" y="717"/>
                    <a:pt x="263" y="712"/>
                    <a:pt x="264" y="709"/>
                  </a:cubicBezTo>
                  <a:cubicBezTo>
                    <a:pt x="248" y="682"/>
                    <a:pt x="246" y="670"/>
                    <a:pt x="242" y="658"/>
                  </a:cubicBezTo>
                  <a:cubicBezTo>
                    <a:pt x="179" y="534"/>
                    <a:pt x="172" y="518"/>
                    <a:pt x="162" y="502"/>
                  </a:cubicBezTo>
                  <a:cubicBezTo>
                    <a:pt x="145" y="444"/>
                    <a:pt x="148" y="430"/>
                    <a:pt x="143" y="415"/>
                  </a:cubicBezTo>
                  <a:cubicBezTo>
                    <a:pt x="140" y="444"/>
                    <a:pt x="143" y="452"/>
                    <a:pt x="143" y="459"/>
                  </a:cubicBezTo>
                  <a:cubicBezTo>
                    <a:pt x="153" y="499"/>
                    <a:pt x="156" y="503"/>
                    <a:pt x="155" y="507"/>
                  </a:cubicBezTo>
                  <a:cubicBezTo>
                    <a:pt x="184" y="563"/>
                    <a:pt x="185" y="565"/>
                    <a:pt x="185" y="569"/>
                  </a:cubicBezTo>
                  <a:cubicBezTo>
                    <a:pt x="202" y="603"/>
                    <a:pt x="208" y="605"/>
                    <a:pt x="207" y="612"/>
                  </a:cubicBezTo>
                  <a:cubicBezTo>
                    <a:pt x="217" y="641"/>
                    <a:pt x="230" y="639"/>
                    <a:pt x="224" y="644"/>
                  </a:cubicBezTo>
                  <a:cubicBezTo>
                    <a:pt x="287" y="796"/>
                    <a:pt x="292" y="802"/>
                    <a:pt x="291" y="807"/>
                  </a:cubicBezTo>
                  <a:cubicBezTo>
                    <a:pt x="298" y="844"/>
                    <a:pt x="299" y="847"/>
                    <a:pt x="297" y="849"/>
                  </a:cubicBezTo>
                  <a:cubicBezTo>
                    <a:pt x="295" y="844"/>
                    <a:pt x="294" y="840"/>
                    <a:pt x="292" y="836"/>
                  </a:cubicBezTo>
                  <a:cubicBezTo>
                    <a:pt x="285" y="809"/>
                    <a:pt x="281" y="804"/>
                    <a:pt x="278" y="799"/>
                  </a:cubicBezTo>
                  <a:cubicBezTo>
                    <a:pt x="255" y="746"/>
                    <a:pt x="249" y="747"/>
                    <a:pt x="250" y="741"/>
                  </a:cubicBezTo>
                  <a:cubicBezTo>
                    <a:pt x="223" y="694"/>
                    <a:pt x="225" y="692"/>
                    <a:pt x="223" y="689"/>
                  </a:cubicBezTo>
                  <a:cubicBezTo>
                    <a:pt x="216" y="674"/>
                    <a:pt x="215" y="671"/>
                    <a:pt x="212" y="667"/>
                  </a:cubicBezTo>
                  <a:cubicBezTo>
                    <a:pt x="201" y="644"/>
                    <a:pt x="195" y="640"/>
                    <a:pt x="198" y="638"/>
                  </a:cubicBezTo>
                  <a:cubicBezTo>
                    <a:pt x="149" y="549"/>
                    <a:pt x="156" y="559"/>
                    <a:pt x="157" y="567"/>
                  </a:cubicBezTo>
                  <a:cubicBezTo>
                    <a:pt x="160" y="580"/>
                    <a:pt x="164" y="583"/>
                    <a:pt x="165" y="586"/>
                  </a:cubicBezTo>
                  <a:cubicBezTo>
                    <a:pt x="177" y="613"/>
                    <a:pt x="172" y="614"/>
                    <a:pt x="179" y="618"/>
                  </a:cubicBezTo>
                  <a:cubicBezTo>
                    <a:pt x="187" y="642"/>
                    <a:pt x="191" y="644"/>
                    <a:pt x="192" y="647"/>
                  </a:cubicBezTo>
                  <a:cubicBezTo>
                    <a:pt x="208" y="677"/>
                    <a:pt x="206" y="681"/>
                    <a:pt x="209" y="680"/>
                  </a:cubicBezTo>
                  <a:cubicBezTo>
                    <a:pt x="229" y="715"/>
                    <a:pt x="236" y="735"/>
                    <a:pt x="245" y="754"/>
                  </a:cubicBezTo>
                  <a:cubicBezTo>
                    <a:pt x="265" y="789"/>
                    <a:pt x="268" y="793"/>
                    <a:pt x="268" y="796"/>
                  </a:cubicBezTo>
                  <a:cubicBezTo>
                    <a:pt x="284" y="831"/>
                    <a:pt x="281" y="834"/>
                    <a:pt x="283" y="837"/>
                  </a:cubicBezTo>
                  <a:cubicBezTo>
                    <a:pt x="287" y="855"/>
                    <a:pt x="283" y="857"/>
                    <a:pt x="287" y="859"/>
                  </a:cubicBezTo>
                  <a:cubicBezTo>
                    <a:pt x="285" y="886"/>
                    <a:pt x="282" y="878"/>
                    <a:pt x="285" y="870"/>
                  </a:cubicBezTo>
                  <a:cubicBezTo>
                    <a:pt x="268" y="821"/>
                    <a:pt x="270" y="819"/>
                    <a:pt x="268" y="816"/>
                  </a:cubicBezTo>
                  <a:cubicBezTo>
                    <a:pt x="259" y="786"/>
                    <a:pt x="252" y="782"/>
                    <a:pt x="251" y="779"/>
                  </a:cubicBezTo>
                  <a:cubicBezTo>
                    <a:pt x="234" y="751"/>
                    <a:pt x="238" y="749"/>
                    <a:pt x="234" y="745"/>
                  </a:cubicBezTo>
                  <a:cubicBezTo>
                    <a:pt x="205" y="692"/>
                    <a:pt x="202" y="688"/>
                    <a:pt x="199" y="684"/>
                  </a:cubicBezTo>
                  <a:cubicBezTo>
                    <a:pt x="177" y="630"/>
                    <a:pt x="166" y="611"/>
                    <a:pt x="158" y="593"/>
                  </a:cubicBezTo>
                  <a:cubicBezTo>
                    <a:pt x="147" y="546"/>
                    <a:pt x="142" y="548"/>
                    <a:pt x="140" y="540"/>
                  </a:cubicBezTo>
                  <a:cubicBezTo>
                    <a:pt x="140" y="522"/>
                    <a:pt x="138" y="522"/>
                    <a:pt x="136" y="521"/>
                  </a:cubicBezTo>
                  <a:cubicBezTo>
                    <a:pt x="130" y="496"/>
                    <a:pt x="129" y="493"/>
                    <a:pt x="131" y="490"/>
                  </a:cubicBezTo>
                  <a:cubicBezTo>
                    <a:pt x="122" y="493"/>
                    <a:pt x="128" y="497"/>
                    <a:pt x="125" y="499"/>
                  </a:cubicBezTo>
                  <a:cubicBezTo>
                    <a:pt x="131" y="527"/>
                    <a:pt x="132" y="536"/>
                    <a:pt x="136" y="545"/>
                  </a:cubicBezTo>
                  <a:cubicBezTo>
                    <a:pt x="139" y="569"/>
                    <a:pt x="140" y="574"/>
                    <a:pt x="139" y="580"/>
                  </a:cubicBezTo>
                  <a:cubicBezTo>
                    <a:pt x="160" y="639"/>
                    <a:pt x="161" y="642"/>
                    <a:pt x="159" y="645"/>
                  </a:cubicBezTo>
                  <a:cubicBezTo>
                    <a:pt x="169" y="668"/>
                    <a:pt x="176" y="672"/>
                    <a:pt x="172" y="674"/>
                  </a:cubicBezTo>
                  <a:cubicBezTo>
                    <a:pt x="200" y="724"/>
                    <a:pt x="201" y="738"/>
                    <a:pt x="214" y="755"/>
                  </a:cubicBezTo>
                  <a:cubicBezTo>
                    <a:pt x="236" y="805"/>
                    <a:pt x="246" y="814"/>
                    <a:pt x="247" y="821"/>
                  </a:cubicBezTo>
                  <a:cubicBezTo>
                    <a:pt x="268" y="868"/>
                    <a:pt x="261" y="870"/>
                    <a:pt x="266" y="874"/>
                  </a:cubicBezTo>
                  <a:cubicBezTo>
                    <a:pt x="224" y="800"/>
                    <a:pt x="220" y="795"/>
                    <a:pt x="217" y="789"/>
                  </a:cubicBezTo>
                  <a:cubicBezTo>
                    <a:pt x="185" y="740"/>
                    <a:pt x="190" y="733"/>
                    <a:pt x="185" y="736"/>
                  </a:cubicBezTo>
                  <a:cubicBezTo>
                    <a:pt x="171" y="702"/>
                    <a:pt x="168" y="697"/>
                    <a:pt x="166" y="693"/>
                  </a:cubicBezTo>
                  <a:cubicBezTo>
                    <a:pt x="134" y="606"/>
                    <a:pt x="125" y="601"/>
                    <a:pt x="129" y="597"/>
                  </a:cubicBezTo>
                  <a:cubicBezTo>
                    <a:pt x="119" y="542"/>
                    <a:pt x="118" y="540"/>
                    <a:pt x="116" y="538"/>
                  </a:cubicBezTo>
                  <a:cubicBezTo>
                    <a:pt x="111" y="539"/>
                    <a:pt x="113" y="558"/>
                    <a:pt x="117" y="576"/>
                  </a:cubicBezTo>
                  <a:cubicBezTo>
                    <a:pt x="141" y="650"/>
                    <a:pt x="140" y="667"/>
                    <a:pt x="151" y="685"/>
                  </a:cubicBezTo>
                  <a:cubicBezTo>
                    <a:pt x="194" y="767"/>
                    <a:pt x="201" y="774"/>
                    <a:pt x="207" y="789"/>
                  </a:cubicBezTo>
                  <a:cubicBezTo>
                    <a:pt x="228" y="836"/>
                    <a:pt x="240" y="840"/>
                    <a:pt x="235" y="842"/>
                  </a:cubicBezTo>
                  <a:cubicBezTo>
                    <a:pt x="251" y="882"/>
                    <a:pt x="258" y="889"/>
                    <a:pt x="255" y="894"/>
                  </a:cubicBezTo>
                  <a:cubicBezTo>
                    <a:pt x="228" y="846"/>
                    <a:pt x="227" y="844"/>
                    <a:pt x="225" y="842"/>
                  </a:cubicBezTo>
                  <a:cubicBezTo>
                    <a:pt x="212" y="821"/>
                    <a:pt x="210" y="822"/>
                    <a:pt x="209" y="820"/>
                  </a:cubicBezTo>
                  <a:cubicBezTo>
                    <a:pt x="166" y="769"/>
                    <a:pt x="157" y="757"/>
                    <a:pt x="144" y="743"/>
                  </a:cubicBezTo>
                  <a:cubicBezTo>
                    <a:pt x="123" y="700"/>
                    <a:pt x="116" y="696"/>
                    <a:pt x="115" y="693"/>
                  </a:cubicBezTo>
                  <a:cubicBezTo>
                    <a:pt x="107" y="669"/>
                    <a:pt x="105" y="663"/>
                    <a:pt x="101" y="657"/>
                  </a:cubicBezTo>
                  <a:cubicBezTo>
                    <a:pt x="96" y="630"/>
                    <a:pt x="93" y="623"/>
                    <a:pt x="91" y="615"/>
                  </a:cubicBezTo>
                  <a:cubicBezTo>
                    <a:pt x="87" y="604"/>
                    <a:pt x="82" y="608"/>
                    <a:pt x="85" y="614"/>
                  </a:cubicBezTo>
                  <a:cubicBezTo>
                    <a:pt x="95" y="654"/>
                    <a:pt x="92" y="660"/>
                    <a:pt x="95" y="666"/>
                  </a:cubicBezTo>
                  <a:cubicBezTo>
                    <a:pt x="154" y="770"/>
                    <a:pt x="155" y="771"/>
                    <a:pt x="161" y="778"/>
                  </a:cubicBezTo>
                  <a:cubicBezTo>
                    <a:pt x="204" y="829"/>
                    <a:pt x="208" y="830"/>
                    <a:pt x="211" y="836"/>
                  </a:cubicBezTo>
                  <a:cubicBezTo>
                    <a:pt x="249" y="919"/>
                    <a:pt x="255" y="928"/>
                    <a:pt x="253" y="935"/>
                  </a:cubicBezTo>
                  <a:cubicBezTo>
                    <a:pt x="253" y="956"/>
                    <a:pt x="256" y="954"/>
                    <a:pt x="252" y="951"/>
                  </a:cubicBezTo>
                  <a:cubicBezTo>
                    <a:pt x="255" y="941"/>
                    <a:pt x="249" y="937"/>
                    <a:pt x="247" y="934"/>
                  </a:cubicBezTo>
                  <a:cubicBezTo>
                    <a:pt x="223" y="877"/>
                    <a:pt x="219" y="872"/>
                    <a:pt x="216" y="866"/>
                  </a:cubicBezTo>
                  <a:cubicBezTo>
                    <a:pt x="166" y="796"/>
                    <a:pt x="160" y="792"/>
                    <a:pt x="155" y="782"/>
                  </a:cubicBezTo>
                  <a:cubicBezTo>
                    <a:pt x="107" y="716"/>
                    <a:pt x="103" y="719"/>
                    <a:pt x="103" y="714"/>
                  </a:cubicBezTo>
                  <a:cubicBezTo>
                    <a:pt x="85" y="675"/>
                    <a:pt x="83" y="673"/>
                    <a:pt x="82" y="671"/>
                  </a:cubicBezTo>
                  <a:cubicBezTo>
                    <a:pt x="79" y="658"/>
                    <a:pt x="74" y="655"/>
                    <a:pt x="76" y="653"/>
                  </a:cubicBezTo>
                  <a:cubicBezTo>
                    <a:pt x="72" y="651"/>
                    <a:pt x="73" y="653"/>
                    <a:pt x="70" y="654"/>
                  </a:cubicBezTo>
                  <a:cubicBezTo>
                    <a:pt x="78" y="674"/>
                    <a:pt x="75" y="677"/>
                    <a:pt x="80" y="682"/>
                  </a:cubicBezTo>
                  <a:cubicBezTo>
                    <a:pt x="93" y="713"/>
                    <a:pt x="99" y="721"/>
                    <a:pt x="102" y="730"/>
                  </a:cubicBezTo>
                  <a:cubicBezTo>
                    <a:pt x="168" y="818"/>
                    <a:pt x="173" y="816"/>
                    <a:pt x="176" y="821"/>
                  </a:cubicBezTo>
                  <a:cubicBezTo>
                    <a:pt x="206" y="868"/>
                    <a:pt x="208" y="871"/>
                    <a:pt x="210" y="875"/>
                  </a:cubicBezTo>
                  <a:cubicBezTo>
                    <a:pt x="237" y="926"/>
                    <a:pt x="238" y="934"/>
                    <a:pt x="240" y="942"/>
                  </a:cubicBezTo>
                  <a:cubicBezTo>
                    <a:pt x="254" y="974"/>
                    <a:pt x="251" y="976"/>
                    <a:pt x="252" y="978"/>
                  </a:cubicBezTo>
                  <a:cubicBezTo>
                    <a:pt x="244" y="978"/>
                    <a:pt x="245" y="972"/>
                    <a:pt x="245" y="965"/>
                  </a:cubicBezTo>
                  <a:cubicBezTo>
                    <a:pt x="220" y="909"/>
                    <a:pt x="215" y="897"/>
                    <a:pt x="207" y="885"/>
                  </a:cubicBezTo>
                  <a:cubicBezTo>
                    <a:pt x="195" y="866"/>
                    <a:pt x="195" y="864"/>
                    <a:pt x="193" y="865"/>
                  </a:cubicBezTo>
                  <a:cubicBezTo>
                    <a:pt x="179" y="855"/>
                    <a:pt x="185" y="844"/>
                    <a:pt x="180" y="848"/>
                  </a:cubicBezTo>
                  <a:cubicBezTo>
                    <a:pt x="148" y="807"/>
                    <a:pt x="140" y="795"/>
                    <a:pt x="131" y="783"/>
                  </a:cubicBezTo>
                  <a:cubicBezTo>
                    <a:pt x="118" y="762"/>
                    <a:pt x="110" y="755"/>
                    <a:pt x="106" y="749"/>
                  </a:cubicBezTo>
                  <a:cubicBezTo>
                    <a:pt x="80" y="696"/>
                    <a:pt x="80" y="694"/>
                    <a:pt x="80" y="692"/>
                  </a:cubicBezTo>
                  <a:cubicBezTo>
                    <a:pt x="71" y="664"/>
                    <a:pt x="69" y="658"/>
                    <a:pt x="65" y="661"/>
                  </a:cubicBezTo>
                  <a:cubicBezTo>
                    <a:pt x="71" y="688"/>
                    <a:pt x="73" y="693"/>
                    <a:pt x="76" y="697"/>
                  </a:cubicBezTo>
                  <a:cubicBezTo>
                    <a:pt x="113" y="772"/>
                    <a:pt x="120" y="781"/>
                    <a:pt x="125" y="789"/>
                  </a:cubicBezTo>
                  <a:cubicBezTo>
                    <a:pt x="135" y="803"/>
                    <a:pt x="136" y="809"/>
                    <a:pt x="140" y="813"/>
                  </a:cubicBezTo>
                  <a:cubicBezTo>
                    <a:pt x="178" y="859"/>
                    <a:pt x="181" y="858"/>
                    <a:pt x="179" y="860"/>
                  </a:cubicBezTo>
                  <a:cubicBezTo>
                    <a:pt x="193" y="881"/>
                    <a:pt x="195" y="882"/>
                    <a:pt x="198" y="889"/>
                  </a:cubicBezTo>
                  <a:cubicBezTo>
                    <a:pt x="227" y="944"/>
                    <a:pt x="231" y="952"/>
                    <a:pt x="235" y="961"/>
                  </a:cubicBezTo>
                  <a:cubicBezTo>
                    <a:pt x="244" y="999"/>
                    <a:pt x="243" y="1002"/>
                    <a:pt x="242" y="1005"/>
                  </a:cubicBezTo>
                  <a:cubicBezTo>
                    <a:pt x="238" y="996"/>
                    <a:pt x="233" y="991"/>
                    <a:pt x="234" y="988"/>
                  </a:cubicBezTo>
                  <a:cubicBezTo>
                    <a:pt x="225" y="962"/>
                    <a:pt x="224" y="959"/>
                    <a:pt x="222" y="957"/>
                  </a:cubicBezTo>
                  <a:cubicBezTo>
                    <a:pt x="210" y="930"/>
                    <a:pt x="207" y="921"/>
                    <a:pt x="204" y="912"/>
                  </a:cubicBezTo>
                  <a:cubicBezTo>
                    <a:pt x="190" y="898"/>
                    <a:pt x="190" y="892"/>
                    <a:pt x="189" y="891"/>
                  </a:cubicBezTo>
                  <a:cubicBezTo>
                    <a:pt x="171" y="869"/>
                    <a:pt x="172" y="868"/>
                    <a:pt x="171" y="866"/>
                  </a:cubicBezTo>
                  <a:cubicBezTo>
                    <a:pt x="166" y="860"/>
                    <a:pt x="165" y="861"/>
                    <a:pt x="164" y="859"/>
                  </a:cubicBezTo>
                  <a:cubicBezTo>
                    <a:pt x="156" y="850"/>
                    <a:pt x="152" y="845"/>
                    <a:pt x="148" y="841"/>
                  </a:cubicBezTo>
                  <a:cubicBezTo>
                    <a:pt x="65" y="711"/>
                    <a:pt x="53" y="694"/>
                    <a:pt x="50" y="678"/>
                  </a:cubicBezTo>
                  <a:cubicBezTo>
                    <a:pt x="50" y="701"/>
                    <a:pt x="55" y="704"/>
                    <a:pt x="53" y="706"/>
                  </a:cubicBezTo>
                  <a:cubicBezTo>
                    <a:pt x="169" y="875"/>
                    <a:pt x="172" y="884"/>
                    <a:pt x="197" y="919"/>
                  </a:cubicBezTo>
                  <a:cubicBezTo>
                    <a:pt x="218" y="976"/>
                    <a:pt x="221" y="979"/>
                    <a:pt x="224" y="983"/>
                  </a:cubicBezTo>
                  <a:cubicBezTo>
                    <a:pt x="228" y="1009"/>
                    <a:pt x="232" y="1014"/>
                    <a:pt x="228" y="1017"/>
                  </a:cubicBezTo>
                  <a:cubicBezTo>
                    <a:pt x="224" y="1004"/>
                    <a:pt x="219" y="996"/>
                    <a:pt x="221" y="990"/>
                  </a:cubicBezTo>
                  <a:cubicBezTo>
                    <a:pt x="201" y="949"/>
                    <a:pt x="198" y="938"/>
                    <a:pt x="196" y="934"/>
                  </a:cubicBezTo>
                  <a:cubicBezTo>
                    <a:pt x="166" y="892"/>
                    <a:pt x="165" y="887"/>
                    <a:pt x="163" y="885"/>
                  </a:cubicBezTo>
                  <a:cubicBezTo>
                    <a:pt x="129" y="843"/>
                    <a:pt x="120" y="840"/>
                    <a:pt x="115" y="826"/>
                  </a:cubicBezTo>
                  <a:cubicBezTo>
                    <a:pt x="95" y="810"/>
                    <a:pt x="100" y="803"/>
                    <a:pt x="95" y="801"/>
                  </a:cubicBezTo>
                  <a:cubicBezTo>
                    <a:pt x="58" y="746"/>
                    <a:pt x="61" y="750"/>
                    <a:pt x="63" y="753"/>
                  </a:cubicBezTo>
                  <a:cubicBezTo>
                    <a:pt x="73" y="778"/>
                    <a:pt x="76" y="782"/>
                    <a:pt x="79" y="786"/>
                  </a:cubicBezTo>
                  <a:cubicBezTo>
                    <a:pt x="96" y="817"/>
                    <a:pt x="95" y="817"/>
                    <a:pt x="101" y="826"/>
                  </a:cubicBezTo>
                  <a:cubicBezTo>
                    <a:pt x="112" y="844"/>
                    <a:pt x="119" y="843"/>
                    <a:pt x="118" y="851"/>
                  </a:cubicBezTo>
                  <a:cubicBezTo>
                    <a:pt x="187" y="941"/>
                    <a:pt x="193" y="948"/>
                    <a:pt x="198" y="955"/>
                  </a:cubicBezTo>
                  <a:cubicBezTo>
                    <a:pt x="206" y="972"/>
                    <a:pt x="204" y="974"/>
                    <a:pt x="206" y="976"/>
                  </a:cubicBezTo>
                  <a:cubicBezTo>
                    <a:pt x="210" y="996"/>
                    <a:pt x="210" y="999"/>
                    <a:pt x="212" y="1001"/>
                  </a:cubicBezTo>
                  <a:cubicBezTo>
                    <a:pt x="219" y="1030"/>
                    <a:pt x="221" y="1035"/>
                    <a:pt x="219" y="1038"/>
                  </a:cubicBezTo>
                  <a:cubicBezTo>
                    <a:pt x="213" y="1023"/>
                    <a:pt x="208" y="1019"/>
                    <a:pt x="207" y="1015"/>
                  </a:cubicBezTo>
                  <a:cubicBezTo>
                    <a:pt x="176" y="958"/>
                    <a:pt x="173" y="948"/>
                    <a:pt x="164" y="941"/>
                  </a:cubicBezTo>
                  <a:cubicBezTo>
                    <a:pt x="138" y="898"/>
                    <a:pt x="141" y="893"/>
                    <a:pt x="136" y="892"/>
                  </a:cubicBezTo>
                  <a:cubicBezTo>
                    <a:pt x="80" y="806"/>
                    <a:pt x="75" y="794"/>
                    <a:pt x="68" y="781"/>
                  </a:cubicBezTo>
                  <a:cubicBezTo>
                    <a:pt x="55" y="735"/>
                    <a:pt x="49" y="731"/>
                    <a:pt x="52" y="729"/>
                  </a:cubicBezTo>
                  <a:cubicBezTo>
                    <a:pt x="46" y="719"/>
                    <a:pt x="43" y="724"/>
                    <a:pt x="46" y="731"/>
                  </a:cubicBezTo>
                  <a:cubicBezTo>
                    <a:pt x="61" y="773"/>
                    <a:pt x="58" y="778"/>
                    <a:pt x="63" y="785"/>
                  </a:cubicBezTo>
                  <a:cubicBezTo>
                    <a:pt x="108" y="861"/>
                    <a:pt x="106" y="867"/>
                    <a:pt x="113" y="874"/>
                  </a:cubicBezTo>
                  <a:cubicBezTo>
                    <a:pt x="153" y="937"/>
                    <a:pt x="160" y="950"/>
                    <a:pt x="170" y="963"/>
                  </a:cubicBezTo>
                  <a:cubicBezTo>
                    <a:pt x="201" y="1018"/>
                    <a:pt x="197" y="1023"/>
                    <a:pt x="203" y="1030"/>
                  </a:cubicBezTo>
                  <a:cubicBezTo>
                    <a:pt x="212" y="1054"/>
                    <a:pt x="211" y="1060"/>
                    <a:pt x="215" y="1066"/>
                  </a:cubicBezTo>
                  <a:cubicBezTo>
                    <a:pt x="213" y="1076"/>
                    <a:pt x="211" y="1072"/>
                    <a:pt x="209" y="1068"/>
                  </a:cubicBezTo>
                  <a:cubicBezTo>
                    <a:pt x="192" y="1018"/>
                    <a:pt x="185" y="1004"/>
                    <a:pt x="179" y="986"/>
                  </a:cubicBezTo>
                  <a:cubicBezTo>
                    <a:pt x="167" y="965"/>
                    <a:pt x="163" y="959"/>
                    <a:pt x="162" y="959"/>
                  </a:cubicBezTo>
                  <a:cubicBezTo>
                    <a:pt x="150" y="943"/>
                    <a:pt x="146" y="939"/>
                    <a:pt x="143" y="936"/>
                  </a:cubicBezTo>
                  <a:cubicBezTo>
                    <a:pt x="94" y="874"/>
                    <a:pt x="79" y="852"/>
                    <a:pt x="64" y="833"/>
                  </a:cubicBezTo>
                  <a:cubicBezTo>
                    <a:pt x="39" y="757"/>
                    <a:pt x="29" y="752"/>
                    <a:pt x="35" y="749"/>
                  </a:cubicBezTo>
                  <a:cubicBezTo>
                    <a:pt x="29" y="755"/>
                    <a:pt x="31" y="759"/>
                    <a:pt x="33" y="763"/>
                  </a:cubicBezTo>
                  <a:cubicBezTo>
                    <a:pt x="44" y="793"/>
                    <a:pt x="39" y="799"/>
                    <a:pt x="45" y="807"/>
                  </a:cubicBezTo>
                  <a:cubicBezTo>
                    <a:pt x="89" y="874"/>
                    <a:pt x="113" y="915"/>
                    <a:pt x="129" y="931"/>
                  </a:cubicBezTo>
                  <a:cubicBezTo>
                    <a:pt x="153" y="967"/>
                    <a:pt x="164" y="977"/>
                    <a:pt x="170" y="987"/>
                  </a:cubicBezTo>
                  <a:cubicBezTo>
                    <a:pt x="186" y="1036"/>
                    <a:pt x="176" y="1025"/>
                    <a:pt x="171" y="1012"/>
                  </a:cubicBezTo>
                  <a:cubicBezTo>
                    <a:pt x="150" y="985"/>
                    <a:pt x="142" y="980"/>
                    <a:pt x="145" y="976"/>
                  </a:cubicBezTo>
                  <a:cubicBezTo>
                    <a:pt x="89" y="910"/>
                    <a:pt x="75" y="887"/>
                    <a:pt x="51" y="850"/>
                  </a:cubicBezTo>
                  <a:cubicBezTo>
                    <a:pt x="32" y="802"/>
                    <a:pt x="32" y="799"/>
                    <a:pt x="33" y="797"/>
                  </a:cubicBezTo>
                  <a:cubicBezTo>
                    <a:pt x="29" y="798"/>
                    <a:pt x="29" y="800"/>
                    <a:pt x="29" y="802"/>
                  </a:cubicBezTo>
                  <a:cubicBezTo>
                    <a:pt x="34" y="829"/>
                    <a:pt x="41" y="834"/>
                    <a:pt x="38" y="838"/>
                  </a:cubicBezTo>
                  <a:cubicBezTo>
                    <a:pt x="56" y="874"/>
                    <a:pt x="56" y="876"/>
                    <a:pt x="56" y="876"/>
                  </a:cubicBezTo>
                  <a:cubicBezTo>
                    <a:pt x="77" y="905"/>
                    <a:pt x="93" y="930"/>
                    <a:pt x="103" y="938"/>
                  </a:cubicBezTo>
                  <a:cubicBezTo>
                    <a:pt x="143" y="990"/>
                    <a:pt x="145" y="993"/>
                    <a:pt x="147" y="997"/>
                  </a:cubicBezTo>
                  <a:cubicBezTo>
                    <a:pt x="170" y="1023"/>
                    <a:pt x="170" y="1030"/>
                    <a:pt x="170" y="1032"/>
                  </a:cubicBezTo>
                  <a:cubicBezTo>
                    <a:pt x="192" y="1072"/>
                    <a:pt x="200" y="1081"/>
                    <a:pt x="202" y="1090"/>
                  </a:cubicBezTo>
                  <a:cubicBezTo>
                    <a:pt x="202" y="1098"/>
                    <a:pt x="196" y="1094"/>
                    <a:pt x="199" y="1092"/>
                  </a:cubicBezTo>
                  <a:cubicBezTo>
                    <a:pt x="171" y="1039"/>
                    <a:pt x="164" y="1029"/>
                    <a:pt x="160" y="1024"/>
                  </a:cubicBezTo>
                  <a:cubicBezTo>
                    <a:pt x="153" y="1014"/>
                    <a:pt x="150" y="1010"/>
                    <a:pt x="146" y="1005"/>
                  </a:cubicBezTo>
                  <a:cubicBezTo>
                    <a:pt x="40" y="864"/>
                    <a:pt x="36" y="858"/>
                    <a:pt x="31" y="852"/>
                  </a:cubicBezTo>
                  <a:cubicBezTo>
                    <a:pt x="22" y="845"/>
                    <a:pt x="25" y="854"/>
                    <a:pt x="29" y="863"/>
                  </a:cubicBezTo>
                  <a:cubicBezTo>
                    <a:pt x="50" y="911"/>
                    <a:pt x="48" y="916"/>
                    <a:pt x="54" y="922"/>
                  </a:cubicBezTo>
                  <a:cubicBezTo>
                    <a:pt x="84" y="967"/>
                    <a:pt x="81" y="972"/>
                    <a:pt x="86" y="972"/>
                  </a:cubicBezTo>
                  <a:cubicBezTo>
                    <a:pt x="97" y="985"/>
                    <a:pt x="95" y="988"/>
                    <a:pt x="95" y="988"/>
                  </a:cubicBezTo>
                  <a:cubicBezTo>
                    <a:pt x="134" y="1039"/>
                    <a:pt x="133" y="1041"/>
                    <a:pt x="134" y="1043"/>
                  </a:cubicBezTo>
                  <a:cubicBezTo>
                    <a:pt x="154" y="1066"/>
                    <a:pt x="152" y="1068"/>
                    <a:pt x="153" y="1069"/>
                  </a:cubicBezTo>
                  <a:cubicBezTo>
                    <a:pt x="163" y="1084"/>
                    <a:pt x="168" y="1094"/>
                    <a:pt x="176" y="1104"/>
                  </a:cubicBezTo>
                  <a:cubicBezTo>
                    <a:pt x="193" y="1150"/>
                    <a:pt x="191" y="1152"/>
                    <a:pt x="193" y="1155"/>
                  </a:cubicBezTo>
                  <a:cubicBezTo>
                    <a:pt x="174" y="1126"/>
                    <a:pt x="178" y="1120"/>
                    <a:pt x="173" y="1121"/>
                  </a:cubicBezTo>
                  <a:cubicBezTo>
                    <a:pt x="150" y="1085"/>
                    <a:pt x="146" y="1076"/>
                    <a:pt x="137" y="1068"/>
                  </a:cubicBezTo>
                  <a:cubicBezTo>
                    <a:pt x="122" y="1043"/>
                    <a:pt x="118" y="1038"/>
                    <a:pt x="116" y="1034"/>
                  </a:cubicBezTo>
                  <a:cubicBezTo>
                    <a:pt x="107" y="1023"/>
                    <a:pt x="105" y="1016"/>
                    <a:pt x="100" y="1009"/>
                  </a:cubicBezTo>
                  <a:cubicBezTo>
                    <a:pt x="90" y="998"/>
                    <a:pt x="92" y="997"/>
                    <a:pt x="89" y="997"/>
                  </a:cubicBezTo>
                  <a:cubicBezTo>
                    <a:pt x="85" y="986"/>
                    <a:pt x="82" y="987"/>
                    <a:pt x="82" y="987"/>
                  </a:cubicBezTo>
                  <a:cubicBezTo>
                    <a:pt x="53" y="952"/>
                    <a:pt x="52" y="942"/>
                    <a:pt x="49" y="942"/>
                  </a:cubicBezTo>
                  <a:cubicBezTo>
                    <a:pt x="31" y="899"/>
                    <a:pt x="22" y="894"/>
                    <a:pt x="26" y="890"/>
                  </a:cubicBezTo>
                  <a:cubicBezTo>
                    <a:pt x="40" y="944"/>
                    <a:pt x="46" y="951"/>
                    <a:pt x="50" y="957"/>
                  </a:cubicBezTo>
                  <a:cubicBezTo>
                    <a:pt x="55" y="964"/>
                    <a:pt x="54" y="966"/>
                    <a:pt x="55" y="967"/>
                  </a:cubicBezTo>
                  <a:cubicBezTo>
                    <a:pt x="62" y="976"/>
                    <a:pt x="63" y="974"/>
                    <a:pt x="64" y="976"/>
                  </a:cubicBezTo>
                  <a:cubicBezTo>
                    <a:pt x="71" y="991"/>
                    <a:pt x="75" y="992"/>
                    <a:pt x="75" y="992"/>
                  </a:cubicBezTo>
                  <a:cubicBezTo>
                    <a:pt x="87" y="1006"/>
                    <a:pt x="91" y="1013"/>
                    <a:pt x="94" y="1018"/>
                  </a:cubicBezTo>
                  <a:cubicBezTo>
                    <a:pt x="102" y="1029"/>
                    <a:pt x="101" y="1031"/>
                    <a:pt x="102" y="1032"/>
                  </a:cubicBezTo>
                  <a:cubicBezTo>
                    <a:pt x="136" y="1079"/>
                    <a:pt x="145" y="1091"/>
                    <a:pt x="153" y="1103"/>
                  </a:cubicBezTo>
                  <a:cubicBezTo>
                    <a:pt x="187" y="1163"/>
                    <a:pt x="182" y="1168"/>
                    <a:pt x="186" y="1173"/>
                  </a:cubicBezTo>
                  <a:cubicBezTo>
                    <a:pt x="178" y="1170"/>
                    <a:pt x="174" y="1167"/>
                    <a:pt x="173" y="1165"/>
                  </a:cubicBezTo>
                  <a:cubicBezTo>
                    <a:pt x="155" y="1142"/>
                    <a:pt x="146" y="1120"/>
                    <a:pt x="135" y="1111"/>
                  </a:cubicBezTo>
                  <a:cubicBezTo>
                    <a:pt x="110" y="1078"/>
                    <a:pt x="102" y="1080"/>
                    <a:pt x="106" y="1076"/>
                  </a:cubicBezTo>
                  <a:cubicBezTo>
                    <a:pt x="83" y="1057"/>
                    <a:pt x="75" y="1040"/>
                    <a:pt x="65" y="1032"/>
                  </a:cubicBezTo>
                  <a:cubicBezTo>
                    <a:pt x="32" y="978"/>
                    <a:pt x="31" y="976"/>
                    <a:pt x="24" y="965"/>
                  </a:cubicBezTo>
                  <a:cubicBezTo>
                    <a:pt x="9" y="949"/>
                    <a:pt x="15" y="952"/>
                    <a:pt x="15" y="957"/>
                  </a:cubicBezTo>
                  <a:cubicBezTo>
                    <a:pt x="47" y="1023"/>
                    <a:pt x="52" y="1028"/>
                    <a:pt x="57" y="1035"/>
                  </a:cubicBezTo>
                  <a:cubicBezTo>
                    <a:pt x="102" y="1083"/>
                    <a:pt x="107" y="1092"/>
                    <a:pt x="113" y="1095"/>
                  </a:cubicBezTo>
                  <a:cubicBezTo>
                    <a:pt x="149" y="1143"/>
                    <a:pt x="150" y="1151"/>
                    <a:pt x="154" y="1149"/>
                  </a:cubicBezTo>
                  <a:cubicBezTo>
                    <a:pt x="174" y="1202"/>
                    <a:pt x="185" y="1210"/>
                    <a:pt x="182" y="1215"/>
                  </a:cubicBezTo>
                  <a:cubicBezTo>
                    <a:pt x="168" y="1179"/>
                    <a:pt x="159" y="1180"/>
                    <a:pt x="162" y="1177"/>
                  </a:cubicBezTo>
                  <a:cubicBezTo>
                    <a:pt x="140" y="1153"/>
                    <a:pt x="142" y="1142"/>
                    <a:pt x="135" y="1136"/>
                  </a:cubicBezTo>
                  <a:cubicBezTo>
                    <a:pt x="98" y="1090"/>
                    <a:pt x="95" y="1086"/>
                    <a:pt x="92" y="1086"/>
                  </a:cubicBezTo>
                  <a:cubicBezTo>
                    <a:pt x="82" y="1073"/>
                    <a:pt x="82" y="1071"/>
                    <a:pt x="82" y="1069"/>
                  </a:cubicBezTo>
                  <a:cubicBezTo>
                    <a:pt x="44" y="1034"/>
                    <a:pt x="41" y="1030"/>
                    <a:pt x="39" y="1026"/>
                  </a:cubicBezTo>
                  <a:cubicBezTo>
                    <a:pt x="13" y="992"/>
                    <a:pt x="16" y="996"/>
                    <a:pt x="17" y="1000"/>
                  </a:cubicBezTo>
                  <a:cubicBezTo>
                    <a:pt x="48" y="1041"/>
                    <a:pt x="46" y="1053"/>
                    <a:pt x="55" y="1056"/>
                  </a:cubicBezTo>
                  <a:cubicBezTo>
                    <a:pt x="80" y="1083"/>
                    <a:pt x="81" y="1085"/>
                    <a:pt x="83" y="1087"/>
                  </a:cubicBezTo>
                  <a:cubicBezTo>
                    <a:pt x="89" y="1101"/>
                    <a:pt x="103" y="1099"/>
                    <a:pt x="97" y="1104"/>
                  </a:cubicBezTo>
                  <a:cubicBezTo>
                    <a:pt x="125" y="1140"/>
                    <a:pt x="131" y="1145"/>
                    <a:pt x="130" y="1149"/>
                  </a:cubicBezTo>
                  <a:cubicBezTo>
                    <a:pt x="93" y="1107"/>
                    <a:pt x="89" y="1106"/>
                    <a:pt x="86" y="1102"/>
                  </a:cubicBezTo>
                  <a:cubicBezTo>
                    <a:pt x="63" y="1079"/>
                    <a:pt x="59" y="1075"/>
                    <a:pt x="55" y="1073"/>
                  </a:cubicBezTo>
                  <a:cubicBezTo>
                    <a:pt x="0" y="1009"/>
                    <a:pt x="9" y="1016"/>
                    <a:pt x="8" y="1021"/>
                  </a:cubicBezTo>
                  <a:cubicBezTo>
                    <a:pt x="27" y="1050"/>
                    <a:pt x="29" y="1050"/>
                    <a:pt x="30" y="1052"/>
                  </a:cubicBezTo>
                  <a:cubicBezTo>
                    <a:pt x="33" y="1062"/>
                    <a:pt x="38" y="1060"/>
                    <a:pt x="41" y="1066"/>
                  </a:cubicBezTo>
                  <a:cubicBezTo>
                    <a:pt x="86" y="1110"/>
                    <a:pt x="90" y="1120"/>
                    <a:pt x="96" y="1122"/>
                  </a:cubicBezTo>
                  <a:cubicBezTo>
                    <a:pt x="118" y="1149"/>
                    <a:pt x="127" y="1163"/>
                    <a:pt x="137" y="1176"/>
                  </a:cubicBezTo>
                  <a:cubicBezTo>
                    <a:pt x="148" y="1204"/>
                    <a:pt x="162" y="1211"/>
                    <a:pt x="158" y="1215"/>
                  </a:cubicBezTo>
                  <a:cubicBezTo>
                    <a:pt x="165" y="1240"/>
                    <a:pt x="164" y="1234"/>
                    <a:pt x="163" y="1229"/>
                  </a:cubicBezTo>
                  <a:cubicBezTo>
                    <a:pt x="151" y="1205"/>
                    <a:pt x="144" y="1201"/>
                    <a:pt x="143" y="1199"/>
                  </a:cubicBezTo>
                  <a:cubicBezTo>
                    <a:pt x="118" y="1171"/>
                    <a:pt x="122" y="1166"/>
                    <a:pt x="116" y="1164"/>
                  </a:cubicBezTo>
                  <a:cubicBezTo>
                    <a:pt x="82" y="1123"/>
                    <a:pt x="68" y="1114"/>
                    <a:pt x="60" y="1107"/>
                  </a:cubicBezTo>
                  <a:cubicBezTo>
                    <a:pt x="19" y="1050"/>
                    <a:pt x="22" y="1042"/>
                    <a:pt x="13" y="1042"/>
                  </a:cubicBezTo>
                  <a:cubicBezTo>
                    <a:pt x="62" y="1117"/>
                    <a:pt x="74" y="1136"/>
                    <a:pt x="95" y="1152"/>
                  </a:cubicBezTo>
                  <a:cubicBezTo>
                    <a:pt x="135" y="1204"/>
                    <a:pt x="140" y="1211"/>
                    <a:pt x="145" y="1217"/>
                  </a:cubicBezTo>
                  <a:cubicBezTo>
                    <a:pt x="170" y="1269"/>
                    <a:pt x="166" y="1271"/>
                    <a:pt x="171" y="1274"/>
                  </a:cubicBezTo>
                  <a:cubicBezTo>
                    <a:pt x="178" y="1302"/>
                    <a:pt x="178" y="1304"/>
                    <a:pt x="177" y="1307"/>
                  </a:cubicBezTo>
                  <a:cubicBezTo>
                    <a:pt x="169" y="1297"/>
                    <a:pt x="173" y="1295"/>
                    <a:pt x="168" y="1291"/>
                  </a:cubicBezTo>
                  <a:cubicBezTo>
                    <a:pt x="133" y="1236"/>
                    <a:pt x="128" y="1228"/>
                    <a:pt x="116" y="1208"/>
                  </a:cubicBezTo>
                  <a:cubicBezTo>
                    <a:pt x="41" y="1115"/>
                    <a:pt x="40" y="1112"/>
                    <a:pt x="37" y="1109"/>
                  </a:cubicBezTo>
                  <a:cubicBezTo>
                    <a:pt x="25" y="1086"/>
                    <a:pt x="30" y="1079"/>
                    <a:pt x="24" y="1081"/>
                  </a:cubicBezTo>
                  <a:cubicBezTo>
                    <a:pt x="59" y="1159"/>
                    <a:pt x="64" y="1161"/>
                    <a:pt x="69" y="1166"/>
                  </a:cubicBezTo>
                  <a:cubicBezTo>
                    <a:pt x="116" y="1220"/>
                    <a:pt x="123" y="1241"/>
                    <a:pt x="133" y="1245"/>
                  </a:cubicBezTo>
                  <a:cubicBezTo>
                    <a:pt x="146" y="1275"/>
                    <a:pt x="149" y="1274"/>
                    <a:pt x="153" y="1283"/>
                  </a:cubicBezTo>
                  <a:cubicBezTo>
                    <a:pt x="167" y="1322"/>
                    <a:pt x="173" y="1328"/>
                    <a:pt x="172" y="1333"/>
                  </a:cubicBezTo>
                  <a:cubicBezTo>
                    <a:pt x="172" y="1344"/>
                    <a:pt x="171" y="1342"/>
                    <a:pt x="167" y="1341"/>
                  </a:cubicBezTo>
                  <a:cubicBezTo>
                    <a:pt x="163" y="1322"/>
                    <a:pt x="155" y="1318"/>
                    <a:pt x="159" y="1315"/>
                  </a:cubicBezTo>
                  <a:cubicBezTo>
                    <a:pt x="128" y="1261"/>
                    <a:pt x="129" y="1259"/>
                    <a:pt x="117" y="1247"/>
                  </a:cubicBezTo>
                  <a:cubicBezTo>
                    <a:pt x="67" y="1189"/>
                    <a:pt x="67" y="1186"/>
                    <a:pt x="62" y="1181"/>
                  </a:cubicBezTo>
                  <a:cubicBezTo>
                    <a:pt x="50" y="1165"/>
                    <a:pt x="47" y="1166"/>
                    <a:pt x="49" y="1163"/>
                  </a:cubicBezTo>
                  <a:cubicBezTo>
                    <a:pt x="12" y="1111"/>
                    <a:pt x="15" y="1107"/>
                    <a:pt x="9" y="1101"/>
                  </a:cubicBezTo>
                  <a:cubicBezTo>
                    <a:pt x="13" y="1122"/>
                    <a:pt x="19" y="1126"/>
                    <a:pt x="16" y="1128"/>
                  </a:cubicBezTo>
                  <a:cubicBezTo>
                    <a:pt x="47" y="1180"/>
                    <a:pt x="52" y="1178"/>
                    <a:pt x="54" y="1184"/>
                  </a:cubicBezTo>
                  <a:cubicBezTo>
                    <a:pt x="108" y="1249"/>
                    <a:pt x="110" y="1258"/>
                    <a:pt x="114" y="1257"/>
                  </a:cubicBezTo>
                  <a:cubicBezTo>
                    <a:pt x="108" y="1251"/>
                    <a:pt x="101" y="1249"/>
                    <a:pt x="97" y="1247"/>
                  </a:cubicBezTo>
                  <a:cubicBezTo>
                    <a:pt x="70" y="1217"/>
                    <a:pt x="67" y="1206"/>
                    <a:pt x="63" y="1203"/>
                  </a:cubicBezTo>
                  <a:cubicBezTo>
                    <a:pt x="43" y="1184"/>
                    <a:pt x="42" y="1180"/>
                    <a:pt x="40" y="1177"/>
                  </a:cubicBezTo>
                  <a:cubicBezTo>
                    <a:pt x="2" y="1139"/>
                    <a:pt x="9" y="1144"/>
                    <a:pt x="8" y="1147"/>
                  </a:cubicBezTo>
                  <a:cubicBezTo>
                    <a:pt x="31" y="1180"/>
                    <a:pt x="28" y="1183"/>
                    <a:pt x="34" y="1187"/>
                  </a:cubicBezTo>
                  <a:cubicBezTo>
                    <a:pt x="104" y="1266"/>
                    <a:pt x="106" y="1270"/>
                    <a:pt x="109" y="1273"/>
                  </a:cubicBezTo>
                  <a:cubicBezTo>
                    <a:pt x="130" y="1308"/>
                    <a:pt x="136" y="1314"/>
                    <a:pt x="138" y="1320"/>
                  </a:cubicBezTo>
                  <a:cubicBezTo>
                    <a:pt x="148" y="1353"/>
                    <a:pt x="160" y="1358"/>
                    <a:pt x="154" y="1360"/>
                  </a:cubicBezTo>
                  <a:cubicBezTo>
                    <a:pt x="143" y="1349"/>
                    <a:pt x="143" y="1342"/>
                    <a:pt x="136" y="1334"/>
                  </a:cubicBezTo>
                  <a:cubicBezTo>
                    <a:pt x="102" y="1286"/>
                    <a:pt x="93" y="1279"/>
                    <a:pt x="95" y="1275"/>
                  </a:cubicBezTo>
                  <a:cubicBezTo>
                    <a:pt x="30" y="1202"/>
                    <a:pt x="24" y="1194"/>
                    <a:pt x="18" y="1185"/>
                  </a:cubicBezTo>
                  <a:cubicBezTo>
                    <a:pt x="17" y="1202"/>
                    <a:pt x="20" y="1204"/>
                    <a:pt x="22" y="1205"/>
                  </a:cubicBezTo>
                  <a:cubicBezTo>
                    <a:pt x="28" y="1233"/>
                    <a:pt x="31" y="1245"/>
                    <a:pt x="36" y="1247"/>
                  </a:cubicBezTo>
                  <a:cubicBezTo>
                    <a:pt x="44" y="1265"/>
                    <a:pt x="42" y="1268"/>
                    <a:pt x="45" y="1267"/>
                  </a:cubicBezTo>
                  <a:cubicBezTo>
                    <a:pt x="78" y="1315"/>
                    <a:pt x="77" y="1317"/>
                    <a:pt x="84" y="1325"/>
                  </a:cubicBezTo>
                  <a:cubicBezTo>
                    <a:pt x="106" y="1353"/>
                    <a:pt x="114" y="1357"/>
                    <a:pt x="107" y="1360"/>
                  </a:cubicBezTo>
                  <a:cubicBezTo>
                    <a:pt x="74" y="1315"/>
                    <a:pt x="69" y="1314"/>
                    <a:pt x="66" y="1306"/>
                  </a:cubicBezTo>
                  <a:cubicBezTo>
                    <a:pt x="42" y="1273"/>
                    <a:pt x="39" y="1262"/>
                    <a:pt x="33" y="1256"/>
                  </a:cubicBezTo>
                  <a:cubicBezTo>
                    <a:pt x="26" y="1249"/>
                    <a:pt x="31" y="1241"/>
                    <a:pt x="27" y="1238"/>
                  </a:cubicBezTo>
                  <a:cubicBezTo>
                    <a:pt x="23" y="1255"/>
                    <a:pt x="30" y="1264"/>
                    <a:pt x="33" y="1273"/>
                  </a:cubicBezTo>
                  <a:cubicBezTo>
                    <a:pt x="72" y="1327"/>
                    <a:pt x="77" y="1337"/>
                    <a:pt x="86" y="1343"/>
                  </a:cubicBezTo>
                  <a:cubicBezTo>
                    <a:pt x="91" y="1356"/>
                    <a:pt x="95" y="1356"/>
                    <a:pt x="95" y="1356"/>
                  </a:cubicBezTo>
                  <a:cubicBezTo>
                    <a:pt x="113" y="1378"/>
                    <a:pt x="122" y="1391"/>
                    <a:pt x="131" y="1399"/>
                  </a:cubicBezTo>
                  <a:cubicBezTo>
                    <a:pt x="141" y="1414"/>
                    <a:pt x="144" y="1416"/>
                    <a:pt x="146" y="1420"/>
                  </a:cubicBezTo>
                  <a:cubicBezTo>
                    <a:pt x="142" y="1419"/>
                    <a:pt x="139" y="1422"/>
                    <a:pt x="137" y="1417"/>
                  </a:cubicBezTo>
                  <a:cubicBezTo>
                    <a:pt x="104" y="1393"/>
                    <a:pt x="99" y="1389"/>
                    <a:pt x="94" y="1389"/>
                  </a:cubicBezTo>
                  <a:cubicBezTo>
                    <a:pt x="39" y="1357"/>
                    <a:pt x="44" y="1357"/>
                    <a:pt x="47" y="1361"/>
                  </a:cubicBezTo>
                  <a:cubicBezTo>
                    <a:pt x="73" y="1381"/>
                    <a:pt x="77" y="1386"/>
                    <a:pt x="82" y="1385"/>
                  </a:cubicBezTo>
                  <a:cubicBezTo>
                    <a:pt x="123" y="1414"/>
                    <a:pt x="127" y="1423"/>
                    <a:pt x="131" y="1423"/>
                  </a:cubicBezTo>
                  <a:cubicBezTo>
                    <a:pt x="163" y="1460"/>
                    <a:pt x="167" y="1459"/>
                    <a:pt x="169" y="1462"/>
                  </a:cubicBezTo>
                  <a:cubicBezTo>
                    <a:pt x="183" y="1480"/>
                    <a:pt x="180" y="1489"/>
                    <a:pt x="185" y="1495"/>
                  </a:cubicBezTo>
                  <a:cubicBezTo>
                    <a:pt x="198" y="1470"/>
                    <a:pt x="199" y="1467"/>
                    <a:pt x="200" y="1465"/>
                  </a:cubicBezTo>
                  <a:cubicBezTo>
                    <a:pt x="239" y="1447"/>
                    <a:pt x="243" y="1445"/>
                    <a:pt x="246" y="1443"/>
                  </a:cubicBezTo>
                  <a:cubicBezTo>
                    <a:pt x="237" y="1440"/>
                    <a:pt x="233" y="1441"/>
                    <a:pt x="230" y="1441"/>
                  </a:cubicBezTo>
                  <a:cubicBezTo>
                    <a:pt x="214" y="1443"/>
                    <a:pt x="212" y="1436"/>
                    <a:pt x="217" y="1430"/>
                  </a:cubicBezTo>
                  <a:cubicBezTo>
                    <a:pt x="295" y="1389"/>
                    <a:pt x="303" y="1382"/>
                    <a:pt x="310" y="1385"/>
                  </a:cubicBezTo>
                  <a:cubicBezTo>
                    <a:pt x="381" y="1375"/>
                    <a:pt x="383" y="1379"/>
                    <a:pt x="388" y="1373"/>
                  </a:cubicBezTo>
                  <a:cubicBezTo>
                    <a:pt x="426" y="1368"/>
                    <a:pt x="430" y="1366"/>
                    <a:pt x="433" y="1365"/>
                  </a:cubicBezTo>
                  <a:cubicBezTo>
                    <a:pt x="449" y="1360"/>
                    <a:pt x="453" y="1363"/>
                    <a:pt x="457" y="1358"/>
                  </a:cubicBezTo>
                  <a:cubicBezTo>
                    <a:pt x="441" y="1356"/>
                    <a:pt x="440" y="1359"/>
                    <a:pt x="438" y="1359"/>
                  </a:cubicBezTo>
                  <a:cubicBezTo>
                    <a:pt x="426" y="1362"/>
                    <a:pt x="425" y="1358"/>
                    <a:pt x="421" y="1362"/>
                  </a:cubicBezTo>
                  <a:cubicBezTo>
                    <a:pt x="371" y="1366"/>
                    <a:pt x="364" y="1369"/>
                    <a:pt x="357" y="1369"/>
                  </a:cubicBezTo>
                  <a:cubicBezTo>
                    <a:pt x="338" y="1375"/>
                    <a:pt x="337" y="1371"/>
                    <a:pt x="335" y="1372"/>
                  </a:cubicBezTo>
                  <a:cubicBezTo>
                    <a:pt x="307" y="1376"/>
                    <a:pt x="306" y="1372"/>
                    <a:pt x="303" y="1376"/>
                  </a:cubicBezTo>
                  <a:cubicBezTo>
                    <a:pt x="270" y="1383"/>
                    <a:pt x="263" y="1389"/>
                    <a:pt x="258" y="1388"/>
                  </a:cubicBezTo>
                  <a:cubicBezTo>
                    <a:pt x="202" y="1433"/>
                    <a:pt x="200" y="1437"/>
                    <a:pt x="196" y="1441"/>
                  </a:cubicBezTo>
                  <a:cubicBezTo>
                    <a:pt x="185" y="1441"/>
                    <a:pt x="190" y="1433"/>
                    <a:pt x="197" y="1425"/>
                  </a:cubicBezTo>
                  <a:cubicBezTo>
                    <a:pt x="279" y="1366"/>
                    <a:pt x="282" y="1364"/>
                    <a:pt x="284" y="1362"/>
                  </a:cubicBezTo>
                  <a:cubicBezTo>
                    <a:pt x="315" y="1356"/>
                    <a:pt x="324" y="1356"/>
                    <a:pt x="334" y="1353"/>
                  </a:cubicBezTo>
                  <a:cubicBezTo>
                    <a:pt x="381" y="1350"/>
                    <a:pt x="385" y="1350"/>
                    <a:pt x="390" y="1350"/>
                  </a:cubicBezTo>
                  <a:cubicBezTo>
                    <a:pt x="436" y="1341"/>
                    <a:pt x="441" y="1339"/>
                    <a:pt x="446" y="1339"/>
                  </a:cubicBezTo>
                  <a:cubicBezTo>
                    <a:pt x="489" y="1324"/>
                    <a:pt x="486" y="1320"/>
                    <a:pt x="481" y="1326"/>
                  </a:cubicBezTo>
                  <a:cubicBezTo>
                    <a:pt x="445" y="1330"/>
                    <a:pt x="442" y="1333"/>
                    <a:pt x="438" y="1335"/>
                  </a:cubicBezTo>
                  <a:cubicBezTo>
                    <a:pt x="414" y="1334"/>
                    <a:pt x="409" y="1345"/>
                    <a:pt x="406" y="1338"/>
                  </a:cubicBezTo>
                  <a:cubicBezTo>
                    <a:pt x="436" y="1330"/>
                    <a:pt x="444" y="1327"/>
                    <a:pt x="451" y="1328"/>
                  </a:cubicBezTo>
                  <a:cubicBezTo>
                    <a:pt x="502" y="1292"/>
                    <a:pt x="500" y="1297"/>
                    <a:pt x="495" y="1301"/>
                  </a:cubicBezTo>
                  <a:cubicBezTo>
                    <a:pt x="463" y="1311"/>
                    <a:pt x="458" y="1319"/>
                    <a:pt x="455" y="1320"/>
                  </a:cubicBezTo>
                  <a:cubicBezTo>
                    <a:pt x="410" y="1329"/>
                    <a:pt x="405" y="1329"/>
                    <a:pt x="400" y="1333"/>
                  </a:cubicBezTo>
                  <a:cubicBezTo>
                    <a:pt x="380" y="1333"/>
                    <a:pt x="378" y="1331"/>
                    <a:pt x="376" y="1333"/>
                  </a:cubicBezTo>
                  <a:cubicBezTo>
                    <a:pt x="356" y="1334"/>
                    <a:pt x="353" y="1333"/>
                    <a:pt x="355" y="1331"/>
                  </a:cubicBezTo>
                  <a:cubicBezTo>
                    <a:pt x="400" y="1320"/>
                    <a:pt x="402" y="1322"/>
                    <a:pt x="405" y="1319"/>
                  </a:cubicBezTo>
                  <a:cubicBezTo>
                    <a:pt x="429" y="1309"/>
                    <a:pt x="438" y="1305"/>
                    <a:pt x="450" y="1297"/>
                  </a:cubicBezTo>
                  <a:cubicBezTo>
                    <a:pt x="498" y="1254"/>
                    <a:pt x="508" y="1256"/>
                    <a:pt x="503" y="1248"/>
                  </a:cubicBezTo>
                  <a:cubicBezTo>
                    <a:pt x="391" y="1316"/>
                    <a:pt x="387" y="1317"/>
                    <a:pt x="384" y="1317"/>
                  </a:cubicBezTo>
                  <a:cubicBezTo>
                    <a:pt x="365" y="1320"/>
                    <a:pt x="363" y="1321"/>
                    <a:pt x="360" y="1322"/>
                  </a:cubicBezTo>
                  <a:cubicBezTo>
                    <a:pt x="345" y="1324"/>
                    <a:pt x="344" y="1319"/>
                    <a:pt x="342" y="1323"/>
                  </a:cubicBezTo>
                  <a:cubicBezTo>
                    <a:pt x="303" y="1328"/>
                    <a:pt x="296" y="1326"/>
                    <a:pt x="290" y="1326"/>
                  </a:cubicBezTo>
                  <a:cubicBezTo>
                    <a:pt x="244" y="1332"/>
                    <a:pt x="240" y="1335"/>
                    <a:pt x="237" y="1335"/>
                  </a:cubicBezTo>
                  <a:cubicBezTo>
                    <a:pt x="200" y="1351"/>
                    <a:pt x="199" y="1362"/>
                    <a:pt x="193" y="1356"/>
                  </a:cubicBezTo>
                  <a:cubicBezTo>
                    <a:pt x="222" y="1332"/>
                    <a:pt x="227" y="1334"/>
                    <a:pt x="232" y="1328"/>
                  </a:cubicBezTo>
                  <a:cubicBezTo>
                    <a:pt x="257" y="1323"/>
                    <a:pt x="260" y="1322"/>
                    <a:pt x="262" y="1322"/>
                  </a:cubicBezTo>
                  <a:cubicBezTo>
                    <a:pt x="340" y="1309"/>
                    <a:pt x="350" y="1304"/>
                    <a:pt x="360" y="1305"/>
                  </a:cubicBezTo>
                  <a:cubicBezTo>
                    <a:pt x="414" y="1282"/>
                    <a:pt x="428" y="1278"/>
                    <a:pt x="443" y="1270"/>
                  </a:cubicBezTo>
                  <a:cubicBezTo>
                    <a:pt x="485" y="1238"/>
                    <a:pt x="488" y="1241"/>
                    <a:pt x="493" y="1236"/>
                  </a:cubicBezTo>
                  <a:cubicBezTo>
                    <a:pt x="503" y="1226"/>
                    <a:pt x="507" y="1224"/>
                    <a:pt x="512" y="1220"/>
                  </a:cubicBezTo>
                  <a:cubicBezTo>
                    <a:pt x="513" y="1206"/>
                    <a:pt x="509" y="1214"/>
                    <a:pt x="502" y="1222"/>
                  </a:cubicBezTo>
                  <a:cubicBezTo>
                    <a:pt x="460" y="1250"/>
                    <a:pt x="445" y="1261"/>
                    <a:pt x="435" y="1266"/>
                  </a:cubicBezTo>
                  <a:cubicBezTo>
                    <a:pt x="399" y="1282"/>
                    <a:pt x="395" y="1285"/>
                    <a:pt x="392" y="1284"/>
                  </a:cubicBezTo>
                  <a:cubicBezTo>
                    <a:pt x="323" y="1300"/>
                    <a:pt x="316" y="1303"/>
                    <a:pt x="308" y="1308"/>
                  </a:cubicBezTo>
                  <a:cubicBezTo>
                    <a:pt x="286" y="1307"/>
                    <a:pt x="284" y="1307"/>
                    <a:pt x="281" y="1308"/>
                  </a:cubicBezTo>
                  <a:cubicBezTo>
                    <a:pt x="265" y="1315"/>
                    <a:pt x="263" y="1313"/>
                    <a:pt x="260" y="1316"/>
                  </a:cubicBezTo>
                  <a:cubicBezTo>
                    <a:pt x="276" y="1302"/>
                    <a:pt x="278" y="1307"/>
                    <a:pt x="282" y="1305"/>
                  </a:cubicBezTo>
                  <a:cubicBezTo>
                    <a:pt x="318" y="1297"/>
                    <a:pt x="324" y="1295"/>
                    <a:pt x="330" y="1297"/>
                  </a:cubicBezTo>
                  <a:cubicBezTo>
                    <a:pt x="385" y="1284"/>
                    <a:pt x="390" y="1272"/>
                    <a:pt x="392" y="1277"/>
                  </a:cubicBezTo>
                  <a:cubicBezTo>
                    <a:pt x="458" y="1239"/>
                    <a:pt x="469" y="1229"/>
                    <a:pt x="477" y="1218"/>
                  </a:cubicBezTo>
                  <a:cubicBezTo>
                    <a:pt x="489" y="1197"/>
                    <a:pt x="479" y="1209"/>
                    <a:pt x="469" y="1221"/>
                  </a:cubicBezTo>
                  <a:cubicBezTo>
                    <a:pt x="433" y="1250"/>
                    <a:pt x="428" y="1253"/>
                    <a:pt x="424" y="1257"/>
                  </a:cubicBezTo>
                  <a:cubicBezTo>
                    <a:pt x="379" y="1272"/>
                    <a:pt x="373" y="1275"/>
                    <a:pt x="368" y="1275"/>
                  </a:cubicBezTo>
                  <a:cubicBezTo>
                    <a:pt x="317" y="1286"/>
                    <a:pt x="313" y="1290"/>
                    <a:pt x="308" y="1294"/>
                  </a:cubicBezTo>
                  <a:cubicBezTo>
                    <a:pt x="276" y="1296"/>
                    <a:pt x="268" y="1298"/>
                    <a:pt x="259" y="1301"/>
                  </a:cubicBezTo>
                  <a:cubicBezTo>
                    <a:pt x="226" y="1315"/>
                    <a:pt x="218" y="1314"/>
                    <a:pt x="210" y="1318"/>
                  </a:cubicBezTo>
                  <a:cubicBezTo>
                    <a:pt x="188" y="1324"/>
                    <a:pt x="198" y="1326"/>
                    <a:pt x="196" y="1323"/>
                  </a:cubicBezTo>
                  <a:cubicBezTo>
                    <a:pt x="245" y="1292"/>
                    <a:pt x="250" y="1296"/>
                    <a:pt x="257" y="1291"/>
                  </a:cubicBezTo>
                  <a:cubicBezTo>
                    <a:pt x="286" y="1281"/>
                    <a:pt x="297" y="1283"/>
                    <a:pt x="309" y="1278"/>
                  </a:cubicBezTo>
                  <a:cubicBezTo>
                    <a:pt x="360" y="1270"/>
                    <a:pt x="377" y="1254"/>
                    <a:pt x="392" y="1257"/>
                  </a:cubicBezTo>
                  <a:cubicBezTo>
                    <a:pt x="464" y="1216"/>
                    <a:pt x="478" y="1201"/>
                    <a:pt x="492" y="1188"/>
                  </a:cubicBezTo>
                  <a:cubicBezTo>
                    <a:pt x="510" y="1153"/>
                    <a:pt x="511" y="1156"/>
                    <a:pt x="505" y="1158"/>
                  </a:cubicBezTo>
                  <a:cubicBezTo>
                    <a:pt x="490" y="1176"/>
                    <a:pt x="487" y="1180"/>
                    <a:pt x="487" y="1184"/>
                  </a:cubicBezTo>
                  <a:cubicBezTo>
                    <a:pt x="443" y="1223"/>
                    <a:pt x="444" y="1226"/>
                    <a:pt x="442" y="1224"/>
                  </a:cubicBezTo>
                  <a:cubicBezTo>
                    <a:pt x="413" y="1237"/>
                    <a:pt x="407" y="1243"/>
                    <a:pt x="403" y="1242"/>
                  </a:cubicBezTo>
                  <a:cubicBezTo>
                    <a:pt x="325" y="1267"/>
                    <a:pt x="322" y="1265"/>
                    <a:pt x="318" y="1267"/>
                  </a:cubicBezTo>
                  <a:cubicBezTo>
                    <a:pt x="273" y="1273"/>
                    <a:pt x="263" y="1283"/>
                    <a:pt x="256" y="1279"/>
                  </a:cubicBezTo>
                  <a:cubicBezTo>
                    <a:pt x="295" y="1265"/>
                    <a:pt x="305" y="1261"/>
                    <a:pt x="314" y="1262"/>
                  </a:cubicBezTo>
                  <a:cubicBezTo>
                    <a:pt x="363" y="1241"/>
                    <a:pt x="375" y="1239"/>
                    <a:pt x="387" y="1234"/>
                  </a:cubicBezTo>
                  <a:cubicBezTo>
                    <a:pt x="479" y="1164"/>
                    <a:pt x="483" y="1161"/>
                    <a:pt x="485" y="1158"/>
                  </a:cubicBezTo>
                  <a:cubicBezTo>
                    <a:pt x="512" y="1124"/>
                    <a:pt x="513" y="1117"/>
                    <a:pt x="520" y="1111"/>
                  </a:cubicBezTo>
                  <a:cubicBezTo>
                    <a:pt x="509" y="1116"/>
                    <a:pt x="505" y="1120"/>
                    <a:pt x="502" y="1124"/>
                  </a:cubicBezTo>
                  <a:cubicBezTo>
                    <a:pt x="478" y="1160"/>
                    <a:pt x="470" y="1160"/>
                    <a:pt x="471" y="1166"/>
                  </a:cubicBezTo>
                  <a:cubicBezTo>
                    <a:pt x="431" y="1191"/>
                    <a:pt x="426" y="1200"/>
                    <a:pt x="421" y="1202"/>
                  </a:cubicBezTo>
                  <a:cubicBezTo>
                    <a:pt x="378" y="1227"/>
                    <a:pt x="371" y="1230"/>
                    <a:pt x="363" y="1234"/>
                  </a:cubicBezTo>
                  <a:cubicBezTo>
                    <a:pt x="322" y="1251"/>
                    <a:pt x="307" y="1250"/>
                    <a:pt x="290" y="1259"/>
                  </a:cubicBezTo>
                  <a:cubicBezTo>
                    <a:pt x="246" y="1271"/>
                    <a:pt x="237" y="1279"/>
                    <a:pt x="231" y="1275"/>
                  </a:cubicBezTo>
                  <a:cubicBezTo>
                    <a:pt x="290" y="1254"/>
                    <a:pt x="296" y="1241"/>
                    <a:pt x="298" y="1246"/>
                  </a:cubicBezTo>
                  <a:cubicBezTo>
                    <a:pt x="362" y="1221"/>
                    <a:pt x="377" y="1211"/>
                    <a:pt x="391" y="1204"/>
                  </a:cubicBezTo>
                  <a:cubicBezTo>
                    <a:pt x="515" y="1103"/>
                    <a:pt x="512" y="1098"/>
                    <a:pt x="518" y="1095"/>
                  </a:cubicBezTo>
                  <a:cubicBezTo>
                    <a:pt x="532" y="1075"/>
                    <a:pt x="536" y="1073"/>
                    <a:pt x="535" y="1071"/>
                  </a:cubicBezTo>
                  <a:cubicBezTo>
                    <a:pt x="539" y="1064"/>
                    <a:pt x="536" y="1067"/>
                    <a:pt x="532" y="1070"/>
                  </a:cubicBezTo>
                  <a:cubicBezTo>
                    <a:pt x="497" y="1109"/>
                    <a:pt x="495" y="1119"/>
                    <a:pt x="485" y="1121"/>
                  </a:cubicBezTo>
                  <a:cubicBezTo>
                    <a:pt x="453" y="1152"/>
                    <a:pt x="442" y="1160"/>
                    <a:pt x="431" y="1168"/>
                  </a:cubicBezTo>
                  <a:cubicBezTo>
                    <a:pt x="397" y="1193"/>
                    <a:pt x="389" y="1191"/>
                    <a:pt x="388" y="1197"/>
                  </a:cubicBezTo>
                  <a:cubicBezTo>
                    <a:pt x="367" y="1206"/>
                    <a:pt x="360" y="1215"/>
                    <a:pt x="356" y="1210"/>
                  </a:cubicBezTo>
                  <a:cubicBezTo>
                    <a:pt x="315" y="1230"/>
                    <a:pt x="305" y="1233"/>
                    <a:pt x="294" y="1240"/>
                  </a:cubicBezTo>
                  <a:cubicBezTo>
                    <a:pt x="262" y="1252"/>
                    <a:pt x="260" y="1251"/>
                    <a:pt x="257" y="1254"/>
                  </a:cubicBezTo>
                  <a:cubicBezTo>
                    <a:pt x="237" y="1263"/>
                    <a:pt x="233" y="1265"/>
                    <a:pt x="229" y="1267"/>
                  </a:cubicBezTo>
                  <a:cubicBezTo>
                    <a:pt x="218" y="1271"/>
                    <a:pt x="214" y="1278"/>
                    <a:pt x="211" y="1275"/>
                  </a:cubicBezTo>
                  <a:cubicBezTo>
                    <a:pt x="241" y="1245"/>
                    <a:pt x="262" y="1234"/>
                    <a:pt x="291" y="1222"/>
                  </a:cubicBezTo>
                  <a:cubicBezTo>
                    <a:pt x="352" y="1187"/>
                    <a:pt x="356" y="1194"/>
                    <a:pt x="360" y="1189"/>
                  </a:cubicBezTo>
                  <a:cubicBezTo>
                    <a:pt x="397" y="1173"/>
                    <a:pt x="401" y="1169"/>
                    <a:pt x="405" y="1169"/>
                  </a:cubicBezTo>
                  <a:cubicBezTo>
                    <a:pt x="461" y="1128"/>
                    <a:pt x="482" y="1115"/>
                    <a:pt x="495" y="1100"/>
                  </a:cubicBezTo>
                  <a:cubicBezTo>
                    <a:pt x="532" y="1063"/>
                    <a:pt x="536" y="1059"/>
                    <a:pt x="536" y="1055"/>
                  </a:cubicBezTo>
                  <a:cubicBezTo>
                    <a:pt x="492" y="1093"/>
                    <a:pt x="491" y="1097"/>
                    <a:pt x="486" y="1101"/>
                  </a:cubicBezTo>
                  <a:cubicBezTo>
                    <a:pt x="470" y="1111"/>
                    <a:pt x="468" y="1118"/>
                    <a:pt x="461" y="1121"/>
                  </a:cubicBezTo>
                  <a:cubicBezTo>
                    <a:pt x="441" y="1135"/>
                    <a:pt x="439" y="1138"/>
                    <a:pt x="438" y="1141"/>
                  </a:cubicBezTo>
                  <a:cubicBezTo>
                    <a:pt x="395" y="1165"/>
                    <a:pt x="389" y="1166"/>
                    <a:pt x="384" y="1167"/>
                  </a:cubicBezTo>
                  <a:cubicBezTo>
                    <a:pt x="366" y="1175"/>
                    <a:pt x="360" y="1181"/>
                    <a:pt x="354" y="1181"/>
                  </a:cubicBezTo>
                  <a:cubicBezTo>
                    <a:pt x="336" y="1190"/>
                    <a:pt x="330" y="1193"/>
                    <a:pt x="324" y="1196"/>
                  </a:cubicBezTo>
                  <a:cubicBezTo>
                    <a:pt x="289" y="1212"/>
                    <a:pt x="274" y="1219"/>
                    <a:pt x="259" y="1226"/>
                  </a:cubicBezTo>
                  <a:cubicBezTo>
                    <a:pt x="235" y="1240"/>
                    <a:pt x="227" y="1244"/>
                    <a:pt x="224" y="1249"/>
                  </a:cubicBezTo>
                  <a:cubicBezTo>
                    <a:pt x="202" y="1270"/>
                    <a:pt x="193" y="1272"/>
                    <a:pt x="192" y="1269"/>
                  </a:cubicBezTo>
                  <a:cubicBezTo>
                    <a:pt x="215" y="1249"/>
                    <a:pt x="212" y="1245"/>
                    <a:pt x="217" y="1243"/>
                  </a:cubicBezTo>
                  <a:cubicBezTo>
                    <a:pt x="243" y="1226"/>
                    <a:pt x="244" y="1223"/>
                    <a:pt x="250" y="1220"/>
                  </a:cubicBezTo>
                  <a:cubicBezTo>
                    <a:pt x="326" y="1181"/>
                    <a:pt x="340" y="1175"/>
                    <a:pt x="358" y="1169"/>
                  </a:cubicBezTo>
                  <a:cubicBezTo>
                    <a:pt x="494" y="1080"/>
                    <a:pt x="512" y="1077"/>
                    <a:pt x="512" y="1063"/>
                  </a:cubicBezTo>
                  <a:cubicBezTo>
                    <a:pt x="460" y="1106"/>
                    <a:pt x="454" y="1105"/>
                    <a:pt x="447" y="1112"/>
                  </a:cubicBezTo>
                  <a:cubicBezTo>
                    <a:pt x="401" y="1139"/>
                    <a:pt x="397" y="1141"/>
                    <a:pt x="392" y="1144"/>
                  </a:cubicBezTo>
                  <a:cubicBezTo>
                    <a:pt x="299" y="1182"/>
                    <a:pt x="278" y="1194"/>
                    <a:pt x="258" y="1204"/>
                  </a:cubicBezTo>
                  <a:cubicBezTo>
                    <a:pt x="222" y="1232"/>
                    <a:pt x="219" y="1228"/>
                    <a:pt x="215" y="1233"/>
                  </a:cubicBezTo>
                  <a:cubicBezTo>
                    <a:pt x="191" y="1248"/>
                    <a:pt x="198" y="1246"/>
                    <a:pt x="198" y="1243"/>
                  </a:cubicBezTo>
                  <a:cubicBezTo>
                    <a:pt x="210" y="1232"/>
                    <a:pt x="218" y="1227"/>
                    <a:pt x="221" y="1221"/>
                  </a:cubicBezTo>
                  <a:cubicBezTo>
                    <a:pt x="275" y="1187"/>
                    <a:pt x="293" y="1174"/>
                    <a:pt x="310" y="1167"/>
                  </a:cubicBezTo>
                  <a:cubicBezTo>
                    <a:pt x="378" y="1137"/>
                    <a:pt x="377" y="1130"/>
                    <a:pt x="382" y="1132"/>
                  </a:cubicBezTo>
                  <a:cubicBezTo>
                    <a:pt x="433" y="1103"/>
                    <a:pt x="436" y="1100"/>
                    <a:pt x="437" y="1102"/>
                  </a:cubicBezTo>
                  <a:cubicBezTo>
                    <a:pt x="461" y="1086"/>
                    <a:pt x="465" y="1087"/>
                    <a:pt x="471" y="1080"/>
                  </a:cubicBezTo>
                  <a:cubicBezTo>
                    <a:pt x="502" y="1058"/>
                    <a:pt x="506" y="1058"/>
                    <a:pt x="511" y="1054"/>
                  </a:cubicBezTo>
                  <a:cubicBezTo>
                    <a:pt x="567" y="1001"/>
                    <a:pt x="569" y="996"/>
                    <a:pt x="573" y="991"/>
                  </a:cubicBezTo>
                  <a:cubicBezTo>
                    <a:pt x="512" y="1042"/>
                    <a:pt x="492" y="1060"/>
                    <a:pt x="472" y="1069"/>
                  </a:cubicBezTo>
                  <a:cubicBezTo>
                    <a:pt x="445" y="1085"/>
                    <a:pt x="440" y="1093"/>
                    <a:pt x="436" y="1090"/>
                  </a:cubicBezTo>
                  <a:cubicBezTo>
                    <a:pt x="383" y="1123"/>
                    <a:pt x="380" y="1120"/>
                    <a:pt x="375" y="1125"/>
                  </a:cubicBezTo>
                  <a:cubicBezTo>
                    <a:pt x="301" y="1163"/>
                    <a:pt x="285" y="1166"/>
                    <a:pt x="266" y="1181"/>
                  </a:cubicBezTo>
                  <a:cubicBezTo>
                    <a:pt x="238" y="1199"/>
                    <a:pt x="226" y="1210"/>
                    <a:pt x="218" y="1211"/>
                  </a:cubicBezTo>
                  <a:cubicBezTo>
                    <a:pt x="195" y="1226"/>
                    <a:pt x="199" y="1221"/>
                    <a:pt x="198" y="1216"/>
                  </a:cubicBezTo>
                  <a:cubicBezTo>
                    <a:pt x="230" y="1183"/>
                    <a:pt x="233" y="1182"/>
                    <a:pt x="238" y="1177"/>
                  </a:cubicBezTo>
                  <a:cubicBezTo>
                    <a:pt x="319" y="1129"/>
                    <a:pt x="328" y="1123"/>
                    <a:pt x="336" y="1121"/>
                  </a:cubicBezTo>
                  <a:cubicBezTo>
                    <a:pt x="493" y="1012"/>
                    <a:pt x="511" y="1000"/>
                    <a:pt x="526" y="986"/>
                  </a:cubicBezTo>
                  <a:cubicBezTo>
                    <a:pt x="552" y="958"/>
                    <a:pt x="551" y="956"/>
                    <a:pt x="554" y="954"/>
                  </a:cubicBezTo>
                  <a:cubicBezTo>
                    <a:pt x="522" y="977"/>
                    <a:pt x="521" y="987"/>
                    <a:pt x="507" y="995"/>
                  </a:cubicBezTo>
                  <a:cubicBezTo>
                    <a:pt x="490" y="1009"/>
                    <a:pt x="487" y="1013"/>
                    <a:pt x="482" y="1018"/>
                  </a:cubicBezTo>
                  <a:cubicBezTo>
                    <a:pt x="358" y="1100"/>
                    <a:pt x="341" y="1103"/>
                    <a:pt x="333" y="1113"/>
                  </a:cubicBezTo>
                  <a:cubicBezTo>
                    <a:pt x="251" y="1161"/>
                    <a:pt x="227" y="1171"/>
                    <a:pt x="214" y="1187"/>
                  </a:cubicBezTo>
                  <a:cubicBezTo>
                    <a:pt x="211" y="1186"/>
                    <a:pt x="210" y="1183"/>
                    <a:pt x="213" y="1180"/>
                  </a:cubicBezTo>
                  <a:cubicBezTo>
                    <a:pt x="242" y="1151"/>
                    <a:pt x="248" y="1147"/>
                    <a:pt x="259" y="1137"/>
                  </a:cubicBezTo>
                  <a:cubicBezTo>
                    <a:pt x="360" y="1078"/>
                    <a:pt x="373" y="1070"/>
                    <a:pt x="393" y="1055"/>
                  </a:cubicBezTo>
                  <a:cubicBezTo>
                    <a:pt x="452" y="1010"/>
                    <a:pt x="460" y="1010"/>
                    <a:pt x="463" y="1005"/>
                  </a:cubicBezTo>
                  <a:cubicBezTo>
                    <a:pt x="524" y="947"/>
                    <a:pt x="530" y="944"/>
                    <a:pt x="532" y="940"/>
                  </a:cubicBezTo>
                  <a:cubicBezTo>
                    <a:pt x="561" y="903"/>
                    <a:pt x="566" y="896"/>
                    <a:pt x="574" y="890"/>
                  </a:cubicBezTo>
                  <a:cubicBezTo>
                    <a:pt x="547" y="899"/>
                    <a:pt x="543" y="903"/>
                    <a:pt x="537" y="907"/>
                  </a:cubicBezTo>
                  <a:cubicBezTo>
                    <a:pt x="522" y="918"/>
                    <a:pt x="523" y="921"/>
                    <a:pt x="519" y="922"/>
                  </a:cubicBezTo>
                  <a:cubicBezTo>
                    <a:pt x="491" y="945"/>
                    <a:pt x="485" y="954"/>
                    <a:pt x="474" y="962"/>
                  </a:cubicBezTo>
                  <a:cubicBezTo>
                    <a:pt x="396" y="1023"/>
                    <a:pt x="387" y="1030"/>
                    <a:pt x="378" y="1037"/>
                  </a:cubicBezTo>
                  <a:cubicBezTo>
                    <a:pt x="323" y="1067"/>
                    <a:pt x="317" y="1067"/>
                    <a:pt x="311" y="1070"/>
                  </a:cubicBezTo>
                  <a:cubicBezTo>
                    <a:pt x="262" y="1102"/>
                    <a:pt x="259" y="1103"/>
                    <a:pt x="256" y="1103"/>
                  </a:cubicBezTo>
                  <a:cubicBezTo>
                    <a:pt x="244" y="1115"/>
                    <a:pt x="236" y="1116"/>
                    <a:pt x="239" y="1120"/>
                  </a:cubicBezTo>
                  <a:cubicBezTo>
                    <a:pt x="222" y="1136"/>
                    <a:pt x="217" y="1144"/>
                    <a:pt x="214" y="1140"/>
                  </a:cubicBezTo>
                  <a:cubicBezTo>
                    <a:pt x="260" y="1090"/>
                    <a:pt x="271" y="1086"/>
                    <a:pt x="296" y="1066"/>
                  </a:cubicBezTo>
                  <a:cubicBezTo>
                    <a:pt x="418" y="989"/>
                    <a:pt x="425" y="977"/>
                    <a:pt x="430" y="979"/>
                  </a:cubicBezTo>
                  <a:cubicBezTo>
                    <a:pt x="451" y="961"/>
                    <a:pt x="456" y="956"/>
                    <a:pt x="465" y="947"/>
                  </a:cubicBezTo>
                  <a:cubicBezTo>
                    <a:pt x="540" y="892"/>
                    <a:pt x="549" y="886"/>
                    <a:pt x="560" y="878"/>
                  </a:cubicBezTo>
                  <a:cubicBezTo>
                    <a:pt x="587" y="870"/>
                    <a:pt x="592" y="858"/>
                    <a:pt x="594" y="863"/>
                  </a:cubicBezTo>
                  <a:cubicBezTo>
                    <a:pt x="625" y="848"/>
                    <a:pt x="636" y="854"/>
                    <a:pt x="633" y="845"/>
                  </a:cubicBezTo>
                  <a:cubicBezTo>
                    <a:pt x="574" y="858"/>
                    <a:pt x="566" y="857"/>
                    <a:pt x="557" y="863"/>
                  </a:cubicBezTo>
                  <a:cubicBezTo>
                    <a:pt x="523" y="876"/>
                    <a:pt x="515" y="880"/>
                    <a:pt x="508" y="884"/>
                  </a:cubicBezTo>
                  <a:cubicBezTo>
                    <a:pt x="420" y="945"/>
                    <a:pt x="411" y="951"/>
                    <a:pt x="402" y="958"/>
                  </a:cubicBezTo>
                  <a:cubicBezTo>
                    <a:pt x="299" y="1027"/>
                    <a:pt x="297" y="1029"/>
                    <a:pt x="295" y="1030"/>
                  </a:cubicBezTo>
                  <a:cubicBezTo>
                    <a:pt x="255" y="1062"/>
                    <a:pt x="252" y="1067"/>
                    <a:pt x="244" y="1072"/>
                  </a:cubicBezTo>
                  <a:cubicBezTo>
                    <a:pt x="230" y="1081"/>
                    <a:pt x="230" y="1077"/>
                    <a:pt x="232" y="1073"/>
                  </a:cubicBezTo>
                  <a:cubicBezTo>
                    <a:pt x="251" y="1057"/>
                    <a:pt x="253" y="1055"/>
                    <a:pt x="257" y="1053"/>
                  </a:cubicBezTo>
                  <a:cubicBezTo>
                    <a:pt x="293" y="1015"/>
                    <a:pt x="296" y="1017"/>
                    <a:pt x="300" y="1014"/>
                  </a:cubicBezTo>
                  <a:cubicBezTo>
                    <a:pt x="333" y="985"/>
                    <a:pt x="335" y="986"/>
                    <a:pt x="336" y="986"/>
                  </a:cubicBezTo>
                  <a:cubicBezTo>
                    <a:pt x="380" y="950"/>
                    <a:pt x="404" y="938"/>
                    <a:pt x="433" y="916"/>
                  </a:cubicBezTo>
                  <a:cubicBezTo>
                    <a:pt x="492" y="885"/>
                    <a:pt x="501" y="881"/>
                    <a:pt x="511" y="874"/>
                  </a:cubicBezTo>
                  <a:cubicBezTo>
                    <a:pt x="540" y="857"/>
                    <a:pt x="552" y="855"/>
                    <a:pt x="561" y="848"/>
                  </a:cubicBezTo>
                  <a:cubicBezTo>
                    <a:pt x="574" y="833"/>
                    <a:pt x="569" y="837"/>
                    <a:pt x="565" y="840"/>
                  </a:cubicBezTo>
                  <a:cubicBezTo>
                    <a:pt x="512" y="866"/>
                    <a:pt x="509" y="864"/>
                    <a:pt x="505" y="869"/>
                  </a:cubicBezTo>
                  <a:cubicBezTo>
                    <a:pt x="416" y="917"/>
                    <a:pt x="406" y="926"/>
                    <a:pt x="373" y="944"/>
                  </a:cubicBezTo>
                  <a:cubicBezTo>
                    <a:pt x="332" y="978"/>
                    <a:pt x="317" y="986"/>
                    <a:pt x="306" y="995"/>
                  </a:cubicBezTo>
                  <a:cubicBezTo>
                    <a:pt x="253" y="1040"/>
                    <a:pt x="256" y="1048"/>
                    <a:pt x="251" y="1045"/>
                  </a:cubicBezTo>
                  <a:cubicBezTo>
                    <a:pt x="235" y="1052"/>
                    <a:pt x="237" y="1048"/>
                    <a:pt x="241" y="1044"/>
                  </a:cubicBezTo>
                  <a:cubicBezTo>
                    <a:pt x="310" y="977"/>
                    <a:pt x="362" y="934"/>
                    <a:pt x="419" y="899"/>
                  </a:cubicBezTo>
                  <a:cubicBezTo>
                    <a:pt x="482" y="869"/>
                    <a:pt x="481" y="865"/>
                    <a:pt x="487" y="864"/>
                  </a:cubicBezTo>
                  <a:cubicBezTo>
                    <a:pt x="513" y="858"/>
                    <a:pt x="519" y="848"/>
                    <a:pt x="522" y="852"/>
                  </a:cubicBezTo>
                  <a:cubicBezTo>
                    <a:pt x="583" y="826"/>
                    <a:pt x="598" y="821"/>
                    <a:pt x="613" y="815"/>
                  </a:cubicBezTo>
                  <a:cubicBezTo>
                    <a:pt x="578" y="820"/>
                    <a:pt x="572" y="828"/>
                    <a:pt x="567" y="826"/>
                  </a:cubicBezTo>
                  <a:cubicBezTo>
                    <a:pt x="541" y="835"/>
                    <a:pt x="538" y="835"/>
                    <a:pt x="536" y="837"/>
                  </a:cubicBezTo>
                  <a:cubicBezTo>
                    <a:pt x="509" y="843"/>
                    <a:pt x="505" y="850"/>
                    <a:pt x="502" y="851"/>
                  </a:cubicBezTo>
                  <a:cubicBezTo>
                    <a:pt x="480" y="859"/>
                    <a:pt x="474" y="860"/>
                    <a:pt x="468" y="866"/>
                  </a:cubicBezTo>
                  <a:cubicBezTo>
                    <a:pt x="423" y="890"/>
                    <a:pt x="421" y="886"/>
                    <a:pt x="417" y="890"/>
                  </a:cubicBezTo>
                  <a:cubicBezTo>
                    <a:pt x="390" y="907"/>
                    <a:pt x="385" y="911"/>
                    <a:pt x="380" y="914"/>
                  </a:cubicBezTo>
                  <a:cubicBezTo>
                    <a:pt x="361" y="927"/>
                    <a:pt x="350" y="937"/>
                    <a:pt x="335" y="947"/>
                  </a:cubicBezTo>
                  <a:cubicBezTo>
                    <a:pt x="277" y="996"/>
                    <a:pt x="275" y="1001"/>
                    <a:pt x="266" y="1004"/>
                  </a:cubicBezTo>
                  <a:cubicBezTo>
                    <a:pt x="252" y="1019"/>
                    <a:pt x="249" y="1014"/>
                    <a:pt x="250" y="1013"/>
                  </a:cubicBezTo>
                  <a:cubicBezTo>
                    <a:pt x="261" y="1003"/>
                    <a:pt x="262" y="1003"/>
                    <a:pt x="262" y="1002"/>
                  </a:cubicBezTo>
                  <a:cubicBezTo>
                    <a:pt x="283" y="983"/>
                    <a:pt x="288" y="972"/>
                    <a:pt x="297" y="962"/>
                  </a:cubicBezTo>
                  <a:cubicBezTo>
                    <a:pt x="358" y="911"/>
                    <a:pt x="362" y="915"/>
                    <a:pt x="367" y="909"/>
                  </a:cubicBezTo>
                  <a:cubicBezTo>
                    <a:pt x="396" y="889"/>
                    <a:pt x="399" y="896"/>
                    <a:pt x="403" y="891"/>
                  </a:cubicBezTo>
                  <a:cubicBezTo>
                    <a:pt x="418" y="884"/>
                    <a:pt x="423" y="872"/>
                    <a:pt x="425" y="877"/>
                  </a:cubicBezTo>
                  <a:cubicBezTo>
                    <a:pt x="466" y="855"/>
                    <a:pt x="478" y="855"/>
                    <a:pt x="492" y="844"/>
                  </a:cubicBezTo>
                  <a:cubicBezTo>
                    <a:pt x="573" y="801"/>
                    <a:pt x="571" y="802"/>
                    <a:pt x="578" y="796"/>
                  </a:cubicBezTo>
                  <a:cubicBezTo>
                    <a:pt x="604" y="774"/>
                    <a:pt x="612" y="772"/>
                    <a:pt x="609" y="769"/>
                  </a:cubicBezTo>
                  <a:cubicBezTo>
                    <a:pt x="526" y="821"/>
                    <a:pt x="519" y="826"/>
                    <a:pt x="513" y="829"/>
                  </a:cubicBezTo>
                  <a:cubicBezTo>
                    <a:pt x="463" y="847"/>
                    <a:pt x="455" y="856"/>
                    <a:pt x="450" y="854"/>
                  </a:cubicBezTo>
                  <a:cubicBezTo>
                    <a:pt x="390" y="884"/>
                    <a:pt x="378" y="893"/>
                    <a:pt x="368" y="897"/>
                  </a:cubicBezTo>
                  <a:cubicBezTo>
                    <a:pt x="338" y="920"/>
                    <a:pt x="335" y="923"/>
                    <a:pt x="332" y="925"/>
                  </a:cubicBezTo>
                  <a:cubicBezTo>
                    <a:pt x="316" y="936"/>
                    <a:pt x="308" y="942"/>
                    <a:pt x="301" y="947"/>
                  </a:cubicBezTo>
                  <a:cubicBezTo>
                    <a:pt x="265" y="982"/>
                    <a:pt x="261" y="986"/>
                    <a:pt x="258" y="990"/>
                  </a:cubicBezTo>
                  <a:cubicBezTo>
                    <a:pt x="267" y="967"/>
                    <a:pt x="265" y="971"/>
                    <a:pt x="270" y="972"/>
                  </a:cubicBezTo>
                  <a:cubicBezTo>
                    <a:pt x="317" y="926"/>
                    <a:pt x="316" y="922"/>
                    <a:pt x="337" y="912"/>
                  </a:cubicBezTo>
                  <a:cubicBezTo>
                    <a:pt x="446" y="842"/>
                    <a:pt x="455" y="842"/>
                    <a:pt x="463" y="838"/>
                  </a:cubicBezTo>
                  <a:cubicBezTo>
                    <a:pt x="475" y="832"/>
                    <a:pt x="476" y="831"/>
                    <a:pt x="477" y="830"/>
                  </a:cubicBezTo>
                  <a:cubicBezTo>
                    <a:pt x="595" y="755"/>
                    <a:pt x="608" y="750"/>
                    <a:pt x="608" y="743"/>
                  </a:cubicBezTo>
                  <a:cubicBezTo>
                    <a:pt x="591" y="754"/>
                    <a:pt x="593" y="752"/>
                    <a:pt x="587" y="758"/>
                  </a:cubicBezTo>
                  <a:cubicBezTo>
                    <a:pt x="552" y="781"/>
                    <a:pt x="553" y="785"/>
                    <a:pt x="549" y="783"/>
                  </a:cubicBezTo>
                  <a:cubicBezTo>
                    <a:pt x="516" y="799"/>
                    <a:pt x="510" y="807"/>
                    <a:pt x="506" y="809"/>
                  </a:cubicBezTo>
                  <a:cubicBezTo>
                    <a:pt x="432" y="848"/>
                    <a:pt x="425" y="843"/>
                    <a:pt x="423" y="847"/>
                  </a:cubicBezTo>
                  <a:cubicBezTo>
                    <a:pt x="403" y="861"/>
                    <a:pt x="400" y="858"/>
                    <a:pt x="396" y="861"/>
                  </a:cubicBezTo>
                  <a:cubicBezTo>
                    <a:pt x="290" y="934"/>
                    <a:pt x="289" y="937"/>
                    <a:pt x="284" y="940"/>
                  </a:cubicBezTo>
                  <a:cubicBezTo>
                    <a:pt x="283" y="932"/>
                    <a:pt x="287" y="928"/>
                    <a:pt x="289" y="924"/>
                  </a:cubicBezTo>
                  <a:cubicBezTo>
                    <a:pt x="318" y="903"/>
                    <a:pt x="325" y="895"/>
                    <a:pt x="335" y="888"/>
                  </a:cubicBezTo>
                  <a:cubicBezTo>
                    <a:pt x="381" y="857"/>
                    <a:pt x="388" y="853"/>
                    <a:pt x="394" y="848"/>
                  </a:cubicBezTo>
                  <a:cubicBezTo>
                    <a:pt x="445" y="830"/>
                    <a:pt x="450" y="818"/>
                    <a:pt x="452" y="823"/>
                  </a:cubicBezTo>
                  <a:cubicBezTo>
                    <a:pt x="472" y="813"/>
                    <a:pt x="472" y="811"/>
                    <a:pt x="474" y="812"/>
                  </a:cubicBezTo>
                  <a:cubicBezTo>
                    <a:pt x="492" y="804"/>
                    <a:pt x="496" y="802"/>
                    <a:pt x="499" y="799"/>
                  </a:cubicBezTo>
                  <a:cubicBezTo>
                    <a:pt x="522" y="787"/>
                    <a:pt x="529" y="784"/>
                    <a:pt x="536" y="782"/>
                  </a:cubicBezTo>
                  <a:cubicBezTo>
                    <a:pt x="594" y="740"/>
                    <a:pt x="604" y="733"/>
                    <a:pt x="613" y="727"/>
                  </a:cubicBezTo>
                  <a:cubicBezTo>
                    <a:pt x="629" y="708"/>
                    <a:pt x="626" y="710"/>
                    <a:pt x="623" y="712"/>
                  </a:cubicBezTo>
                  <a:cubicBezTo>
                    <a:pt x="614" y="719"/>
                    <a:pt x="612" y="720"/>
                    <a:pt x="611" y="720"/>
                  </a:cubicBezTo>
                  <a:cubicBezTo>
                    <a:pt x="602" y="727"/>
                    <a:pt x="602" y="731"/>
                    <a:pt x="598" y="733"/>
                  </a:cubicBezTo>
                  <a:cubicBezTo>
                    <a:pt x="578" y="747"/>
                    <a:pt x="571" y="752"/>
                    <a:pt x="564" y="757"/>
                  </a:cubicBezTo>
                  <a:cubicBezTo>
                    <a:pt x="528" y="774"/>
                    <a:pt x="524" y="782"/>
                    <a:pt x="521" y="779"/>
                  </a:cubicBezTo>
                  <a:cubicBezTo>
                    <a:pt x="466" y="806"/>
                    <a:pt x="462" y="809"/>
                    <a:pt x="459" y="809"/>
                  </a:cubicBezTo>
                  <a:cubicBezTo>
                    <a:pt x="423" y="827"/>
                    <a:pt x="420" y="825"/>
                    <a:pt x="416" y="827"/>
                  </a:cubicBezTo>
                  <a:cubicBezTo>
                    <a:pt x="347" y="870"/>
                    <a:pt x="336" y="878"/>
                    <a:pt x="325" y="885"/>
                  </a:cubicBezTo>
                  <a:cubicBezTo>
                    <a:pt x="302" y="902"/>
                    <a:pt x="299" y="905"/>
                    <a:pt x="297" y="904"/>
                  </a:cubicBezTo>
                  <a:cubicBezTo>
                    <a:pt x="342" y="859"/>
                    <a:pt x="352" y="856"/>
                    <a:pt x="352" y="851"/>
                  </a:cubicBezTo>
                  <a:cubicBezTo>
                    <a:pt x="384" y="833"/>
                    <a:pt x="390" y="829"/>
                    <a:pt x="403" y="820"/>
                  </a:cubicBezTo>
                  <a:cubicBezTo>
                    <a:pt x="434" y="799"/>
                    <a:pt x="448" y="797"/>
                    <a:pt x="456" y="791"/>
                  </a:cubicBezTo>
                  <a:cubicBezTo>
                    <a:pt x="491" y="772"/>
                    <a:pt x="498" y="776"/>
                    <a:pt x="509" y="765"/>
                  </a:cubicBezTo>
                  <a:cubicBezTo>
                    <a:pt x="550" y="750"/>
                    <a:pt x="561" y="743"/>
                    <a:pt x="571" y="740"/>
                  </a:cubicBezTo>
                  <a:cubicBezTo>
                    <a:pt x="650" y="685"/>
                    <a:pt x="651" y="680"/>
                    <a:pt x="658" y="677"/>
                  </a:cubicBezTo>
                  <a:cubicBezTo>
                    <a:pt x="663" y="670"/>
                    <a:pt x="651" y="676"/>
                    <a:pt x="643" y="686"/>
                  </a:cubicBezTo>
                  <a:cubicBezTo>
                    <a:pt x="557" y="738"/>
                    <a:pt x="549" y="738"/>
                    <a:pt x="541" y="745"/>
                  </a:cubicBezTo>
                  <a:cubicBezTo>
                    <a:pt x="457" y="783"/>
                    <a:pt x="447" y="787"/>
                    <a:pt x="438" y="789"/>
                  </a:cubicBezTo>
                  <a:cubicBezTo>
                    <a:pt x="417" y="807"/>
                    <a:pt x="409" y="804"/>
                    <a:pt x="401" y="811"/>
                  </a:cubicBezTo>
                  <a:cubicBezTo>
                    <a:pt x="339" y="851"/>
                    <a:pt x="338" y="856"/>
                    <a:pt x="329" y="860"/>
                  </a:cubicBezTo>
                  <a:cubicBezTo>
                    <a:pt x="311" y="871"/>
                    <a:pt x="311" y="863"/>
                    <a:pt x="308" y="866"/>
                  </a:cubicBezTo>
                  <a:cubicBezTo>
                    <a:pt x="324" y="849"/>
                    <a:pt x="327" y="851"/>
                    <a:pt x="327" y="847"/>
                  </a:cubicBezTo>
                  <a:cubicBezTo>
                    <a:pt x="429" y="785"/>
                    <a:pt x="430" y="783"/>
                    <a:pt x="438" y="779"/>
                  </a:cubicBezTo>
                  <a:cubicBezTo>
                    <a:pt x="489" y="753"/>
                    <a:pt x="491" y="753"/>
                    <a:pt x="494" y="751"/>
                  </a:cubicBezTo>
                  <a:cubicBezTo>
                    <a:pt x="546" y="730"/>
                    <a:pt x="551" y="722"/>
                    <a:pt x="554" y="725"/>
                  </a:cubicBezTo>
                  <a:cubicBezTo>
                    <a:pt x="553" y="723"/>
                    <a:pt x="551" y="717"/>
                    <a:pt x="547" y="723"/>
                  </a:cubicBezTo>
                  <a:cubicBezTo>
                    <a:pt x="515" y="736"/>
                    <a:pt x="513" y="732"/>
                    <a:pt x="509" y="735"/>
                  </a:cubicBezTo>
                  <a:cubicBezTo>
                    <a:pt x="487" y="740"/>
                    <a:pt x="482" y="748"/>
                    <a:pt x="479" y="745"/>
                  </a:cubicBezTo>
                  <a:cubicBezTo>
                    <a:pt x="397" y="793"/>
                    <a:pt x="390" y="796"/>
                    <a:pt x="382" y="800"/>
                  </a:cubicBezTo>
                  <a:cubicBezTo>
                    <a:pt x="344" y="825"/>
                    <a:pt x="339" y="829"/>
                    <a:pt x="334" y="833"/>
                  </a:cubicBezTo>
                  <a:cubicBezTo>
                    <a:pt x="346" y="804"/>
                    <a:pt x="361" y="789"/>
                    <a:pt x="375" y="781"/>
                  </a:cubicBezTo>
                  <a:cubicBezTo>
                    <a:pt x="397" y="767"/>
                    <a:pt x="400" y="765"/>
                    <a:pt x="404" y="763"/>
                  </a:cubicBezTo>
                  <a:cubicBezTo>
                    <a:pt x="478" y="727"/>
                    <a:pt x="484" y="727"/>
                    <a:pt x="492" y="721"/>
                  </a:cubicBezTo>
                  <a:cubicBezTo>
                    <a:pt x="514" y="719"/>
                    <a:pt x="521" y="711"/>
                    <a:pt x="527" y="713"/>
                  </a:cubicBezTo>
                  <a:cubicBezTo>
                    <a:pt x="573" y="696"/>
                    <a:pt x="580" y="692"/>
                    <a:pt x="587" y="689"/>
                  </a:cubicBezTo>
                  <a:cubicBezTo>
                    <a:pt x="627" y="664"/>
                    <a:pt x="637" y="667"/>
                    <a:pt x="634" y="660"/>
                  </a:cubicBezTo>
                  <a:cubicBezTo>
                    <a:pt x="534" y="701"/>
                    <a:pt x="528" y="701"/>
                    <a:pt x="521" y="705"/>
                  </a:cubicBezTo>
                  <a:cubicBezTo>
                    <a:pt x="490" y="707"/>
                    <a:pt x="495" y="713"/>
                    <a:pt x="501" y="707"/>
                  </a:cubicBezTo>
                  <a:cubicBezTo>
                    <a:pt x="543" y="697"/>
                    <a:pt x="550" y="686"/>
                    <a:pt x="556" y="687"/>
                  </a:cubicBezTo>
                  <a:cubicBezTo>
                    <a:pt x="578" y="682"/>
                    <a:pt x="584" y="677"/>
                    <a:pt x="590" y="677"/>
                  </a:cubicBezTo>
                  <a:cubicBezTo>
                    <a:pt x="643" y="648"/>
                    <a:pt x="657" y="643"/>
                    <a:pt x="673" y="629"/>
                  </a:cubicBezTo>
                  <a:cubicBezTo>
                    <a:pt x="647" y="645"/>
                    <a:pt x="643" y="645"/>
                    <a:pt x="641" y="645"/>
                  </a:cubicBezTo>
                  <a:cubicBezTo>
                    <a:pt x="611" y="659"/>
                    <a:pt x="604" y="666"/>
                    <a:pt x="597" y="667"/>
                  </a:cubicBezTo>
                  <a:cubicBezTo>
                    <a:pt x="556" y="675"/>
                    <a:pt x="551" y="687"/>
                    <a:pt x="549" y="682"/>
                  </a:cubicBezTo>
                  <a:cubicBezTo>
                    <a:pt x="516" y="695"/>
                    <a:pt x="514" y="691"/>
                    <a:pt x="510" y="696"/>
                  </a:cubicBezTo>
                  <a:cubicBezTo>
                    <a:pt x="487" y="704"/>
                    <a:pt x="483" y="706"/>
                    <a:pt x="480" y="705"/>
                  </a:cubicBezTo>
                  <a:cubicBezTo>
                    <a:pt x="454" y="716"/>
                    <a:pt x="446" y="720"/>
                    <a:pt x="441" y="723"/>
                  </a:cubicBezTo>
                  <a:cubicBezTo>
                    <a:pt x="430" y="731"/>
                    <a:pt x="427" y="727"/>
                    <a:pt x="423" y="731"/>
                  </a:cubicBezTo>
                  <a:cubicBezTo>
                    <a:pt x="386" y="755"/>
                    <a:pt x="382" y="753"/>
                    <a:pt x="377" y="757"/>
                  </a:cubicBezTo>
                  <a:cubicBezTo>
                    <a:pt x="347" y="769"/>
                    <a:pt x="358" y="764"/>
                    <a:pt x="366" y="758"/>
                  </a:cubicBezTo>
                  <a:cubicBezTo>
                    <a:pt x="409" y="728"/>
                    <a:pt x="417" y="725"/>
                    <a:pt x="425" y="718"/>
                  </a:cubicBezTo>
                  <a:cubicBezTo>
                    <a:pt x="571" y="656"/>
                    <a:pt x="601" y="640"/>
                    <a:pt x="630" y="626"/>
                  </a:cubicBezTo>
                  <a:cubicBezTo>
                    <a:pt x="661" y="605"/>
                    <a:pt x="663" y="601"/>
                    <a:pt x="664" y="599"/>
                  </a:cubicBezTo>
                  <a:cubicBezTo>
                    <a:pt x="642" y="607"/>
                    <a:pt x="637" y="615"/>
                    <a:pt x="632" y="617"/>
                  </a:cubicBezTo>
                  <a:cubicBezTo>
                    <a:pt x="575" y="644"/>
                    <a:pt x="557" y="653"/>
                    <a:pt x="540" y="659"/>
                  </a:cubicBezTo>
                  <a:cubicBezTo>
                    <a:pt x="479" y="687"/>
                    <a:pt x="471" y="684"/>
                    <a:pt x="462" y="691"/>
                  </a:cubicBezTo>
                  <a:cubicBezTo>
                    <a:pt x="418" y="713"/>
                    <a:pt x="415" y="715"/>
                    <a:pt x="412" y="717"/>
                  </a:cubicBezTo>
                  <a:cubicBezTo>
                    <a:pt x="381" y="734"/>
                    <a:pt x="377" y="737"/>
                    <a:pt x="373" y="740"/>
                  </a:cubicBezTo>
                  <a:cubicBezTo>
                    <a:pt x="385" y="720"/>
                    <a:pt x="404" y="707"/>
                    <a:pt x="421" y="696"/>
                  </a:cubicBezTo>
                  <a:cubicBezTo>
                    <a:pt x="473" y="672"/>
                    <a:pt x="478" y="677"/>
                    <a:pt x="484" y="670"/>
                  </a:cubicBezTo>
                  <a:cubicBezTo>
                    <a:pt x="519" y="657"/>
                    <a:pt x="524" y="659"/>
                    <a:pt x="529" y="654"/>
                  </a:cubicBezTo>
                  <a:cubicBezTo>
                    <a:pt x="603" y="622"/>
                    <a:pt x="611" y="619"/>
                    <a:pt x="619" y="615"/>
                  </a:cubicBezTo>
                  <a:cubicBezTo>
                    <a:pt x="667" y="570"/>
                    <a:pt x="677" y="568"/>
                    <a:pt x="675" y="564"/>
                  </a:cubicBezTo>
                  <a:cubicBezTo>
                    <a:pt x="719" y="542"/>
                    <a:pt x="725" y="539"/>
                    <a:pt x="730" y="537"/>
                  </a:cubicBezTo>
                  <a:cubicBezTo>
                    <a:pt x="742" y="527"/>
                    <a:pt x="737" y="530"/>
                    <a:pt x="732" y="533"/>
                  </a:cubicBezTo>
                  <a:cubicBezTo>
                    <a:pt x="706" y="538"/>
                    <a:pt x="703" y="542"/>
                    <a:pt x="700" y="544"/>
                  </a:cubicBezTo>
                  <a:cubicBezTo>
                    <a:pt x="637" y="575"/>
                    <a:pt x="629" y="578"/>
                    <a:pt x="622" y="585"/>
                  </a:cubicBezTo>
                  <a:cubicBezTo>
                    <a:pt x="557" y="616"/>
                    <a:pt x="550" y="611"/>
                    <a:pt x="543" y="615"/>
                  </a:cubicBezTo>
                  <a:cubicBezTo>
                    <a:pt x="514" y="623"/>
                    <a:pt x="507" y="625"/>
                    <a:pt x="499" y="630"/>
                  </a:cubicBezTo>
                  <a:cubicBezTo>
                    <a:pt x="469" y="641"/>
                    <a:pt x="463" y="637"/>
                    <a:pt x="455" y="644"/>
                  </a:cubicBezTo>
                  <a:cubicBezTo>
                    <a:pt x="432" y="653"/>
                    <a:pt x="426" y="659"/>
                    <a:pt x="422" y="658"/>
                  </a:cubicBezTo>
                  <a:cubicBezTo>
                    <a:pt x="410" y="660"/>
                    <a:pt x="410" y="653"/>
                    <a:pt x="416" y="648"/>
                  </a:cubicBezTo>
                  <a:cubicBezTo>
                    <a:pt x="439" y="640"/>
                    <a:pt x="445" y="628"/>
                    <a:pt x="447" y="633"/>
                  </a:cubicBezTo>
                  <a:cubicBezTo>
                    <a:pt x="502" y="611"/>
                    <a:pt x="513" y="606"/>
                    <a:pt x="523" y="605"/>
                  </a:cubicBezTo>
                  <a:cubicBezTo>
                    <a:pt x="597" y="583"/>
                    <a:pt x="606" y="581"/>
                    <a:pt x="615" y="576"/>
                  </a:cubicBezTo>
                  <a:cubicBezTo>
                    <a:pt x="655" y="561"/>
                    <a:pt x="660" y="548"/>
                    <a:pt x="663" y="553"/>
                  </a:cubicBezTo>
                  <a:cubicBezTo>
                    <a:pt x="715" y="530"/>
                    <a:pt x="721" y="528"/>
                    <a:pt x="727" y="527"/>
                  </a:cubicBezTo>
                  <a:cubicBezTo>
                    <a:pt x="736" y="512"/>
                    <a:pt x="727" y="524"/>
                    <a:pt x="720" y="520"/>
                  </a:cubicBezTo>
                  <a:cubicBezTo>
                    <a:pt x="677" y="533"/>
                    <a:pt x="673" y="536"/>
                    <a:pt x="668" y="537"/>
                  </a:cubicBezTo>
                  <a:cubicBezTo>
                    <a:pt x="603" y="571"/>
                    <a:pt x="600" y="575"/>
                    <a:pt x="598" y="573"/>
                  </a:cubicBezTo>
                  <a:cubicBezTo>
                    <a:pt x="555" y="592"/>
                    <a:pt x="552" y="588"/>
                    <a:pt x="549" y="589"/>
                  </a:cubicBezTo>
                  <a:cubicBezTo>
                    <a:pt x="507" y="600"/>
                    <a:pt x="504" y="601"/>
                    <a:pt x="501" y="601"/>
                  </a:cubicBezTo>
                  <a:cubicBezTo>
                    <a:pt x="462" y="618"/>
                    <a:pt x="456" y="620"/>
                    <a:pt x="449" y="622"/>
                  </a:cubicBezTo>
                  <a:cubicBezTo>
                    <a:pt x="427" y="627"/>
                    <a:pt x="429" y="624"/>
                    <a:pt x="432" y="622"/>
                  </a:cubicBezTo>
                  <a:cubicBezTo>
                    <a:pt x="464" y="601"/>
                    <a:pt x="476" y="596"/>
                    <a:pt x="488" y="594"/>
                  </a:cubicBezTo>
                  <a:cubicBezTo>
                    <a:pt x="519" y="583"/>
                    <a:pt x="522" y="582"/>
                    <a:pt x="525" y="584"/>
                  </a:cubicBezTo>
                  <a:cubicBezTo>
                    <a:pt x="550" y="574"/>
                    <a:pt x="557" y="572"/>
                    <a:pt x="563" y="571"/>
                  </a:cubicBezTo>
                  <a:cubicBezTo>
                    <a:pt x="588" y="560"/>
                    <a:pt x="594" y="562"/>
                    <a:pt x="600" y="559"/>
                  </a:cubicBezTo>
                  <a:cubicBezTo>
                    <a:pt x="645" y="537"/>
                    <a:pt x="651" y="541"/>
                    <a:pt x="657" y="535"/>
                  </a:cubicBezTo>
                  <a:cubicBezTo>
                    <a:pt x="670" y="528"/>
                    <a:pt x="672" y="530"/>
                    <a:pt x="671" y="528"/>
                  </a:cubicBezTo>
                  <a:cubicBezTo>
                    <a:pt x="707" y="510"/>
                    <a:pt x="711" y="502"/>
                    <a:pt x="714" y="502"/>
                  </a:cubicBezTo>
                  <a:cubicBezTo>
                    <a:pt x="729" y="486"/>
                    <a:pt x="743" y="485"/>
                    <a:pt x="736" y="481"/>
                  </a:cubicBezTo>
                  <a:cubicBezTo>
                    <a:pt x="686" y="515"/>
                    <a:pt x="684" y="515"/>
                    <a:pt x="682" y="515"/>
                  </a:cubicBezTo>
                  <a:cubicBezTo>
                    <a:pt x="660" y="525"/>
                    <a:pt x="654" y="529"/>
                    <a:pt x="648" y="532"/>
                  </a:cubicBezTo>
                  <a:cubicBezTo>
                    <a:pt x="622" y="542"/>
                    <a:pt x="616" y="542"/>
                    <a:pt x="609" y="548"/>
                  </a:cubicBezTo>
                  <a:cubicBezTo>
                    <a:pt x="569" y="562"/>
                    <a:pt x="566" y="558"/>
                    <a:pt x="563" y="561"/>
                  </a:cubicBezTo>
                  <a:cubicBezTo>
                    <a:pt x="541" y="567"/>
                    <a:pt x="537" y="572"/>
                    <a:pt x="535" y="570"/>
                  </a:cubicBezTo>
                  <a:cubicBezTo>
                    <a:pt x="474" y="591"/>
                    <a:pt x="469" y="587"/>
                    <a:pt x="462" y="592"/>
                  </a:cubicBezTo>
                  <a:cubicBezTo>
                    <a:pt x="459" y="582"/>
                    <a:pt x="465" y="573"/>
                    <a:pt x="468" y="576"/>
                  </a:cubicBezTo>
                  <a:cubicBezTo>
                    <a:pt x="497" y="562"/>
                    <a:pt x="501" y="567"/>
                    <a:pt x="506" y="564"/>
                  </a:cubicBezTo>
                  <a:cubicBezTo>
                    <a:pt x="546" y="554"/>
                    <a:pt x="550" y="555"/>
                    <a:pt x="555" y="550"/>
                  </a:cubicBezTo>
                  <a:cubicBezTo>
                    <a:pt x="621" y="530"/>
                    <a:pt x="639" y="521"/>
                    <a:pt x="656" y="514"/>
                  </a:cubicBezTo>
                  <a:cubicBezTo>
                    <a:pt x="724" y="468"/>
                    <a:pt x="727" y="472"/>
                    <a:pt x="731" y="467"/>
                  </a:cubicBezTo>
                  <a:cubicBezTo>
                    <a:pt x="698" y="479"/>
                    <a:pt x="675" y="497"/>
                    <a:pt x="653" y="506"/>
                  </a:cubicBezTo>
                  <a:cubicBezTo>
                    <a:pt x="569" y="540"/>
                    <a:pt x="564" y="539"/>
                    <a:pt x="557" y="543"/>
                  </a:cubicBezTo>
                  <a:cubicBezTo>
                    <a:pt x="520" y="547"/>
                    <a:pt x="515" y="554"/>
                    <a:pt x="512" y="552"/>
                  </a:cubicBezTo>
                  <a:cubicBezTo>
                    <a:pt x="473" y="562"/>
                    <a:pt x="469" y="568"/>
                    <a:pt x="466" y="563"/>
                  </a:cubicBezTo>
                  <a:cubicBezTo>
                    <a:pt x="498" y="545"/>
                    <a:pt x="497" y="541"/>
                    <a:pt x="502" y="539"/>
                  </a:cubicBezTo>
                  <a:cubicBezTo>
                    <a:pt x="563" y="520"/>
                    <a:pt x="573" y="516"/>
                    <a:pt x="581" y="519"/>
                  </a:cubicBezTo>
                  <a:cubicBezTo>
                    <a:pt x="612" y="506"/>
                    <a:pt x="616" y="505"/>
                    <a:pt x="619" y="506"/>
                  </a:cubicBezTo>
                  <a:cubicBezTo>
                    <a:pt x="736" y="443"/>
                    <a:pt x="752" y="427"/>
                    <a:pt x="767" y="422"/>
                  </a:cubicBezTo>
                  <a:cubicBezTo>
                    <a:pt x="792" y="398"/>
                    <a:pt x="801" y="398"/>
                    <a:pt x="799" y="388"/>
                  </a:cubicBezTo>
                  <a:cubicBezTo>
                    <a:pt x="779" y="406"/>
                    <a:pt x="773" y="410"/>
                    <a:pt x="771" y="411"/>
                  </a:cubicBezTo>
                  <a:cubicBezTo>
                    <a:pt x="764" y="417"/>
                    <a:pt x="760" y="419"/>
                    <a:pt x="757" y="421"/>
                  </a:cubicBezTo>
                  <a:cubicBezTo>
                    <a:pt x="698" y="461"/>
                    <a:pt x="694" y="459"/>
                    <a:pt x="692" y="461"/>
                  </a:cubicBezTo>
                  <a:cubicBezTo>
                    <a:pt x="645" y="481"/>
                    <a:pt x="642" y="485"/>
                    <a:pt x="639" y="487"/>
                  </a:cubicBezTo>
                  <a:cubicBezTo>
                    <a:pt x="607" y="499"/>
                    <a:pt x="602" y="499"/>
                    <a:pt x="597" y="503"/>
                  </a:cubicBezTo>
                  <a:cubicBezTo>
                    <a:pt x="580" y="505"/>
                    <a:pt x="572" y="510"/>
                    <a:pt x="564" y="509"/>
                  </a:cubicBezTo>
                  <a:cubicBezTo>
                    <a:pt x="507" y="529"/>
                    <a:pt x="504" y="529"/>
                    <a:pt x="501" y="530"/>
                  </a:cubicBezTo>
                  <a:cubicBezTo>
                    <a:pt x="511" y="516"/>
                    <a:pt x="516" y="516"/>
                    <a:pt x="521" y="510"/>
                  </a:cubicBezTo>
                  <a:cubicBezTo>
                    <a:pt x="560" y="498"/>
                    <a:pt x="569" y="498"/>
                    <a:pt x="580" y="493"/>
                  </a:cubicBezTo>
                  <a:cubicBezTo>
                    <a:pt x="646" y="472"/>
                    <a:pt x="652" y="467"/>
                    <a:pt x="658" y="468"/>
                  </a:cubicBezTo>
                  <a:cubicBezTo>
                    <a:pt x="762" y="408"/>
                    <a:pt x="771" y="401"/>
                    <a:pt x="780" y="395"/>
                  </a:cubicBezTo>
                  <a:cubicBezTo>
                    <a:pt x="794" y="385"/>
                    <a:pt x="799" y="381"/>
                    <a:pt x="804" y="378"/>
                  </a:cubicBezTo>
                  <a:cubicBezTo>
                    <a:pt x="816" y="362"/>
                    <a:pt x="807" y="368"/>
                    <a:pt x="799" y="374"/>
                  </a:cubicBezTo>
                  <a:cubicBezTo>
                    <a:pt x="785" y="381"/>
                    <a:pt x="780" y="387"/>
                    <a:pt x="777" y="392"/>
                  </a:cubicBezTo>
                  <a:cubicBezTo>
                    <a:pt x="741" y="412"/>
                    <a:pt x="732" y="416"/>
                    <a:pt x="722" y="424"/>
                  </a:cubicBezTo>
                  <a:cubicBezTo>
                    <a:pt x="700" y="442"/>
                    <a:pt x="692" y="439"/>
                    <a:pt x="689" y="441"/>
                  </a:cubicBezTo>
                  <a:cubicBezTo>
                    <a:pt x="614" y="471"/>
                    <a:pt x="613" y="473"/>
                    <a:pt x="607" y="476"/>
                  </a:cubicBezTo>
                  <a:cubicBezTo>
                    <a:pt x="566" y="485"/>
                    <a:pt x="556" y="494"/>
                    <a:pt x="549" y="491"/>
                  </a:cubicBezTo>
                  <a:cubicBezTo>
                    <a:pt x="513" y="502"/>
                    <a:pt x="508" y="511"/>
                    <a:pt x="505" y="508"/>
                  </a:cubicBezTo>
                  <a:cubicBezTo>
                    <a:pt x="524" y="490"/>
                    <a:pt x="526" y="487"/>
                    <a:pt x="528" y="486"/>
                  </a:cubicBezTo>
                  <a:cubicBezTo>
                    <a:pt x="546" y="478"/>
                    <a:pt x="555" y="473"/>
                    <a:pt x="564" y="467"/>
                  </a:cubicBezTo>
                  <a:cubicBezTo>
                    <a:pt x="585" y="466"/>
                    <a:pt x="592" y="460"/>
                    <a:pt x="598" y="460"/>
                  </a:cubicBezTo>
                  <a:cubicBezTo>
                    <a:pt x="650" y="440"/>
                    <a:pt x="653" y="444"/>
                    <a:pt x="657" y="440"/>
                  </a:cubicBezTo>
                  <a:cubicBezTo>
                    <a:pt x="729" y="408"/>
                    <a:pt x="743" y="399"/>
                    <a:pt x="758" y="389"/>
                  </a:cubicBezTo>
                  <a:cubicBezTo>
                    <a:pt x="794" y="357"/>
                    <a:pt x="790" y="359"/>
                    <a:pt x="778" y="369"/>
                  </a:cubicBezTo>
                  <a:cubicBezTo>
                    <a:pt x="742" y="393"/>
                    <a:pt x="737" y="396"/>
                    <a:pt x="732" y="400"/>
                  </a:cubicBezTo>
                  <a:cubicBezTo>
                    <a:pt x="693" y="417"/>
                    <a:pt x="690" y="418"/>
                    <a:pt x="687" y="420"/>
                  </a:cubicBezTo>
                  <a:cubicBezTo>
                    <a:pt x="629" y="438"/>
                    <a:pt x="622" y="447"/>
                    <a:pt x="618" y="443"/>
                  </a:cubicBezTo>
                  <a:cubicBezTo>
                    <a:pt x="587" y="455"/>
                    <a:pt x="575" y="459"/>
                    <a:pt x="564" y="457"/>
                  </a:cubicBezTo>
                  <a:cubicBezTo>
                    <a:pt x="544" y="467"/>
                    <a:pt x="539" y="470"/>
                    <a:pt x="534" y="470"/>
                  </a:cubicBezTo>
                  <a:cubicBezTo>
                    <a:pt x="590" y="434"/>
                    <a:pt x="594" y="439"/>
                    <a:pt x="599" y="435"/>
                  </a:cubicBezTo>
                  <a:cubicBezTo>
                    <a:pt x="658" y="416"/>
                    <a:pt x="669" y="411"/>
                    <a:pt x="679" y="409"/>
                  </a:cubicBezTo>
                  <a:cubicBezTo>
                    <a:pt x="766" y="359"/>
                    <a:pt x="770" y="356"/>
                    <a:pt x="786" y="346"/>
                  </a:cubicBezTo>
                  <a:cubicBezTo>
                    <a:pt x="788" y="337"/>
                    <a:pt x="773" y="348"/>
                    <a:pt x="758" y="359"/>
                  </a:cubicBezTo>
                  <a:cubicBezTo>
                    <a:pt x="666" y="405"/>
                    <a:pt x="659" y="405"/>
                    <a:pt x="650" y="410"/>
                  </a:cubicBezTo>
                  <a:cubicBezTo>
                    <a:pt x="579" y="427"/>
                    <a:pt x="571" y="435"/>
                    <a:pt x="566" y="429"/>
                  </a:cubicBezTo>
                  <a:cubicBezTo>
                    <a:pt x="586" y="418"/>
                    <a:pt x="591" y="422"/>
                    <a:pt x="597" y="419"/>
                  </a:cubicBezTo>
                  <a:cubicBezTo>
                    <a:pt x="623" y="411"/>
                    <a:pt x="627" y="405"/>
                    <a:pt x="629" y="408"/>
                  </a:cubicBezTo>
                  <a:cubicBezTo>
                    <a:pt x="674" y="391"/>
                    <a:pt x="674" y="383"/>
                    <a:pt x="679" y="385"/>
                  </a:cubicBezTo>
                  <a:cubicBezTo>
                    <a:pt x="709" y="372"/>
                    <a:pt x="714" y="369"/>
                    <a:pt x="719" y="365"/>
                  </a:cubicBezTo>
                  <a:cubicBezTo>
                    <a:pt x="790" y="326"/>
                    <a:pt x="800" y="319"/>
                    <a:pt x="808" y="316"/>
                  </a:cubicBezTo>
                  <a:cubicBezTo>
                    <a:pt x="851" y="294"/>
                    <a:pt x="848" y="291"/>
                    <a:pt x="852" y="289"/>
                  </a:cubicBezTo>
                  <a:cubicBezTo>
                    <a:pt x="847" y="287"/>
                    <a:pt x="848" y="290"/>
                    <a:pt x="845" y="292"/>
                  </a:cubicBezTo>
                  <a:cubicBezTo>
                    <a:pt x="796" y="312"/>
                    <a:pt x="785" y="320"/>
                    <a:pt x="775" y="325"/>
                  </a:cubicBezTo>
                  <a:cubicBezTo>
                    <a:pt x="686" y="371"/>
                    <a:pt x="681" y="378"/>
                    <a:pt x="677" y="376"/>
                  </a:cubicBezTo>
                  <a:cubicBezTo>
                    <a:pt x="647" y="386"/>
                    <a:pt x="644" y="390"/>
                    <a:pt x="642" y="391"/>
                  </a:cubicBezTo>
                  <a:cubicBezTo>
                    <a:pt x="602" y="407"/>
                    <a:pt x="598" y="406"/>
                    <a:pt x="593" y="409"/>
                  </a:cubicBezTo>
                  <a:cubicBezTo>
                    <a:pt x="585" y="406"/>
                    <a:pt x="586" y="411"/>
                    <a:pt x="589" y="407"/>
                  </a:cubicBezTo>
                  <a:cubicBezTo>
                    <a:pt x="637" y="379"/>
                    <a:pt x="661" y="368"/>
                    <a:pt x="684" y="361"/>
                  </a:cubicBezTo>
                  <a:cubicBezTo>
                    <a:pt x="714" y="348"/>
                    <a:pt x="717" y="344"/>
                    <a:pt x="720" y="343"/>
                  </a:cubicBezTo>
                  <a:cubicBezTo>
                    <a:pt x="761" y="318"/>
                    <a:pt x="780" y="313"/>
                    <a:pt x="794" y="303"/>
                  </a:cubicBezTo>
                  <a:cubicBezTo>
                    <a:pt x="837" y="288"/>
                    <a:pt x="847" y="283"/>
                    <a:pt x="845" y="279"/>
                  </a:cubicBezTo>
                  <a:cubicBezTo>
                    <a:pt x="748" y="324"/>
                    <a:pt x="743" y="322"/>
                    <a:pt x="738" y="327"/>
                  </a:cubicBezTo>
                  <a:cubicBezTo>
                    <a:pt x="712" y="340"/>
                    <a:pt x="702" y="341"/>
                    <a:pt x="692" y="348"/>
                  </a:cubicBezTo>
                  <a:cubicBezTo>
                    <a:pt x="671" y="360"/>
                    <a:pt x="667" y="355"/>
                    <a:pt x="661" y="360"/>
                  </a:cubicBezTo>
                  <a:cubicBezTo>
                    <a:pt x="628" y="371"/>
                    <a:pt x="625" y="375"/>
                    <a:pt x="623" y="373"/>
                  </a:cubicBezTo>
                  <a:cubicBezTo>
                    <a:pt x="602" y="380"/>
                    <a:pt x="603" y="375"/>
                    <a:pt x="608" y="379"/>
                  </a:cubicBezTo>
                  <a:cubicBezTo>
                    <a:pt x="635" y="363"/>
                    <a:pt x="640" y="358"/>
                    <a:pt x="645" y="355"/>
                  </a:cubicBezTo>
                  <a:cubicBezTo>
                    <a:pt x="690" y="337"/>
                    <a:pt x="695" y="339"/>
                    <a:pt x="702" y="336"/>
                  </a:cubicBezTo>
                  <a:cubicBezTo>
                    <a:pt x="778" y="299"/>
                    <a:pt x="789" y="291"/>
                    <a:pt x="800" y="284"/>
                  </a:cubicBezTo>
                  <a:cubicBezTo>
                    <a:pt x="823" y="265"/>
                    <a:pt x="817" y="270"/>
                    <a:pt x="810" y="275"/>
                  </a:cubicBezTo>
                  <a:cubicBezTo>
                    <a:pt x="745" y="308"/>
                    <a:pt x="744" y="312"/>
                    <a:pt x="735" y="317"/>
                  </a:cubicBezTo>
                  <a:cubicBezTo>
                    <a:pt x="706" y="325"/>
                    <a:pt x="698" y="329"/>
                    <a:pt x="692" y="328"/>
                  </a:cubicBezTo>
                  <a:cubicBezTo>
                    <a:pt x="631" y="353"/>
                    <a:pt x="625" y="359"/>
                    <a:pt x="621" y="355"/>
                  </a:cubicBezTo>
                  <a:cubicBezTo>
                    <a:pt x="645" y="341"/>
                    <a:pt x="649" y="339"/>
                    <a:pt x="654" y="336"/>
                  </a:cubicBezTo>
                  <a:cubicBezTo>
                    <a:pt x="697" y="321"/>
                    <a:pt x="705" y="316"/>
                    <a:pt x="713" y="313"/>
                  </a:cubicBezTo>
                  <a:cubicBezTo>
                    <a:pt x="745" y="297"/>
                    <a:pt x="753" y="295"/>
                    <a:pt x="761" y="291"/>
                  </a:cubicBezTo>
                  <a:cubicBezTo>
                    <a:pt x="803" y="262"/>
                    <a:pt x="807" y="264"/>
                    <a:pt x="806" y="261"/>
                  </a:cubicBezTo>
                  <a:cubicBezTo>
                    <a:pt x="839" y="233"/>
                    <a:pt x="843" y="230"/>
                    <a:pt x="847" y="226"/>
                  </a:cubicBezTo>
                  <a:cubicBezTo>
                    <a:pt x="796" y="261"/>
                    <a:pt x="788" y="266"/>
                    <a:pt x="779" y="272"/>
                  </a:cubicBezTo>
                  <a:cubicBezTo>
                    <a:pt x="668" y="319"/>
                    <a:pt x="661" y="325"/>
                    <a:pt x="655" y="325"/>
                  </a:cubicBezTo>
                  <a:cubicBezTo>
                    <a:pt x="643" y="332"/>
                    <a:pt x="643" y="326"/>
                    <a:pt x="646" y="322"/>
                  </a:cubicBezTo>
                  <a:cubicBezTo>
                    <a:pt x="668" y="316"/>
                    <a:pt x="674" y="313"/>
                    <a:pt x="679" y="313"/>
                  </a:cubicBezTo>
                  <a:cubicBezTo>
                    <a:pt x="789" y="253"/>
                    <a:pt x="800" y="245"/>
                    <a:pt x="811" y="238"/>
                  </a:cubicBezTo>
                  <a:cubicBezTo>
                    <a:pt x="830" y="217"/>
                    <a:pt x="839" y="215"/>
                    <a:pt x="836" y="212"/>
                  </a:cubicBezTo>
                  <a:cubicBezTo>
                    <a:pt x="826" y="221"/>
                    <a:pt x="818" y="219"/>
                    <a:pt x="815" y="227"/>
                  </a:cubicBezTo>
                  <a:cubicBezTo>
                    <a:pt x="759" y="262"/>
                    <a:pt x="739" y="275"/>
                    <a:pt x="719" y="284"/>
                  </a:cubicBezTo>
                  <a:cubicBezTo>
                    <a:pt x="673" y="305"/>
                    <a:pt x="671" y="306"/>
                    <a:pt x="668" y="306"/>
                  </a:cubicBezTo>
                  <a:cubicBezTo>
                    <a:pt x="711" y="282"/>
                    <a:pt x="719" y="273"/>
                    <a:pt x="727" y="271"/>
                  </a:cubicBezTo>
                  <a:cubicBezTo>
                    <a:pt x="797" y="226"/>
                    <a:pt x="805" y="220"/>
                    <a:pt x="813" y="214"/>
                  </a:cubicBezTo>
                  <a:cubicBezTo>
                    <a:pt x="850" y="175"/>
                    <a:pt x="861" y="172"/>
                    <a:pt x="859" y="168"/>
                  </a:cubicBezTo>
                  <a:close/>
                  <a:moveTo>
                    <a:pt x="743" y="232"/>
                  </a:moveTo>
                  <a:cubicBezTo>
                    <a:pt x="748" y="239"/>
                    <a:pt x="733" y="238"/>
                    <a:pt x="728" y="246"/>
                  </a:cubicBezTo>
                  <a:cubicBezTo>
                    <a:pt x="725" y="238"/>
                    <a:pt x="737" y="240"/>
                    <a:pt x="743" y="232"/>
                  </a:cubicBezTo>
                  <a:close/>
                  <a:moveTo>
                    <a:pt x="723" y="245"/>
                  </a:moveTo>
                  <a:cubicBezTo>
                    <a:pt x="723" y="251"/>
                    <a:pt x="713" y="252"/>
                    <a:pt x="710" y="254"/>
                  </a:cubicBezTo>
                  <a:cubicBezTo>
                    <a:pt x="709" y="248"/>
                    <a:pt x="719" y="247"/>
                    <a:pt x="723" y="245"/>
                  </a:cubicBezTo>
                  <a:close/>
                  <a:moveTo>
                    <a:pt x="265" y="659"/>
                  </a:moveTo>
                  <a:cubicBezTo>
                    <a:pt x="262" y="656"/>
                    <a:pt x="263" y="654"/>
                    <a:pt x="262" y="651"/>
                  </a:cubicBezTo>
                  <a:cubicBezTo>
                    <a:pt x="260" y="649"/>
                    <a:pt x="256" y="646"/>
                    <a:pt x="259" y="644"/>
                  </a:cubicBezTo>
                  <a:cubicBezTo>
                    <a:pt x="256" y="643"/>
                    <a:pt x="254" y="641"/>
                    <a:pt x="252" y="638"/>
                  </a:cubicBezTo>
                  <a:cubicBezTo>
                    <a:pt x="252" y="636"/>
                    <a:pt x="252" y="634"/>
                    <a:pt x="250" y="635"/>
                  </a:cubicBezTo>
                  <a:cubicBezTo>
                    <a:pt x="248" y="631"/>
                    <a:pt x="248" y="627"/>
                    <a:pt x="243" y="623"/>
                  </a:cubicBezTo>
                  <a:cubicBezTo>
                    <a:pt x="245" y="617"/>
                    <a:pt x="243" y="617"/>
                    <a:pt x="239" y="613"/>
                  </a:cubicBezTo>
                  <a:cubicBezTo>
                    <a:pt x="241" y="610"/>
                    <a:pt x="236" y="605"/>
                    <a:pt x="236" y="601"/>
                  </a:cubicBezTo>
                  <a:cubicBezTo>
                    <a:pt x="231" y="592"/>
                    <a:pt x="230" y="592"/>
                    <a:pt x="223" y="581"/>
                  </a:cubicBezTo>
                  <a:cubicBezTo>
                    <a:pt x="215" y="572"/>
                    <a:pt x="216" y="564"/>
                    <a:pt x="207" y="555"/>
                  </a:cubicBezTo>
                  <a:cubicBezTo>
                    <a:pt x="203" y="545"/>
                    <a:pt x="204" y="543"/>
                    <a:pt x="195" y="532"/>
                  </a:cubicBezTo>
                  <a:cubicBezTo>
                    <a:pt x="199" y="528"/>
                    <a:pt x="191" y="523"/>
                    <a:pt x="193" y="519"/>
                  </a:cubicBezTo>
                  <a:cubicBezTo>
                    <a:pt x="188" y="514"/>
                    <a:pt x="192" y="510"/>
                    <a:pt x="188" y="505"/>
                  </a:cubicBezTo>
                  <a:cubicBezTo>
                    <a:pt x="187" y="496"/>
                    <a:pt x="184" y="487"/>
                    <a:pt x="181" y="478"/>
                  </a:cubicBezTo>
                  <a:cubicBezTo>
                    <a:pt x="189" y="478"/>
                    <a:pt x="185" y="488"/>
                    <a:pt x="189" y="492"/>
                  </a:cubicBezTo>
                  <a:cubicBezTo>
                    <a:pt x="191" y="498"/>
                    <a:pt x="194" y="504"/>
                    <a:pt x="193" y="509"/>
                  </a:cubicBezTo>
                  <a:cubicBezTo>
                    <a:pt x="200" y="517"/>
                    <a:pt x="199" y="523"/>
                    <a:pt x="207" y="531"/>
                  </a:cubicBezTo>
                  <a:cubicBezTo>
                    <a:pt x="210" y="535"/>
                    <a:pt x="208" y="538"/>
                    <a:pt x="209" y="541"/>
                  </a:cubicBezTo>
                  <a:cubicBezTo>
                    <a:pt x="213" y="542"/>
                    <a:pt x="214" y="546"/>
                    <a:pt x="213" y="549"/>
                  </a:cubicBezTo>
                  <a:cubicBezTo>
                    <a:pt x="220" y="554"/>
                    <a:pt x="218" y="557"/>
                    <a:pt x="224" y="565"/>
                  </a:cubicBezTo>
                  <a:cubicBezTo>
                    <a:pt x="227" y="574"/>
                    <a:pt x="233" y="584"/>
                    <a:pt x="237" y="593"/>
                  </a:cubicBezTo>
                  <a:cubicBezTo>
                    <a:pt x="239" y="596"/>
                    <a:pt x="241" y="598"/>
                    <a:pt x="243" y="601"/>
                  </a:cubicBezTo>
                  <a:cubicBezTo>
                    <a:pt x="243" y="603"/>
                    <a:pt x="243" y="605"/>
                    <a:pt x="245" y="604"/>
                  </a:cubicBezTo>
                  <a:cubicBezTo>
                    <a:pt x="246" y="609"/>
                    <a:pt x="245" y="613"/>
                    <a:pt x="250" y="618"/>
                  </a:cubicBezTo>
                  <a:cubicBezTo>
                    <a:pt x="253" y="627"/>
                    <a:pt x="261" y="637"/>
                    <a:pt x="263" y="646"/>
                  </a:cubicBezTo>
                  <a:cubicBezTo>
                    <a:pt x="271" y="655"/>
                    <a:pt x="270" y="664"/>
                    <a:pt x="275" y="673"/>
                  </a:cubicBezTo>
                  <a:cubicBezTo>
                    <a:pt x="268" y="673"/>
                    <a:pt x="271" y="663"/>
                    <a:pt x="265" y="659"/>
                  </a:cubicBezTo>
                  <a:close/>
                  <a:moveTo>
                    <a:pt x="279" y="685"/>
                  </a:moveTo>
                  <a:cubicBezTo>
                    <a:pt x="279" y="692"/>
                    <a:pt x="278" y="682"/>
                    <a:pt x="274" y="679"/>
                  </a:cubicBezTo>
                  <a:cubicBezTo>
                    <a:pt x="273" y="676"/>
                    <a:pt x="276" y="678"/>
                    <a:pt x="277" y="679"/>
                  </a:cubicBezTo>
                  <a:cubicBezTo>
                    <a:pt x="278" y="681"/>
                    <a:pt x="279" y="683"/>
                    <a:pt x="281" y="684"/>
                  </a:cubicBezTo>
                  <a:cubicBezTo>
                    <a:pt x="280" y="685"/>
                    <a:pt x="280" y="685"/>
                    <a:pt x="279" y="685"/>
                  </a:cubicBezTo>
                  <a:close/>
                  <a:moveTo>
                    <a:pt x="166" y="634"/>
                  </a:moveTo>
                  <a:cubicBezTo>
                    <a:pt x="162" y="637"/>
                    <a:pt x="166" y="630"/>
                    <a:pt x="161" y="628"/>
                  </a:cubicBezTo>
                  <a:cubicBezTo>
                    <a:pt x="168" y="628"/>
                    <a:pt x="168" y="638"/>
                    <a:pt x="172" y="642"/>
                  </a:cubicBezTo>
                  <a:cubicBezTo>
                    <a:pt x="168" y="645"/>
                    <a:pt x="166" y="636"/>
                    <a:pt x="166" y="634"/>
                  </a:cubicBezTo>
                  <a:close/>
                  <a:moveTo>
                    <a:pt x="192" y="691"/>
                  </a:moveTo>
                  <a:cubicBezTo>
                    <a:pt x="192" y="690"/>
                    <a:pt x="191" y="690"/>
                    <a:pt x="190" y="691"/>
                  </a:cubicBezTo>
                  <a:cubicBezTo>
                    <a:pt x="187" y="685"/>
                    <a:pt x="184" y="679"/>
                    <a:pt x="184" y="673"/>
                  </a:cubicBezTo>
                  <a:cubicBezTo>
                    <a:pt x="190" y="669"/>
                    <a:pt x="184" y="681"/>
                    <a:pt x="189" y="677"/>
                  </a:cubicBezTo>
                  <a:cubicBezTo>
                    <a:pt x="189" y="682"/>
                    <a:pt x="193" y="688"/>
                    <a:pt x="194" y="693"/>
                  </a:cubicBezTo>
                  <a:cubicBezTo>
                    <a:pt x="195" y="695"/>
                    <a:pt x="196" y="696"/>
                    <a:pt x="197" y="698"/>
                  </a:cubicBezTo>
                  <a:cubicBezTo>
                    <a:pt x="200" y="705"/>
                    <a:pt x="188" y="693"/>
                    <a:pt x="192" y="691"/>
                  </a:cubicBezTo>
                  <a:close/>
                  <a:moveTo>
                    <a:pt x="259" y="828"/>
                  </a:moveTo>
                  <a:cubicBezTo>
                    <a:pt x="258" y="824"/>
                    <a:pt x="255" y="820"/>
                    <a:pt x="256" y="817"/>
                  </a:cubicBezTo>
                  <a:cubicBezTo>
                    <a:pt x="247" y="810"/>
                    <a:pt x="247" y="797"/>
                    <a:pt x="241" y="789"/>
                  </a:cubicBezTo>
                  <a:cubicBezTo>
                    <a:pt x="233" y="777"/>
                    <a:pt x="228" y="766"/>
                    <a:pt x="224" y="755"/>
                  </a:cubicBezTo>
                  <a:cubicBezTo>
                    <a:pt x="220" y="751"/>
                    <a:pt x="217" y="746"/>
                    <a:pt x="214" y="742"/>
                  </a:cubicBezTo>
                  <a:cubicBezTo>
                    <a:pt x="212" y="737"/>
                    <a:pt x="211" y="732"/>
                    <a:pt x="208" y="727"/>
                  </a:cubicBezTo>
                  <a:cubicBezTo>
                    <a:pt x="206" y="724"/>
                    <a:pt x="208" y="722"/>
                    <a:pt x="205" y="719"/>
                  </a:cubicBezTo>
                  <a:cubicBezTo>
                    <a:pt x="202" y="720"/>
                    <a:pt x="204" y="715"/>
                    <a:pt x="201" y="717"/>
                  </a:cubicBezTo>
                  <a:cubicBezTo>
                    <a:pt x="203" y="712"/>
                    <a:pt x="194" y="705"/>
                    <a:pt x="199" y="701"/>
                  </a:cubicBezTo>
                  <a:cubicBezTo>
                    <a:pt x="207" y="710"/>
                    <a:pt x="207" y="720"/>
                    <a:pt x="217" y="725"/>
                  </a:cubicBezTo>
                  <a:cubicBezTo>
                    <a:pt x="214" y="728"/>
                    <a:pt x="222" y="733"/>
                    <a:pt x="220" y="736"/>
                  </a:cubicBezTo>
                  <a:cubicBezTo>
                    <a:pt x="220" y="739"/>
                    <a:pt x="227" y="743"/>
                    <a:pt x="224" y="745"/>
                  </a:cubicBezTo>
                  <a:cubicBezTo>
                    <a:pt x="228" y="751"/>
                    <a:pt x="231" y="757"/>
                    <a:pt x="232" y="763"/>
                  </a:cubicBezTo>
                  <a:cubicBezTo>
                    <a:pt x="242" y="777"/>
                    <a:pt x="242" y="783"/>
                    <a:pt x="252" y="798"/>
                  </a:cubicBezTo>
                  <a:cubicBezTo>
                    <a:pt x="255" y="807"/>
                    <a:pt x="256" y="808"/>
                    <a:pt x="261" y="817"/>
                  </a:cubicBezTo>
                  <a:cubicBezTo>
                    <a:pt x="258" y="822"/>
                    <a:pt x="264" y="829"/>
                    <a:pt x="265" y="836"/>
                  </a:cubicBezTo>
                  <a:cubicBezTo>
                    <a:pt x="259" y="838"/>
                    <a:pt x="262" y="830"/>
                    <a:pt x="259" y="828"/>
                  </a:cubicBezTo>
                  <a:close/>
                  <a:moveTo>
                    <a:pt x="195" y="1053"/>
                  </a:moveTo>
                  <a:cubicBezTo>
                    <a:pt x="187" y="1053"/>
                    <a:pt x="194" y="1042"/>
                    <a:pt x="195" y="1053"/>
                  </a:cubicBezTo>
                  <a:close/>
                  <a:moveTo>
                    <a:pt x="139" y="1162"/>
                  </a:moveTo>
                  <a:cubicBezTo>
                    <a:pt x="139" y="1162"/>
                    <a:pt x="135" y="1161"/>
                    <a:pt x="135" y="1160"/>
                  </a:cubicBezTo>
                  <a:cubicBezTo>
                    <a:pt x="135" y="1160"/>
                    <a:pt x="137" y="1159"/>
                    <a:pt x="137" y="1159"/>
                  </a:cubicBezTo>
                  <a:cubicBezTo>
                    <a:pt x="135" y="1156"/>
                    <a:pt x="134" y="1152"/>
                    <a:pt x="136" y="1155"/>
                  </a:cubicBezTo>
                  <a:cubicBezTo>
                    <a:pt x="138" y="1157"/>
                    <a:pt x="136" y="1158"/>
                    <a:pt x="137" y="1159"/>
                  </a:cubicBezTo>
                  <a:cubicBezTo>
                    <a:pt x="137" y="1159"/>
                    <a:pt x="146" y="1164"/>
                    <a:pt x="139" y="1162"/>
                  </a:cubicBezTo>
                  <a:close/>
                  <a:moveTo>
                    <a:pt x="157" y="1194"/>
                  </a:moveTo>
                  <a:cubicBezTo>
                    <a:pt x="156" y="1188"/>
                    <a:pt x="151" y="1181"/>
                    <a:pt x="146" y="1175"/>
                  </a:cubicBezTo>
                  <a:cubicBezTo>
                    <a:pt x="148" y="1173"/>
                    <a:pt x="150" y="1179"/>
                    <a:pt x="153" y="1177"/>
                  </a:cubicBezTo>
                  <a:cubicBezTo>
                    <a:pt x="149" y="1182"/>
                    <a:pt x="165" y="1190"/>
                    <a:pt x="157" y="1194"/>
                  </a:cubicBezTo>
                  <a:close/>
                  <a:moveTo>
                    <a:pt x="160" y="1194"/>
                  </a:moveTo>
                  <a:cubicBezTo>
                    <a:pt x="165" y="1194"/>
                    <a:pt x="164" y="1204"/>
                    <a:pt x="167" y="1208"/>
                  </a:cubicBezTo>
                  <a:cubicBezTo>
                    <a:pt x="161" y="1208"/>
                    <a:pt x="161" y="1198"/>
                    <a:pt x="160" y="1194"/>
                  </a:cubicBezTo>
                  <a:close/>
                  <a:moveTo>
                    <a:pt x="120" y="1272"/>
                  </a:moveTo>
                  <a:cubicBezTo>
                    <a:pt x="122" y="1271"/>
                    <a:pt x="129" y="1274"/>
                    <a:pt x="125" y="1275"/>
                  </a:cubicBezTo>
                  <a:cubicBezTo>
                    <a:pt x="136" y="1289"/>
                    <a:pt x="127" y="1283"/>
                    <a:pt x="120" y="1272"/>
                  </a:cubicBezTo>
                  <a:close/>
                  <a:moveTo>
                    <a:pt x="25" y="1215"/>
                  </a:moveTo>
                  <a:cubicBezTo>
                    <a:pt x="26" y="1214"/>
                    <a:pt x="27" y="1214"/>
                    <a:pt x="28" y="1213"/>
                  </a:cubicBezTo>
                  <a:cubicBezTo>
                    <a:pt x="29" y="1214"/>
                    <a:pt x="31" y="1216"/>
                    <a:pt x="32" y="1218"/>
                  </a:cubicBezTo>
                  <a:cubicBezTo>
                    <a:pt x="31" y="1218"/>
                    <a:pt x="30" y="1219"/>
                    <a:pt x="29" y="1220"/>
                  </a:cubicBezTo>
                  <a:cubicBezTo>
                    <a:pt x="27" y="1218"/>
                    <a:pt x="26" y="1217"/>
                    <a:pt x="25" y="1215"/>
                  </a:cubicBezTo>
                  <a:close/>
                  <a:moveTo>
                    <a:pt x="121" y="1375"/>
                  </a:moveTo>
                  <a:cubicBezTo>
                    <a:pt x="117" y="1370"/>
                    <a:pt x="114" y="1365"/>
                    <a:pt x="110" y="1360"/>
                  </a:cubicBezTo>
                  <a:cubicBezTo>
                    <a:pt x="113" y="1358"/>
                    <a:pt x="116" y="1360"/>
                    <a:pt x="118" y="1364"/>
                  </a:cubicBezTo>
                  <a:cubicBezTo>
                    <a:pt x="122" y="1365"/>
                    <a:pt x="127" y="1372"/>
                    <a:pt x="121" y="1375"/>
                  </a:cubicBezTo>
                  <a:close/>
                  <a:moveTo>
                    <a:pt x="156" y="1400"/>
                  </a:moveTo>
                  <a:cubicBezTo>
                    <a:pt x="154" y="1401"/>
                    <a:pt x="156" y="1399"/>
                    <a:pt x="154" y="1397"/>
                  </a:cubicBezTo>
                  <a:cubicBezTo>
                    <a:pt x="129" y="1364"/>
                    <a:pt x="125" y="1355"/>
                    <a:pt x="120" y="1353"/>
                  </a:cubicBezTo>
                  <a:cubicBezTo>
                    <a:pt x="103" y="1335"/>
                    <a:pt x="105" y="1329"/>
                    <a:pt x="98" y="1330"/>
                  </a:cubicBezTo>
                  <a:cubicBezTo>
                    <a:pt x="80" y="1305"/>
                    <a:pt x="82" y="1304"/>
                    <a:pt x="82" y="1304"/>
                  </a:cubicBezTo>
                  <a:cubicBezTo>
                    <a:pt x="72" y="1293"/>
                    <a:pt x="73" y="1290"/>
                    <a:pt x="72" y="1290"/>
                  </a:cubicBezTo>
                  <a:cubicBezTo>
                    <a:pt x="60" y="1278"/>
                    <a:pt x="63" y="1277"/>
                    <a:pt x="61" y="1275"/>
                  </a:cubicBezTo>
                  <a:cubicBezTo>
                    <a:pt x="44" y="1247"/>
                    <a:pt x="37" y="1241"/>
                    <a:pt x="37" y="1236"/>
                  </a:cubicBezTo>
                  <a:cubicBezTo>
                    <a:pt x="33" y="1223"/>
                    <a:pt x="41" y="1230"/>
                    <a:pt x="45" y="1233"/>
                  </a:cubicBezTo>
                  <a:cubicBezTo>
                    <a:pt x="83" y="1280"/>
                    <a:pt x="94" y="1291"/>
                    <a:pt x="101" y="1303"/>
                  </a:cubicBezTo>
                  <a:cubicBezTo>
                    <a:pt x="106" y="1310"/>
                    <a:pt x="104" y="1311"/>
                    <a:pt x="105" y="1312"/>
                  </a:cubicBezTo>
                  <a:cubicBezTo>
                    <a:pt x="117" y="1329"/>
                    <a:pt x="118" y="1327"/>
                    <a:pt x="119" y="1329"/>
                  </a:cubicBezTo>
                  <a:cubicBezTo>
                    <a:pt x="159" y="1413"/>
                    <a:pt x="159" y="1403"/>
                    <a:pt x="156" y="1400"/>
                  </a:cubicBezTo>
                  <a:close/>
                  <a:moveTo>
                    <a:pt x="217" y="1325"/>
                  </a:moveTo>
                  <a:cubicBezTo>
                    <a:pt x="220" y="1327"/>
                    <a:pt x="210" y="1334"/>
                    <a:pt x="210" y="1328"/>
                  </a:cubicBezTo>
                  <a:cubicBezTo>
                    <a:pt x="212" y="1325"/>
                    <a:pt x="214" y="1327"/>
                    <a:pt x="217" y="1325"/>
                  </a:cubicBezTo>
                  <a:close/>
                  <a:moveTo>
                    <a:pt x="182" y="1218"/>
                  </a:moveTo>
                  <a:cubicBezTo>
                    <a:pt x="188" y="1216"/>
                    <a:pt x="184" y="1224"/>
                    <a:pt x="189" y="1227"/>
                  </a:cubicBezTo>
                  <a:cubicBezTo>
                    <a:pt x="183" y="1229"/>
                    <a:pt x="184" y="1220"/>
                    <a:pt x="182" y="1218"/>
                  </a:cubicBezTo>
                  <a:close/>
                  <a:moveTo>
                    <a:pt x="339" y="1330"/>
                  </a:moveTo>
                  <a:cubicBezTo>
                    <a:pt x="343" y="1334"/>
                    <a:pt x="348" y="1326"/>
                    <a:pt x="351" y="1333"/>
                  </a:cubicBezTo>
                  <a:cubicBezTo>
                    <a:pt x="345" y="1334"/>
                    <a:pt x="340" y="1333"/>
                    <a:pt x="334" y="1333"/>
                  </a:cubicBezTo>
                  <a:cubicBezTo>
                    <a:pt x="333" y="1331"/>
                    <a:pt x="337" y="1333"/>
                    <a:pt x="339" y="1330"/>
                  </a:cubicBezTo>
                  <a:close/>
                  <a:moveTo>
                    <a:pt x="334" y="1341"/>
                  </a:moveTo>
                  <a:cubicBezTo>
                    <a:pt x="336" y="1340"/>
                    <a:pt x="338" y="1342"/>
                    <a:pt x="340" y="1342"/>
                  </a:cubicBezTo>
                  <a:cubicBezTo>
                    <a:pt x="342" y="1341"/>
                    <a:pt x="344" y="1342"/>
                    <a:pt x="346" y="1340"/>
                  </a:cubicBezTo>
                  <a:cubicBezTo>
                    <a:pt x="357" y="1342"/>
                    <a:pt x="367" y="1347"/>
                    <a:pt x="379" y="1338"/>
                  </a:cubicBezTo>
                  <a:cubicBezTo>
                    <a:pt x="387" y="1341"/>
                    <a:pt x="395" y="1339"/>
                    <a:pt x="403" y="1338"/>
                  </a:cubicBezTo>
                  <a:cubicBezTo>
                    <a:pt x="406" y="1343"/>
                    <a:pt x="399" y="1338"/>
                    <a:pt x="397" y="1342"/>
                  </a:cubicBezTo>
                  <a:cubicBezTo>
                    <a:pt x="395" y="1339"/>
                    <a:pt x="391" y="1345"/>
                    <a:pt x="389" y="1341"/>
                  </a:cubicBezTo>
                  <a:cubicBezTo>
                    <a:pt x="383" y="1345"/>
                    <a:pt x="378" y="1341"/>
                    <a:pt x="372" y="1345"/>
                  </a:cubicBezTo>
                  <a:cubicBezTo>
                    <a:pt x="367" y="1342"/>
                    <a:pt x="362" y="1346"/>
                    <a:pt x="357" y="1344"/>
                  </a:cubicBezTo>
                  <a:cubicBezTo>
                    <a:pt x="352" y="1342"/>
                    <a:pt x="346" y="1348"/>
                    <a:pt x="341" y="1343"/>
                  </a:cubicBezTo>
                  <a:cubicBezTo>
                    <a:pt x="335" y="1345"/>
                    <a:pt x="329" y="1350"/>
                    <a:pt x="324" y="1343"/>
                  </a:cubicBezTo>
                  <a:cubicBezTo>
                    <a:pt x="328" y="1342"/>
                    <a:pt x="330" y="1346"/>
                    <a:pt x="334" y="1341"/>
                  </a:cubicBezTo>
                  <a:close/>
                  <a:moveTo>
                    <a:pt x="321" y="1343"/>
                  </a:moveTo>
                  <a:cubicBezTo>
                    <a:pt x="321" y="1351"/>
                    <a:pt x="310" y="1347"/>
                    <a:pt x="306" y="1349"/>
                  </a:cubicBezTo>
                  <a:cubicBezTo>
                    <a:pt x="300" y="1351"/>
                    <a:pt x="295" y="1352"/>
                    <a:pt x="290" y="1353"/>
                  </a:cubicBezTo>
                  <a:cubicBezTo>
                    <a:pt x="284" y="1355"/>
                    <a:pt x="278" y="1355"/>
                    <a:pt x="272" y="1359"/>
                  </a:cubicBezTo>
                  <a:cubicBezTo>
                    <a:pt x="267" y="1360"/>
                    <a:pt x="265" y="1364"/>
                    <a:pt x="258" y="1364"/>
                  </a:cubicBezTo>
                  <a:cubicBezTo>
                    <a:pt x="249" y="1371"/>
                    <a:pt x="241" y="1374"/>
                    <a:pt x="233" y="1377"/>
                  </a:cubicBezTo>
                  <a:cubicBezTo>
                    <a:pt x="216" y="1388"/>
                    <a:pt x="203" y="1400"/>
                    <a:pt x="192" y="1412"/>
                  </a:cubicBezTo>
                  <a:cubicBezTo>
                    <a:pt x="191" y="1414"/>
                    <a:pt x="190" y="1415"/>
                    <a:pt x="191" y="1417"/>
                  </a:cubicBezTo>
                  <a:cubicBezTo>
                    <a:pt x="188" y="1420"/>
                    <a:pt x="186" y="1418"/>
                    <a:pt x="188" y="1417"/>
                  </a:cubicBezTo>
                  <a:cubicBezTo>
                    <a:pt x="190" y="1412"/>
                    <a:pt x="191" y="1406"/>
                    <a:pt x="196" y="1401"/>
                  </a:cubicBezTo>
                  <a:cubicBezTo>
                    <a:pt x="197" y="1396"/>
                    <a:pt x="204" y="1391"/>
                    <a:pt x="205" y="1385"/>
                  </a:cubicBezTo>
                  <a:cubicBezTo>
                    <a:pt x="211" y="1384"/>
                    <a:pt x="216" y="1375"/>
                    <a:pt x="225" y="1370"/>
                  </a:cubicBezTo>
                  <a:cubicBezTo>
                    <a:pt x="235" y="1364"/>
                    <a:pt x="236" y="1365"/>
                    <a:pt x="246" y="1358"/>
                  </a:cubicBezTo>
                  <a:cubicBezTo>
                    <a:pt x="248" y="1361"/>
                    <a:pt x="252" y="1355"/>
                    <a:pt x="255" y="1356"/>
                  </a:cubicBezTo>
                  <a:cubicBezTo>
                    <a:pt x="258" y="1356"/>
                    <a:pt x="261" y="1355"/>
                    <a:pt x="264" y="1352"/>
                  </a:cubicBezTo>
                  <a:cubicBezTo>
                    <a:pt x="267" y="1356"/>
                    <a:pt x="272" y="1352"/>
                    <a:pt x="275" y="1354"/>
                  </a:cubicBezTo>
                  <a:cubicBezTo>
                    <a:pt x="291" y="1345"/>
                    <a:pt x="306" y="1348"/>
                    <a:pt x="321" y="1343"/>
                  </a:cubicBezTo>
                  <a:close/>
                  <a:moveTo>
                    <a:pt x="193" y="1379"/>
                  </a:moveTo>
                  <a:cubicBezTo>
                    <a:pt x="192" y="1377"/>
                    <a:pt x="196" y="1374"/>
                    <a:pt x="198" y="1376"/>
                  </a:cubicBezTo>
                  <a:cubicBezTo>
                    <a:pt x="198" y="1371"/>
                    <a:pt x="203" y="1367"/>
                    <a:pt x="205" y="1363"/>
                  </a:cubicBezTo>
                  <a:cubicBezTo>
                    <a:pt x="211" y="1359"/>
                    <a:pt x="216" y="1355"/>
                    <a:pt x="221" y="1351"/>
                  </a:cubicBezTo>
                  <a:cubicBezTo>
                    <a:pt x="230" y="1347"/>
                    <a:pt x="237" y="1348"/>
                    <a:pt x="246" y="1341"/>
                  </a:cubicBezTo>
                  <a:cubicBezTo>
                    <a:pt x="251" y="1345"/>
                    <a:pt x="256" y="1336"/>
                    <a:pt x="262" y="1339"/>
                  </a:cubicBezTo>
                  <a:cubicBezTo>
                    <a:pt x="267" y="1334"/>
                    <a:pt x="271" y="1340"/>
                    <a:pt x="277" y="1336"/>
                  </a:cubicBezTo>
                  <a:cubicBezTo>
                    <a:pt x="286" y="1336"/>
                    <a:pt x="296" y="1336"/>
                    <a:pt x="305" y="1335"/>
                  </a:cubicBezTo>
                  <a:cubicBezTo>
                    <a:pt x="306" y="1338"/>
                    <a:pt x="303" y="1337"/>
                    <a:pt x="301" y="1338"/>
                  </a:cubicBezTo>
                  <a:cubicBezTo>
                    <a:pt x="298" y="1342"/>
                    <a:pt x="296" y="1337"/>
                    <a:pt x="293" y="1338"/>
                  </a:cubicBezTo>
                  <a:cubicBezTo>
                    <a:pt x="291" y="1341"/>
                    <a:pt x="290" y="1339"/>
                    <a:pt x="287" y="1340"/>
                  </a:cubicBezTo>
                  <a:cubicBezTo>
                    <a:pt x="284" y="1339"/>
                    <a:pt x="280" y="1341"/>
                    <a:pt x="275" y="1344"/>
                  </a:cubicBezTo>
                  <a:cubicBezTo>
                    <a:pt x="268" y="1341"/>
                    <a:pt x="260" y="1348"/>
                    <a:pt x="252" y="1346"/>
                  </a:cubicBezTo>
                  <a:cubicBezTo>
                    <a:pt x="250" y="1348"/>
                    <a:pt x="248" y="1349"/>
                    <a:pt x="246" y="1348"/>
                  </a:cubicBezTo>
                  <a:cubicBezTo>
                    <a:pt x="236" y="1354"/>
                    <a:pt x="235" y="1357"/>
                    <a:pt x="226" y="1357"/>
                  </a:cubicBezTo>
                  <a:cubicBezTo>
                    <a:pt x="224" y="1364"/>
                    <a:pt x="216" y="1364"/>
                    <a:pt x="214" y="1368"/>
                  </a:cubicBezTo>
                  <a:cubicBezTo>
                    <a:pt x="207" y="1371"/>
                    <a:pt x="208" y="1375"/>
                    <a:pt x="200" y="1376"/>
                  </a:cubicBezTo>
                  <a:cubicBezTo>
                    <a:pt x="199" y="1380"/>
                    <a:pt x="194" y="1384"/>
                    <a:pt x="191" y="1387"/>
                  </a:cubicBezTo>
                  <a:cubicBezTo>
                    <a:pt x="188" y="1384"/>
                    <a:pt x="189" y="1381"/>
                    <a:pt x="193" y="1379"/>
                  </a:cubicBezTo>
                  <a:close/>
                  <a:moveTo>
                    <a:pt x="199" y="1139"/>
                  </a:moveTo>
                  <a:cubicBezTo>
                    <a:pt x="195" y="1136"/>
                    <a:pt x="199" y="1133"/>
                    <a:pt x="194" y="1130"/>
                  </a:cubicBezTo>
                  <a:cubicBezTo>
                    <a:pt x="196" y="1124"/>
                    <a:pt x="191" y="1118"/>
                    <a:pt x="192" y="1112"/>
                  </a:cubicBezTo>
                  <a:cubicBezTo>
                    <a:pt x="172" y="1082"/>
                    <a:pt x="156" y="1052"/>
                    <a:pt x="135" y="1027"/>
                  </a:cubicBezTo>
                  <a:cubicBezTo>
                    <a:pt x="131" y="1022"/>
                    <a:pt x="125" y="1019"/>
                    <a:pt x="121" y="1011"/>
                  </a:cubicBezTo>
                  <a:cubicBezTo>
                    <a:pt x="118" y="1006"/>
                    <a:pt x="120" y="1008"/>
                    <a:pt x="116" y="1004"/>
                  </a:cubicBezTo>
                  <a:cubicBezTo>
                    <a:pt x="114" y="1002"/>
                    <a:pt x="115" y="999"/>
                    <a:pt x="113" y="997"/>
                  </a:cubicBezTo>
                  <a:cubicBezTo>
                    <a:pt x="111" y="993"/>
                    <a:pt x="107" y="991"/>
                    <a:pt x="105" y="988"/>
                  </a:cubicBezTo>
                  <a:cubicBezTo>
                    <a:pt x="105" y="989"/>
                    <a:pt x="106" y="986"/>
                    <a:pt x="105" y="985"/>
                  </a:cubicBezTo>
                  <a:cubicBezTo>
                    <a:pt x="105" y="985"/>
                    <a:pt x="99" y="984"/>
                    <a:pt x="100" y="982"/>
                  </a:cubicBezTo>
                  <a:cubicBezTo>
                    <a:pt x="102" y="976"/>
                    <a:pt x="85" y="961"/>
                    <a:pt x="80" y="952"/>
                  </a:cubicBezTo>
                  <a:cubicBezTo>
                    <a:pt x="80" y="951"/>
                    <a:pt x="78" y="949"/>
                    <a:pt x="78" y="948"/>
                  </a:cubicBezTo>
                  <a:cubicBezTo>
                    <a:pt x="79" y="945"/>
                    <a:pt x="77" y="947"/>
                    <a:pt x="75" y="943"/>
                  </a:cubicBezTo>
                  <a:cubicBezTo>
                    <a:pt x="75" y="943"/>
                    <a:pt x="76" y="942"/>
                    <a:pt x="75" y="941"/>
                  </a:cubicBezTo>
                  <a:cubicBezTo>
                    <a:pt x="70" y="932"/>
                    <a:pt x="58" y="920"/>
                    <a:pt x="53" y="907"/>
                  </a:cubicBezTo>
                  <a:cubicBezTo>
                    <a:pt x="58" y="904"/>
                    <a:pt x="61" y="910"/>
                    <a:pt x="64" y="915"/>
                  </a:cubicBezTo>
                  <a:cubicBezTo>
                    <a:pt x="65" y="919"/>
                    <a:pt x="73" y="924"/>
                    <a:pt x="70" y="927"/>
                  </a:cubicBezTo>
                  <a:cubicBezTo>
                    <a:pt x="77" y="930"/>
                    <a:pt x="83" y="943"/>
                    <a:pt x="90" y="947"/>
                  </a:cubicBezTo>
                  <a:cubicBezTo>
                    <a:pt x="93" y="952"/>
                    <a:pt x="96" y="956"/>
                    <a:pt x="99" y="960"/>
                  </a:cubicBezTo>
                  <a:cubicBezTo>
                    <a:pt x="97" y="963"/>
                    <a:pt x="100" y="962"/>
                    <a:pt x="101" y="963"/>
                  </a:cubicBezTo>
                  <a:cubicBezTo>
                    <a:pt x="101" y="966"/>
                    <a:pt x="102" y="968"/>
                    <a:pt x="104" y="967"/>
                  </a:cubicBezTo>
                  <a:cubicBezTo>
                    <a:pt x="107" y="969"/>
                    <a:pt x="109" y="979"/>
                    <a:pt x="114" y="977"/>
                  </a:cubicBezTo>
                  <a:cubicBezTo>
                    <a:pt x="113" y="980"/>
                    <a:pt x="116" y="984"/>
                    <a:pt x="119" y="985"/>
                  </a:cubicBezTo>
                  <a:cubicBezTo>
                    <a:pt x="124" y="994"/>
                    <a:pt x="128" y="995"/>
                    <a:pt x="134" y="1006"/>
                  </a:cubicBezTo>
                  <a:cubicBezTo>
                    <a:pt x="140" y="1014"/>
                    <a:pt x="146" y="1022"/>
                    <a:pt x="152" y="1030"/>
                  </a:cubicBezTo>
                  <a:cubicBezTo>
                    <a:pt x="154" y="1034"/>
                    <a:pt x="156" y="1034"/>
                    <a:pt x="158" y="1035"/>
                  </a:cubicBezTo>
                  <a:cubicBezTo>
                    <a:pt x="159" y="1040"/>
                    <a:pt x="167" y="1051"/>
                    <a:pt x="174" y="1061"/>
                  </a:cubicBezTo>
                  <a:cubicBezTo>
                    <a:pt x="180" y="1075"/>
                    <a:pt x="188" y="1090"/>
                    <a:pt x="193" y="1104"/>
                  </a:cubicBezTo>
                  <a:cubicBezTo>
                    <a:pt x="196" y="1111"/>
                    <a:pt x="198" y="1118"/>
                    <a:pt x="198" y="1125"/>
                  </a:cubicBezTo>
                  <a:cubicBezTo>
                    <a:pt x="203" y="1132"/>
                    <a:pt x="203" y="1139"/>
                    <a:pt x="203" y="1145"/>
                  </a:cubicBezTo>
                  <a:cubicBezTo>
                    <a:pt x="199" y="1148"/>
                    <a:pt x="199" y="1140"/>
                    <a:pt x="199" y="1139"/>
                  </a:cubicBezTo>
                  <a:close/>
                  <a:moveTo>
                    <a:pt x="228" y="1142"/>
                  </a:moveTo>
                  <a:cubicBezTo>
                    <a:pt x="236" y="1134"/>
                    <a:pt x="246" y="1126"/>
                    <a:pt x="252" y="1118"/>
                  </a:cubicBezTo>
                  <a:cubicBezTo>
                    <a:pt x="300" y="1093"/>
                    <a:pt x="301" y="1085"/>
                    <a:pt x="309" y="1081"/>
                  </a:cubicBezTo>
                  <a:cubicBezTo>
                    <a:pt x="462" y="985"/>
                    <a:pt x="471" y="976"/>
                    <a:pt x="485" y="967"/>
                  </a:cubicBezTo>
                  <a:cubicBezTo>
                    <a:pt x="503" y="945"/>
                    <a:pt x="507" y="947"/>
                    <a:pt x="510" y="941"/>
                  </a:cubicBezTo>
                  <a:cubicBezTo>
                    <a:pt x="557" y="905"/>
                    <a:pt x="553" y="907"/>
                    <a:pt x="551" y="909"/>
                  </a:cubicBezTo>
                  <a:cubicBezTo>
                    <a:pt x="517" y="950"/>
                    <a:pt x="499" y="964"/>
                    <a:pt x="486" y="978"/>
                  </a:cubicBezTo>
                  <a:cubicBezTo>
                    <a:pt x="437" y="1016"/>
                    <a:pt x="427" y="1019"/>
                    <a:pt x="415" y="1030"/>
                  </a:cubicBezTo>
                  <a:cubicBezTo>
                    <a:pt x="412" y="1032"/>
                    <a:pt x="412" y="1035"/>
                    <a:pt x="411" y="1035"/>
                  </a:cubicBezTo>
                  <a:cubicBezTo>
                    <a:pt x="371" y="1063"/>
                    <a:pt x="358" y="1069"/>
                    <a:pt x="346" y="1077"/>
                  </a:cubicBezTo>
                  <a:cubicBezTo>
                    <a:pt x="251" y="1133"/>
                    <a:pt x="244" y="1138"/>
                    <a:pt x="238" y="1142"/>
                  </a:cubicBezTo>
                  <a:cubicBezTo>
                    <a:pt x="217" y="1159"/>
                    <a:pt x="213" y="1164"/>
                    <a:pt x="208" y="1169"/>
                  </a:cubicBezTo>
                  <a:close/>
                  <a:moveTo>
                    <a:pt x="223" y="1067"/>
                  </a:moveTo>
                  <a:cubicBezTo>
                    <a:pt x="223" y="1065"/>
                    <a:pt x="223" y="1063"/>
                    <a:pt x="221" y="1061"/>
                  </a:cubicBezTo>
                  <a:cubicBezTo>
                    <a:pt x="226" y="1059"/>
                    <a:pt x="229" y="1064"/>
                    <a:pt x="223" y="1067"/>
                  </a:cubicBezTo>
                  <a:close/>
                  <a:moveTo>
                    <a:pt x="232" y="1100"/>
                  </a:moveTo>
                  <a:cubicBezTo>
                    <a:pt x="230" y="1094"/>
                    <a:pt x="242" y="1090"/>
                    <a:pt x="243" y="1085"/>
                  </a:cubicBezTo>
                  <a:cubicBezTo>
                    <a:pt x="362" y="999"/>
                    <a:pt x="360" y="990"/>
                    <a:pt x="366" y="989"/>
                  </a:cubicBezTo>
                  <a:cubicBezTo>
                    <a:pt x="390" y="969"/>
                    <a:pt x="398" y="972"/>
                    <a:pt x="400" y="969"/>
                  </a:cubicBezTo>
                  <a:cubicBezTo>
                    <a:pt x="434" y="942"/>
                    <a:pt x="438" y="946"/>
                    <a:pt x="443" y="940"/>
                  </a:cubicBezTo>
                  <a:cubicBezTo>
                    <a:pt x="503" y="895"/>
                    <a:pt x="520" y="886"/>
                    <a:pt x="537" y="875"/>
                  </a:cubicBezTo>
                  <a:cubicBezTo>
                    <a:pt x="594" y="856"/>
                    <a:pt x="595" y="858"/>
                    <a:pt x="592" y="860"/>
                  </a:cubicBezTo>
                  <a:cubicBezTo>
                    <a:pt x="575" y="865"/>
                    <a:pt x="573" y="867"/>
                    <a:pt x="571" y="865"/>
                  </a:cubicBezTo>
                  <a:cubicBezTo>
                    <a:pt x="463" y="940"/>
                    <a:pt x="448" y="949"/>
                    <a:pt x="432" y="965"/>
                  </a:cubicBezTo>
                  <a:cubicBezTo>
                    <a:pt x="322" y="1042"/>
                    <a:pt x="316" y="1041"/>
                    <a:pt x="309" y="1047"/>
                  </a:cubicBezTo>
                  <a:cubicBezTo>
                    <a:pt x="287" y="1062"/>
                    <a:pt x="287" y="1060"/>
                    <a:pt x="285" y="1062"/>
                  </a:cubicBezTo>
                  <a:cubicBezTo>
                    <a:pt x="261" y="1080"/>
                    <a:pt x="257" y="1087"/>
                    <a:pt x="255" y="1084"/>
                  </a:cubicBezTo>
                  <a:close/>
                  <a:moveTo>
                    <a:pt x="231" y="1037"/>
                  </a:moveTo>
                  <a:cubicBezTo>
                    <a:pt x="230" y="1036"/>
                    <a:pt x="229" y="1035"/>
                    <a:pt x="228" y="1034"/>
                  </a:cubicBezTo>
                  <a:cubicBezTo>
                    <a:pt x="230" y="1033"/>
                    <a:pt x="231" y="1032"/>
                    <a:pt x="232" y="1032"/>
                  </a:cubicBezTo>
                  <a:cubicBezTo>
                    <a:pt x="232" y="1033"/>
                    <a:pt x="233" y="1034"/>
                    <a:pt x="234" y="1035"/>
                  </a:cubicBezTo>
                  <a:cubicBezTo>
                    <a:pt x="233" y="1036"/>
                    <a:pt x="232" y="1036"/>
                    <a:pt x="231" y="1037"/>
                  </a:cubicBezTo>
                  <a:close/>
                  <a:moveTo>
                    <a:pt x="269" y="855"/>
                  </a:moveTo>
                  <a:cubicBezTo>
                    <a:pt x="270" y="855"/>
                    <a:pt x="267" y="849"/>
                    <a:pt x="267" y="849"/>
                  </a:cubicBezTo>
                  <a:cubicBezTo>
                    <a:pt x="269" y="847"/>
                    <a:pt x="275" y="856"/>
                    <a:pt x="269" y="855"/>
                  </a:cubicBezTo>
                  <a:close/>
                  <a:moveTo>
                    <a:pt x="301" y="886"/>
                  </a:moveTo>
                  <a:cubicBezTo>
                    <a:pt x="298" y="882"/>
                    <a:pt x="298" y="880"/>
                    <a:pt x="302" y="877"/>
                  </a:cubicBezTo>
                  <a:cubicBezTo>
                    <a:pt x="305" y="881"/>
                    <a:pt x="305" y="884"/>
                    <a:pt x="301" y="886"/>
                  </a:cubicBezTo>
                  <a:close/>
                  <a:moveTo>
                    <a:pt x="301" y="817"/>
                  </a:moveTo>
                  <a:cubicBezTo>
                    <a:pt x="301" y="815"/>
                    <a:pt x="302" y="814"/>
                    <a:pt x="301" y="812"/>
                  </a:cubicBezTo>
                  <a:cubicBezTo>
                    <a:pt x="300" y="808"/>
                    <a:pt x="305" y="812"/>
                    <a:pt x="303" y="813"/>
                  </a:cubicBezTo>
                  <a:cubicBezTo>
                    <a:pt x="305" y="816"/>
                    <a:pt x="303" y="818"/>
                    <a:pt x="306" y="821"/>
                  </a:cubicBezTo>
                  <a:cubicBezTo>
                    <a:pt x="305" y="825"/>
                    <a:pt x="306" y="829"/>
                    <a:pt x="308" y="834"/>
                  </a:cubicBezTo>
                  <a:cubicBezTo>
                    <a:pt x="300" y="833"/>
                    <a:pt x="306" y="822"/>
                    <a:pt x="301" y="817"/>
                  </a:cubicBezTo>
                  <a:close/>
                  <a:moveTo>
                    <a:pt x="481" y="717"/>
                  </a:moveTo>
                  <a:cubicBezTo>
                    <a:pt x="482" y="721"/>
                    <a:pt x="472" y="722"/>
                    <a:pt x="468" y="723"/>
                  </a:cubicBezTo>
                  <a:cubicBezTo>
                    <a:pt x="467" y="719"/>
                    <a:pt x="478" y="718"/>
                    <a:pt x="481" y="717"/>
                  </a:cubicBezTo>
                  <a:close/>
                  <a:moveTo>
                    <a:pt x="463" y="722"/>
                  </a:moveTo>
                  <a:cubicBezTo>
                    <a:pt x="465" y="726"/>
                    <a:pt x="456" y="728"/>
                    <a:pt x="455" y="728"/>
                  </a:cubicBezTo>
                  <a:cubicBezTo>
                    <a:pt x="452" y="724"/>
                    <a:pt x="461" y="722"/>
                    <a:pt x="463" y="722"/>
                  </a:cubicBezTo>
                  <a:close/>
                  <a:moveTo>
                    <a:pt x="356" y="782"/>
                  </a:moveTo>
                  <a:cubicBezTo>
                    <a:pt x="358" y="781"/>
                    <a:pt x="359" y="780"/>
                    <a:pt x="361" y="778"/>
                  </a:cubicBezTo>
                  <a:cubicBezTo>
                    <a:pt x="368" y="777"/>
                    <a:pt x="358" y="783"/>
                    <a:pt x="356" y="785"/>
                  </a:cubicBezTo>
                  <a:cubicBezTo>
                    <a:pt x="353" y="786"/>
                    <a:pt x="354" y="783"/>
                    <a:pt x="356" y="782"/>
                  </a:cubicBezTo>
                  <a:close/>
                  <a:moveTo>
                    <a:pt x="393" y="618"/>
                  </a:moveTo>
                  <a:cubicBezTo>
                    <a:pt x="387" y="621"/>
                    <a:pt x="392" y="614"/>
                    <a:pt x="388" y="612"/>
                  </a:cubicBezTo>
                  <a:cubicBezTo>
                    <a:pt x="392" y="609"/>
                    <a:pt x="392" y="617"/>
                    <a:pt x="393" y="618"/>
                  </a:cubicBezTo>
                  <a:close/>
                  <a:moveTo>
                    <a:pt x="407" y="682"/>
                  </a:moveTo>
                  <a:cubicBezTo>
                    <a:pt x="410" y="678"/>
                    <a:pt x="412" y="674"/>
                    <a:pt x="418" y="671"/>
                  </a:cubicBezTo>
                  <a:cubicBezTo>
                    <a:pt x="450" y="660"/>
                    <a:pt x="454" y="654"/>
                    <a:pt x="457" y="653"/>
                  </a:cubicBezTo>
                  <a:cubicBezTo>
                    <a:pt x="483" y="644"/>
                    <a:pt x="490" y="641"/>
                    <a:pt x="496" y="639"/>
                  </a:cubicBezTo>
                  <a:cubicBezTo>
                    <a:pt x="536" y="628"/>
                    <a:pt x="539" y="625"/>
                    <a:pt x="543" y="625"/>
                  </a:cubicBezTo>
                  <a:cubicBezTo>
                    <a:pt x="574" y="618"/>
                    <a:pt x="580" y="613"/>
                    <a:pt x="586" y="614"/>
                  </a:cubicBezTo>
                  <a:cubicBezTo>
                    <a:pt x="673" y="563"/>
                    <a:pt x="672" y="564"/>
                    <a:pt x="671" y="565"/>
                  </a:cubicBezTo>
                  <a:cubicBezTo>
                    <a:pt x="622" y="601"/>
                    <a:pt x="616" y="610"/>
                    <a:pt x="597" y="618"/>
                  </a:cubicBezTo>
                  <a:cubicBezTo>
                    <a:pt x="544" y="639"/>
                    <a:pt x="541" y="643"/>
                    <a:pt x="537" y="644"/>
                  </a:cubicBezTo>
                  <a:cubicBezTo>
                    <a:pt x="519" y="649"/>
                    <a:pt x="512" y="654"/>
                    <a:pt x="505" y="655"/>
                  </a:cubicBezTo>
                  <a:cubicBezTo>
                    <a:pt x="445" y="679"/>
                    <a:pt x="427" y="685"/>
                    <a:pt x="408" y="693"/>
                  </a:cubicBezTo>
                  <a:cubicBezTo>
                    <a:pt x="383" y="709"/>
                    <a:pt x="384" y="706"/>
                    <a:pt x="383" y="704"/>
                  </a:cubicBezTo>
                  <a:cubicBezTo>
                    <a:pt x="397" y="688"/>
                    <a:pt x="401" y="686"/>
                    <a:pt x="403" y="684"/>
                  </a:cubicBezTo>
                  <a:close/>
                  <a:moveTo>
                    <a:pt x="532" y="454"/>
                  </a:moveTo>
                  <a:cubicBezTo>
                    <a:pt x="532" y="450"/>
                    <a:pt x="531" y="447"/>
                    <a:pt x="535" y="444"/>
                  </a:cubicBezTo>
                  <a:cubicBezTo>
                    <a:pt x="538" y="448"/>
                    <a:pt x="536" y="451"/>
                    <a:pt x="532" y="454"/>
                  </a:cubicBezTo>
                  <a:close/>
                  <a:moveTo>
                    <a:pt x="627" y="333"/>
                  </a:moveTo>
                  <a:cubicBezTo>
                    <a:pt x="626" y="331"/>
                    <a:pt x="628" y="329"/>
                    <a:pt x="627" y="326"/>
                  </a:cubicBezTo>
                  <a:cubicBezTo>
                    <a:pt x="631" y="324"/>
                    <a:pt x="631" y="332"/>
                    <a:pt x="627" y="333"/>
                  </a:cubicBezTo>
                  <a:close/>
                  <a:moveTo>
                    <a:pt x="722" y="53"/>
                  </a:moveTo>
                  <a:cubicBezTo>
                    <a:pt x="723" y="56"/>
                    <a:pt x="721" y="59"/>
                    <a:pt x="718" y="61"/>
                  </a:cubicBezTo>
                  <a:cubicBezTo>
                    <a:pt x="713" y="58"/>
                    <a:pt x="719" y="56"/>
                    <a:pt x="722" y="53"/>
                  </a:cubicBezTo>
                  <a:close/>
                  <a:moveTo>
                    <a:pt x="670" y="251"/>
                  </a:moveTo>
                  <a:cubicBezTo>
                    <a:pt x="668" y="255"/>
                    <a:pt x="668" y="260"/>
                    <a:pt x="668" y="264"/>
                  </a:cubicBezTo>
                  <a:cubicBezTo>
                    <a:pt x="664" y="281"/>
                    <a:pt x="657" y="284"/>
                    <a:pt x="658" y="289"/>
                  </a:cubicBezTo>
                  <a:cubicBezTo>
                    <a:pt x="652" y="296"/>
                    <a:pt x="652" y="292"/>
                    <a:pt x="653" y="288"/>
                  </a:cubicBezTo>
                  <a:cubicBezTo>
                    <a:pt x="661" y="245"/>
                    <a:pt x="661" y="237"/>
                    <a:pt x="665" y="230"/>
                  </a:cubicBezTo>
                  <a:cubicBezTo>
                    <a:pt x="666" y="215"/>
                    <a:pt x="662" y="210"/>
                    <a:pt x="666" y="207"/>
                  </a:cubicBezTo>
                  <a:cubicBezTo>
                    <a:pt x="670" y="171"/>
                    <a:pt x="675" y="168"/>
                    <a:pt x="674" y="164"/>
                  </a:cubicBezTo>
                  <a:cubicBezTo>
                    <a:pt x="679" y="136"/>
                    <a:pt x="684" y="129"/>
                    <a:pt x="685" y="122"/>
                  </a:cubicBezTo>
                  <a:cubicBezTo>
                    <a:pt x="704" y="89"/>
                    <a:pt x="704" y="75"/>
                    <a:pt x="716" y="63"/>
                  </a:cubicBezTo>
                  <a:cubicBezTo>
                    <a:pt x="709" y="86"/>
                    <a:pt x="708" y="91"/>
                    <a:pt x="704" y="96"/>
                  </a:cubicBezTo>
                  <a:cubicBezTo>
                    <a:pt x="684" y="166"/>
                    <a:pt x="687" y="171"/>
                    <a:pt x="684" y="174"/>
                  </a:cubicBezTo>
                  <a:cubicBezTo>
                    <a:pt x="678" y="204"/>
                    <a:pt x="677" y="208"/>
                    <a:pt x="678" y="213"/>
                  </a:cubicBezTo>
                  <a:cubicBezTo>
                    <a:pt x="672" y="242"/>
                    <a:pt x="669" y="246"/>
                    <a:pt x="670" y="251"/>
                  </a:cubicBezTo>
                  <a:close/>
                </a:path>
              </a:pathLst>
            </a:custGeom>
            <a:solidFill>
              <a:srgbClr val="d0cdbb">
                <a:alpha val="50000"/>
              </a:srgbClr>
            </a:solidFill>
            <a:ln w="0">
              <a:noFill/>
            </a:ln>
          </p:spPr>
          <p:style>
            <a:lnRef idx="0"/>
            <a:fillRef idx="0"/>
            <a:effectRef idx="0"/>
            <a:fontRef idx="minor"/>
          </p:style>
          <p:txBody>
            <a:bodyPr tIns="91440" bIns="91440" anchor="ctr">
              <a:noAutofit/>
            </a:bodyPr>
            <a:p>
              <a:pPr>
                <a:lnSpc>
                  <a:spcPct val="100000"/>
                </a:lnSpc>
                <a:tabLst>
                  <a:tab algn="l" pos="0"/>
                </a:tabLst>
              </a:pPr>
              <a:endParaRPr b="0" lang="en-US" sz="1400" spc="-1" strike="noStrike">
                <a:solidFill>
                  <a:srgbClr val="000000"/>
                </a:solidFill>
                <a:latin typeface="Arial"/>
                <a:ea typeface="Arial"/>
              </a:endParaRPr>
            </a:p>
          </p:txBody>
        </p:sp>
      </p:grpSp>
      <p:cxnSp>
        <p:nvCxnSpPr>
          <p:cNvPr id="3" name="Google Shape;59;p13"/>
          <p:cNvCxnSpPr/>
          <p:nvPr/>
        </p:nvCxnSpPr>
        <p:spPr>
          <a:xfrm>
            <a:off x="2199960" y="1631880"/>
            <a:ext cx="6578280" cy="360"/>
          </a:xfrm>
          <a:prstGeom prst="straightConnector1">
            <a:avLst/>
          </a:prstGeom>
          <a:ln w="38100">
            <a:solidFill>
              <a:srgbClr val="79a8a4"/>
            </a:solidFill>
            <a:round/>
          </a:ln>
        </p:spPr>
      </p:cxnSp>
      <p:cxnSp>
        <p:nvCxnSpPr>
          <p:cNvPr id="4" name="Google Shape;60;p13"/>
          <p:cNvCxnSpPr/>
          <p:nvPr/>
        </p:nvCxnSpPr>
        <p:spPr>
          <a:xfrm>
            <a:off x="2199960" y="1631880"/>
            <a:ext cx="6578280" cy="360"/>
          </a:xfrm>
          <a:prstGeom prst="straightConnector1">
            <a:avLst/>
          </a:prstGeom>
          <a:ln w="38100">
            <a:solidFill>
              <a:srgbClr val="79a8a4"/>
            </a:solidFill>
            <a:round/>
          </a:ln>
        </p:spPr>
      </p:cxnSp>
      <p:grpSp>
        <p:nvGrpSpPr>
          <p:cNvPr id="5" name="Google Shape;62;p14"/>
          <p:cNvGrpSpPr/>
          <p:nvPr/>
        </p:nvGrpSpPr>
        <p:grpSpPr>
          <a:xfrm>
            <a:off x="-6120" y="0"/>
            <a:ext cx="9151920" cy="5150160"/>
            <a:chOff x="-6120" y="0"/>
            <a:chExt cx="9151920" cy="5150160"/>
          </a:xfrm>
        </p:grpSpPr>
        <p:sp>
          <p:nvSpPr>
            <p:cNvPr id="6" name="Google Shape;63;p14"/>
            <p:cNvSpPr/>
            <p:nvPr/>
          </p:nvSpPr>
          <p:spPr>
            <a:xfrm>
              <a:off x="0" y="0"/>
              <a:ext cx="9145800" cy="5142960"/>
            </a:xfrm>
            <a:custGeom>
              <a:avLst/>
              <a:gdLst>
                <a:gd name="textAreaLeft" fmla="*/ 0 w 9145800"/>
                <a:gd name="textAreaRight" fmla="*/ 9146160 w 9145800"/>
                <a:gd name="textAreaTop" fmla="*/ 0 h 5142960"/>
                <a:gd name="textAreaBottom" fmla="*/ 5143320 h 5142960"/>
              </a:gdLst>
              <a:ahLst/>
              <a:rect l="textAreaLeft" t="textAreaTop" r="textAreaRight" b="textAreaBottom"/>
              <a:pathLst>
                <a:path w="2882" h="2160">
                  <a:moveTo>
                    <a:pt x="582" y="371"/>
                  </a:moveTo>
                  <a:cubicBezTo>
                    <a:pt x="592" y="376"/>
                    <a:pt x="600" y="381"/>
                    <a:pt x="610" y="384"/>
                  </a:cubicBezTo>
                  <a:cubicBezTo>
                    <a:pt x="635" y="393"/>
                    <a:pt x="640" y="395"/>
                    <a:pt x="641" y="392"/>
                  </a:cubicBezTo>
                  <a:cubicBezTo>
                    <a:pt x="596" y="372"/>
                    <a:pt x="592" y="370"/>
                    <a:pt x="589" y="367"/>
                  </a:cubicBezTo>
                  <a:cubicBezTo>
                    <a:pt x="554" y="342"/>
                    <a:pt x="552" y="341"/>
                    <a:pt x="550" y="340"/>
                  </a:cubicBezTo>
                  <a:cubicBezTo>
                    <a:pt x="532" y="326"/>
                    <a:pt x="531" y="325"/>
                    <a:pt x="529" y="324"/>
                  </a:cubicBezTo>
                  <a:cubicBezTo>
                    <a:pt x="511" y="305"/>
                    <a:pt x="507" y="302"/>
                    <a:pt x="503" y="299"/>
                  </a:cubicBezTo>
                  <a:cubicBezTo>
                    <a:pt x="455" y="236"/>
                    <a:pt x="453" y="233"/>
                    <a:pt x="450" y="230"/>
                  </a:cubicBezTo>
                  <a:cubicBezTo>
                    <a:pt x="442" y="219"/>
                    <a:pt x="438" y="213"/>
                    <a:pt x="433" y="208"/>
                  </a:cubicBezTo>
                  <a:cubicBezTo>
                    <a:pt x="419" y="175"/>
                    <a:pt x="409" y="179"/>
                    <a:pt x="410" y="173"/>
                  </a:cubicBezTo>
                  <a:cubicBezTo>
                    <a:pt x="382" y="135"/>
                    <a:pt x="378" y="134"/>
                    <a:pt x="378" y="129"/>
                  </a:cubicBezTo>
                  <a:cubicBezTo>
                    <a:pt x="368" y="118"/>
                    <a:pt x="365" y="115"/>
                    <a:pt x="363" y="111"/>
                  </a:cubicBezTo>
                  <a:cubicBezTo>
                    <a:pt x="336" y="73"/>
                    <a:pt x="332" y="65"/>
                    <a:pt x="328" y="58"/>
                  </a:cubicBezTo>
                  <a:cubicBezTo>
                    <a:pt x="308" y="34"/>
                    <a:pt x="305" y="31"/>
                    <a:pt x="300" y="31"/>
                  </a:cubicBezTo>
                  <a:cubicBezTo>
                    <a:pt x="274" y="1"/>
                    <a:pt x="273" y="1"/>
                    <a:pt x="273" y="0"/>
                  </a:cubicBezTo>
                  <a:cubicBezTo>
                    <a:pt x="280" y="19"/>
                    <a:pt x="286" y="26"/>
                    <a:pt x="291" y="33"/>
                  </a:cubicBezTo>
                  <a:cubicBezTo>
                    <a:pt x="345" y="95"/>
                    <a:pt x="345" y="101"/>
                    <a:pt x="348" y="104"/>
                  </a:cubicBezTo>
                  <a:cubicBezTo>
                    <a:pt x="362" y="131"/>
                    <a:pt x="369" y="130"/>
                    <a:pt x="369" y="135"/>
                  </a:cubicBezTo>
                  <a:cubicBezTo>
                    <a:pt x="382" y="150"/>
                    <a:pt x="385" y="150"/>
                    <a:pt x="387" y="151"/>
                  </a:cubicBezTo>
                  <a:cubicBezTo>
                    <a:pt x="423" y="208"/>
                    <a:pt x="423" y="213"/>
                    <a:pt x="429" y="213"/>
                  </a:cubicBezTo>
                  <a:cubicBezTo>
                    <a:pt x="448" y="246"/>
                    <a:pt x="455" y="249"/>
                    <a:pt x="456" y="257"/>
                  </a:cubicBezTo>
                  <a:cubicBezTo>
                    <a:pt x="474" y="279"/>
                    <a:pt x="478" y="284"/>
                    <a:pt x="484" y="288"/>
                  </a:cubicBezTo>
                  <a:cubicBezTo>
                    <a:pt x="468" y="274"/>
                    <a:pt x="462" y="272"/>
                    <a:pt x="460" y="266"/>
                  </a:cubicBezTo>
                  <a:cubicBezTo>
                    <a:pt x="414" y="208"/>
                    <a:pt x="411" y="206"/>
                    <a:pt x="409" y="203"/>
                  </a:cubicBezTo>
                  <a:cubicBezTo>
                    <a:pt x="386" y="173"/>
                    <a:pt x="382" y="160"/>
                    <a:pt x="373" y="152"/>
                  </a:cubicBezTo>
                  <a:cubicBezTo>
                    <a:pt x="342" y="106"/>
                    <a:pt x="339" y="106"/>
                    <a:pt x="337" y="106"/>
                  </a:cubicBezTo>
                  <a:cubicBezTo>
                    <a:pt x="327" y="83"/>
                    <a:pt x="317" y="77"/>
                    <a:pt x="312" y="66"/>
                  </a:cubicBezTo>
                  <a:cubicBezTo>
                    <a:pt x="297" y="47"/>
                    <a:pt x="291" y="45"/>
                    <a:pt x="289" y="39"/>
                  </a:cubicBezTo>
                  <a:cubicBezTo>
                    <a:pt x="267" y="18"/>
                    <a:pt x="267" y="14"/>
                    <a:pt x="263" y="15"/>
                  </a:cubicBezTo>
                  <a:cubicBezTo>
                    <a:pt x="238" y="0"/>
                    <a:pt x="238" y="0"/>
                    <a:pt x="238" y="0"/>
                  </a:cubicBezTo>
                  <a:cubicBezTo>
                    <a:pt x="269" y="27"/>
                    <a:pt x="273" y="36"/>
                    <a:pt x="280" y="44"/>
                  </a:cubicBezTo>
                  <a:cubicBezTo>
                    <a:pt x="301" y="68"/>
                    <a:pt x="304" y="69"/>
                    <a:pt x="301" y="70"/>
                  </a:cubicBezTo>
                  <a:cubicBezTo>
                    <a:pt x="323" y="95"/>
                    <a:pt x="328" y="105"/>
                    <a:pt x="335" y="112"/>
                  </a:cubicBezTo>
                  <a:cubicBezTo>
                    <a:pt x="376" y="170"/>
                    <a:pt x="381" y="179"/>
                    <a:pt x="388" y="186"/>
                  </a:cubicBezTo>
                  <a:cubicBezTo>
                    <a:pt x="400" y="199"/>
                    <a:pt x="398" y="205"/>
                    <a:pt x="401" y="205"/>
                  </a:cubicBezTo>
                  <a:cubicBezTo>
                    <a:pt x="447" y="261"/>
                    <a:pt x="446" y="268"/>
                    <a:pt x="454" y="268"/>
                  </a:cubicBezTo>
                  <a:cubicBezTo>
                    <a:pt x="490" y="311"/>
                    <a:pt x="499" y="316"/>
                    <a:pt x="507" y="321"/>
                  </a:cubicBezTo>
                  <a:cubicBezTo>
                    <a:pt x="561" y="357"/>
                    <a:pt x="566" y="359"/>
                    <a:pt x="570" y="362"/>
                  </a:cubicBezTo>
                  <a:close/>
                  <a:moveTo>
                    <a:pt x="302" y="11"/>
                  </a:moveTo>
                  <a:cubicBezTo>
                    <a:pt x="307" y="12"/>
                    <a:pt x="307" y="17"/>
                    <a:pt x="309" y="20"/>
                  </a:cubicBezTo>
                  <a:cubicBezTo>
                    <a:pt x="330" y="42"/>
                    <a:pt x="334" y="46"/>
                    <a:pt x="336" y="49"/>
                  </a:cubicBezTo>
                  <a:cubicBezTo>
                    <a:pt x="367" y="88"/>
                    <a:pt x="377" y="91"/>
                    <a:pt x="379" y="102"/>
                  </a:cubicBezTo>
                  <a:cubicBezTo>
                    <a:pt x="406" y="126"/>
                    <a:pt x="411" y="133"/>
                    <a:pt x="417" y="140"/>
                  </a:cubicBezTo>
                  <a:cubicBezTo>
                    <a:pt x="438" y="163"/>
                    <a:pt x="438" y="170"/>
                    <a:pt x="443" y="171"/>
                  </a:cubicBezTo>
                  <a:cubicBezTo>
                    <a:pt x="467" y="210"/>
                    <a:pt x="471" y="213"/>
                    <a:pt x="475" y="216"/>
                  </a:cubicBezTo>
                  <a:cubicBezTo>
                    <a:pt x="531" y="283"/>
                    <a:pt x="547" y="295"/>
                    <a:pt x="560" y="309"/>
                  </a:cubicBezTo>
                  <a:cubicBezTo>
                    <a:pt x="599" y="341"/>
                    <a:pt x="605" y="342"/>
                    <a:pt x="609" y="345"/>
                  </a:cubicBezTo>
                  <a:cubicBezTo>
                    <a:pt x="673" y="381"/>
                    <a:pt x="686" y="381"/>
                    <a:pt x="695" y="386"/>
                  </a:cubicBezTo>
                  <a:cubicBezTo>
                    <a:pt x="721" y="396"/>
                    <a:pt x="727" y="396"/>
                    <a:pt x="728" y="394"/>
                  </a:cubicBezTo>
                  <a:cubicBezTo>
                    <a:pt x="651" y="365"/>
                    <a:pt x="649" y="359"/>
                    <a:pt x="642" y="359"/>
                  </a:cubicBezTo>
                  <a:cubicBezTo>
                    <a:pt x="620" y="341"/>
                    <a:pt x="613" y="344"/>
                    <a:pt x="614" y="339"/>
                  </a:cubicBezTo>
                  <a:cubicBezTo>
                    <a:pt x="577" y="315"/>
                    <a:pt x="575" y="308"/>
                    <a:pt x="569" y="305"/>
                  </a:cubicBezTo>
                  <a:cubicBezTo>
                    <a:pt x="528" y="271"/>
                    <a:pt x="522" y="259"/>
                    <a:pt x="513" y="249"/>
                  </a:cubicBezTo>
                  <a:cubicBezTo>
                    <a:pt x="493" y="223"/>
                    <a:pt x="490" y="221"/>
                    <a:pt x="488" y="218"/>
                  </a:cubicBezTo>
                  <a:cubicBezTo>
                    <a:pt x="438" y="148"/>
                    <a:pt x="431" y="145"/>
                    <a:pt x="428" y="138"/>
                  </a:cubicBezTo>
                  <a:cubicBezTo>
                    <a:pt x="399" y="107"/>
                    <a:pt x="393" y="109"/>
                    <a:pt x="394" y="103"/>
                  </a:cubicBezTo>
                  <a:cubicBezTo>
                    <a:pt x="402" y="110"/>
                    <a:pt x="418" y="119"/>
                    <a:pt x="426" y="136"/>
                  </a:cubicBezTo>
                  <a:cubicBezTo>
                    <a:pt x="508" y="213"/>
                    <a:pt x="510" y="216"/>
                    <a:pt x="512" y="221"/>
                  </a:cubicBezTo>
                  <a:cubicBezTo>
                    <a:pt x="551" y="253"/>
                    <a:pt x="560" y="257"/>
                    <a:pt x="565" y="264"/>
                  </a:cubicBezTo>
                  <a:cubicBezTo>
                    <a:pt x="600" y="292"/>
                    <a:pt x="607" y="292"/>
                    <a:pt x="610" y="295"/>
                  </a:cubicBezTo>
                  <a:cubicBezTo>
                    <a:pt x="673" y="323"/>
                    <a:pt x="681" y="327"/>
                    <a:pt x="690" y="332"/>
                  </a:cubicBezTo>
                  <a:cubicBezTo>
                    <a:pt x="776" y="339"/>
                    <a:pt x="758" y="349"/>
                    <a:pt x="758" y="342"/>
                  </a:cubicBezTo>
                  <a:cubicBezTo>
                    <a:pt x="713" y="335"/>
                    <a:pt x="714" y="330"/>
                    <a:pt x="708" y="332"/>
                  </a:cubicBezTo>
                  <a:cubicBezTo>
                    <a:pt x="676" y="319"/>
                    <a:pt x="674" y="317"/>
                    <a:pt x="671" y="316"/>
                  </a:cubicBezTo>
                  <a:cubicBezTo>
                    <a:pt x="583" y="266"/>
                    <a:pt x="571" y="260"/>
                    <a:pt x="563" y="250"/>
                  </a:cubicBezTo>
                  <a:cubicBezTo>
                    <a:pt x="544" y="234"/>
                    <a:pt x="536" y="232"/>
                    <a:pt x="533" y="226"/>
                  </a:cubicBezTo>
                  <a:cubicBezTo>
                    <a:pt x="500" y="189"/>
                    <a:pt x="493" y="192"/>
                    <a:pt x="493" y="188"/>
                  </a:cubicBezTo>
                  <a:cubicBezTo>
                    <a:pt x="460" y="157"/>
                    <a:pt x="453" y="154"/>
                    <a:pt x="450" y="148"/>
                  </a:cubicBezTo>
                  <a:cubicBezTo>
                    <a:pt x="419" y="117"/>
                    <a:pt x="418" y="113"/>
                    <a:pt x="416" y="110"/>
                  </a:cubicBezTo>
                  <a:cubicBezTo>
                    <a:pt x="395" y="90"/>
                    <a:pt x="392" y="87"/>
                    <a:pt x="390" y="83"/>
                  </a:cubicBezTo>
                  <a:cubicBezTo>
                    <a:pt x="362" y="53"/>
                    <a:pt x="359" y="51"/>
                    <a:pt x="356" y="47"/>
                  </a:cubicBezTo>
                  <a:cubicBezTo>
                    <a:pt x="336" y="23"/>
                    <a:pt x="330" y="17"/>
                    <a:pt x="322" y="14"/>
                  </a:cubicBezTo>
                  <a:cubicBezTo>
                    <a:pt x="298" y="1"/>
                    <a:pt x="299" y="2"/>
                    <a:pt x="300" y="3"/>
                  </a:cubicBezTo>
                  <a:close/>
                  <a:moveTo>
                    <a:pt x="481" y="318"/>
                  </a:moveTo>
                  <a:cubicBezTo>
                    <a:pt x="482" y="313"/>
                    <a:pt x="475" y="316"/>
                    <a:pt x="475" y="312"/>
                  </a:cubicBezTo>
                  <a:cubicBezTo>
                    <a:pt x="454" y="299"/>
                    <a:pt x="458" y="290"/>
                    <a:pt x="451" y="292"/>
                  </a:cubicBezTo>
                  <a:cubicBezTo>
                    <a:pt x="423" y="256"/>
                    <a:pt x="421" y="248"/>
                    <a:pt x="415" y="245"/>
                  </a:cubicBezTo>
                  <a:cubicBezTo>
                    <a:pt x="363" y="176"/>
                    <a:pt x="360" y="170"/>
                    <a:pt x="356" y="165"/>
                  </a:cubicBezTo>
                  <a:cubicBezTo>
                    <a:pt x="325" y="135"/>
                    <a:pt x="328" y="128"/>
                    <a:pt x="324" y="127"/>
                  </a:cubicBezTo>
                  <a:cubicBezTo>
                    <a:pt x="302" y="102"/>
                    <a:pt x="300" y="99"/>
                    <a:pt x="298" y="96"/>
                  </a:cubicBezTo>
                  <a:cubicBezTo>
                    <a:pt x="281" y="81"/>
                    <a:pt x="283" y="75"/>
                    <a:pt x="277" y="76"/>
                  </a:cubicBezTo>
                  <a:cubicBezTo>
                    <a:pt x="243" y="44"/>
                    <a:pt x="242" y="35"/>
                    <a:pt x="237" y="32"/>
                  </a:cubicBezTo>
                  <a:cubicBezTo>
                    <a:pt x="188" y="0"/>
                    <a:pt x="188" y="0"/>
                    <a:pt x="188" y="0"/>
                  </a:cubicBezTo>
                  <a:cubicBezTo>
                    <a:pt x="212" y="17"/>
                    <a:pt x="211" y="22"/>
                    <a:pt x="215" y="23"/>
                  </a:cubicBezTo>
                  <a:cubicBezTo>
                    <a:pt x="253" y="58"/>
                    <a:pt x="259" y="67"/>
                    <a:pt x="266" y="76"/>
                  </a:cubicBezTo>
                  <a:cubicBezTo>
                    <a:pt x="296" y="102"/>
                    <a:pt x="295" y="111"/>
                    <a:pt x="302" y="112"/>
                  </a:cubicBezTo>
                  <a:cubicBezTo>
                    <a:pt x="326" y="143"/>
                    <a:pt x="329" y="147"/>
                    <a:pt x="332" y="152"/>
                  </a:cubicBezTo>
                  <a:cubicBezTo>
                    <a:pt x="388" y="223"/>
                    <a:pt x="403" y="238"/>
                    <a:pt x="415" y="258"/>
                  </a:cubicBezTo>
                  <a:cubicBezTo>
                    <a:pt x="406" y="259"/>
                    <a:pt x="407" y="252"/>
                    <a:pt x="402" y="251"/>
                  </a:cubicBezTo>
                  <a:cubicBezTo>
                    <a:pt x="390" y="240"/>
                    <a:pt x="387" y="237"/>
                    <a:pt x="385" y="233"/>
                  </a:cubicBezTo>
                  <a:cubicBezTo>
                    <a:pt x="337" y="185"/>
                    <a:pt x="333" y="183"/>
                    <a:pt x="331" y="178"/>
                  </a:cubicBezTo>
                  <a:cubicBezTo>
                    <a:pt x="308" y="153"/>
                    <a:pt x="304" y="149"/>
                    <a:pt x="302" y="144"/>
                  </a:cubicBezTo>
                  <a:cubicBezTo>
                    <a:pt x="264" y="114"/>
                    <a:pt x="262" y="109"/>
                    <a:pt x="259" y="104"/>
                  </a:cubicBezTo>
                  <a:cubicBezTo>
                    <a:pt x="226" y="72"/>
                    <a:pt x="225" y="70"/>
                    <a:pt x="225" y="66"/>
                  </a:cubicBezTo>
                  <a:cubicBezTo>
                    <a:pt x="208" y="50"/>
                    <a:pt x="204" y="52"/>
                    <a:pt x="203" y="51"/>
                  </a:cubicBezTo>
                  <a:cubicBezTo>
                    <a:pt x="191" y="41"/>
                    <a:pt x="195" y="31"/>
                    <a:pt x="186" y="33"/>
                  </a:cubicBezTo>
                  <a:cubicBezTo>
                    <a:pt x="161" y="8"/>
                    <a:pt x="156" y="3"/>
                    <a:pt x="151" y="0"/>
                  </a:cubicBezTo>
                  <a:cubicBezTo>
                    <a:pt x="146" y="9"/>
                    <a:pt x="157" y="12"/>
                    <a:pt x="163" y="21"/>
                  </a:cubicBezTo>
                  <a:cubicBezTo>
                    <a:pt x="222" y="79"/>
                    <a:pt x="222" y="82"/>
                    <a:pt x="227" y="82"/>
                  </a:cubicBezTo>
                  <a:cubicBezTo>
                    <a:pt x="270" y="123"/>
                    <a:pt x="283" y="140"/>
                    <a:pt x="299" y="153"/>
                  </a:cubicBezTo>
                  <a:cubicBezTo>
                    <a:pt x="371" y="231"/>
                    <a:pt x="379" y="238"/>
                    <a:pt x="387" y="244"/>
                  </a:cubicBezTo>
                  <a:cubicBezTo>
                    <a:pt x="402" y="255"/>
                    <a:pt x="401" y="259"/>
                    <a:pt x="402" y="260"/>
                  </a:cubicBezTo>
                  <a:cubicBezTo>
                    <a:pt x="428" y="278"/>
                    <a:pt x="434" y="280"/>
                    <a:pt x="438" y="283"/>
                  </a:cubicBezTo>
                  <a:cubicBezTo>
                    <a:pt x="452" y="313"/>
                    <a:pt x="453" y="308"/>
                    <a:pt x="449" y="307"/>
                  </a:cubicBezTo>
                  <a:cubicBezTo>
                    <a:pt x="415" y="279"/>
                    <a:pt x="402" y="274"/>
                    <a:pt x="395" y="262"/>
                  </a:cubicBezTo>
                  <a:cubicBezTo>
                    <a:pt x="372" y="237"/>
                    <a:pt x="362" y="242"/>
                    <a:pt x="365" y="235"/>
                  </a:cubicBezTo>
                  <a:cubicBezTo>
                    <a:pt x="334" y="218"/>
                    <a:pt x="340" y="208"/>
                    <a:pt x="333" y="210"/>
                  </a:cubicBezTo>
                  <a:cubicBezTo>
                    <a:pt x="294" y="174"/>
                    <a:pt x="286" y="163"/>
                    <a:pt x="275" y="155"/>
                  </a:cubicBezTo>
                  <a:cubicBezTo>
                    <a:pt x="252" y="130"/>
                    <a:pt x="243" y="121"/>
                    <a:pt x="235" y="110"/>
                  </a:cubicBezTo>
                  <a:cubicBezTo>
                    <a:pt x="204" y="81"/>
                    <a:pt x="203" y="77"/>
                    <a:pt x="198" y="77"/>
                  </a:cubicBezTo>
                  <a:cubicBezTo>
                    <a:pt x="175" y="53"/>
                    <a:pt x="174" y="50"/>
                    <a:pt x="169" y="50"/>
                  </a:cubicBezTo>
                  <a:cubicBezTo>
                    <a:pt x="128" y="16"/>
                    <a:pt x="128" y="10"/>
                    <a:pt x="124" y="10"/>
                  </a:cubicBezTo>
                  <a:cubicBezTo>
                    <a:pt x="97" y="0"/>
                    <a:pt x="97" y="0"/>
                    <a:pt x="97" y="0"/>
                  </a:cubicBezTo>
                  <a:cubicBezTo>
                    <a:pt x="109" y="13"/>
                    <a:pt x="115" y="11"/>
                    <a:pt x="117" y="14"/>
                  </a:cubicBezTo>
                  <a:cubicBezTo>
                    <a:pt x="149" y="40"/>
                    <a:pt x="153" y="44"/>
                    <a:pt x="158" y="47"/>
                  </a:cubicBezTo>
                  <a:cubicBezTo>
                    <a:pt x="184" y="78"/>
                    <a:pt x="190" y="76"/>
                    <a:pt x="192" y="79"/>
                  </a:cubicBezTo>
                  <a:cubicBezTo>
                    <a:pt x="224" y="117"/>
                    <a:pt x="233" y="116"/>
                    <a:pt x="235" y="123"/>
                  </a:cubicBezTo>
                  <a:cubicBezTo>
                    <a:pt x="265" y="147"/>
                    <a:pt x="259" y="157"/>
                    <a:pt x="267" y="154"/>
                  </a:cubicBezTo>
                  <a:cubicBezTo>
                    <a:pt x="309" y="195"/>
                    <a:pt x="316" y="204"/>
                    <a:pt x="326" y="210"/>
                  </a:cubicBezTo>
                  <a:cubicBezTo>
                    <a:pt x="368" y="247"/>
                    <a:pt x="370" y="250"/>
                    <a:pt x="371" y="253"/>
                  </a:cubicBezTo>
                  <a:cubicBezTo>
                    <a:pt x="388" y="266"/>
                    <a:pt x="391" y="268"/>
                    <a:pt x="393" y="271"/>
                  </a:cubicBezTo>
                  <a:cubicBezTo>
                    <a:pt x="434" y="300"/>
                    <a:pt x="438" y="306"/>
                    <a:pt x="444" y="311"/>
                  </a:cubicBezTo>
                  <a:cubicBezTo>
                    <a:pt x="518" y="348"/>
                    <a:pt x="519" y="356"/>
                    <a:pt x="528" y="356"/>
                  </a:cubicBezTo>
                  <a:cubicBezTo>
                    <a:pt x="528" y="354"/>
                    <a:pt x="515" y="339"/>
                    <a:pt x="494" y="332"/>
                  </a:cubicBezTo>
                  <a:close/>
                  <a:moveTo>
                    <a:pt x="334" y="250"/>
                  </a:moveTo>
                  <a:cubicBezTo>
                    <a:pt x="334" y="253"/>
                    <a:pt x="329" y="251"/>
                    <a:pt x="328" y="250"/>
                  </a:cubicBezTo>
                  <a:cubicBezTo>
                    <a:pt x="294" y="242"/>
                    <a:pt x="287" y="241"/>
                    <a:pt x="282" y="238"/>
                  </a:cubicBezTo>
                  <a:cubicBezTo>
                    <a:pt x="243" y="217"/>
                    <a:pt x="240" y="212"/>
                    <a:pt x="233" y="210"/>
                  </a:cubicBezTo>
                  <a:cubicBezTo>
                    <a:pt x="199" y="185"/>
                    <a:pt x="191" y="185"/>
                    <a:pt x="188" y="179"/>
                  </a:cubicBezTo>
                  <a:cubicBezTo>
                    <a:pt x="160" y="165"/>
                    <a:pt x="162" y="158"/>
                    <a:pt x="157" y="159"/>
                  </a:cubicBezTo>
                  <a:cubicBezTo>
                    <a:pt x="123" y="136"/>
                    <a:pt x="120" y="135"/>
                    <a:pt x="119" y="132"/>
                  </a:cubicBezTo>
                  <a:cubicBezTo>
                    <a:pt x="106" y="116"/>
                    <a:pt x="99" y="119"/>
                    <a:pt x="100" y="114"/>
                  </a:cubicBezTo>
                  <a:cubicBezTo>
                    <a:pt x="78" y="92"/>
                    <a:pt x="72" y="93"/>
                    <a:pt x="72" y="89"/>
                  </a:cubicBezTo>
                  <a:cubicBezTo>
                    <a:pt x="48" y="72"/>
                    <a:pt x="41" y="63"/>
                    <a:pt x="31" y="58"/>
                  </a:cubicBezTo>
                  <a:cubicBezTo>
                    <a:pt x="17" y="42"/>
                    <a:pt x="10" y="41"/>
                    <a:pt x="7" y="35"/>
                  </a:cubicBezTo>
                  <a:cubicBezTo>
                    <a:pt x="0" y="41"/>
                    <a:pt x="0" y="41"/>
                    <a:pt x="0" y="41"/>
                  </a:cubicBezTo>
                  <a:cubicBezTo>
                    <a:pt x="33" y="72"/>
                    <a:pt x="49" y="80"/>
                    <a:pt x="59" y="93"/>
                  </a:cubicBezTo>
                  <a:cubicBezTo>
                    <a:pt x="106" y="127"/>
                    <a:pt x="111" y="134"/>
                    <a:pt x="119" y="138"/>
                  </a:cubicBezTo>
                  <a:cubicBezTo>
                    <a:pt x="161" y="171"/>
                    <a:pt x="167" y="172"/>
                    <a:pt x="170" y="174"/>
                  </a:cubicBezTo>
                  <a:cubicBezTo>
                    <a:pt x="206" y="202"/>
                    <a:pt x="218" y="202"/>
                    <a:pt x="222" y="210"/>
                  </a:cubicBezTo>
                  <a:cubicBezTo>
                    <a:pt x="259" y="232"/>
                    <a:pt x="264" y="232"/>
                    <a:pt x="267" y="235"/>
                  </a:cubicBezTo>
                  <a:cubicBezTo>
                    <a:pt x="257" y="234"/>
                    <a:pt x="255" y="232"/>
                    <a:pt x="252" y="230"/>
                  </a:cubicBezTo>
                  <a:cubicBezTo>
                    <a:pt x="200" y="199"/>
                    <a:pt x="190" y="202"/>
                    <a:pt x="191" y="196"/>
                  </a:cubicBezTo>
                  <a:cubicBezTo>
                    <a:pt x="163" y="176"/>
                    <a:pt x="156" y="175"/>
                    <a:pt x="151" y="172"/>
                  </a:cubicBezTo>
                  <a:cubicBezTo>
                    <a:pt x="101" y="134"/>
                    <a:pt x="92" y="128"/>
                    <a:pt x="84" y="122"/>
                  </a:cubicBezTo>
                  <a:cubicBezTo>
                    <a:pt x="53" y="95"/>
                    <a:pt x="51" y="94"/>
                    <a:pt x="50" y="91"/>
                  </a:cubicBezTo>
                  <a:cubicBezTo>
                    <a:pt x="29" y="74"/>
                    <a:pt x="23" y="66"/>
                    <a:pt x="13" y="60"/>
                  </a:cubicBezTo>
                  <a:cubicBezTo>
                    <a:pt x="0" y="57"/>
                    <a:pt x="0" y="57"/>
                    <a:pt x="0" y="57"/>
                  </a:cubicBezTo>
                  <a:cubicBezTo>
                    <a:pt x="19" y="82"/>
                    <a:pt x="31" y="79"/>
                    <a:pt x="30" y="86"/>
                  </a:cubicBezTo>
                  <a:cubicBezTo>
                    <a:pt x="69" y="116"/>
                    <a:pt x="73" y="119"/>
                    <a:pt x="75" y="124"/>
                  </a:cubicBezTo>
                  <a:cubicBezTo>
                    <a:pt x="153" y="178"/>
                    <a:pt x="153" y="184"/>
                    <a:pt x="159" y="185"/>
                  </a:cubicBezTo>
                  <a:cubicBezTo>
                    <a:pt x="185" y="204"/>
                    <a:pt x="191" y="202"/>
                    <a:pt x="191" y="205"/>
                  </a:cubicBezTo>
                  <a:cubicBezTo>
                    <a:pt x="218" y="217"/>
                    <a:pt x="218" y="224"/>
                    <a:pt x="226" y="223"/>
                  </a:cubicBezTo>
                  <a:cubicBezTo>
                    <a:pt x="256" y="242"/>
                    <a:pt x="265" y="239"/>
                    <a:pt x="267" y="244"/>
                  </a:cubicBezTo>
                  <a:cubicBezTo>
                    <a:pt x="318" y="258"/>
                    <a:pt x="319" y="256"/>
                    <a:pt x="319" y="254"/>
                  </a:cubicBezTo>
                  <a:close/>
                  <a:moveTo>
                    <a:pt x="121" y="234"/>
                  </a:moveTo>
                  <a:cubicBezTo>
                    <a:pt x="120" y="225"/>
                    <a:pt x="107" y="224"/>
                    <a:pt x="113" y="214"/>
                  </a:cubicBezTo>
                  <a:cubicBezTo>
                    <a:pt x="89" y="189"/>
                    <a:pt x="86" y="187"/>
                    <a:pt x="85" y="183"/>
                  </a:cubicBezTo>
                  <a:cubicBezTo>
                    <a:pt x="33" y="112"/>
                    <a:pt x="28" y="112"/>
                    <a:pt x="28" y="108"/>
                  </a:cubicBezTo>
                  <a:cubicBezTo>
                    <a:pt x="17" y="98"/>
                    <a:pt x="17" y="93"/>
                    <a:pt x="15" y="90"/>
                  </a:cubicBezTo>
                  <a:cubicBezTo>
                    <a:pt x="0" y="87"/>
                    <a:pt x="0" y="87"/>
                    <a:pt x="0" y="87"/>
                  </a:cubicBezTo>
                  <a:cubicBezTo>
                    <a:pt x="55" y="148"/>
                    <a:pt x="52" y="155"/>
                    <a:pt x="57" y="154"/>
                  </a:cubicBezTo>
                  <a:cubicBezTo>
                    <a:pt x="78" y="181"/>
                    <a:pt x="82" y="193"/>
                    <a:pt x="91" y="199"/>
                  </a:cubicBezTo>
                  <a:cubicBezTo>
                    <a:pt x="73" y="185"/>
                    <a:pt x="68" y="185"/>
                    <a:pt x="65" y="183"/>
                  </a:cubicBezTo>
                  <a:cubicBezTo>
                    <a:pt x="41" y="160"/>
                    <a:pt x="37" y="159"/>
                    <a:pt x="35" y="156"/>
                  </a:cubicBezTo>
                  <a:cubicBezTo>
                    <a:pt x="18" y="140"/>
                    <a:pt x="18" y="134"/>
                    <a:pt x="14" y="134"/>
                  </a:cubicBezTo>
                  <a:cubicBezTo>
                    <a:pt x="1" y="118"/>
                    <a:pt x="0" y="117"/>
                    <a:pt x="0" y="117"/>
                  </a:cubicBezTo>
                  <a:cubicBezTo>
                    <a:pt x="14" y="140"/>
                    <a:pt x="14" y="149"/>
                    <a:pt x="22" y="149"/>
                  </a:cubicBezTo>
                  <a:cubicBezTo>
                    <a:pt x="57" y="180"/>
                    <a:pt x="73" y="199"/>
                    <a:pt x="100" y="210"/>
                  </a:cubicBezTo>
                  <a:cubicBezTo>
                    <a:pt x="129" y="243"/>
                    <a:pt x="126" y="252"/>
                    <a:pt x="134" y="252"/>
                  </a:cubicBezTo>
                  <a:close/>
                  <a:moveTo>
                    <a:pt x="11" y="166"/>
                  </a:moveTo>
                  <a:cubicBezTo>
                    <a:pt x="8" y="162"/>
                    <a:pt x="4" y="159"/>
                    <a:pt x="0" y="156"/>
                  </a:cubicBezTo>
                  <a:cubicBezTo>
                    <a:pt x="0" y="161"/>
                    <a:pt x="0" y="161"/>
                    <a:pt x="0" y="161"/>
                  </a:cubicBezTo>
                  <a:cubicBezTo>
                    <a:pt x="4" y="164"/>
                    <a:pt x="7" y="168"/>
                    <a:pt x="11" y="171"/>
                  </a:cubicBezTo>
                  <a:cubicBezTo>
                    <a:pt x="13" y="174"/>
                    <a:pt x="17" y="175"/>
                    <a:pt x="20" y="177"/>
                  </a:cubicBezTo>
                  <a:cubicBezTo>
                    <a:pt x="21" y="181"/>
                    <a:pt x="23" y="184"/>
                    <a:pt x="28" y="184"/>
                  </a:cubicBezTo>
                  <a:cubicBezTo>
                    <a:pt x="27" y="174"/>
                    <a:pt x="16" y="173"/>
                    <a:pt x="11" y="166"/>
                  </a:cubicBezTo>
                  <a:close/>
                  <a:moveTo>
                    <a:pt x="344" y="19"/>
                  </a:moveTo>
                  <a:cubicBezTo>
                    <a:pt x="350" y="20"/>
                    <a:pt x="354" y="23"/>
                    <a:pt x="357" y="28"/>
                  </a:cubicBezTo>
                  <a:cubicBezTo>
                    <a:pt x="389" y="48"/>
                    <a:pt x="387" y="57"/>
                    <a:pt x="395" y="57"/>
                  </a:cubicBezTo>
                  <a:cubicBezTo>
                    <a:pt x="424" y="87"/>
                    <a:pt x="433" y="94"/>
                    <a:pt x="440" y="102"/>
                  </a:cubicBezTo>
                  <a:cubicBezTo>
                    <a:pt x="455" y="116"/>
                    <a:pt x="459" y="119"/>
                    <a:pt x="461" y="124"/>
                  </a:cubicBezTo>
                  <a:cubicBezTo>
                    <a:pt x="510" y="168"/>
                    <a:pt x="510" y="171"/>
                    <a:pt x="513" y="173"/>
                  </a:cubicBezTo>
                  <a:cubicBezTo>
                    <a:pt x="537" y="198"/>
                    <a:pt x="543" y="206"/>
                    <a:pt x="551" y="213"/>
                  </a:cubicBezTo>
                  <a:cubicBezTo>
                    <a:pt x="608" y="261"/>
                    <a:pt x="615" y="269"/>
                    <a:pt x="626" y="274"/>
                  </a:cubicBezTo>
                  <a:cubicBezTo>
                    <a:pt x="680" y="316"/>
                    <a:pt x="689" y="315"/>
                    <a:pt x="690" y="321"/>
                  </a:cubicBezTo>
                  <a:cubicBezTo>
                    <a:pt x="732" y="334"/>
                    <a:pt x="735" y="339"/>
                    <a:pt x="742" y="339"/>
                  </a:cubicBezTo>
                  <a:cubicBezTo>
                    <a:pt x="730" y="330"/>
                    <a:pt x="704" y="323"/>
                    <a:pt x="686" y="308"/>
                  </a:cubicBezTo>
                  <a:cubicBezTo>
                    <a:pt x="639" y="278"/>
                    <a:pt x="641" y="272"/>
                    <a:pt x="635" y="274"/>
                  </a:cubicBezTo>
                  <a:cubicBezTo>
                    <a:pt x="608" y="255"/>
                    <a:pt x="606" y="249"/>
                    <a:pt x="600" y="247"/>
                  </a:cubicBezTo>
                  <a:cubicBezTo>
                    <a:pt x="583" y="231"/>
                    <a:pt x="579" y="227"/>
                    <a:pt x="575" y="222"/>
                  </a:cubicBezTo>
                  <a:cubicBezTo>
                    <a:pt x="552" y="203"/>
                    <a:pt x="550" y="201"/>
                    <a:pt x="549" y="198"/>
                  </a:cubicBezTo>
                  <a:cubicBezTo>
                    <a:pt x="514" y="167"/>
                    <a:pt x="510" y="155"/>
                    <a:pt x="498" y="151"/>
                  </a:cubicBezTo>
                  <a:cubicBezTo>
                    <a:pt x="483" y="134"/>
                    <a:pt x="481" y="128"/>
                    <a:pt x="474" y="126"/>
                  </a:cubicBezTo>
                  <a:cubicBezTo>
                    <a:pt x="437" y="89"/>
                    <a:pt x="435" y="87"/>
                    <a:pt x="434" y="84"/>
                  </a:cubicBezTo>
                  <a:cubicBezTo>
                    <a:pt x="412" y="66"/>
                    <a:pt x="412" y="61"/>
                    <a:pt x="410" y="60"/>
                  </a:cubicBezTo>
                  <a:cubicBezTo>
                    <a:pt x="384" y="40"/>
                    <a:pt x="384" y="33"/>
                    <a:pt x="376" y="33"/>
                  </a:cubicBezTo>
                  <a:cubicBezTo>
                    <a:pt x="341" y="5"/>
                    <a:pt x="342" y="2"/>
                    <a:pt x="340" y="0"/>
                  </a:cubicBezTo>
                  <a:cubicBezTo>
                    <a:pt x="333" y="12"/>
                    <a:pt x="344" y="10"/>
                    <a:pt x="344" y="19"/>
                  </a:cubicBezTo>
                  <a:close/>
                  <a:moveTo>
                    <a:pt x="23" y="16"/>
                  </a:moveTo>
                  <a:cubicBezTo>
                    <a:pt x="28" y="17"/>
                    <a:pt x="27" y="24"/>
                    <a:pt x="34" y="23"/>
                  </a:cubicBezTo>
                  <a:cubicBezTo>
                    <a:pt x="98" y="85"/>
                    <a:pt x="111" y="95"/>
                    <a:pt x="124" y="106"/>
                  </a:cubicBezTo>
                  <a:cubicBezTo>
                    <a:pt x="164" y="139"/>
                    <a:pt x="170" y="139"/>
                    <a:pt x="173" y="142"/>
                  </a:cubicBezTo>
                  <a:cubicBezTo>
                    <a:pt x="198" y="155"/>
                    <a:pt x="200" y="167"/>
                    <a:pt x="203" y="160"/>
                  </a:cubicBezTo>
                  <a:cubicBezTo>
                    <a:pt x="176" y="139"/>
                    <a:pt x="168" y="135"/>
                    <a:pt x="162" y="128"/>
                  </a:cubicBezTo>
                  <a:cubicBezTo>
                    <a:pt x="125" y="105"/>
                    <a:pt x="127" y="96"/>
                    <a:pt x="120" y="97"/>
                  </a:cubicBezTo>
                  <a:cubicBezTo>
                    <a:pt x="87" y="61"/>
                    <a:pt x="83" y="58"/>
                    <a:pt x="81" y="52"/>
                  </a:cubicBezTo>
                  <a:cubicBezTo>
                    <a:pt x="44" y="19"/>
                    <a:pt x="37" y="18"/>
                    <a:pt x="36" y="12"/>
                  </a:cubicBezTo>
                  <a:cubicBezTo>
                    <a:pt x="57" y="26"/>
                    <a:pt x="59" y="27"/>
                    <a:pt x="60" y="30"/>
                  </a:cubicBezTo>
                  <a:cubicBezTo>
                    <a:pt x="113" y="68"/>
                    <a:pt x="115" y="72"/>
                    <a:pt x="120" y="75"/>
                  </a:cubicBezTo>
                  <a:cubicBezTo>
                    <a:pt x="136" y="88"/>
                    <a:pt x="136" y="93"/>
                    <a:pt x="141" y="95"/>
                  </a:cubicBezTo>
                  <a:cubicBezTo>
                    <a:pt x="159" y="107"/>
                    <a:pt x="158" y="115"/>
                    <a:pt x="165" y="115"/>
                  </a:cubicBezTo>
                  <a:cubicBezTo>
                    <a:pt x="200" y="151"/>
                    <a:pt x="203" y="155"/>
                    <a:pt x="208" y="158"/>
                  </a:cubicBezTo>
                  <a:cubicBezTo>
                    <a:pt x="213" y="167"/>
                    <a:pt x="206" y="161"/>
                    <a:pt x="205" y="166"/>
                  </a:cubicBezTo>
                  <a:cubicBezTo>
                    <a:pt x="223" y="173"/>
                    <a:pt x="223" y="176"/>
                    <a:pt x="227" y="175"/>
                  </a:cubicBezTo>
                  <a:cubicBezTo>
                    <a:pt x="288" y="224"/>
                    <a:pt x="292" y="232"/>
                    <a:pt x="302" y="234"/>
                  </a:cubicBezTo>
                  <a:cubicBezTo>
                    <a:pt x="286" y="216"/>
                    <a:pt x="279" y="218"/>
                    <a:pt x="278" y="214"/>
                  </a:cubicBezTo>
                  <a:cubicBezTo>
                    <a:pt x="243" y="190"/>
                    <a:pt x="241" y="181"/>
                    <a:pt x="233" y="178"/>
                  </a:cubicBezTo>
                  <a:cubicBezTo>
                    <a:pt x="210" y="150"/>
                    <a:pt x="206" y="151"/>
                    <a:pt x="206" y="149"/>
                  </a:cubicBezTo>
                  <a:cubicBezTo>
                    <a:pt x="190" y="135"/>
                    <a:pt x="190" y="129"/>
                    <a:pt x="186" y="127"/>
                  </a:cubicBezTo>
                  <a:cubicBezTo>
                    <a:pt x="158" y="104"/>
                    <a:pt x="159" y="100"/>
                    <a:pt x="157" y="100"/>
                  </a:cubicBezTo>
                  <a:cubicBezTo>
                    <a:pt x="131" y="77"/>
                    <a:pt x="130" y="72"/>
                    <a:pt x="124" y="71"/>
                  </a:cubicBezTo>
                  <a:cubicBezTo>
                    <a:pt x="111" y="59"/>
                    <a:pt x="109" y="57"/>
                    <a:pt x="110" y="53"/>
                  </a:cubicBezTo>
                  <a:cubicBezTo>
                    <a:pt x="80" y="36"/>
                    <a:pt x="78" y="26"/>
                    <a:pt x="67" y="24"/>
                  </a:cubicBezTo>
                  <a:cubicBezTo>
                    <a:pt x="21" y="0"/>
                    <a:pt x="21" y="0"/>
                    <a:pt x="21" y="0"/>
                  </a:cubicBezTo>
                  <a:cubicBezTo>
                    <a:pt x="32" y="10"/>
                    <a:pt x="35" y="11"/>
                    <a:pt x="32" y="12"/>
                  </a:cubicBezTo>
                  <a:cubicBezTo>
                    <a:pt x="17" y="0"/>
                    <a:pt x="16" y="0"/>
                    <a:pt x="16" y="0"/>
                  </a:cubicBezTo>
                  <a:cubicBezTo>
                    <a:pt x="18" y="10"/>
                    <a:pt x="21" y="13"/>
                    <a:pt x="23" y="16"/>
                  </a:cubicBezTo>
                  <a:close/>
                  <a:moveTo>
                    <a:pt x="573" y="13"/>
                  </a:moveTo>
                  <a:cubicBezTo>
                    <a:pt x="580" y="12"/>
                    <a:pt x="581" y="16"/>
                    <a:pt x="586" y="18"/>
                  </a:cubicBezTo>
                  <a:cubicBezTo>
                    <a:pt x="629" y="35"/>
                    <a:pt x="631" y="39"/>
                    <a:pt x="633" y="43"/>
                  </a:cubicBezTo>
                  <a:cubicBezTo>
                    <a:pt x="676" y="58"/>
                    <a:pt x="677" y="64"/>
                    <a:pt x="683" y="63"/>
                  </a:cubicBezTo>
                  <a:cubicBezTo>
                    <a:pt x="756" y="103"/>
                    <a:pt x="764" y="101"/>
                    <a:pt x="767" y="104"/>
                  </a:cubicBezTo>
                  <a:cubicBezTo>
                    <a:pt x="794" y="116"/>
                    <a:pt x="796" y="117"/>
                    <a:pt x="797" y="118"/>
                  </a:cubicBezTo>
                  <a:cubicBezTo>
                    <a:pt x="830" y="132"/>
                    <a:pt x="838" y="134"/>
                    <a:pt x="843" y="139"/>
                  </a:cubicBezTo>
                  <a:cubicBezTo>
                    <a:pt x="867" y="145"/>
                    <a:pt x="870" y="146"/>
                    <a:pt x="873" y="148"/>
                  </a:cubicBezTo>
                  <a:cubicBezTo>
                    <a:pt x="896" y="159"/>
                    <a:pt x="909" y="152"/>
                    <a:pt x="908" y="158"/>
                  </a:cubicBezTo>
                  <a:cubicBezTo>
                    <a:pt x="949" y="161"/>
                    <a:pt x="969" y="161"/>
                    <a:pt x="988" y="162"/>
                  </a:cubicBezTo>
                  <a:cubicBezTo>
                    <a:pt x="1023" y="160"/>
                    <a:pt x="1029" y="155"/>
                    <a:pt x="1023" y="154"/>
                  </a:cubicBezTo>
                  <a:cubicBezTo>
                    <a:pt x="987" y="155"/>
                    <a:pt x="986" y="157"/>
                    <a:pt x="975" y="155"/>
                  </a:cubicBezTo>
                  <a:cubicBezTo>
                    <a:pt x="952" y="157"/>
                    <a:pt x="941" y="152"/>
                    <a:pt x="932" y="154"/>
                  </a:cubicBezTo>
                  <a:cubicBezTo>
                    <a:pt x="828" y="125"/>
                    <a:pt x="826" y="118"/>
                    <a:pt x="817" y="119"/>
                  </a:cubicBezTo>
                  <a:cubicBezTo>
                    <a:pt x="741" y="88"/>
                    <a:pt x="741" y="79"/>
                    <a:pt x="733" y="80"/>
                  </a:cubicBezTo>
                  <a:cubicBezTo>
                    <a:pt x="705" y="65"/>
                    <a:pt x="693" y="60"/>
                    <a:pt x="681" y="55"/>
                  </a:cubicBezTo>
                  <a:cubicBezTo>
                    <a:pt x="627" y="26"/>
                    <a:pt x="622" y="23"/>
                    <a:pt x="616" y="20"/>
                  </a:cubicBezTo>
                  <a:cubicBezTo>
                    <a:pt x="550" y="0"/>
                    <a:pt x="550" y="0"/>
                    <a:pt x="550" y="0"/>
                  </a:cubicBezTo>
                  <a:close/>
                  <a:moveTo>
                    <a:pt x="898" y="24"/>
                  </a:moveTo>
                  <a:cubicBezTo>
                    <a:pt x="929" y="32"/>
                    <a:pt x="973" y="35"/>
                    <a:pt x="1013" y="40"/>
                  </a:cubicBezTo>
                  <a:cubicBezTo>
                    <a:pt x="1029" y="40"/>
                    <a:pt x="1045" y="41"/>
                    <a:pt x="1061" y="41"/>
                  </a:cubicBezTo>
                  <a:cubicBezTo>
                    <a:pt x="1067" y="44"/>
                    <a:pt x="1070" y="40"/>
                    <a:pt x="1080" y="41"/>
                  </a:cubicBezTo>
                  <a:cubicBezTo>
                    <a:pt x="1085" y="42"/>
                    <a:pt x="1089" y="42"/>
                    <a:pt x="1093" y="42"/>
                  </a:cubicBezTo>
                  <a:cubicBezTo>
                    <a:pt x="1097" y="41"/>
                    <a:pt x="1105" y="45"/>
                    <a:pt x="1104" y="40"/>
                  </a:cubicBezTo>
                  <a:cubicBezTo>
                    <a:pt x="1102" y="38"/>
                    <a:pt x="1099" y="37"/>
                    <a:pt x="1093" y="37"/>
                  </a:cubicBezTo>
                  <a:cubicBezTo>
                    <a:pt x="1092" y="39"/>
                    <a:pt x="1083" y="42"/>
                    <a:pt x="1083" y="37"/>
                  </a:cubicBezTo>
                  <a:cubicBezTo>
                    <a:pt x="1071" y="38"/>
                    <a:pt x="1072" y="38"/>
                    <a:pt x="1061" y="39"/>
                  </a:cubicBezTo>
                  <a:cubicBezTo>
                    <a:pt x="1052" y="34"/>
                    <a:pt x="1036" y="37"/>
                    <a:pt x="1024" y="36"/>
                  </a:cubicBezTo>
                  <a:cubicBezTo>
                    <a:pt x="1020" y="32"/>
                    <a:pt x="1017" y="35"/>
                    <a:pt x="1013" y="36"/>
                  </a:cubicBezTo>
                  <a:cubicBezTo>
                    <a:pt x="1011" y="31"/>
                    <a:pt x="999" y="34"/>
                    <a:pt x="993" y="33"/>
                  </a:cubicBezTo>
                  <a:cubicBezTo>
                    <a:pt x="987" y="30"/>
                    <a:pt x="973" y="33"/>
                    <a:pt x="963" y="28"/>
                  </a:cubicBezTo>
                  <a:cubicBezTo>
                    <a:pt x="960" y="28"/>
                    <a:pt x="957" y="28"/>
                    <a:pt x="954" y="28"/>
                  </a:cubicBezTo>
                  <a:cubicBezTo>
                    <a:pt x="950" y="29"/>
                    <a:pt x="949" y="24"/>
                    <a:pt x="948" y="28"/>
                  </a:cubicBezTo>
                  <a:cubicBezTo>
                    <a:pt x="945" y="23"/>
                    <a:pt x="932" y="28"/>
                    <a:pt x="930" y="23"/>
                  </a:cubicBezTo>
                  <a:cubicBezTo>
                    <a:pt x="905" y="21"/>
                    <a:pt x="882" y="16"/>
                    <a:pt x="863" y="8"/>
                  </a:cubicBezTo>
                  <a:cubicBezTo>
                    <a:pt x="851" y="8"/>
                    <a:pt x="844" y="3"/>
                    <a:pt x="835" y="0"/>
                  </a:cubicBezTo>
                  <a:cubicBezTo>
                    <a:pt x="807" y="0"/>
                    <a:pt x="807" y="0"/>
                    <a:pt x="807" y="0"/>
                  </a:cubicBezTo>
                  <a:cubicBezTo>
                    <a:pt x="819" y="4"/>
                    <a:pt x="831" y="7"/>
                    <a:pt x="843" y="10"/>
                  </a:cubicBezTo>
                  <a:cubicBezTo>
                    <a:pt x="858" y="18"/>
                    <a:pt x="879" y="20"/>
                    <a:pt x="898" y="24"/>
                  </a:cubicBezTo>
                  <a:close/>
                  <a:moveTo>
                    <a:pt x="690" y="22"/>
                  </a:moveTo>
                  <a:cubicBezTo>
                    <a:pt x="702" y="24"/>
                    <a:pt x="706" y="33"/>
                    <a:pt x="718" y="34"/>
                  </a:cubicBezTo>
                  <a:cubicBezTo>
                    <a:pt x="748" y="52"/>
                    <a:pt x="757" y="50"/>
                    <a:pt x="757" y="56"/>
                  </a:cubicBezTo>
                  <a:cubicBezTo>
                    <a:pt x="818" y="82"/>
                    <a:pt x="835" y="92"/>
                    <a:pt x="854" y="100"/>
                  </a:cubicBezTo>
                  <a:cubicBezTo>
                    <a:pt x="902" y="118"/>
                    <a:pt x="913" y="116"/>
                    <a:pt x="915" y="121"/>
                  </a:cubicBezTo>
                  <a:cubicBezTo>
                    <a:pt x="1077" y="134"/>
                    <a:pt x="1088" y="131"/>
                    <a:pt x="1102" y="131"/>
                  </a:cubicBezTo>
                  <a:cubicBezTo>
                    <a:pt x="1107" y="124"/>
                    <a:pt x="1118" y="129"/>
                    <a:pt x="1116" y="121"/>
                  </a:cubicBezTo>
                  <a:cubicBezTo>
                    <a:pt x="1023" y="113"/>
                    <a:pt x="1015" y="114"/>
                    <a:pt x="1009" y="114"/>
                  </a:cubicBezTo>
                  <a:cubicBezTo>
                    <a:pt x="971" y="103"/>
                    <a:pt x="961" y="105"/>
                    <a:pt x="959" y="100"/>
                  </a:cubicBezTo>
                  <a:cubicBezTo>
                    <a:pt x="915" y="89"/>
                    <a:pt x="907" y="83"/>
                    <a:pt x="896" y="81"/>
                  </a:cubicBezTo>
                  <a:cubicBezTo>
                    <a:pt x="836" y="52"/>
                    <a:pt x="834" y="47"/>
                    <a:pt x="827" y="47"/>
                  </a:cubicBezTo>
                  <a:cubicBezTo>
                    <a:pt x="878" y="57"/>
                    <a:pt x="896" y="59"/>
                    <a:pt x="912" y="64"/>
                  </a:cubicBezTo>
                  <a:cubicBezTo>
                    <a:pt x="1046" y="80"/>
                    <a:pt x="1053" y="82"/>
                    <a:pt x="1058" y="78"/>
                  </a:cubicBezTo>
                  <a:cubicBezTo>
                    <a:pt x="869" y="49"/>
                    <a:pt x="854" y="41"/>
                    <a:pt x="834" y="38"/>
                  </a:cubicBezTo>
                  <a:cubicBezTo>
                    <a:pt x="813" y="30"/>
                    <a:pt x="811" y="25"/>
                    <a:pt x="801" y="27"/>
                  </a:cubicBezTo>
                  <a:cubicBezTo>
                    <a:pt x="765" y="4"/>
                    <a:pt x="754" y="6"/>
                    <a:pt x="750" y="2"/>
                  </a:cubicBezTo>
                  <a:cubicBezTo>
                    <a:pt x="713" y="4"/>
                    <a:pt x="720" y="8"/>
                    <a:pt x="730" y="10"/>
                  </a:cubicBezTo>
                  <a:cubicBezTo>
                    <a:pt x="763" y="30"/>
                    <a:pt x="770" y="27"/>
                    <a:pt x="771" y="30"/>
                  </a:cubicBezTo>
                  <a:cubicBezTo>
                    <a:pt x="800" y="45"/>
                    <a:pt x="809" y="45"/>
                    <a:pt x="814" y="49"/>
                  </a:cubicBezTo>
                  <a:cubicBezTo>
                    <a:pt x="874" y="78"/>
                    <a:pt x="884" y="83"/>
                    <a:pt x="896" y="88"/>
                  </a:cubicBezTo>
                  <a:cubicBezTo>
                    <a:pt x="921" y="100"/>
                    <a:pt x="925" y="99"/>
                    <a:pt x="929" y="99"/>
                  </a:cubicBezTo>
                  <a:cubicBezTo>
                    <a:pt x="979" y="115"/>
                    <a:pt x="995" y="116"/>
                    <a:pt x="1007" y="121"/>
                  </a:cubicBezTo>
                  <a:cubicBezTo>
                    <a:pt x="1080" y="126"/>
                    <a:pt x="1080" y="124"/>
                    <a:pt x="1089" y="127"/>
                  </a:cubicBezTo>
                  <a:cubicBezTo>
                    <a:pt x="1052" y="132"/>
                    <a:pt x="1050" y="132"/>
                    <a:pt x="1037" y="132"/>
                  </a:cubicBezTo>
                  <a:cubicBezTo>
                    <a:pt x="939" y="118"/>
                    <a:pt x="931" y="119"/>
                    <a:pt x="928" y="114"/>
                  </a:cubicBezTo>
                  <a:cubicBezTo>
                    <a:pt x="877" y="97"/>
                    <a:pt x="867" y="101"/>
                    <a:pt x="868" y="93"/>
                  </a:cubicBezTo>
                  <a:cubicBezTo>
                    <a:pt x="791" y="59"/>
                    <a:pt x="783" y="60"/>
                    <a:pt x="779" y="57"/>
                  </a:cubicBezTo>
                  <a:cubicBezTo>
                    <a:pt x="730" y="32"/>
                    <a:pt x="721" y="27"/>
                    <a:pt x="712" y="22"/>
                  </a:cubicBezTo>
                  <a:cubicBezTo>
                    <a:pt x="675" y="7"/>
                    <a:pt x="670" y="3"/>
                    <a:pt x="662" y="0"/>
                  </a:cubicBezTo>
                  <a:cubicBezTo>
                    <a:pt x="671" y="14"/>
                    <a:pt x="683" y="15"/>
                    <a:pt x="690" y="22"/>
                  </a:cubicBezTo>
                  <a:close/>
                  <a:moveTo>
                    <a:pt x="874" y="0"/>
                  </a:moveTo>
                  <a:cubicBezTo>
                    <a:pt x="874" y="0"/>
                    <a:pt x="874" y="0"/>
                    <a:pt x="874" y="0"/>
                  </a:cubicBezTo>
                  <a:cubicBezTo>
                    <a:pt x="874" y="0"/>
                    <a:pt x="874" y="0"/>
                    <a:pt x="874" y="0"/>
                  </a:cubicBezTo>
                  <a:cubicBezTo>
                    <a:pt x="874" y="0"/>
                    <a:pt x="874" y="0"/>
                    <a:pt x="874" y="0"/>
                  </a:cubicBezTo>
                  <a:close/>
                  <a:moveTo>
                    <a:pt x="375" y="4"/>
                  </a:moveTo>
                  <a:cubicBezTo>
                    <a:pt x="374" y="8"/>
                    <a:pt x="377" y="9"/>
                    <a:pt x="379" y="11"/>
                  </a:cubicBezTo>
                  <a:cubicBezTo>
                    <a:pt x="407" y="31"/>
                    <a:pt x="409" y="37"/>
                    <a:pt x="415" y="40"/>
                  </a:cubicBezTo>
                  <a:cubicBezTo>
                    <a:pt x="431" y="54"/>
                    <a:pt x="433" y="56"/>
                    <a:pt x="437" y="56"/>
                  </a:cubicBezTo>
                  <a:cubicBezTo>
                    <a:pt x="467" y="82"/>
                    <a:pt x="477" y="90"/>
                    <a:pt x="486" y="98"/>
                  </a:cubicBezTo>
                  <a:cubicBezTo>
                    <a:pt x="503" y="113"/>
                    <a:pt x="510" y="116"/>
                    <a:pt x="512" y="123"/>
                  </a:cubicBezTo>
                  <a:cubicBezTo>
                    <a:pt x="546" y="149"/>
                    <a:pt x="552" y="151"/>
                    <a:pt x="554" y="156"/>
                  </a:cubicBezTo>
                  <a:cubicBezTo>
                    <a:pt x="601" y="193"/>
                    <a:pt x="603" y="196"/>
                    <a:pt x="604" y="199"/>
                  </a:cubicBezTo>
                  <a:cubicBezTo>
                    <a:pt x="628" y="220"/>
                    <a:pt x="636" y="220"/>
                    <a:pt x="638" y="226"/>
                  </a:cubicBezTo>
                  <a:cubicBezTo>
                    <a:pt x="689" y="264"/>
                    <a:pt x="698" y="265"/>
                    <a:pt x="702" y="271"/>
                  </a:cubicBezTo>
                  <a:cubicBezTo>
                    <a:pt x="746" y="296"/>
                    <a:pt x="748" y="303"/>
                    <a:pt x="756" y="305"/>
                  </a:cubicBezTo>
                  <a:cubicBezTo>
                    <a:pt x="777" y="317"/>
                    <a:pt x="778" y="318"/>
                    <a:pt x="778" y="321"/>
                  </a:cubicBezTo>
                  <a:cubicBezTo>
                    <a:pt x="803" y="327"/>
                    <a:pt x="810" y="328"/>
                    <a:pt x="819" y="326"/>
                  </a:cubicBezTo>
                  <a:cubicBezTo>
                    <a:pt x="787" y="309"/>
                    <a:pt x="780" y="308"/>
                    <a:pt x="776" y="305"/>
                  </a:cubicBezTo>
                  <a:cubicBezTo>
                    <a:pt x="725" y="276"/>
                    <a:pt x="720" y="272"/>
                    <a:pt x="713" y="269"/>
                  </a:cubicBezTo>
                  <a:cubicBezTo>
                    <a:pt x="676" y="240"/>
                    <a:pt x="668" y="237"/>
                    <a:pt x="662" y="233"/>
                  </a:cubicBezTo>
                  <a:cubicBezTo>
                    <a:pt x="608" y="191"/>
                    <a:pt x="603" y="186"/>
                    <a:pt x="597" y="181"/>
                  </a:cubicBezTo>
                  <a:cubicBezTo>
                    <a:pt x="546" y="137"/>
                    <a:pt x="539" y="134"/>
                    <a:pt x="535" y="128"/>
                  </a:cubicBezTo>
                  <a:cubicBezTo>
                    <a:pt x="498" y="99"/>
                    <a:pt x="495" y="92"/>
                    <a:pt x="488" y="90"/>
                  </a:cubicBezTo>
                  <a:cubicBezTo>
                    <a:pt x="452" y="58"/>
                    <a:pt x="447" y="53"/>
                    <a:pt x="441" y="49"/>
                  </a:cubicBezTo>
                  <a:cubicBezTo>
                    <a:pt x="416" y="26"/>
                    <a:pt x="411" y="26"/>
                    <a:pt x="407" y="25"/>
                  </a:cubicBezTo>
                  <a:cubicBezTo>
                    <a:pt x="375" y="0"/>
                    <a:pt x="375" y="0"/>
                    <a:pt x="375" y="0"/>
                  </a:cubicBezTo>
                  <a:close/>
                  <a:moveTo>
                    <a:pt x="514" y="9"/>
                  </a:moveTo>
                  <a:cubicBezTo>
                    <a:pt x="519" y="12"/>
                    <a:pt x="525" y="13"/>
                    <a:pt x="529" y="16"/>
                  </a:cubicBezTo>
                  <a:cubicBezTo>
                    <a:pt x="547" y="27"/>
                    <a:pt x="554" y="29"/>
                    <a:pt x="557" y="32"/>
                  </a:cubicBezTo>
                  <a:cubicBezTo>
                    <a:pt x="621" y="63"/>
                    <a:pt x="623" y="68"/>
                    <a:pt x="628" y="71"/>
                  </a:cubicBezTo>
                  <a:cubicBezTo>
                    <a:pt x="662" y="87"/>
                    <a:pt x="665" y="87"/>
                    <a:pt x="667" y="89"/>
                  </a:cubicBezTo>
                  <a:cubicBezTo>
                    <a:pt x="722" y="114"/>
                    <a:pt x="731" y="121"/>
                    <a:pt x="745" y="124"/>
                  </a:cubicBezTo>
                  <a:cubicBezTo>
                    <a:pt x="829" y="156"/>
                    <a:pt x="839" y="162"/>
                    <a:pt x="855" y="163"/>
                  </a:cubicBezTo>
                  <a:cubicBezTo>
                    <a:pt x="882" y="169"/>
                    <a:pt x="887" y="172"/>
                    <a:pt x="896" y="170"/>
                  </a:cubicBezTo>
                  <a:cubicBezTo>
                    <a:pt x="925" y="171"/>
                    <a:pt x="920" y="171"/>
                    <a:pt x="916" y="171"/>
                  </a:cubicBezTo>
                  <a:cubicBezTo>
                    <a:pt x="844" y="156"/>
                    <a:pt x="840" y="152"/>
                    <a:pt x="831" y="152"/>
                  </a:cubicBezTo>
                  <a:cubicBezTo>
                    <a:pt x="797" y="142"/>
                    <a:pt x="788" y="132"/>
                    <a:pt x="771" y="131"/>
                  </a:cubicBezTo>
                  <a:cubicBezTo>
                    <a:pt x="756" y="122"/>
                    <a:pt x="750" y="120"/>
                    <a:pt x="747" y="117"/>
                  </a:cubicBezTo>
                  <a:cubicBezTo>
                    <a:pt x="686" y="90"/>
                    <a:pt x="677" y="86"/>
                    <a:pt x="669" y="80"/>
                  </a:cubicBezTo>
                  <a:cubicBezTo>
                    <a:pt x="610" y="51"/>
                    <a:pt x="600" y="48"/>
                    <a:pt x="592" y="44"/>
                  </a:cubicBezTo>
                  <a:cubicBezTo>
                    <a:pt x="560" y="24"/>
                    <a:pt x="551" y="20"/>
                    <a:pt x="544" y="14"/>
                  </a:cubicBezTo>
                  <a:cubicBezTo>
                    <a:pt x="495" y="0"/>
                    <a:pt x="495" y="0"/>
                    <a:pt x="495" y="0"/>
                  </a:cubicBezTo>
                  <a:close/>
                  <a:moveTo>
                    <a:pt x="427" y="8"/>
                  </a:moveTo>
                  <a:cubicBezTo>
                    <a:pt x="430" y="11"/>
                    <a:pt x="437" y="12"/>
                    <a:pt x="440" y="17"/>
                  </a:cubicBezTo>
                  <a:cubicBezTo>
                    <a:pt x="476" y="51"/>
                    <a:pt x="485" y="49"/>
                    <a:pt x="487" y="55"/>
                  </a:cubicBezTo>
                  <a:cubicBezTo>
                    <a:pt x="505" y="66"/>
                    <a:pt x="504" y="73"/>
                    <a:pt x="510" y="75"/>
                  </a:cubicBezTo>
                  <a:cubicBezTo>
                    <a:pt x="580" y="136"/>
                    <a:pt x="582" y="137"/>
                    <a:pt x="585" y="137"/>
                  </a:cubicBezTo>
                  <a:cubicBezTo>
                    <a:pt x="608" y="161"/>
                    <a:pt x="620" y="163"/>
                    <a:pt x="626" y="171"/>
                  </a:cubicBezTo>
                  <a:cubicBezTo>
                    <a:pt x="643" y="183"/>
                    <a:pt x="648" y="185"/>
                    <a:pt x="650" y="191"/>
                  </a:cubicBezTo>
                  <a:cubicBezTo>
                    <a:pt x="690" y="211"/>
                    <a:pt x="696" y="220"/>
                    <a:pt x="708" y="223"/>
                  </a:cubicBezTo>
                  <a:cubicBezTo>
                    <a:pt x="776" y="261"/>
                    <a:pt x="786" y="266"/>
                    <a:pt x="796" y="271"/>
                  </a:cubicBezTo>
                  <a:cubicBezTo>
                    <a:pt x="840" y="287"/>
                    <a:pt x="845" y="286"/>
                    <a:pt x="846" y="289"/>
                  </a:cubicBezTo>
                  <a:cubicBezTo>
                    <a:pt x="889" y="296"/>
                    <a:pt x="898" y="293"/>
                    <a:pt x="898" y="286"/>
                  </a:cubicBezTo>
                  <a:cubicBezTo>
                    <a:pt x="890" y="277"/>
                    <a:pt x="887" y="286"/>
                    <a:pt x="885" y="286"/>
                  </a:cubicBezTo>
                  <a:cubicBezTo>
                    <a:pt x="834" y="277"/>
                    <a:pt x="827" y="273"/>
                    <a:pt x="818" y="271"/>
                  </a:cubicBezTo>
                  <a:cubicBezTo>
                    <a:pt x="771" y="249"/>
                    <a:pt x="766" y="249"/>
                    <a:pt x="764" y="246"/>
                  </a:cubicBezTo>
                  <a:cubicBezTo>
                    <a:pt x="744" y="239"/>
                    <a:pt x="743" y="229"/>
                    <a:pt x="732" y="230"/>
                  </a:cubicBezTo>
                  <a:cubicBezTo>
                    <a:pt x="710" y="210"/>
                    <a:pt x="695" y="214"/>
                    <a:pt x="693" y="205"/>
                  </a:cubicBezTo>
                  <a:cubicBezTo>
                    <a:pt x="648" y="176"/>
                    <a:pt x="642" y="172"/>
                    <a:pt x="637" y="167"/>
                  </a:cubicBezTo>
                  <a:cubicBezTo>
                    <a:pt x="605" y="145"/>
                    <a:pt x="593" y="136"/>
                    <a:pt x="581" y="126"/>
                  </a:cubicBezTo>
                  <a:cubicBezTo>
                    <a:pt x="565" y="107"/>
                    <a:pt x="560" y="107"/>
                    <a:pt x="555" y="106"/>
                  </a:cubicBezTo>
                  <a:cubicBezTo>
                    <a:pt x="534" y="87"/>
                    <a:pt x="531" y="84"/>
                    <a:pt x="528" y="82"/>
                  </a:cubicBezTo>
                  <a:cubicBezTo>
                    <a:pt x="479" y="38"/>
                    <a:pt x="472" y="36"/>
                    <a:pt x="470" y="30"/>
                  </a:cubicBezTo>
                  <a:cubicBezTo>
                    <a:pt x="454" y="14"/>
                    <a:pt x="447" y="13"/>
                    <a:pt x="444" y="8"/>
                  </a:cubicBezTo>
                  <a:cubicBezTo>
                    <a:pt x="422" y="2"/>
                    <a:pt x="426" y="3"/>
                    <a:pt x="427" y="8"/>
                  </a:cubicBezTo>
                  <a:close/>
                  <a:moveTo>
                    <a:pt x="477" y="9"/>
                  </a:moveTo>
                  <a:cubicBezTo>
                    <a:pt x="481" y="13"/>
                    <a:pt x="489" y="14"/>
                    <a:pt x="492" y="20"/>
                  </a:cubicBezTo>
                  <a:cubicBezTo>
                    <a:pt x="507" y="35"/>
                    <a:pt x="514" y="33"/>
                    <a:pt x="516" y="36"/>
                  </a:cubicBezTo>
                  <a:cubicBezTo>
                    <a:pt x="545" y="55"/>
                    <a:pt x="547" y="61"/>
                    <a:pt x="554" y="63"/>
                  </a:cubicBezTo>
                  <a:cubicBezTo>
                    <a:pt x="579" y="82"/>
                    <a:pt x="591" y="87"/>
                    <a:pt x="602" y="94"/>
                  </a:cubicBezTo>
                  <a:cubicBezTo>
                    <a:pt x="671" y="135"/>
                    <a:pt x="678" y="132"/>
                    <a:pt x="679" y="135"/>
                  </a:cubicBezTo>
                  <a:cubicBezTo>
                    <a:pt x="718" y="153"/>
                    <a:pt x="724" y="164"/>
                    <a:pt x="742" y="165"/>
                  </a:cubicBezTo>
                  <a:cubicBezTo>
                    <a:pt x="771" y="179"/>
                    <a:pt x="778" y="177"/>
                    <a:pt x="778" y="181"/>
                  </a:cubicBezTo>
                  <a:cubicBezTo>
                    <a:pt x="839" y="197"/>
                    <a:pt x="843" y="199"/>
                    <a:pt x="848" y="200"/>
                  </a:cubicBezTo>
                  <a:cubicBezTo>
                    <a:pt x="944" y="211"/>
                    <a:pt x="950" y="218"/>
                    <a:pt x="954" y="218"/>
                  </a:cubicBezTo>
                  <a:cubicBezTo>
                    <a:pt x="952" y="204"/>
                    <a:pt x="948" y="205"/>
                    <a:pt x="946" y="206"/>
                  </a:cubicBezTo>
                  <a:cubicBezTo>
                    <a:pt x="921" y="204"/>
                    <a:pt x="915" y="204"/>
                    <a:pt x="900" y="203"/>
                  </a:cubicBezTo>
                  <a:cubicBezTo>
                    <a:pt x="843" y="187"/>
                    <a:pt x="833" y="189"/>
                    <a:pt x="831" y="184"/>
                  </a:cubicBezTo>
                  <a:cubicBezTo>
                    <a:pt x="759" y="161"/>
                    <a:pt x="748" y="164"/>
                    <a:pt x="746" y="158"/>
                  </a:cubicBezTo>
                  <a:cubicBezTo>
                    <a:pt x="720" y="148"/>
                    <a:pt x="718" y="146"/>
                    <a:pt x="714" y="147"/>
                  </a:cubicBezTo>
                  <a:cubicBezTo>
                    <a:pt x="681" y="129"/>
                    <a:pt x="679" y="123"/>
                    <a:pt x="671" y="124"/>
                  </a:cubicBezTo>
                  <a:cubicBezTo>
                    <a:pt x="641" y="103"/>
                    <a:pt x="634" y="102"/>
                    <a:pt x="630" y="99"/>
                  </a:cubicBezTo>
                  <a:cubicBezTo>
                    <a:pt x="601" y="80"/>
                    <a:pt x="597" y="81"/>
                    <a:pt x="593" y="81"/>
                  </a:cubicBezTo>
                  <a:cubicBezTo>
                    <a:pt x="561" y="59"/>
                    <a:pt x="559" y="55"/>
                    <a:pt x="554" y="54"/>
                  </a:cubicBezTo>
                  <a:cubicBezTo>
                    <a:pt x="519" y="27"/>
                    <a:pt x="514" y="25"/>
                    <a:pt x="509" y="25"/>
                  </a:cubicBezTo>
                  <a:cubicBezTo>
                    <a:pt x="487" y="4"/>
                    <a:pt x="481" y="4"/>
                    <a:pt x="479" y="0"/>
                  </a:cubicBezTo>
                  <a:cubicBezTo>
                    <a:pt x="466" y="4"/>
                    <a:pt x="472" y="6"/>
                    <a:pt x="477" y="9"/>
                  </a:cubicBezTo>
                  <a:close/>
                  <a:moveTo>
                    <a:pt x="1121" y="1856"/>
                  </a:moveTo>
                  <a:cubicBezTo>
                    <a:pt x="1119" y="1861"/>
                    <a:pt x="1115" y="1862"/>
                    <a:pt x="1116" y="1869"/>
                  </a:cubicBezTo>
                  <a:cubicBezTo>
                    <a:pt x="1088" y="1913"/>
                    <a:pt x="1078" y="1916"/>
                    <a:pt x="1075" y="1926"/>
                  </a:cubicBezTo>
                  <a:cubicBezTo>
                    <a:pt x="1055" y="1952"/>
                    <a:pt x="1052" y="1954"/>
                    <a:pt x="1051" y="1959"/>
                  </a:cubicBezTo>
                  <a:cubicBezTo>
                    <a:pt x="1020" y="2000"/>
                    <a:pt x="1009" y="2002"/>
                    <a:pt x="1005" y="2011"/>
                  </a:cubicBezTo>
                  <a:cubicBezTo>
                    <a:pt x="976" y="2041"/>
                    <a:pt x="965" y="2049"/>
                    <a:pt x="957" y="2061"/>
                  </a:cubicBezTo>
                  <a:cubicBezTo>
                    <a:pt x="932" y="2087"/>
                    <a:pt x="927" y="2087"/>
                    <a:pt x="924" y="2089"/>
                  </a:cubicBezTo>
                  <a:cubicBezTo>
                    <a:pt x="895" y="2124"/>
                    <a:pt x="890" y="2124"/>
                    <a:pt x="889" y="2129"/>
                  </a:cubicBezTo>
                  <a:cubicBezTo>
                    <a:pt x="869" y="2156"/>
                    <a:pt x="868" y="2158"/>
                    <a:pt x="867" y="2160"/>
                  </a:cubicBezTo>
                  <a:cubicBezTo>
                    <a:pt x="890" y="2148"/>
                    <a:pt x="890" y="2140"/>
                    <a:pt x="896" y="2137"/>
                  </a:cubicBezTo>
                  <a:cubicBezTo>
                    <a:pt x="911" y="2122"/>
                    <a:pt x="908" y="2115"/>
                    <a:pt x="913" y="2116"/>
                  </a:cubicBezTo>
                  <a:cubicBezTo>
                    <a:pt x="933" y="2092"/>
                    <a:pt x="938" y="2092"/>
                    <a:pt x="940" y="2089"/>
                  </a:cubicBezTo>
                  <a:cubicBezTo>
                    <a:pt x="953" y="2072"/>
                    <a:pt x="960" y="2075"/>
                    <a:pt x="959" y="2070"/>
                  </a:cubicBezTo>
                  <a:cubicBezTo>
                    <a:pt x="977" y="2052"/>
                    <a:pt x="979" y="2045"/>
                    <a:pt x="985" y="2042"/>
                  </a:cubicBezTo>
                  <a:cubicBezTo>
                    <a:pt x="1001" y="2026"/>
                    <a:pt x="1003" y="2024"/>
                    <a:pt x="1005" y="2022"/>
                  </a:cubicBezTo>
                  <a:cubicBezTo>
                    <a:pt x="1023" y="2007"/>
                    <a:pt x="1021" y="2001"/>
                    <a:pt x="1027" y="2002"/>
                  </a:cubicBezTo>
                  <a:cubicBezTo>
                    <a:pt x="1057" y="1969"/>
                    <a:pt x="1055" y="1958"/>
                    <a:pt x="1062" y="1956"/>
                  </a:cubicBezTo>
                  <a:cubicBezTo>
                    <a:pt x="1078" y="1928"/>
                    <a:pt x="1083" y="1929"/>
                    <a:pt x="1081" y="1922"/>
                  </a:cubicBezTo>
                  <a:cubicBezTo>
                    <a:pt x="1103" y="1884"/>
                    <a:pt x="1112" y="1889"/>
                    <a:pt x="1110" y="1882"/>
                  </a:cubicBezTo>
                  <a:cubicBezTo>
                    <a:pt x="1118" y="1862"/>
                    <a:pt x="1127" y="1858"/>
                    <a:pt x="1121" y="1856"/>
                  </a:cubicBezTo>
                  <a:close/>
                  <a:moveTo>
                    <a:pt x="1103" y="2042"/>
                  </a:moveTo>
                  <a:cubicBezTo>
                    <a:pt x="1092" y="2040"/>
                    <a:pt x="1095" y="2053"/>
                    <a:pt x="1088" y="2055"/>
                  </a:cubicBezTo>
                  <a:cubicBezTo>
                    <a:pt x="1083" y="2059"/>
                    <a:pt x="1081" y="2067"/>
                    <a:pt x="1075" y="2070"/>
                  </a:cubicBezTo>
                  <a:cubicBezTo>
                    <a:pt x="1072" y="2076"/>
                    <a:pt x="1065" y="2079"/>
                    <a:pt x="1062" y="2085"/>
                  </a:cubicBezTo>
                  <a:cubicBezTo>
                    <a:pt x="1057" y="2090"/>
                    <a:pt x="1054" y="2097"/>
                    <a:pt x="1046" y="2100"/>
                  </a:cubicBezTo>
                  <a:cubicBezTo>
                    <a:pt x="1029" y="2122"/>
                    <a:pt x="1002" y="2135"/>
                    <a:pt x="983" y="2155"/>
                  </a:cubicBezTo>
                  <a:cubicBezTo>
                    <a:pt x="983" y="2158"/>
                    <a:pt x="978" y="2157"/>
                    <a:pt x="977" y="2160"/>
                  </a:cubicBezTo>
                  <a:cubicBezTo>
                    <a:pt x="990" y="2160"/>
                    <a:pt x="990" y="2160"/>
                    <a:pt x="990" y="2160"/>
                  </a:cubicBezTo>
                  <a:cubicBezTo>
                    <a:pt x="994" y="2158"/>
                    <a:pt x="996" y="2154"/>
                    <a:pt x="998" y="2151"/>
                  </a:cubicBezTo>
                  <a:cubicBezTo>
                    <a:pt x="1003" y="2147"/>
                    <a:pt x="1009" y="2145"/>
                    <a:pt x="1012" y="2140"/>
                  </a:cubicBezTo>
                  <a:cubicBezTo>
                    <a:pt x="1014" y="2139"/>
                    <a:pt x="1017" y="2137"/>
                    <a:pt x="1018" y="2135"/>
                  </a:cubicBezTo>
                  <a:cubicBezTo>
                    <a:pt x="1018" y="2131"/>
                    <a:pt x="1025" y="2134"/>
                    <a:pt x="1027" y="2131"/>
                  </a:cubicBezTo>
                  <a:cubicBezTo>
                    <a:pt x="1034" y="2123"/>
                    <a:pt x="1043" y="2116"/>
                    <a:pt x="1051" y="2109"/>
                  </a:cubicBezTo>
                  <a:cubicBezTo>
                    <a:pt x="1053" y="2103"/>
                    <a:pt x="1059" y="2102"/>
                    <a:pt x="1062" y="2096"/>
                  </a:cubicBezTo>
                  <a:cubicBezTo>
                    <a:pt x="1065" y="2091"/>
                    <a:pt x="1068" y="2087"/>
                    <a:pt x="1073" y="2083"/>
                  </a:cubicBezTo>
                  <a:cubicBezTo>
                    <a:pt x="1079" y="2074"/>
                    <a:pt x="1086" y="2066"/>
                    <a:pt x="1092" y="2057"/>
                  </a:cubicBezTo>
                  <a:cubicBezTo>
                    <a:pt x="1095" y="2056"/>
                    <a:pt x="1097" y="2054"/>
                    <a:pt x="1097" y="2050"/>
                  </a:cubicBezTo>
                  <a:cubicBezTo>
                    <a:pt x="1099" y="2048"/>
                    <a:pt x="1101" y="2046"/>
                    <a:pt x="1103" y="2044"/>
                  </a:cubicBezTo>
                  <a:cubicBezTo>
                    <a:pt x="1107" y="2044"/>
                    <a:pt x="1104" y="2038"/>
                    <a:pt x="1108" y="2037"/>
                  </a:cubicBezTo>
                  <a:cubicBezTo>
                    <a:pt x="1106" y="2031"/>
                    <a:pt x="1112" y="2033"/>
                    <a:pt x="1112" y="2028"/>
                  </a:cubicBezTo>
                  <a:cubicBezTo>
                    <a:pt x="1105" y="2029"/>
                    <a:pt x="1104" y="2035"/>
                    <a:pt x="1103" y="2042"/>
                  </a:cubicBezTo>
                  <a:close/>
                  <a:moveTo>
                    <a:pt x="1173" y="1510"/>
                  </a:moveTo>
                  <a:cubicBezTo>
                    <a:pt x="1170" y="1516"/>
                    <a:pt x="1170" y="1526"/>
                    <a:pt x="1166" y="1531"/>
                  </a:cubicBezTo>
                  <a:cubicBezTo>
                    <a:pt x="1147" y="1580"/>
                    <a:pt x="1143" y="1585"/>
                    <a:pt x="1140" y="1592"/>
                  </a:cubicBezTo>
                  <a:cubicBezTo>
                    <a:pt x="1101" y="1645"/>
                    <a:pt x="1096" y="1649"/>
                    <a:pt x="1094" y="1651"/>
                  </a:cubicBezTo>
                  <a:cubicBezTo>
                    <a:pt x="1079" y="1662"/>
                    <a:pt x="1083" y="1671"/>
                    <a:pt x="1077" y="1671"/>
                  </a:cubicBezTo>
                  <a:cubicBezTo>
                    <a:pt x="1041" y="1696"/>
                    <a:pt x="1044" y="1703"/>
                    <a:pt x="1040" y="1704"/>
                  </a:cubicBezTo>
                  <a:cubicBezTo>
                    <a:pt x="994" y="1739"/>
                    <a:pt x="987" y="1741"/>
                    <a:pt x="985" y="1749"/>
                  </a:cubicBezTo>
                  <a:cubicBezTo>
                    <a:pt x="948" y="1774"/>
                    <a:pt x="952" y="1783"/>
                    <a:pt x="946" y="1782"/>
                  </a:cubicBezTo>
                  <a:cubicBezTo>
                    <a:pt x="903" y="1823"/>
                    <a:pt x="907" y="1832"/>
                    <a:pt x="900" y="1830"/>
                  </a:cubicBezTo>
                  <a:cubicBezTo>
                    <a:pt x="885" y="1850"/>
                    <a:pt x="882" y="1850"/>
                    <a:pt x="883" y="1854"/>
                  </a:cubicBezTo>
                  <a:cubicBezTo>
                    <a:pt x="863" y="1880"/>
                    <a:pt x="859" y="1882"/>
                    <a:pt x="857" y="1885"/>
                  </a:cubicBezTo>
                  <a:cubicBezTo>
                    <a:pt x="841" y="1908"/>
                    <a:pt x="838" y="1910"/>
                    <a:pt x="835" y="1913"/>
                  </a:cubicBezTo>
                  <a:cubicBezTo>
                    <a:pt x="826" y="1920"/>
                    <a:pt x="833" y="1911"/>
                    <a:pt x="839" y="1900"/>
                  </a:cubicBezTo>
                  <a:cubicBezTo>
                    <a:pt x="877" y="1849"/>
                    <a:pt x="880" y="1841"/>
                    <a:pt x="883" y="1834"/>
                  </a:cubicBezTo>
                  <a:cubicBezTo>
                    <a:pt x="903" y="1806"/>
                    <a:pt x="912" y="1810"/>
                    <a:pt x="911" y="1804"/>
                  </a:cubicBezTo>
                  <a:cubicBezTo>
                    <a:pt x="953" y="1768"/>
                    <a:pt x="953" y="1763"/>
                    <a:pt x="957" y="1762"/>
                  </a:cubicBezTo>
                  <a:cubicBezTo>
                    <a:pt x="978" y="1744"/>
                    <a:pt x="981" y="1737"/>
                    <a:pt x="985" y="1732"/>
                  </a:cubicBezTo>
                  <a:cubicBezTo>
                    <a:pt x="1010" y="1708"/>
                    <a:pt x="1014" y="1706"/>
                    <a:pt x="1016" y="1704"/>
                  </a:cubicBezTo>
                  <a:cubicBezTo>
                    <a:pt x="1035" y="1687"/>
                    <a:pt x="1037" y="1685"/>
                    <a:pt x="1038" y="1682"/>
                  </a:cubicBezTo>
                  <a:cubicBezTo>
                    <a:pt x="1059" y="1667"/>
                    <a:pt x="1055" y="1658"/>
                    <a:pt x="1062" y="1660"/>
                  </a:cubicBezTo>
                  <a:cubicBezTo>
                    <a:pt x="1085" y="1612"/>
                    <a:pt x="1097" y="1610"/>
                    <a:pt x="1097" y="1597"/>
                  </a:cubicBezTo>
                  <a:cubicBezTo>
                    <a:pt x="1121" y="1536"/>
                    <a:pt x="1125" y="1533"/>
                    <a:pt x="1125" y="1527"/>
                  </a:cubicBezTo>
                  <a:cubicBezTo>
                    <a:pt x="1111" y="1547"/>
                    <a:pt x="1112" y="1552"/>
                    <a:pt x="1112" y="1555"/>
                  </a:cubicBezTo>
                  <a:cubicBezTo>
                    <a:pt x="1104" y="1576"/>
                    <a:pt x="1099" y="1575"/>
                    <a:pt x="1101" y="1581"/>
                  </a:cubicBezTo>
                  <a:cubicBezTo>
                    <a:pt x="1070" y="1632"/>
                    <a:pt x="1064" y="1638"/>
                    <a:pt x="1062" y="1647"/>
                  </a:cubicBezTo>
                  <a:cubicBezTo>
                    <a:pt x="1030" y="1685"/>
                    <a:pt x="1021" y="1681"/>
                    <a:pt x="1022" y="1688"/>
                  </a:cubicBezTo>
                  <a:cubicBezTo>
                    <a:pt x="991" y="1713"/>
                    <a:pt x="990" y="1722"/>
                    <a:pt x="981" y="1723"/>
                  </a:cubicBezTo>
                  <a:cubicBezTo>
                    <a:pt x="941" y="1765"/>
                    <a:pt x="930" y="1774"/>
                    <a:pt x="918" y="1782"/>
                  </a:cubicBezTo>
                  <a:cubicBezTo>
                    <a:pt x="888" y="1824"/>
                    <a:pt x="878" y="1819"/>
                    <a:pt x="881" y="1826"/>
                  </a:cubicBezTo>
                  <a:cubicBezTo>
                    <a:pt x="863" y="1845"/>
                    <a:pt x="861" y="1851"/>
                    <a:pt x="857" y="1856"/>
                  </a:cubicBezTo>
                  <a:cubicBezTo>
                    <a:pt x="835" y="1893"/>
                    <a:pt x="829" y="1892"/>
                    <a:pt x="831" y="1898"/>
                  </a:cubicBezTo>
                  <a:cubicBezTo>
                    <a:pt x="824" y="1891"/>
                    <a:pt x="829" y="1885"/>
                    <a:pt x="833" y="1878"/>
                  </a:cubicBezTo>
                  <a:cubicBezTo>
                    <a:pt x="850" y="1845"/>
                    <a:pt x="862" y="1835"/>
                    <a:pt x="868" y="1819"/>
                  </a:cubicBezTo>
                  <a:cubicBezTo>
                    <a:pt x="881" y="1806"/>
                    <a:pt x="884" y="1803"/>
                    <a:pt x="887" y="1799"/>
                  </a:cubicBezTo>
                  <a:cubicBezTo>
                    <a:pt x="912" y="1778"/>
                    <a:pt x="913" y="1773"/>
                    <a:pt x="918" y="1771"/>
                  </a:cubicBezTo>
                  <a:cubicBezTo>
                    <a:pt x="941" y="1748"/>
                    <a:pt x="943" y="1744"/>
                    <a:pt x="948" y="1743"/>
                  </a:cubicBezTo>
                  <a:cubicBezTo>
                    <a:pt x="959" y="1727"/>
                    <a:pt x="965" y="1727"/>
                    <a:pt x="966" y="1721"/>
                  </a:cubicBezTo>
                  <a:cubicBezTo>
                    <a:pt x="989" y="1693"/>
                    <a:pt x="993" y="1693"/>
                    <a:pt x="994" y="1690"/>
                  </a:cubicBezTo>
                  <a:cubicBezTo>
                    <a:pt x="1027" y="1655"/>
                    <a:pt x="1024" y="1646"/>
                    <a:pt x="1031" y="1647"/>
                  </a:cubicBezTo>
                  <a:cubicBezTo>
                    <a:pt x="1055" y="1605"/>
                    <a:pt x="1061" y="1605"/>
                    <a:pt x="1062" y="1599"/>
                  </a:cubicBezTo>
                  <a:cubicBezTo>
                    <a:pt x="1081" y="1572"/>
                    <a:pt x="1078" y="1561"/>
                    <a:pt x="1084" y="1560"/>
                  </a:cubicBezTo>
                  <a:cubicBezTo>
                    <a:pt x="1106" y="1497"/>
                    <a:pt x="1107" y="1491"/>
                    <a:pt x="1108" y="1486"/>
                  </a:cubicBezTo>
                  <a:cubicBezTo>
                    <a:pt x="1117" y="1457"/>
                    <a:pt x="1116" y="1452"/>
                    <a:pt x="1116" y="1448"/>
                  </a:cubicBezTo>
                  <a:cubicBezTo>
                    <a:pt x="1104" y="1484"/>
                    <a:pt x="1101" y="1489"/>
                    <a:pt x="1101" y="1496"/>
                  </a:cubicBezTo>
                  <a:cubicBezTo>
                    <a:pt x="1084" y="1531"/>
                    <a:pt x="1087" y="1537"/>
                    <a:pt x="1084" y="1538"/>
                  </a:cubicBezTo>
                  <a:cubicBezTo>
                    <a:pt x="1061" y="1585"/>
                    <a:pt x="1058" y="1591"/>
                    <a:pt x="1055" y="1597"/>
                  </a:cubicBezTo>
                  <a:cubicBezTo>
                    <a:pt x="1017" y="1648"/>
                    <a:pt x="1012" y="1652"/>
                    <a:pt x="1009" y="1658"/>
                  </a:cubicBezTo>
                  <a:cubicBezTo>
                    <a:pt x="991" y="1672"/>
                    <a:pt x="998" y="1683"/>
                    <a:pt x="990" y="1680"/>
                  </a:cubicBezTo>
                  <a:cubicBezTo>
                    <a:pt x="977" y="1698"/>
                    <a:pt x="973" y="1699"/>
                    <a:pt x="970" y="1701"/>
                  </a:cubicBezTo>
                  <a:cubicBezTo>
                    <a:pt x="889" y="1788"/>
                    <a:pt x="882" y="1786"/>
                    <a:pt x="883" y="1791"/>
                  </a:cubicBezTo>
                  <a:cubicBezTo>
                    <a:pt x="870" y="1806"/>
                    <a:pt x="868" y="1806"/>
                    <a:pt x="868" y="1808"/>
                  </a:cubicBezTo>
                  <a:cubicBezTo>
                    <a:pt x="909" y="1743"/>
                    <a:pt x="924" y="1730"/>
                    <a:pt x="935" y="1714"/>
                  </a:cubicBezTo>
                  <a:cubicBezTo>
                    <a:pt x="953" y="1698"/>
                    <a:pt x="955" y="1696"/>
                    <a:pt x="955" y="1693"/>
                  </a:cubicBezTo>
                  <a:cubicBezTo>
                    <a:pt x="981" y="1670"/>
                    <a:pt x="977" y="1660"/>
                    <a:pt x="985" y="1662"/>
                  </a:cubicBezTo>
                  <a:cubicBezTo>
                    <a:pt x="1006" y="1636"/>
                    <a:pt x="1004" y="1630"/>
                    <a:pt x="1007" y="1629"/>
                  </a:cubicBezTo>
                  <a:cubicBezTo>
                    <a:pt x="1021" y="1606"/>
                    <a:pt x="1028" y="1605"/>
                    <a:pt x="1027" y="1597"/>
                  </a:cubicBezTo>
                  <a:cubicBezTo>
                    <a:pt x="1058" y="1531"/>
                    <a:pt x="1066" y="1525"/>
                    <a:pt x="1066" y="1512"/>
                  </a:cubicBezTo>
                  <a:cubicBezTo>
                    <a:pt x="1079" y="1469"/>
                    <a:pt x="1081" y="1457"/>
                    <a:pt x="1084" y="1446"/>
                  </a:cubicBezTo>
                  <a:cubicBezTo>
                    <a:pt x="1090" y="1385"/>
                    <a:pt x="1092" y="1372"/>
                    <a:pt x="1088" y="1370"/>
                  </a:cubicBezTo>
                  <a:cubicBezTo>
                    <a:pt x="1075" y="1459"/>
                    <a:pt x="1074" y="1462"/>
                    <a:pt x="1073" y="1464"/>
                  </a:cubicBezTo>
                  <a:cubicBezTo>
                    <a:pt x="1052" y="1525"/>
                    <a:pt x="1049" y="1533"/>
                    <a:pt x="1046" y="1540"/>
                  </a:cubicBezTo>
                  <a:cubicBezTo>
                    <a:pt x="1029" y="1576"/>
                    <a:pt x="1022" y="1590"/>
                    <a:pt x="1014" y="1603"/>
                  </a:cubicBezTo>
                  <a:cubicBezTo>
                    <a:pt x="991" y="1632"/>
                    <a:pt x="991" y="1638"/>
                    <a:pt x="988" y="1640"/>
                  </a:cubicBezTo>
                  <a:cubicBezTo>
                    <a:pt x="965" y="1672"/>
                    <a:pt x="958" y="1671"/>
                    <a:pt x="959" y="1677"/>
                  </a:cubicBezTo>
                  <a:cubicBezTo>
                    <a:pt x="924" y="1711"/>
                    <a:pt x="924" y="1716"/>
                    <a:pt x="920" y="1717"/>
                  </a:cubicBezTo>
                  <a:cubicBezTo>
                    <a:pt x="903" y="1739"/>
                    <a:pt x="900" y="1741"/>
                    <a:pt x="898" y="1745"/>
                  </a:cubicBezTo>
                  <a:cubicBezTo>
                    <a:pt x="868" y="1783"/>
                    <a:pt x="866" y="1786"/>
                    <a:pt x="863" y="1789"/>
                  </a:cubicBezTo>
                  <a:cubicBezTo>
                    <a:pt x="850" y="1811"/>
                    <a:pt x="847" y="1811"/>
                    <a:pt x="848" y="1815"/>
                  </a:cubicBezTo>
                  <a:cubicBezTo>
                    <a:pt x="869" y="1758"/>
                    <a:pt x="874" y="1752"/>
                    <a:pt x="876" y="1743"/>
                  </a:cubicBezTo>
                  <a:cubicBezTo>
                    <a:pt x="910" y="1701"/>
                    <a:pt x="910" y="1695"/>
                    <a:pt x="913" y="1693"/>
                  </a:cubicBezTo>
                  <a:cubicBezTo>
                    <a:pt x="939" y="1660"/>
                    <a:pt x="942" y="1657"/>
                    <a:pt x="944" y="1653"/>
                  </a:cubicBezTo>
                  <a:cubicBezTo>
                    <a:pt x="961" y="1640"/>
                    <a:pt x="963" y="1630"/>
                    <a:pt x="970" y="1625"/>
                  </a:cubicBezTo>
                  <a:cubicBezTo>
                    <a:pt x="985" y="1603"/>
                    <a:pt x="989" y="1603"/>
                    <a:pt x="990" y="1601"/>
                  </a:cubicBezTo>
                  <a:cubicBezTo>
                    <a:pt x="1006" y="1578"/>
                    <a:pt x="1011" y="1571"/>
                    <a:pt x="1016" y="1564"/>
                  </a:cubicBezTo>
                  <a:cubicBezTo>
                    <a:pt x="1050" y="1504"/>
                    <a:pt x="1059" y="1489"/>
                    <a:pt x="1064" y="1470"/>
                  </a:cubicBezTo>
                  <a:cubicBezTo>
                    <a:pt x="1051" y="1495"/>
                    <a:pt x="1046" y="1500"/>
                    <a:pt x="1044" y="1507"/>
                  </a:cubicBezTo>
                  <a:cubicBezTo>
                    <a:pt x="1018" y="1543"/>
                    <a:pt x="1019" y="1550"/>
                    <a:pt x="1016" y="1553"/>
                  </a:cubicBezTo>
                  <a:cubicBezTo>
                    <a:pt x="996" y="1573"/>
                    <a:pt x="996" y="1579"/>
                    <a:pt x="992" y="1581"/>
                  </a:cubicBezTo>
                  <a:cubicBezTo>
                    <a:pt x="962" y="1610"/>
                    <a:pt x="965" y="1620"/>
                    <a:pt x="959" y="1621"/>
                  </a:cubicBezTo>
                  <a:cubicBezTo>
                    <a:pt x="948" y="1632"/>
                    <a:pt x="948" y="1638"/>
                    <a:pt x="944" y="1640"/>
                  </a:cubicBezTo>
                  <a:cubicBezTo>
                    <a:pt x="906" y="1680"/>
                    <a:pt x="908" y="1688"/>
                    <a:pt x="903" y="1688"/>
                  </a:cubicBezTo>
                  <a:cubicBezTo>
                    <a:pt x="897" y="1686"/>
                    <a:pt x="906" y="1679"/>
                    <a:pt x="911" y="1669"/>
                  </a:cubicBezTo>
                  <a:cubicBezTo>
                    <a:pt x="932" y="1633"/>
                    <a:pt x="937" y="1631"/>
                    <a:pt x="940" y="1625"/>
                  </a:cubicBezTo>
                  <a:cubicBezTo>
                    <a:pt x="956" y="1601"/>
                    <a:pt x="964" y="1593"/>
                    <a:pt x="968" y="1581"/>
                  </a:cubicBezTo>
                  <a:cubicBezTo>
                    <a:pt x="994" y="1555"/>
                    <a:pt x="996" y="1543"/>
                    <a:pt x="1005" y="1538"/>
                  </a:cubicBezTo>
                  <a:cubicBezTo>
                    <a:pt x="1024" y="1501"/>
                    <a:pt x="1030" y="1493"/>
                    <a:pt x="1036" y="1486"/>
                  </a:cubicBezTo>
                  <a:cubicBezTo>
                    <a:pt x="1056" y="1429"/>
                    <a:pt x="1056" y="1424"/>
                    <a:pt x="1060" y="1422"/>
                  </a:cubicBezTo>
                  <a:cubicBezTo>
                    <a:pt x="1069" y="1382"/>
                    <a:pt x="1072" y="1365"/>
                    <a:pt x="1075" y="1348"/>
                  </a:cubicBezTo>
                  <a:cubicBezTo>
                    <a:pt x="1082" y="1306"/>
                    <a:pt x="1086" y="1304"/>
                    <a:pt x="1079" y="1302"/>
                  </a:cubicBezTo>
                  <a:cubicBezTo>
                    <a:pt x="1074" y="1347"/>
                    <a:pt x="1067" y="1360"/>
                    <a:pt x="1066" y="1372"/>
                  </a:cubicBezTo>
                  <a:cubicBezTo>
                    <a:pt x="1049" y="1430"/>
                    <a:pt x="1047" y="1435"/>
                    <a:pt x="1046" y="1442"/>
                  </a:cubicBezTo>
                  <a:cubicBezTo>
                    <a:pt x="1020" y="1490"/>
                    <a:pt x="1021" y="1498"/>
                    <a:pt x="1016" y="1501"/>
                  </a:cubicBezTo>
                  <a:cubicBezTo>
                    <a:pt x="997" y="1535"/>
                    <a:pt x="991" y="1536"/>
                    <a:pt x="990" y="1542"/>
                  </a:cubicBezTo>
                  <a:cubicBezTo>
                    <a:pt x="957" y="1582"/>
                    <a:pt x="957" y="1587"/>
                    <a:pt x="953" y="1588"/>
                  </a:cubicBezTo>
                  <a:cubicBezTo>
                    <a:pt x="934" y="1610"/>
                    <a:pt x="937" y="1618"/>
                    <a:pt x="931" y="1619"/>
                  </a:cubicBezTo>
                  <a:cubicBezTo>
                    <a:pt x="902" y="1668"/>
                    <a:pt x="896" y="1673"/>
                    <a:pt x="892" y="1680"/>
                  </a:cubicBezTo>
                  <a:cubicBezTo>
                    <a:pt x="862" y="1729"/>
                    <a:pt x="861" y="1740"/>
                    <a:pt x="855" y="1745"/>
                  </a:cubicBezTo>
                  <a:cubicBezTo>
                    <a:pt x="871" y="1701"/>
                    <a:pt x="876" y="1699"/>
                    <a:pt x="879" y="1695"/>
                  </a:cubicBezTo>
                  <a:cubicBezTo>
                    <a:pt x="910" y="1639"/>
                    <a:pt x="911" y="1628"/>
                    <a:pt x="918" y="1623"/>
                  </a:cubicBezTo>
                  <a:cubicBezTo>
                    <a:pt x="948" y="1567"/>
                    <a:pt x="956" y="1563"/>
                    <a:pt x="959" y="1553"/>
                  </a:cubicBezTo>
                  <a:cubicBezTo>
                    <a:pt x="986" y="1519"/>
                    <a:pt x="987" y="1513"/>
                    <a:pt x="990" y="1510"/>
                  </a:cubicBezTo>
                  <a:cubicBezTo>
                    <a:pt x="1001" y="1497"/>
                    <a:pt x="1003" y="1492"/>
                    <a:pt x="1005" y="1488"/>
                  </a:cubicBezTo>
                  <a:cubicBezTo>
                    <a:pt x="1025" y="1446"/>
                    <a:pt x="1034" y="1430"/>
                    <a:pt x="1038" y="1409"/>
                  </a:cubicBezTo>
                  <a:cubicBezTo>
                    <a:pt x="1049" y="1371"/>
                    <a:pt x="1051" y="1361"/>
                    <a:pt x="1053" y="1350"/>
                  </a:cubicBezTo>
                  <a:cubicBezTo>
                    <a:pt x="1050" y="1316"/>
                    <a:pt x="1054" y="1325"/>
                    <a:pt x="1049" y="1326"/>
                  </a:cubicBezTo>
                  <a:cubicBezTo>
                    <a:pt x="1044" y="1375"/>
                    <a:pt x="1036" y="1391"/>
                    <a:pt x="1033" y="1411"/>
                  </a:cubicBezTo>
                  <a:cubicBezTo>
                    <a:pt x="1013" y="1449"/>
                    <a:pt x="1016" y="1458"/>
                    <a:pt x="1012" y="1459"/>
                  </a:cubicBezTo>
                  <a:cubicBezTo>
                    <a:pt x="997" y="1492"/>
                    <a:pt x="988" y="1495"/>
                    <a:pt x="985" y="1505"/>
                  </a:cubicBezTo>
                  <a:cubicBezTo>
                    <a:pt x="961" y="1539"/>
                    <a:pt x="957" y="1541"/>
                    <a:pt x="955" y="1544"/>
                  </a:cubicBezTo>
                  <a:cubicBezTo>
                    <a:pt x="935" y="1571"/>
                    <a:pt x="935" y="1574"/>
                    <a:pt x="933" y="1575"/>
                  </a:cubicBezTo>
                  <a:cubicBezTo>
                    <a:pt x="909" y="1617"/>
                    <a:pt x="908" y="1627"/>
                    <a:pt x="900" y="1632"/>
                  </a:cubicBezTo>
                  <a:cubicBezTo>
                    <a:pt x="875" y="1672"/>
                    <a:pt x="877" y="1668"/>
                    <a:pt x="879" y="1664"/>
                  </a:cubicBezTo>
                  <a:cubicBezTo>
                    <a:pt x="887" y="1636"/>
                    <a:pt x="892" y="1629"/>
                    <a:pt x="892" y="1621"/>
                  </a:cubicBezTo>
                  <a:cubicBezTo>
                    <a:pt x="920" y="1582"/>
                    <a:pt x="926" y="1570"/>
                    <a:pt x="935" y="1562"/>
                  </a:cubicBezTo>
                  <a:cubicBezTo>
                    <a:pt x="956" y="1524"/>
                    <a:pt x="962" y="1521"/>
                    <a:pt x="964" y="1514"/>
                  </a:cubicBezTo>
                  <a:cubicBezTo>
                    <a:pt x="976" y="1496"/>
                    <a:pt x="974" y="1490"/>
                    <a:pt x="977" y="1490"/>
                  </a:cubicBezTo>
                  <a:cubicBezTo>
                    <a:pt x="994" y="1459"/>
                    <a:pt x="996" y="1453"/>
                    <a:pt x="998" y="1446"/>
                  </a:cubicBezTo>
                  <a:cubicBezTo>
                    <a:pt x="1015" y="1403"/>
                    <a:pt x="1021" y="1375"/>
                    <a:pt x="1025" y="1344"/>
                  </a:cubicBezTo>
                  <a:cubicBezTo>
                    <a:pt x="1018" y="1331"/>
                    <a:pt x="1022" y="1346"/>
                    <a:pt x="1016" y="1363"/>
                  </a:cubicBezTo>
                  <a:cubicBezTo>
                    <a:pt x="983" y="1466"/>
                    <a:pt x="978" y="1466"/>
                    <a:pt x="977" y="1470"/>
                  </a:cubicBezTo>
                  <a:cubicBezTo>
                    <a:pt x="954" y="1505"/>
                    <a:pt x="957" y="1514"/>
                    <a:pt x="951" y="1514"/>
                  </a:cubicBezTo>
                  <a:cubicBezTo>
                    <a:pt x="919" y="1567"/>
                    <a:pt x="917" y="1570"/>
                    <a:pt x="916" y="1573"/>
                  </a:cubicBezTo>
                  <a:cubicBezTo>
                    <a:pt x="912" y="1562"/>
                    <a:pt x="921" y="1552"/>
                    <a:pt x="924" y="1538"/>
                  </a:cubicBezTo>
                  <a:cubicBezTo>
                    <a:pt x="954" y="1484"/>
                    <a:pt x="953" y="1482"/>
                    <a:pt x="955" y="1479"/>
                  </a:cubicBezTo>
                  <a:cubicBezTo>
                    <a:pt x="968" y="1459"/>
                    <a:pt x="968" y="1452"/>
                    <a:pt x="972" y="1446"/>
                  </a:cubicBezTo>
                  <a:cubicBezTo>
                    <a:pt x="984" y="1394"/>
                    <a:pt x="982" y="1398"/>
                    <a:pt x="981" y="1403"/>
                  </a:cubicBezTo>
                  <a:cubicBezTo>
                    <a:pt x="945" y="1474"/>
                    <a:pt x="948" y="1486"/>
                    <a:pt x="942" y="1488"/>
                  </a:cubicBezTo>
                  <a:cubicBezTo>
                    <a:pt x="910" y="1541"/>
                    <a:pt x="911" y="1549"/>
                    <a:pt x="907" y="1553"/>
                  </a:cubicBezTo>
                  <a:cubicBezTo>
                    <a:pt x="896" y="1582"/>
                    <a:pt x="892" y="1589"/>
                    <a:pt x="896" y="1588"/>
                  </a:cubicBezTo>
                  <a:cubicBezTo>
                    <a:pt x="905" y="1541"/>
                    <a:pt x="903" y="1485"/>
                    <a:pt x="916" y="1444"/>
                  </a:cubicBezTo>
                  <a:cubicBezTo>
                    <a:pt x="941" y="1308"/>
                    <a:pt x="942" y="1301"/>
                    <a:pt x="944" y="1294"/>
                  </a:cubicBezTo>
                  <a:cubicBezTo>
                    <a:pt x="936" y="1296"/>
                    <a:pt x="930" y="1326"/>
                    <a:pt x="922" y="1353"/>
                  </a:cubicBezTo>
                  <a:cubicBezTo>
                    <a:pt x="895" y="1512"/>
                    <a:pt x="896" y="1520"/>
                    <a:pt x="894" y="1525"/>
                  </a:cubicBezTo>
                  <a:cubicBezTo>
                    <a:pt x="888" y="1547"/>
                    <a:pt x="889" y="1545"/>
                    <a:pt x="887" y="1553"/>
                  </a:cubicBezTo>
                  <a:cubicBezTo>
                    <a:pt x="877" y="1593"/>
                    <a:pt x="881" y="1604"/>
                    <a:pt x="876" y="1605"/>
                  </a:cubicBezTo>
                  <a:cubicBezTo>
                    <a:pt x="875" y="1580"/>
                    <a:pt x="879" y="1580"/>
                    <a:pt x="879" y="1575"/>
                  </a:cubicBezTo>
                  <a:cubicBezTo>
                    <a:pt x="877" y="1509"/>
                    <a:pt x="879" y="1499"/>
                    <a:pt x="876" y="1488"/>
                  </a:cubicBezTo>
                  <a:cubicBezTo>
                    <a:pt x="901" y="1365"/>
                    <a:pt x="897" y="1356"/>
                    <a:pt x="898" y="1353"/>
                  </a:cubicBezTo>
                  <a:cubicBezTo>
                    <a:pt x="916" y="1288"/>
                    <a:pt x="916" y="1279"/>
                    <a:pt x="918" y="1272"/>
                  </a:cubicBezTo>
                  <a:cubicBezTo>
                    <a:pt x="914" y="1265"/>
                    <a:pt x="912" y="1284"/>
                    <a:pt x="905" y="1298"/>
                  </a:cubicBezTo>
                  <a:cubicBezTo>
                    <a:pt x="897" y="1328"/>
                    <a:pt x="901" y="1337"/>
                    <a:pt x="896" y="1337"/>
                  </a:cubicBezTo>
                  <a:cubicBezTo>
                    <a:pt x="881" y="1419"/>
                    <a:pt x="876" y="1435"/>
                    <a:pt x="872" y="1451"/>
                  </a:cubicBezTo>
                  <a:cubicBezTo>
                    <a:pt x="868" y="1519"/>
                    <a:pt x="871" y="1543"/>
                    <a:pt x="870" y="1586"/>
                  </a:cubicBezTo>
                  <a:cubicBezTo>
                    <a:pt x="869" y="1639"/>
                    <a:pt x="864" y="1639"/>
                    <a:pt x="865" y="1645"/>
                  </a:cubicBezTo>
                  <a:cubicBezTo>
                    <a:pt x="863" y="1666"/>
                    <a:pt x="865" y="1667"/>
                    <a:pt x="865" y="1666"/>
                  </a:cubicBezTo>
                  <a:cubicBezTo>
                    <a:pt x="857" y="1685"/>
                    <a:pt x="854" y="1670"/>
                    <a:pt x="855" y="1653"/>
                  </a:cubicBezTo>
                  <a:cubicBezTo>
                    <a:pt x="853" y="1576"/>
                    <a:pt x="851" y="1566"/>
                    <a:pt x="855" y="1562"/>
                  </a:cubicBezTo>
                  <a:cubicBezTo>
                    <a:pt x="852" y="1524"/>
                    <a:pt x="854" y="1505"/>
                    <a:pt x="850" y="1492"/>
                  </a:cubicBezTo>
                  <a:cubicBezTo>
                    <a:pt x="853" y="1421"/>
                    <a:pt x="858" y="1408"/>
                    <a:pt x="857" y="1387"/>
                  </a:cubicBezTo>
                  <a:cubicBezTo>
                    <a:pt x="860" y="1352"/>
                    <a:pt x="854" y="1364"/>
                    <a:pt x="855" y="1383"/>
                  </a:cubicBezTo>
                  <a:cubicBezTo>
                    <a:pt x="848" y="1407"/>
                    <a:pt x="851" y="1415"/>
                    <a:pt x="850" y="1418"/>
                  </a:cubicBezTo>
                  <a:cubicBezTo>
                    <a:pt x="845" y="1496"/>
                    <a:pt x="843" y="1512"/>
                    <a:pt x="844" y="1529"/>
                  </a:cubicBezTo>
                  <a:cubicBezTo>
                    <a:pt x="843" y="1584"/>
                    <a:pt x="845" y="1586"/>
                    <a:pt x="846" y="1588"/>
                  </a:cubicBezTo>
                  <a:cubicBezTo>
                    <a:pt x="846" y="1621"/>
                    <a:pt x="850" y="1623"/>
                    <a:pt x="848" y="1629"/>
                  </a:cubicBezTo>
                  <a:cubicBezTo>
                    <a:pt x="848" y="1650"/>
                    <a:pt x="849" y="1655"/>
                    <a:pt x="846" y="1656"/>
                  </a:cubicBezTo>
                  <a:cubicBezTo>
                    <a:pt x="843" y="1640"/>
                    <a:pt x="839" y="1637"/>
                    <a:pt x="839" y="1629"/>
                  </a:cubicBezTo>
                  <a:cubicBezTo>
                    <a:pt x="831" y="1482"/>
                    <a:pt x="827" y="1483"/>
                    <a:pt x="828" y="1477"/>
                  </a:cubicBezTo>
                  <a:cubicBezTo>
                    <a:pt x="831" y="1384"/>
                    <a:pt x="830" y="1378"/>
                    <a:pt x="831" y="1361"/>
                  </a:cubicBezTo>
                  <a:cubicBezTo>
                    <a:pt x="835" y="1334"/>
                    <a:pt x="830" y="1340"/>
                    <a:pt x="828" y="1348"/>
                  </a:cubicBezTo>
                  <a:cubicBezTo>
                    <a:pt x="822" y="1433"/>
                    <a:pt x="822" y="1433"/>
                    <a:pt x="822" y="1433"/>
                  </a:cubicBezTo>
                  <a:cubicBezTo>
                    <a:pt x="823" y="1493"/>
                    <a:pt x="822" y="1494"/>
                    <a:pt x="824" y="1505"/>
                  </a:cubicBezTo>
                  <a:cubicBezTo>
                    <a:pt x="835" y="1659"/>
                    <a:pt x="837" y="1673"/>
                    <a:pt x="837" y="1693"/>
                  </a:cubicBezTo>
                  <a:cubicBezTo>
                    <a:pt x="838" y="1744"/>
                    <a:pt x="842" y="1748"/>
                    <a:pt x="835" y="1749"/>
                  </a:cubicBezTo>
                  <a:cubicBezTo>
                    <a:pt x="824" y="1655"/>
                    <a:pt x="819" y="1653"/>
                    <a:pt x="820" y="1645"/>
                  </a:cubicBezTo>
                  <a:cubicBezTo>
                    <a:pt x="809" y="1494"/>
                    <a:pt x="809" y="1476"/>
                    <a:pt x="809" y="1459"/>
                  </a:cubicBezTo>
                  <a:cubicBezTo>
                    <a:pt x="811" y="1440"/>
                    <a:pt x="809" y="1439"/>
                    <a:pt x="809" y="1440"/>
                  </a:cubicBezTo>
                  <a:cubicBezTo>
                    <a:pt x="811" y="1406"/>
                    <a:pt x="806" y="1407"/>
                    <a:pt x="807" y="1414"/>
                  </a:cubicBezTo>
                  <a:cubicBezTo>
                    <a:pt x="806" y="1452"/>
                    <a:pt x="798" y="1458"/>
                    <a:pt x="804" y="1462"/>
                  </a:cubicBezTo>
                  <a:cubicBezTo>
                    <a:pt x="817" y="1663"/>
                    <a:pt x="813" y="1671"/>
                    <a:pt x="815" y="1675"/>
                  </a:cubicBezTo>
                  <a:cubicBezTo>
                    <a:pt x="826" y="1762"/>
                    <a:pt x="826" y="1762"/>
                    <a:pt x="826" y="1762"/>
                  </a:cubicBezTo>
                  <a:cubicBezTo>
                    <a:pt x="824" y="1827"/>
                    <a:pt x="823" y="1832"/>
                    <a:pt x="820" y="1834"/>
                  </a:cubicBezTo>
                  <a:cubicBezTo>
                    <a:pt x="811" y="1787"/>
                    <a:pt x="812" y="1780"/>
                    <a:pt x="809" y="1778"/>
                  </a:cubicBezTo>
                  <a:cubicBezTo>
                    <a:pt x="802" y="1730"/>
                    <a:pt x="794" y="1714"/>
                    <a:pt x="791" y="1695"/>
                  </a:cubicBezTo>
                  <a:cubicBezTo>
                    <a:pt x="773" y="1625"/>
                    <a:pt x="777" y="1615"/>
                    <a:pt x="772" y="1614"/>
                  </a:cubicBezTo>
                  <a:cubicBezTo>
                    <a:pt x="763" y="1470"/>
                    <a:pt x="763" y="1470"/>
                    <a:pt x="763" y="1470"/>
                  </a:cubicBezTo>
                  <a:cubicBezTo>
                    <a:pt x="762" y="1442"/>
                    <a:pt x="759" y="1446"/>
                    <a:pt x="759" y="1451"/>
                  </a:cubicBezTo>
                  <a:cubicBezTo>
                    <a:pt x="758" y="1503"/>
                    <a:pt x="759" y="1507"/>
                    <a:pt x="759" y="1512"/>
                  </a:cubicBezTo>
                  <a:cubicBezTo>
                    <a:pt x="764" y="1591"/>
                    <a:pt x="762" y="1605"/>
                    <a:pt x="765" y="1612"/>
                  </a:cubicBezTo>
                  <a:cubicBezTo>
                    <a:pt x="775" y="1656"/>
                    <a:pt x="774" y="1663"/>
                    <a:pt x="774" y="1669"/>
                  </a:cubicBezTo>
                  <a:cubicBezTo>
                    <a:pt x="784" y="1716"/>
                    <a:pt x="792" y="1731"/>
                    <a:pt x="794" y="1752"/>
                  </a:cubicBezTo>
                  <a:cubicBezTo>
                    <a:pt x="811" y="1837"/>
                    <a:pt x="811" y="1837"/>
                    <a:pt x="811" y="1837"/>
                  </a:cubicBezTo>
                  <a:cubicBezTo>
                    <a:pt x="782" y="1726"/>
                    <a:pt x="772" y="1704"/>
                    <a:pt x="765" y="1677"/>
                  </a:cubicBezTo>
                  <a:cubicBezTo>
                    <a:pt x="742" y="1579"/>
                    <a:pt x="750" y="1564"/>
                    <a:pt x="743" y="1564"/>
                  </a:cubicBezTo>
                  <a:cubicBezTo>
                    <a:pt x="746" y="1641"/>
                    <a:pt x="753" y="1656"/>
                    <a:pt x="754" y="1677"/>
                  </a:cubicBezTo>
                  <a:cubicBezTo>
                    <a:pt x="763" y="1707"/>
                    <a:pt x="767" y="1716"/>
                    <a:pt x="770" y="1725"/>
                  </a:cubicBezTo>
                  <a:cubicBezTo>
                    <a:pt x="777" y="1747"/>
                    <a:pt x="777" y="1753"/>
                    <a:pt x="774" y="1754"/>
                  </a:cubicBezTo>
                  <a:cubicBezTo>
                    <a:pt x="754" y="1702"/>
                    <a:pt x="753" y="1700"/>
                    <a:pt x="750" y="1699"/>
                  </a:cubicBezTo>
                  <a:cubicBezTo>
                    <a:pt x="740" y="1669"/>
                    <a:pt x="737" y="1664"/>
                    <a:pt x="735" y="1658"/>
                  </a:cubicBezTo>
                  <a:cubicBezTo>
                    <a:pt x="707" y="1583"/>
                    <a:pt x="705" y="1572"/>
                    <a:pt x="702" y="1562"/>
                  </a:cubicBezTo>
                  <a:cubicBezTo>
                    <a:pt x="694" y="1552"/>
                    <a:pt x="699" y="1569"/>
                    <a:pt x="702" y="1588"/>
                  </a:cubicBezTo>
                  <a:cubicBezTo>
                    <a:pt x="721" y="1647"/>
                    <a:pt x="725" y="1654"/>
                    <a:pt x="728" y="1662"/>
                  </a:cubicBezTo>
                  <a:cubicBezTo>
                    <a:pt x="743" y="1693"/>
                    <a:pt x="743" y="1704"/>
                    <a:pt x="748" y="1710"/>
                  </a:cubicBezTo>
                  <a:cubicBezTo>
                    <a:pt x="766" y="1752"/>
                    <a:pt x="765" y="1760"/>
                    <a:pt x="770" y="1762"/>
                  </a:cubicBezTo>
                  <a:cubicBezTo>
                    <a:pt x="777" y="1794"/>
                    <a:pt x="782" y="1805"/>
                    <a:pt x="785" y="1817"/>
                  </a:cubicBezTo>
                  <a:cubicBezTo>
                    <a:pt x="794" y="1838"/>
                    <a:pt x="791" y="1849"/>
                    <a:pt x="796" y="1852"/>
                  </a:cubicBezTo>
                  <a:cubicBezTo>
                    <a:pt x="799" y="1894"/>
                    <a:pt x="803" y="1902"/>
                    <a:pt x="798" y="1902"/>
                  </a:cubicBezTo>
                  <a:cubicBezTo>
                    <a:pt x="794" y="1891"/>
                    <a:pt x="790" y="1888"/>
                    <a:pt x="791" y="1880"/>
                  </a:cubicBezTo>
                  <a:cubicBezTo>
                    <a:pt x="784" y="1859"/>
                    <a:pt x="782" y="1854"/>
                    <a:pt x="780" y="1847"/>
                  </a:cubicBezTo>
                  <a:cubicBezTo>
                    <a:pt x="757" y="1795"/>
                    <a:pt x="758" y="1786"/>
                    <a:pt x="752" y="1784"/>
                  </a:cubicBezTo>
                  <a:cubicBezTo>
                    <a:pt x="725" y="1733"/>
                    <a:pt x="729" y="1731"/>
                    <a:pt x="724" y="1725"/>
                  </a:cubicBezTo>
                  <a:cubicBezTo>
                    <a:pt x="700" y="1673"/>
                    <a:pt x="699" y="1666"/>
                    <a:pt x="698" y="1660"/>
                  </a:cubicBezTo>
                  <a:cubicBezTo>
                    <a:pt x="685" y="1644"/>
                    <a:pt x="693" y="1655"/>
                    <a:pt x="695" y="1671"/>
                  </a:cubicBezTo>
                  <a:cubicBezTo>
                    <a:pt x="716" y="1723"/>
                    <a:pt x="716" y="1728"/>
                    <a:pt x="719" y="1730"/>
                  </a:cubicBezTo>
                  <a:cubicBezTo>
                    <a:pt x="742" y="1778"/>
                    <a:pt x="746" y="1784"/>
                    <a:pt x="748" y="1793"/>
                  </a:cubicBezTo>
                  <a:cubicBezTo>
                    <a:pt x="782" y="1878"/>
                    <a:pt x="780" y="1885"/>
                    <a:pt x="783" y="1887"/>
                  </a:cubicBezTo>
                  <a:cubicBezTo>
                    <a:pt x="794" y="1972"/>
                    <a:pt x="794" y="1972"/>
                    <a:pt x="794" y="1972"/>
                  </a:cubicBezTo>
                  <a:cubicBezTo>
                    <a:pt x="790" y="1978"/>
                    <a:pt x="787" y="1968"/>
                    <a:pt x="785" y="1959"/>
                  </a:cubicBezTo>
                  <a:cubicBezTo>
                    <a:pt x="773" y="1902"/>
                    <a:pt x="776" y="1898"/>
                    <a:pt x="774" y="1891"/>
                  </a:cubicBezTo>
                  <a:cubicBezTo>
                    <a:pt x="757" y="1844"/>
                    <a:pt x="754" y="1838"/>
                    <a:pt x="750" y="1832"/>
                  </a:cubicBezTo>
                  <a:cubicBezTo>
                    <a:pt x="725" y="1784"/>
                    <a:pt x="724" y="1781"/>
                    <a:pt x="722" y="1778"/>
                  </a:cubicBezTo>
                  <a:cubicBezTo>
                    <a:pt x="705" y="1736"/>
                    <a:pt x="695" y="1741"/>
                    <a:pt x="698" y="1734"/>
                  </a:cubicBezTo>
                  <a:cubicBezTo>
                    <a:pt x="665" y="1678"/>
                    <a:pt x="661" y="1665"/>
                    <a:pt x="654" y="1653"/>
                  </a:cubicBezTo>
                  <a:cubicBezTo>
                    <a:pt x="643" y="1627"/>
                    <a:pt x="644" y="1617"/>
                    <a:pt x="637" y="1614"/>
                  </a:cubicBezTo>
                  <a:cubicBezTo>
                    <a:pt x="650" y="1662"/>
                    <a:pt x="654" y="1666"/>
                    <a:pt x="656" y="1673"/>
                  </a:cubicBezTo>
                  <a:cubicBezTo>
                    <a:pt x="667" y="1699"/>
                    <a:pt x="670" y="1705"/>
                    <a:pt x="674" y="1710"/>
                  </a:cubicBezTo>
                  <a:cubicBezTo>
                    <a:pt x="694" y="1752"/>
                    <a:pt x="701" y="1754"/>
                    <a:pt x="702" y="1762"/>
                  </a:cubicBezTo>
                  <a:cubicBezTo>
                    <a:pt x="726" y="1808"/>
                    <a:pt x="732" y="1807"/>
                    <a:pt x="730" y="1813"/>
                  </a:cubicBezTo>
                  <a:cubicBezTo>
                    <a:pt x="749" y="1857"/>
                    <a:pt x="754" y="1861"/>
                    <a:pt x="754" y="1869"/>
                  </a:cubicBezTo>
                  <a:cubicBezTo>
                    <a:pt x="765" y="1894"/>
                    <a:pt x="765" y="1903"/>
                    <a:pt x="770" y="1909"/>
                  </a:cubicBezTo>
                  <a:cubicBezTo>
                    <a:pt x="782" y="1984"/>
                    <a:pt x="778" y="1993"/>
                    <a:pt x="783" y="1994"/>
                  </a:cubicBezTo>
                  <a:cubicBezTo>
                    <a:pt x="775" y="1994"/>
                    <a:pt x="778" y="1992"/>
                    <a:pt x="778" y="1991"/>
                  </a:cubicBezTo>
                  <a:cubicBezTo>
                    <a:pt x="765" y="1945"/>
                    <a:pt x="758" y="1932"/>
                    <a:pt x="756" y="1913"/>
                  </a:cubicBezTo>
                  <a:cubicBezTo>
                    <a:pt x="745" y="1883"/>
                    <a:pt x="737" y="1880"/>
                    <a:pt x="737" y="1869"/>
                  </a:cubicBezTo>
                  <a:cubicBezTo>
                    <a:pt x="714" y="1824"/>
                    <a:pt x="713" y="1820"/>
                    <a:pt x="713" y="1815"/>
                  </a:cubicBezTo>
                  <a:cubicBezTo>
                    <a:pt x="687" y="1782"/>
                    <a:pt x="685" y="1774"/>
                    <a:pt x="680" y="1769"/>
                  </a:cubicBezTo>
                  <a:cubicBezTo>
                    <a:pt x="667" y="1758"/>
                    <a:pt x="672" y="1761"/>
                    <a:pt x="674" y="1767"/>
                  </a:cubicBezTo>
                  <a:cubicBezTo>
                    <a:pt x="688" y="1796"/>
                    <a:pt x="699" y="1803"/>
                    <a:pt x="702" y="1817"/>
                  </a:cubicBezTo>
                  <a:cubicBezTo>
                    <a:pt x="718" y="1842"/>
                    <a:pt x="715" y="1849"/>
                    <a:pt x="719" y="1850"/>
                  </a:cubicBezTo>
                  <a:cubicBezTo>
                    <a:pt x="745" y="1911"/>
                    <a:pt x="755" y="1935"/>
                    <a:pt x="759" y="1965"/>
                  </a:cubicBezTo>
                  <a:cubicBezTo>
                    <a:pt x="770" y="2011"/>
                    <a:pt x="779" y="2016"/>
                    <a:pt x="774" y="2022"/>
                  </a:cubicBezTo>
                  <a:cubicBezTo>
                    <a:pt x="759" y="1991"/>
                    <a:pt x="757" y="1975"/>
                    <a:pt x="752" y="1961"/>
                  </a:cubicBezTo>
                  <a:cubicBezTo>
                    <a:pt x="728" y="1912"/>
                    <a:pt x="729" y="1893"/>
                    <a:pt x="719" y="1885"/>
                  </a:cubicBezTo>
                  <a:cubicBezTo>
                    <a:pt x="695" y="1842"/>
                    <a:pt x="692" y="1833"/>
                    <a:pt x="689" y="1826"/>
                  </a:cubicBezTo>
                  <a:cubicBezTo>
                    <a:pt x="673" y="1795"/>
                    <a:pt x="665" y="1789"/>
                    <a:pt x="663" y="1778"/>
                  </a:cubicBezTo>
                  <a:cubicBezTo>
                    <a:pt x="653" y="1761"/>
                    <a:pt x="653" y="1753"/>
                    <a:pt x="647" y="1752"/>
                  </a:cubicBezTo>
                  <a:cubicBezTo>
                    <a:pt x="633" y="1718"/>
                    <a:pt x="633" y="1711"/>
                    <a:pt x="628" y="1710"/>
                  </a:cubicBezTo>
                  <a:cubicBezTo>
                    <a:pt x="640" y="1742"/>
                    <a:pt x="640" y="1752"/>
                    <a:pt x="645" y="1756"/>
                  </a:cubicBezTo>
                  <a:cubicBezTo>
                    <a:pt x="659" y="1789"/>
                    <a:pt x="667" y="1800"/>
                    <a:pt x="671" y="1815"/>
                  </a:cubicBezTo>
                  <a:cubicBezTo>
                    <a:pt x="694" y="1859"/>
                    <a:pt x="702" y="1860"/>
                    <a:pt x="702" y="1869"/>
                  </a:cubicBezTo>
                  <a:cubicBezTo>
                    <a:pt x="718" y="1899"/>
                    <a:pt x="718" y="1904"/>
                    <a:pt x="722" y="1906"/>
                  </a:cubicBezTo>
                  <a:cubicBezTo>
                    <a:pt x="749" y="1983"/>
                    <a:pt x="754" y="1998"/>
                    <a:pt x="761" y="2011"/>
                  </a:cubicBezTo>
                  <a:cubicBezTo>
                    <a:pt x="771" y="2062"/>
                    <a:pt x="777" y="2072"/>
                    <a:pt x="778" y="2085"/>
                  </a:cubicBezTo>
                  <a:cubicBezTo>
                    <a:pt x="761" y="2065"/>
                    <a:pt x="762" y="2056"/>
                    <a:pt x="759" y="2052"/>
                  </a:cubicBezTo>
                  <a:cubicBezTo>
                    <a:pt x="750" y="2026"/>
                    <a:pt x="747" y="2023"/>
                    <a:pt x="750" y="2022"/>
                  </a:cubicBezTo>
                  <a:cubicBezTo>
                    <a:pt x="730" y="1969"/>
                    <a:pt x="724" y="1961"/>
                    <a:pt x="722" y="1950"/>
                  </a:cubicBezTo>
                  <a:cubicBezTo>
                    <a:pt x="703" y="1913"/>
                    <a:pt x="699" y="1906"/>
                    <a:pt x="695" y="1898"/>
                  </a:cubicBezTo>
                  <a:cubicBezTo>
                    <a:pt x="681" y="1882"/>
                    <a:pt x="683" y="1876"/>
                    <a:pt x="680" y="1876"/>
                  </a:cubicBezTo>
                  <a:cubicBezTo>
                    <a:pt x="648" y="1822"/>
                    <a:pt x="645" y="1814"/>
                    <a:pt x="639" y="1808"/>
                  </a:cubicBezTo>
                  <a:cubicBezTo>
                    <a:pt x="621" y="1776"/>
                    <a:pt x="617" y="1768"/>
                    <a:pt x="613" y="1760"/>
                  </a:cubicBezTo>
                  <a:cubicBezTo>
                    <a:pt x="609" y="1765"/>
                    <a:pt x="611" y="1772"/>
                    <a:pt x="615" y="1778"/>
                  </a:cubicBezTo>
                  <a:cubicBezTo>
                    <a:pt x="640" y="1821"/>
                    <a:pt x="642" y="1828"/>
                    <a:pt x="647" y="1832"/>
                  </a:cubicBezTo>
                  <a:cubicBezTo>
                    <a:pt x="670" y="1869"/>
                    <a:pt x="668" y="1872"/>
                    <a:pt x="669" y="1874"/>
                  </a:cubicBezTo>
                  <a:cubicBezTo>
                    <a:pt x="682" y="1895"/>
                    <a:pt x="687" y="1898"/>
                    <a:pt x="689" y="1906"/>
                  </a:cubicBezTo>
                  <a:cubicBezTo>
                    <a:pt x="719" y="1973"/>
                    <a:pt x="723" y="1978"/>
                    <a:pt x="726" y="1985"/>
                  </a:cubicBezTo>
                  <a:cubicBezTo>
                    <a:pt x="749" y="2062"/>
                    <a:pt x="754" y="2068"/>
                    <a:pt x="756" y="2076"/>
                  </a:cubicBezTo>
                  <a:cubicBezTo>
                    <a:pt x="793" y="2160"/>
                    <a:pt x="793" y="2160"/>
                    <a:pt x="793" y="2160"/>
                  </a:cubicBezTo>
                  <a:cubicBezTo>
                    <a:pt x="801" y="2117"/>
                    <a:pt x="807" y="2111"/>
                    <a:pt x="809" y="2100"/>
                  </a:cubicBezTo>
                  <a:cubicBezTo>
                    <a:pt x="825" y="2073"/>
                    <a:pt x="829" y="2071"/>
                    <a:pt x="828" y="2063"/>
                  </a:cubicBezTo>
                  <a:cubicBezTo>
                    <a:pt x="847" y="2039"/>
                    <a:pt x="845" y="2034"/>
                    <a:pt x="850" y="2035"/>
                  </a:cubicBezTo>
                  <a:cubicBezTo>
                    <a:pt x="872" y="2002"/>
                    <a:pt x="872" y="1999"/>
                    <a:pt x="872" y="1996"/>
                  </a:cubicBezTo>
                  <a:cubicBezTo>
                    <a:pt x="890" y="1974"/>
                    <a:pt x="891" y="1969"/>
                    <a:pt x="896" y="1967"/>
                  </a:cubicBezTo>
                  <a:cubicBezTo>
                    <a:pt x="926" y="1928"/>
                    <a:pt x="931" y="1926"/>
                    <a:pt x="931" y="1919"/>
                  </a:cubicBezTo>
                  <a:cubicBezTo>
                    <a:pt x="966" y="1884"/>
                    <a:pt x="970" y="1880"/>
                    <a:pt x="972" y="1876"/>
                  </a:cubicBezTo>
                  <a:cubicBezTo>
                    <a:pt x="998" y="1854"/>
                    <a:pt x="996" y="1848"/>
                    <a:pt x="1001" y="1850"/>
                  </a:cubicBezTo>
                  <a:cubicBezTo>
                    <a:pt x="1032" y="1820"/>
                    <a:pt x="1033" y="1818"/>
                    <a:pt x="1033" y="1815"/>
                  </a:cubicBezTo>
                  <a:cubicBezTo>
                    <a:pt x="1059" y="1793"/>
                    <a:pt x="1061" y="1779"/>
                    <a:pt x="1073" y="1776"/>
                  </a:cubicBezTo>
                  <a:cubicBezTo>
                    <a:pt x="1095" y="1736"/>
                    <a:pt x="1094" y="1732"/>
                    <a:pt x="1097" y="1732"/>
                  </a:cubicBezTo>
                  <a:cubicBezTo>
                    <a:pt x="1078" y="1756"/>
                    <a:pt x="1070" y="1760"/>
                    <a:pt x="1068" y="1771"/>
                  </a:cubicBezTo>
                  <a:cubicBezTo>
                    <a:pt x="1046" y="1793"/>
                    <a:pt x="1046" y="1796"/>
                    <a:pt x="1042" y="1795"/>
                  </a:cubicBezTo>
                  <a:cubicBezTo>
                    <a:pt x="1025" y="1818"/>
                    <a:pt x="1020" y="1819"/>
                    <a:pt x="1016" y="1821"/>
                  </a:cubicBezTo>
                  <a:cubicBezTo>
                    <a:pt x="993" y="1847"/>
                    <a:pt x="987" y="1848"/>
                    <a:pt x="983" y="1852"/>
                  </a:cubicBezTo>
                  <a:cubicBezTo>
                    <a:pt x="964" y="1874"/>
                    <a:pt x="961" y="1876"/>
                    <a:pt x="959" y="1878"/>
                  </a:cubicBezTo>
                  <a:cubicBezTo>
                    <a:pt x="946" y="1896"/>
                    <a:pt x="940" y="1894"/>
                    <a:pt x="942" y="1900"/>
                  </a:cubicBezTo>
                  <a:cubicBezTo>
                    <a:pt x="921" y="1925"/>
                    <a:pt x="911" y="1924"/>
                    <a:pt x="911" y="1932"/>
                  </a:cubicBezTo>
                  <a:cubicBezTo>
                    <a:pt x="875" y="1982"/>
                    <a:pt x="871" y="1986"/>
                    <a:pt x="865" y="1989"/>
                  </a:cubicBezTo>
                  <a:cubicBezTo>
                    <a:pt x="854" y="2008"/>
                    <a:pt x="853" y="2011"/>
                    <a:pt x="852" y="2015"/>
                  </a:cubicBezTo>
                  <a:cubicBezTo>
                    <a:pt x="821" y="2056"/>
                    <a:pt x="822" y="2066"/>
                    <a:pt x="815" y="2068"/>
                  </a:cubicBezTo>
                  <a:cubicBezTo>
                    <a:pt x="807" y="2074"/>
                    <a:pt x="811" y="2072"/>
                    <a:pt x="813" y="2068"/>
                  </a:cubicBezTo>
                  <a:cubicBezTo>
                    <a:pt x="832" y="2040"/>
                    <a:pt x="830" y="2031"/>
                    <a:pt x="833" y="2026"/>
                  </a:cubicBezTo>
                  <a:cubicBezTo>
                    <a:pt x="858" y="1977"/>
                    <a:pt x="867" y="1977"/>
                    <a:pt x="868" y="1970"/>
                  </a:cubicBezTo>
                  <a:cubicBezTo>
                    <a:pt x="913" y="1906"/>
                    <a:pt x="923" y="1911"/>
                    <a:pt x="920" y="1904"/>
                  </a:cubicBezTo>
                  <a:cubicBezTo>
                    <a:pt x="941" y="1891"/>
                    <a:pt x="928" y="1884"/>
                    <a:pt x="935" y="1885"/>
                  </a:cubicBezTo>
                  <a:cubicBezTo>
                    <a:pt x="965" y="1867"/>
                    <a:pt x="953" y="1858"/>
                    <a:pt x="959" y="1858"/>
                  </a:cubicBezTo>
                  <a:cubicBezTo>
                    <a:pt x="982" y="1843"/>
                    <a:pt x="985" y="1840"/>
                    <a:pt x="985" y="1834"/>
                  </a:cubicBezTo>
                  <a:cubicBezTo>
                    <a:pt x="1007" y="1810"/>
                    <a:pt x="1018" y="1811"/>
                    <a:pt x="1018" y="1802"/>
                  </a:cubicBezTo>
                  <a:cubicBezTo>
                    <a:pt x="1027" y="1791"/>
                    <a:pt x="1033" y="1791"/>
                    <a:pt x="1033" y="1786"/>
                  </a:cubicBezTo>
                  <a:cubicBezTo>
                    <a:pt x="1059" y="1751"/>
                    <a:pt x="1057" y="1752"/>
                    <a:pt x="1055" y="1754"/>
                  </a:cubicBezTo>
                  <a:cubicBezTo>
                    <a:pt x="1033" y="1778"/>
                    <a:pt x="1026" y="1785"/>
                    <a:pt x="1022" y="1795"/>
                  </a:cubicBezTo>
                  <a:cubicBezTo>
                    <a:pt x="1001" y="1810"/>
                    <a:pt x="1002" y="1816"/>
                    <a:pt x="996" y="1815"/>
                  </a:cubicBezTo>
                  <a:cubicBezTo>
                    <a:pt x="974" y="1832"/>
                    <a:pt x="976" y="1838"/>
                    <a:pt x="972" y="1839"/>
                  </a:cubicBezTo>
                  <a:cubicBezTo>
                    <a:pt x="920" y="1894"/>
                    <a:pt x="911" y="1899"/>
                    <a:pt x="907" y="1909"/>
                  </a:cubicBezTo>
                  <a:cubicBezTo>
                    <a:pt x="864" y="1963"/>
                    <a:pt x="856" y="1968"/>
                    <a:pt x="852" y="1978"/>
                  </a:cubicBezTo>
                  <a:cubicBezTo>
                    <a:pt x="828" y="2019"/>
                    <a:pt x="829" y="2023"/>
                    <a:pt x="824" y="2022"/>
                  </a:cubicBezTo>
                  <a:cubicBezTo>
                    <a:pt x="811" y="2046"/>
                    <a:pt x="810" y="2053"/>
                    <a:pt x="807" y="2057"/>
                  </a:cubicBezTo>
                  <a:cubicBezTo>
                    <a:pt x="797" y="2078"/>
                    <a:pt x="790" y="2069"/>
                    <a:pt x="789" y="2061"/>
                  </a:cubicBezTo>
                  <a:cubicBezTo>
                    <a:pt x="806" y="2022"/>
                    <a:pt x="806" y="2016"/>
                    <a:pt x="811" y="2015"/>
                  </a:cubicBezTo>
                  <a:cubicBezTo>
                    <a:pt x="819" y="1996"/>
                    <a:pt x="823" y="1996"/>
                    <a:pt x="824" y="1994"/>
                  </a:cubicBezTo>
                  <a:cubicBezTo>
                    <a:pt x="839" y="1971"/>
                    <a:pt x="839" y="1966"/>
                    <a:pt x="842" y="1963"/>
                  </a:cubicBezTo>
                  <a:cubicBezTo>
                    <a:pt x="883" y="1906"/>
                    <a:pt x="889" y="1902"/>
                    <a:pt x="892" y="1895"/>
                  </a:cubicBezTo>
                  <a:cubicBezTo>
                    <a:pt x="901" y="1885"/>
                    <a:pt x="905" y="1883"/>
                    <a:pt x="907" y="1880"/>
                  </a:cubicBezTo>
                  <a:cubicBezTo>
                    <a:pt x="924" y="1864"/>
                    <a:pt x="925" y="1860"/>
                    <a:pt x="931" y="1861"/>
                  </a:cubicBezTo>
                  <a:cubicBezTo>
                    <a:pt x="960" y="1831"/>
                    <a:pt x="966" y="1823"/>
                    <a:pt x="975" y="1817"/>
                  </a:cubicBezTo>
                  <a:cubicBezTo>
                    <a:pt x="996" y="1787"/>
                    <a:pt x="1004" y="1788"/>
                    <a:pt x="1005" y="1782"/>
                  </a:cubicBezTo>
                  <a:cubicBezTo>
                    <a:pt x="1029" y="1755"/>
                    <a:pt x="1036" y="1755"/>
                    <a:pt x="1038" y="1749"/>
                  </a:cubicBezTo>
                  <a:cubicBezTo>
                    <a:pt x="1081" y="1691"/>
                    <a:pt x="1092" y="1687"/>
                    <a:pt x="1094" y="1675"/>
                  </a:cubicBezTo>
                  <a:cubicBezTo>
                    <a:pt x="1107" y="1662"/>
                    <a:pt x="1104" y="1656"/>
                    <a:pt x="1108" y="1656"/>
                  </a:cubicBezTo>
                  <a:cubicBezTo>
                    <a:pt x="1124" y="1631"/>
                    <a:pt x="1125" y="1623"/>
                    <a:pt x="1129" y="1619"/>
                  </a:cubicBezTo>
                  <a:cubicBezTo>
                    <a:pt x="1154" y="1582"/>
                    <a:pt x="1155" y="1574"/>
                    <a:pt x="1158" y="1568"/>
                  </a:cubicBezTo>
                  <a:cubicBezTo>
                    <a:pt x="1173" y="1527"/>
                    <a:pt x="1174" y="1523"/>
                    <a:pt x="1173" y="1518"/>
                  </a:cubicBezTo>
                  <a:close/>
                  <a:moveTo>
                    <a:pt x="850" y="1826"/>
                  </a:moveTo>
                  <a:cubicBezTo>
                    <a:pt x="854" y="1822"/>
                    <a:pt x="857" y="1818"/>
                    <a:pt x="859" y="1813"/>
                  </a:cubicBezTo>
                  <a:cubicBezTo>
                    <a:pt x="865" y="1816"/>
                    <a:pt x="854" y="1821"/>
                    <a:pt x="855" y="1826"/>
                  </a:cubicBezTo>
                  <a:cubicBezTo>
                    <a:pt x="851" y="1829"/>
                    <a:pt x="849" y="1835"/>
                    <a:pt x="846" y="1839"/>
                  </a:cubicBezTo>
                  <a:cubicBezTo>
                    <a:pt x="840" y="1835"/>
                    <a:pt x="851" y="1831"/>
                    <a:pt x="850" y="1826"/>
                  </a:cubicBezTo>
                  <a:close/>
                  <a:moveTo>
                    <a:pt x="846" y="1704"/>
                  </a:moveTo>
                  <a:cubicBezTo>
                    <a:pt x="848" y="1700"/>
                    <a:pt x="848" y="1705"/>
                    <a:pt x="848" y="1708"/>
                  </a:cubicBezTo>
                  <a:cubicBezTo>
                    <a:pt x="846" y="1712"/>
                    <a:pt x="846" y="1707"/>
                    <a:pt x="846" y="1704"/>
                  </a:cubicBezTo>
                  <a:close/>
                  <a:moveTo>
                    <a:pt x="804" y="2087"/>
                  </a:moveTo>
                  <a:cubicBezTo>
                    <a:pt x="806" y="2083"/>
                    <a:pt x="808" y="2090"/>
                    <a:pt x="804" y="2089"/>
                  </a:cubicBezTo>
                  <a:cubicBezTo>
                    <a:pt x="805" y="2093"/>
                    <a:pt x="802" y="2094"/>
                    <a:pt x="802" y="2098"/>
                  </a:cubicBezTo>
                  <a:cubicBezTo>
                    <a:pt x="797" y="2103"/>
                    <a:pt x="802" y="2089"/>
                    <a:pt x="804" y="2087"/>
                  </a:cubicBezTo>
                  <a:close/>
                  <a:moveTo>
                    <a:pt x="785" y="2116"/>
                  </a:moveTo>
                  <a:cubicBezTo>
                    <a:pt x="779" y="2112"/>
                    <a:pt x="785" y="2103"/>
                    <a:pt x="787" y="2100"/>
                  </a:cubicBezTo>
                  <a:cubicBezTo>
                    <a:pt x="793" y="2104"/>
                    <a:pt x="782" y="2108"/>
                    <a:pt x="785" y="2116"/>
                  </a:cubicBezTo>
                  <a:close/>
                  <a:moveTo>
                    <a:pt x="813" y="1915"/>
                  </a:moveTo>
                  <a:cubicBezTo>
                    <a:pt x="819" y="1921"/>
                    <a:pt x="812" y="1933"/>
                    <a:pt x="811" y="1939"/>
                  </a:cubicBezTo>
                  <a:cubicBezTo>
                    <a:pt x="806" y="1934"/>
                    <a:pt x="816" y="1925"/>
                    <a:pt x="813" y="1915"/>
                  </a:cubicBezTo>
                  <a:close/>
                  <a:moveTo>
                    <a:pt x="809" y="1882"/>
                  </a:moveTo>
                  <a:cubicBezTo>
                    <a:pt x="817" y="1885"/>
                    <a:pt x="809" y="1890"/>
                    <a:pt x="811" y="1898"/>
                  </a:cubicBezTo>
                  <a:cubicBezTo>
                    <a:pt x="806" y="1897"/>
                    <a:pt x="810" y="1887"/>
                    <a:pt x="809" y="1882"/>
                  </a:cubicBezTo>
                  <a:close/>
                  <a:moveTo>
                    <a:pt x="809" y="1952"/>
                  </a:moveTo>
                  <a:cubicBezTo>
                    <a:pt x="819" y="1956"/>
                    <a:pt x="804" y="1962"/>
                    <a:pt x="807" y="1972"/>
                  </a:cubicBezTo>
                  <a:cubicBezTo>
                    <a:pt x="799" y="1965"/>
                    <a:pt x="812" y="1961"/>
                    <a:pt x="809" y="1952"/>
                  </a:cubicBezTo>
                  <a:close/>
                  <a:moveTo>
                    <a:pt x="1097" y="1666"/>
                  </a:moveTo>
                  <a:cubicBezTo>
                    <a:pt x="1091" y="1666"/>
                    <a:pt x="1095" y="1675"/>
                    <a:pt x="1090" y="1675"/>
                  </a:cubicBezTo>
                  <a:cubicBezTo>
                    <a:pt x="1073" y="1700"/>
                    <a:pt x="1072" y="1701"/>
                    <a:pt x="1070" y="1701"/>
                  </a:cubicBezTo>
                  <a:cubicBezTo>
                    <a:pt x="1047" y="1728"/>
                    <a:pt x="1049" y="1736"/>
                    <a:pt x="1042" y="1734"/>
                  </a:cubicBezTo>
                  <a:cubicBezTo>
                    <a:pt x="1015" y="1763"/>
                    <a:pt x="1008" y="1766"/>
                    <a:pt x="1005" y="1773"/>
                  </a:cubicBezTo>
                  <a:cubicBezTo>
                    <a:pt x="976" y="1802"/>
                    <a:pt x="968" y="1807"/>
                    <a:pt x="964" y="1817"/>
                  </a:cubicBezTo>
                  <a:cubicBezTo>
                    <a:pt x="943" y="1831"/>
                    <a:pt x="941" y="1837"/>
                    <a:pt x="937" y="1841"/>
                  </a:cubicBezTo>
                  <a:cubicBezTo>
                    <a:pt x="911" y="1865"/>
                    <a:pt x="907" y="1866"/>
                    <a:pt x="905" y="1869"/>
                  </a:cubicBezTo>
                  <a:cubicBezTo>
                    <a:pt x="874" y="1911"/>
                    <a:pt x="861" y="1910"/>
                    <a:pt x="861" y="1924"/>
                  </a:cubicBezTo>
                  <a:cubicBezTo>
                    <a:pt x="818" y="1975"/>
                    <a:pt x="814" y="1998"/>
                    <a:pt x="800" y="2011"/>
                  </a:cubicBezTo>
                  <a:cubicBezTo>
                    <a:pt x="809" y="1984"/>
                    <a:pt x="809" y="1976"/>
                    <a:pt x="815" y="1974"/>
                  </a:cubicBezTo>
                  <a:cubicBezTo>
                    <a:pt x="844" y="1919"/>
                    <a:pt x="844" y="1913"/>
                    <a:pt x="848" y="1911"/>
                  </a:cubicBezTo>
                  <a:cubicBezTo>
                    <a:pt x="876" y="1880"/>
                    <a:pt x="876" y="1869"/>
                    <a:pt x="883" y="1865"/>
                  </a:cubicBezTo>
                  <a:cubicBezTo>
                    <a:pt x="903" y="1844"/>
                    <a:pt x="905" y="1835"/>
                    <a:pt x="913" y="1832"/>
                  </a:cubicBezTo>
                  <a:cubicBezTo>
                    <a:pt x="949" y="1793"/>
                    <a:pt x="952" y="1785"/>
                    <a:pt x="959" y="1782"/>
                  </a:cubicBezTo>
                  <a:cubicBezTo>
                    <a:pt x="978" y="1765"/>
                    <a:pt x="979" y="1763"/>
                    <a:pt x="981" y="1762"/>
                  </a:cubicBezTo>
                  <a:cubicBezTo>
                    <a:pt x="1005" y="1742"/>
                    <a:pt x="1017" y="1732"/>
                    <a:pt x="1029" y="1723"/>
                  </a:cubicBezTo>
                  <a:cubicBezTo>
                    <a:pt x="1075" y="1683"/>
                    <a:pt x="1076" y="1680"/>
                    <a:pt x="1079" y="1677"/>
                  </a:cubicBezTo>
                  <a:cubicBezTo>
                    <a:pt x="1095" y="1659"/>
                    <a:pt x="1098" y="1659"/>
                    <a:pt x="1099" y="1656"/>
                  </a:cubicBezTo>
                  <a:close/>
                  <a:moveTo>
                    <a:pt x="1101" y="2098"/>
                  </a:moveTo>
                  <a:cubicBezTo>
                    <a:pt x="1097" y="2109"/>
                    <a:pt x="1090" y="2116"/>
                    <a:pt x="1088" y="2129"/>
                  </a:cubicBezTo>
                  <a:cubicBezTo>
                    <a:pt x="1081" y="2131"/>
                    <a:pt x="1080" y="2140"/>
                    <a:pt x="1075" y="2144"/>
                  </a:cubicBezTo>
                  <a:cubicBezTo>
                    <a:pt x="1072" y="2150"/>
                    <a:pt x="1065" y="2153"/>
                    <a:pt x="1062" y="2159"/>
                  </a:cubicBezTo>
                  <a:cubicBezTo>
                    <a:pt x="1062" y="2159"/>
                    <a:pt x="1061" y="2160"/>
                    <a:pt x="1061" y="2160"/>
                  </a:cubicBezTo>
                  <a:cubicBezTo>
                    <a:pt x="1073" y="2160"/>
                    <a:pt x="1073" y="2160"/>
                    <a:pt x="1073" y="2160"/>
                  </a:cubicBezTo>
                  <a:cubicBezTo>
                    <a:pt x="1075" y="2159"/>
                    <a:pt x="1076" y="2158"/>
                    <a:pt x="1075" y="2155"/>
                  </a:cubicBezTo>
                  <a:cubicBezTo>
                    <a:pt x="1082" y="2154"/>
                    <a:pt x="1081" y="2145"/>
                    <a:pt x="1088" y="2144"/>
                  </a:cubicBezTo>
                  <a:cubicBezTo>
                    <a:pt x="1089" y="2139"/>
                    <a:pt x="1090" y="2135"/>
                    <a:pt x="1094" y="2133"/>
                  </a:cubicBezTo>
                  <a:cubicBezTo>
                    <a:pt x="1095" y="2128"/>
                    <a:pt x="1098" y="2125"/>
                    <a:pt x="1101" y="2122"/>
                  </a:cubicBezTo>
                  <a:cubicBezTo>
                    <a:pt x="1099" y="2116"/>
                    <a:pt x="1105" y="2116"/>
                    <a:pt x="1103" y="2109"/>
                  </a:cubicBezTo>
                  <a:cubicBezTo>
                    <a:pt x="1106" y="2106"/>
                    <a:pt x="1107" y="2098"/>
                    <a:pt x="1101" y="2098"/>
                  </a:cubicBezTo>
                  <a:close/>
                  <a:moveTo>
                    <a:pt x="2876" y="1562"/>
                  </a:moveTo>
                  <a:cubicBezTo>
                    <a:pt x="2881" y="1571"/>
                    <a:pt x="2870" y="1576"/>
                    <a:pt x="2875" y="1584"/>
                  </a:cubicBezTo>
                  <a:cubicBezTo>
                    <a:pt x="2871" y="1591"/>
                    <a:pt x="2869" y="1597"/>
                    <a:pt x="2873" y="1605"/>
                  </a:cubicBezTo>
                  <a:cubicBezTo>
                    <a:pt x="2865" y="1610"/>
                    <a:pt x="2873" y="1619"/>
                    <a:pt x="2867" y="1624"/>
                  </a:cubicBezTo>
                  <a:cubicBezTo>
                    <a:pt x="2871" y="1632"/>
                    <a:pt x="2865" y="1637"/>
                    <a:pt x="2869" y="1645"/>
                  </a:cubicBezTo>
                  <a:cubicBezTo>
                    <a:pt x="2859" y="1646"/>
                    <a:pt x="2871" y="1653"/>
                    <a:pt x="2866" y="1655"/>
                  </a:cubicBezTo>
                  <a:cubicBezTo>
                    <a:pt x="2867" y="1660"/>
                    <a:pt x="2862" y="1662"/>
                    <a:pt x="2868" y="1668"/>
                  </a:cubicBezTo>
                  <a:cubicBezTo>
                    <a:pt x="2861" y="1673"/>
                    <a:pt x="2866" y="1681"/>
                    <a:pt x="2862" y="1687"/>
                  </a:cubicBezTo>
                  <a:cubicBezTo>
                    <a:pt x="2864" y="1695"/>
                    <a:pt x="2860" y="1702"/>
                    <a:pt x="2861" y="1710"/>
                  </a:cubicBezTo>
                  <a:cubicBezTo>
                    <a:pt x="2868" y="1715"/>
                    <a:pt x="2856" y="1715"/>
                    <a:pt x="2862" y="1720"/>
                  </a:cubicBezTo>
                  <a:cubicBezTo>
                    <a:pt x="2857" y="1722"/>
                    <a:pt x="2863" y="1727"/>
                    <a:pt x="2859" y="1730"/>
                  </a:cubicBezTo>
                  <a:cubicBezTo>
                    <a:pt x="2861" y="1734"/>
                    <a:pt x="2862" y="1738"/>
                    <a:pt x="2860" y="1741"/>
                  </a:cubicBezTo>
                  <a:cubicBezTo>
                    <a:pt x="2866" y="1744"/>
                    <a:pt x="2859" y="1753"/>
                    <a:pt x="2866" y="1751"/>
                  </a:cubicBezTo>
                  <a:cubicBezTo>
                    <a:pt x="2865" y="1746"/>
                    <a:pt x="2868" y="1742"/>
                    <a:pt x="2863" y="1736"/>
                  </a:cubicBezTo>
                  <a:cubicBezTo>
                    <a:pt x="2867" y="1732"/>
                    <a:pt x="2866" y="1726"/>
                    <a:pt x="2865" y="1721"/>
                  </a:cubicBezTo>
                  <a:cubicBezTo>
                    <a:pt x="2869" y="1712"/>
                    <a:pt x="2865" y="1700"/>
                    <a:pt x="2870" y="1691"/>
                  </a:cubicBezTo>
                  <a:cubicBezTo>
                    <a:pt x="2866" y="1680"/>
                    <a:pt x="2874" y="1671"/>
                    <a:pt x="2871" y="1660"/>
                  </a:cubicBezTo>
                  <a:cubicBezTo>
                    <a:pt x="2871" y="1655"/>
                    <a:pt x="2872" y="1650"/>
                    <a:pt x="2874" y="1645"/>
                  </a:cubicBezTo>
                  <a:cubicBezTo>
                    <a:pt x="2874" y="1640"/>
                    <a:pt x="2872" y="1634"/>
                    <a:pt x="2876" y="1630"/>
                  </a:cubicBezTo>
                  <a:cubicBezTo>
                    <a:pt x="2876" y="1625"/>
                    <a:pt x="2878" y="1621"/>
                    <a:pt x="2876" y="1616"/>
                  </a:cubicBezTo>
                  <a:cubicBezTo>
                    <a:pt x="2878" y="1611"/>
                    <a:pt x="2879" y="1607"/>
                    <a:pt x="2879" y="1601"/>
                  </a:cubicBezTo>
                  <a:cubicBezTo>
                    <a:pt x="2879" y="1601"/>
                    <a:pt x="2880" y="1600"/>
                    <a:pt x="2880" y="1600"/>
                  </a:cubicBezTo>
                  <a:cubicBezTo>
                    <a:pt x="2880" y="1552"/>
                    <a:pt x="2880" y="1552"/>
                    <a:pt x="2880" y="1552"/>
                  </a:cubicBezTo>
                  <a:cubicBezTo>
                    <a:pt x="2879" y="1552"/>
                    <a:pt x="2879" y="1552"/>
                    <a:pt x="2878" y="1552"/>
                  </a:cubicBezTo>
                  <a:cubicBezTo>
                    <a:pt x="2877" y="1556"/>
                    <a:pt x="2882" y="1560"/>
                    <a:pt x="2876" y="1562"/>
                  </a:cubicBezTo>
                  <a:close/>
                  <a:moveTo>
                    <a:pt x="621" y="2129"/>
                  </a:moveTo>
                  <a:cubicBezTo>
                    <a:pt x="616" y="2125"/>
                    <a:pt x="616" y="2115"/>
                    <a:pt x="610" y="2111"/>
                  </a:cubicBezTo>
                  <a:cubicBezTo>
                    <a:pt x="610" y="2107"/>
                    <a:pt x="613" y="2100"/>
                    <a:pt x="606" y="2103"/>
                  </a:cubicBezTo>
                  <a:cubicBezTo>
                    <a:pt x="606" y="2097"/>
                    <a:pt x="605" y="2094"/>
                    <a:pt x="602" y="2092"/>
                  </a:cubicBezTo>
                  <a:cubicBezTo>
                    <a:pt x="599" y="2084"/>
                    <a:pt x="598" y="2077"/>
                    <a:pt x="595" y="2070"/>
                  </a:cubicBezTo>
                  <a:cubicBezTo>
                    <a:pt x="591" y="2070"/>
                    <a:pt x="594" y="2062"/>
                    <a:pt x="591" y="2061"/>
                  </a:cubicBezTo>
                  <a:cubicBezTo>
                    <a:pt x="587" y="2060"/>
                    <a:pt x="591" y="2051"/>
                    <a:pt x="586" y="2050"/>
                  </a:cubicBezTo>
                  <a:cubicBezTo>
                    <a:pt x="586" y="2041"/>
                    <a:pt x="582" y="2036"/>
                    <a:pt x="580" y="2028"/>
                  </a:cubicBezTo>
                  <a:cubicBezTo>
                    <a:pt x="581" y="2022"/>
                    <a:pt x="576" y="2022"/>
                    <a:pt x="578" y="2015"/>
                  </a:cubicBezTo>
                  <a:cubicBezTo>
                    <a:pt x="577" y="2010"/>
                    <a:pt x="576" y="2005"/>
                    <a:pt x="573" y="2002"/>
                  </a:cubicBezTo>
                  <a:cubicBezTo>
                    <a:pt x="572" y="2018"/>
                    <a:pt x="578" y="2026"/>
                    <a:pt x="580" y="2039"/>
                  </a:cubicBezTo>
                  <a:cubicBezTo>
                    <a:pt x="581" y="2045"/>
                    <a:pt x="583" y="2051"/>
                    <a:pt x="584" y="2057"/>
                  </a:cubicBezTo>
                  <a:cubicBezTo>
                    <a:pt x="584" y="2061"/>
                    <a:pt x="587" y="2062"/>
                    <a:pt x="586" y="2065"/>
                  </a:cubicBezTo>
                  <a:cubicBezTo>
                    <a:pt x="590" y="2066"/>
                    <a:pt x="588" y="2072"/>
                    <a:pt x="591" y="2072"/>
                  </a:cubicBezTo>
                  <a:cubicBezTo>
                    <a:pt x="592" y="2085"/>
                    <a:pt x="600" y="2092"/>
                    <a:pt x="602" y="2105"/>
                  </a:cubicBezTo>
                  <a:cubicBezTo>
                    <a:pt x="605" y="2105"/>
                    <a:pt x="603" y="2111"/>
                    <a:pt x="606" y="2111"/>
                  </a:cubicBezTo>
                  <a:cubicBezTo>
                    <a:pt x="606" y="2115"/>
                    <a:pt x="608" y="2116"/>
                    <a:pt x="608" y="2120"/>
                  </a:cubicBezTo>
                  <a:cubicBezTo>
                    <a:pt x="610" y="2125"/>
                    <a:pt x="614" y="2132"/>
                    <a:pt x="610" y="2135"/>
                  </a:cubicBezTo>
                  <a:cubicBezTo>
                    <a:pt x="614" y="2135"/>
                    <a:pt x="612" y="2141"/>
                    <a:pt x="615" y="2142"/>
                  </a:cubicBezTo>
                  <a:cubicBezTo>
                    <a:pt x="614" y="2146"/>
                    <a:pt x="617" y="2147"/>
                    <a:pt x="617" y="2151"/>
                  </a:cubicBezTo>
                  <a:cubicBezTo>
                    <a:pt x="617" y="2155"/>
                    <a:pt x="618" y="2157"/>
                    <a:pt x="619" y="2160"/>
                  </a:cubicBezTo>
                  <a:cubicBezTo>
                    <a:pt x="626" y="2160"/>
                    <a:pt x="626" y="2160"/>
                    <a:pt x="626" y="2160"/>
                  </a:cubicBezTo>
                  <a:cubicBezTo>
                    <a:pt x="626" y="2159"/>
                    <a:pt x="626" y="2158"/>
                    <a:pt x="626" y="2157"/>
                  </a:cubicBezTo>
                  <a:cubicBezTo>
                    <a:pt x="627" y="2158"/>
                    <a:pt x="629" y="2159"/>
                    <a:pt x="630" y="2160"/>
                  </a:cubicBezTo>
                  <a:cubicBezTo>
                    <a:pt x="639" y="2160"/>
                    <a:pt x="639" y="2160"/>
                    <a:pt x="639" y="2160"/>
                  </a:cubicBezTo>
                  <a:cubicBezTo>
                    <a:pt x="637" y="2156"/>
                    <a:pt x="634" y="2152"/>
                    <a:pt x="630" y="2148"/>
                  </a:cubicBezTo>
                  <a:cubicBezTo>
                    <a:pt x="631" y="2138"/>
                    <a:pt x="621" y="2139"/>
                    <a:pt x="621" y="2129"/>
                  </a:cubicBezTo>
                  <a:close/>
                  <a:moveTo>
                    <a:pt x="621" y="2146"/>
                  </a:moveTo>
                  <a:cubicBezTo>
                    <a:pt x="623" y="2148"/>
                    <a:pt x="625" y="2150"/>
                    <a:pt x="626" y="2153"/>
                  </a:cubicBezTo>
                  <a:cubicBezTo>
                    <a:pt x="625" y="2158"/>
                    <a:pt x="621" y="2149"/>
                    <a:pt x="621" y="2146"/>
                  </a:cubicBezTo>
                  <a:close/>
                  <a:moveTo>
                    <a:pt x="1055" y="2131"/>
                  </a:moveTo>
                  <a:cubicBezTo>
                    <a:pt x="1051" y="2140"/>
                    <a:pt x="1042" y="2142"/>
                    <a:pt x="1040" y="2153"/>
                  </a:cubicBezTo>
                  <a:cubicBezTo>
                    <a:pt x="1034" y="2153"/>
                    <a:pt x="1032" y="2156"/>
                    <a:pt x="1030" y="2160"/>
                  </a:cubicBezTo>
                  <a:cubicBezTo>
                    <a:pt x="1039" y="2160"/>
                    <a:pt x="1039" y="2160"/>
                    <a:pt x="1039" y="2160"/>
                  </a:cubicBezTo>
                  <a:cubicBezTo>
                    <a:pt x="1040" y="2158"/>
                    <a:pt x="1042" y="2156"/>
                    <a:pt x="1044" y="2155"/>
                  </a:cubicBezTo>
                  <a:cubicBezTo>
                    <a:pt x="1047" y="2153"/>
                    <a:pt x="1045" y="2147"/>
                    <a:pt x="1051" y="2148"/>
                  </a:cubicBezTo>
                  <a:cubicBezTo>
                    <a:pt x="1049" y="2142"/>
                    <a:pt x="1055" y="2144"/>
                    <a:pt x="1055" y="2140"/>
                  </a:cubicBezTo>
                  <a:cubicBezTo>
                    <a:pt x="1056" y="2138"/>
                    <a:pt x="1061" y="2131"/>
                    <a:pt x="1055" y="2131"/>
                  </a:cubicBezTo>
                  <a:close/>
                  <a:moveTo>
                    <a:pt x="2866" y="1483"/>
                  </a:moveTo>
                  <a:cubicBezTo>
                    <a:pt x="2869" y="1487"/>
                    <a:pt x="2861" y="1489"/>
                    <a:pt x="2863" y="1493"/>
                  </a:cubicBezTo>
                  <a:cubicBezTo>
                    <a:pt x="2865" y="1497"/>
                    <a:pt x="2860" y="1500"/>
                    <a:pt x="2862" y="1504"/>
                  </a:cubicBezTo>
                  <a:cubicBezTo>
                    <a:pt x="2859" y="1510"/>
                    <a:pt x="2857" y="1517"/>
                    <a:pt x="2856" y="1524"/>
                  </a:cubicBezTo>
                  <a:cubicBezTo>
                    <a:pt x="2850" y="1530"/>
                    <a:pt x="2854" y="1538"/>
                    <a:pt x="2849" y="1544"/>
                  </a:cubicBezTo>
                  <a:cubicBezTo>
                    <a:pt x="2843" y="1546"/>
                    <a:pt x="2848" y="1551"/>
                    <a:pt x="2846" y="1554"/>
                  </a:cubicBezTo>
                  <a:cubicBezTo>
                    <a:pt x="2842" y="1556"/>
                    <a:pt x="2841" y="1560"/>
                    <a:pt x="2844" y="1564"/>
                  </a:cubicBezTo>
                  <a:cubicBezTo>
                    <a:pt x="2836" y="1565"/>
                    <a:pt x="2841" y="1570"/>
                    <a:pt x="2838" y="1573"/>
                  </a:cubicBezTo>
                  <a:cubicBezTo>
                    <a:pt x="2840" y="1575"/>
                    <a:pt x="2835" y="1584"/>
                    <a:pt x="2841" y="1582"/>
                  </a:cubicBezTo>
                  <a:cubicBezTo>
                    <a:pt x="2845" y="1572"/>
                    <a:pt x="2846" y="1560"/>
                    <a:pt x="2853" y="1551"/>
                  </a:cubicBezTo>
                  <a:cubicBezTo>
                    <a:pt x="2848" y="1544"/>
                    <a:pt x="2861" y="1541"/>
                    <a:pt x="2857" y="1534"/>
                  </a:cubicBezTo>
                  <a:cubicBezTo>
                    <a:pt x="2860" y="1532"/>
                    <a:pt x="2859" y="1529"/>
                    <a:pt x="2861" y="1527"/>
                  </a:cubicBezTo>
                  <a:cubicBezTo>
                    <a:pt x="2865" y="1524"/>
                    <a:pt x="2858" y="1519"/>
                    <a:pt x="2864" y="1517"/>
                  </a:cubicBezTo>
                  <a:cubicBezTo>
                    <a:pt x="2868" y="1513"/>
                    <a:pt x="2864" y="1505"/>
                    <a:pt x="2871" y="1502"/>
                  </a:cubicBezTo>
                  <a:cubicBezTo>
                    <a:pt x="2868" y="1494"/>
                    <a:pt x="2872" y="1489"/>
                    <a:pt x="2874" y="1483"/>
                  </a:cubicBezTo>
                  <a:cubicBezTo>
                    <a:pt x="2875" y="1477"/>
                    <a:pt x="2878" y="1471"/>
                    <a:pt x="2880" y="1465"/>
                  </a:cubicBezTo>
                  <a:cubicBezTo>
                    <a:pt x="2880" y="1425"/>
                    <a:pt x="2880" y="1425"/>
                    <a:pt x="2880" y="1425"/>
                  </a:cubicBezTo>
                  <a:cubicBezTo>
                    <a:pt x="2877" y="1438"/>
                    <a:pt x="2877" y="1452"/>
                    <a:pt x="2871" y="1463"/>
                  </a:cubicBezTo>
                  <a:cubicBezTo>
                    <a:pt x="2871" y="1470"/>
                    <a:pt x="2869" y="1477"/>
                    <a:pt x="2866" y="1483"/>
                  </a:cubicBezTo>
                  <a:close/>
                  <a:moveTo>
                    <a:pt x="2879" y="1314"/>
                  </a:moveTo>
                  <a:cubicBezTo>
                    <a:pt x="2881" y="1318"/>
                    <a:pt x="2875" y="1319"/>
                    <a:pt x="2878" y="1323"/>
                  </a:cubicBezTo>
                  <a:cubicBezTo>
                    <a:pt x="2867" y="1371"/>
                    <a:pt x="2863" y="1373"/>
                    <a:pt x="2862" y="1376"/>
                  </a:cubicBezTo>
                  <a:cubicBezTo>
                    <a:pt x="2852" y="1401"/>
                    <a:pt x="2861" y="1408"/>
                    <a:pt x="2852" y="1411"/>
                  </a:cubicBezTo>
                  <a:cubicBezTo>
                    <a:pt x="2840" y="1447"/>
                    <a:pt x="2834" y="1456"/>
                    <a:pt x="2834" y="1466"/>
                  </a:cubicBezTo>
                  <a:cubicBezTo>
                    <a:pt x="2826" y="1498"/>
                    <a:pt x="2820" y="1500"/>
                    <a:pt x="2818" y="1505"/>
                  </a:cubicBezTo>
                  <a:cubicBezTo>
                    <a:pt x="2808" y="1537"/>
                    <a:pt x="2808" y="1542"/>
                    <a:pt x="2807" y="1547"/>
                  </a:cubicBezTo>
                  <a:cubicBezTo>
                    <a:pt x="2804" y="1570"/>
                    <a:pt x="2801" y="1572"/>
                    <a:pt x="2801" y="1575"/>
                  </a:cubicBezTo>
                  <a:cubicBezTo>
                    <a:pt x="2800" y="1587"/>
                    <a:pt x="2807" y="1573"/>
                    <a:pt x="2811" y="1558"/>
                  </a:cubicBezTo>
                  <a:cubicBezTo>
                    <a:pt x="2820" y="1522"/>
                    <a:pt x="2822" y="1521"/>
                    <a:pt x="2821" y="1519"/>
                  </a:cubicBezTo>
                  <a:cubicBezTo>
                    <a:pt x="2830" y="1499"/>
                    <a:pt x="2829" y="1494"/>
                    <a:pt x="2832" y="1491"/>
                  </a:cubicBezTo>
                  <a:cubicBezTo>
                    <a:pt x="2843" y="1462"/>
                    <a:pt x="2845" y="1454"/>
                    <a:pt x="2848" y="1447"/>
                  </a:cubicBezTo>
                  <a:cubicBezTo>
                    <a:pt x="2860" y="1434"/>
                    <a:pt x="2853" y="1428"/>
                    <a:pt x="2861" y="1426"/>
                  </a:cubicBezTo>
                  <a:cubicBezTo>
                    <a:pt x="2880" y="1304"/>
                    <a:pt x="2880" y="1304"/>
                    <a:pt x="2880" y="1304"/>
                  </a:cubicBezTo>
                  <a:close/>
                  <a:moveTo>
                    <a:pt x="2666" y="769"/>
                  </a:moveTo>
                  <a:cubicBezTo>
                    <a:pt x="2671" y="775"/>
                    <a:pt x="2678" y="774"/>
                    <a:pt x="2683" y="781"/>
                  </a:cubicBezTo>
                  <a:cubicBezTo>
                    <a:pt x="2719" y="792"/>
                    <a:pt x="2727" y="797"/>
                    <a:pt x="2735" y="800"/>
                  </a:cubicBezTo>
                  <a:cubicBezTo>
                    <a:pt x="2790" y="821"/>
                    <a:pt x="2794" y="819"/>
                    <a:pt x="2795" y="823"/>
                  </a:cubicBezTo>
                  <a:cubicBezTo>
                    <a:pt x="2823" y="833"/>
                    <a:pt x="2831" y="838"/>
                    <a:pt x="2839" y="842"/>
                  </a:cubicBezTo>
                  <a:cubicBezTo>
                    <a:pt x="2880" y="855"/>
                    <a:pt x="2880" y="855"/>
                    <a:pt x="2880" y="855"/>
                  </a:cubicBezTo>
                  <a:cubicBezTo>
                    <a:pt x="2850" y="840"/>
                    <a:pt x="2848" y="834"/>
                    <a:pt x="2844" y="828"/>
                  </a:cubicBezTo>
                  <a:cubicBezTo>
                    <a:pt x="2802" y="802"/>
                    <a:pt x="2795" y="788"/>
                    <a:pt x="2785" y="786"/>
                  </a:cubicBezTo>
                  <a:cubicBezTo>
                    <a:pt x="2736" y="758"/>
                    <a:pt x="2731" y="755"/>
                    <a:pt x="2725" y="754"/>
                  </a:cubicBezTo>
                  <a:cubicBezTo>
                    <a:pt x="2660" y="724"/>
                    <a:pt x="2654" y="724"/>
                    <a:pt x="2649" y="721"/>
                  </a:cubicBezTo>
                  <a:cubicBezTo>
                    <a:pt x="2612" y="707"/>
                    <a:pt x="2608" y="702"/>
                    <a:pt x="2602" y="701"/>
                  </a:cubicBezTo>
                  <a:cubicBezTo>
                    <a:pt x="2577" y="689"/>
                    <a:pt x="2572" y="689"/>
                    <a:pt x="2575" y="687"/>
                  </a:cubicBezTo>
                  <a:cubicBezTo>
                    <a:pt x="2654" y="670"/>
                    <a:pt x="2658" y="669"/>
                    <a:pt x="2662" y="667"/>
                  </a:cubicBezTo>
                  <a:cubicBezTo>
                    <a:pt x="2646" y="662"/>
                    <a:pt x="2639" y="663"/>
                    <a:pt x="2630" y="669"/>
                  </a:cubicBezTo>
                  <a:cubicBezTo>
                    <a:pt x="2595" y="671"/>
                    <a:pt x="2603" y="666"/>
                    <a:pt x="2610" y="667"/>
                  </a:cubicBezTo>
                  <a:cubicBezTo>
                    <a:pt x="2605" y="660"/>
                    <a:pt x="2600" y="657"/>
                    <a:pt x="2592" y="663"/>
                  </a:cubicBezTo>
                  <a:cubicBezTo>
                    <a:pt x="2549" y="658"/>
                    <a:pt x="2543" y="658"/>
                    <a:pt x="2539" y="653"/>
                  </a:cubicBezTo>
                  <a:cubicBezTo>
                    <a:pt x="2506" y="649"/>
                    <a:pt x="2504" y="638"/>
                    <a:pt x="2499" y="640"/>
                  </a:cubicBezTo>
                  <a:cubicBezTo>
                    <a:pt x="2462" y="629"/>
                    <a:pt x="2462" y="616"/>
                    <a:pt x="2457" y="623"/>
                  </a:cubicBezTo>
                  <a:cubicBezTo>
                    <a:pt x="2477" y="642"/>
                    <a:pt x="2479" y="644"/>
                    <a:pt x="2482" y="644"/>
                  </a:cubicBezTo>
                  <a:cubicBezTo>
                    <a:pt x="2516" y="675"/>
                    <a:pt x="2514" y="678"/>
                    <a:pt x="2517" y="681"/>
                  </a:cubicBezTo>
                  <a:cubicBezTo>
                    <a:pt x="2542" y="711"/>
                    <a:pt x="2536" y="713"/>
                    <a:pt x="2541" y="717"/>
                  </a:cubicBezTo>
                  <a:cubicBezTo>
                    <a:pt x="2546" y="766"/>
                    <a:pt x="2548" y="777"/>
                    <a:pt x="2544" y="786"/>
                  </a:cubicBezTo>
                  <a:cubicBezTo>
                    <a:pt x="2532" y="831"/>
                    <a:pt x="2516" y="830"/>
                    <a:pt x="2524" y="836"/>
                  </a:cubicBezTo>
                  <a:cubicBezTo>
                    <a:pt x="2552" y="797"/>
                    <a:pt x="2553" y="794"/>
                    <a:pt x="2555" y="791"/>
                  </a:cubicBezTo>
                  <a:cubicBezTo>
                    <a:pt x="2558" y="796"/>
                    <a:pt x="2559" y="798"/>
                    <a:pt x="2563" y="800"/>
                  </a:cubicBezTo>
                  <a:cubicBezTo>
                    <a:pt x="2568" y="899"/>
                    <a:pt x="2568" y="913"/>
                    <a:pt x="2570" y="927"/>
                  </a:cubicBezTo>
                  <a:cubicBezTo>
                    <a:pt x="2573" y="963"/>
                    <a:pt x="2579" y="968"/>
                    <a:pt x="2576" y="971"/>
                  </a:cubicBezTo>
                  <a:cubicBezTo>
                    <a:pt x="2608" y="1039"/>
                    <a:pt x="2614" y="1044"/>
                    <a:pt x="2621" y="1054"/>
                  </a:cubicBezTo>
                  <a:cubicBezTo>
                    <a:pt x="2639" y="1100"/>
                    <a:pt x="2636" y="1103"/>
                    <a:pt x="2638" y="1107"/>
                  </a:cubicBezTo>
                  <a:cubicBezTo>
                    <a:pt x="2646" y="1163"/>
                    <a:pt x="2647" y="1167"/>
                    <a:pt x="2650" y="1172"/>
                  </a:cubicBezTo>
                  <a:cubicBezTo>
                    <a:pt x="2651" y="1134"/>
                    <a:pt x="2643" y="1119"/>
                    <a:pt x="2646" y="1108"/>
                  </a:cubicBezTo>
                  <a:cubicBezTo>
                    <a:pt x="2659" y="1126"/>
                    <a:pt x="2658" y="1122"/>
                    <a:pt x="2661" y="1124"/>
                  </a:cubicBezTo>
                  <a:cubicBezTo>
                    <a:pt x="2663" y="1165"/>
                    <a:pt x="2660" y="1169"/>
                    <a:pt x="2658" y="1172"/>
                  </a:cubicBezTo>
                  <a:cubicBezTo>
                    <a:pt x="2664" y="1239"/>
                    <a:pt x="2663" y="1255"/>
                    <a:pt x="2666" y="1272"/>
                  </a:cubicBezTo>
                  <a:cubicBezTo>
                    <a:pt x="2683" y="1315"/>
                    <a:pt x="2677" y="1324"/>
                    <a:pt x="2684" y="1322"/>
                  </a:cubicBezTo>
                  <a:cubicBezTo>
                    <a:pt x="2672" y="1260"/>
                    <a:pt x="2673" y="1254"/>
                    <a:pt x="2668" y="1246"/>
                  </a:cubicBezTo>
                  <a:cubicBezTo>
                    <a:pt x="2669" y="1151"/>
                    <a:pt x="2667" y="1145"/>
                    <a:pt x="2670" y="1141"/>
                  </a:cubicBezTo>
                  <a:cubicBezTo>
                    <a:pt x="2668" y="1053"/>
                    <a:pt x="2668" y="1043"/>
                    <a:pt x="2665" y="1032"/>
                  </a:cubicBezTo>
                  <a:cubicBezTo>
                    <a:pt x="2663" y="995"/>
                    <a:pt x="2661" y="990"/>
                    <a:pt x="2657" y="984"/>
                  </a:cubicBezTo>
                  <a:cubicBezTo>
                    <a:pt x="2650" y="946"/>
                    <a:pt x="2656" y="942"/>
                    <a:pt x="2652" y="936"/>
                  </a:cubicBezTo>
                  <a:cubicBezTo>
                    <a:pt x="2641" y="882"/>
                    <a:pt x="2644" y="878"/>
                    <a:pt x="2639" y="871"/>
                  </a:cubicBezTo>
                  <a:cubicBezTo>
                    <a:pt x="2635" y="830"/>
                    <a:pt x="2630" y="818"/>
                    <a:pt x="2627" y="807"/>
                  </a:cubicBezTo>
                  <a:cubicBezTo>
                    <a:pt x="2611" y="753"/>
                    <a:pt x="2608" y="750"/>
                    <a:pt x="2610" y="749"/>
                  </a:cubicBezTo>
                  <a:cubicBezTo>
                    <a:pt x="2631" y="798"/>
                    <a:pt x="2637" y="810"/>
                    <a:pt x="2648" y="834"/>
                  </a:cubicBezTo>
                  <a:cubicBezTo>
                    <a:pt x="2656" y="875"/>
                    <a:pt x="2662" y="880"/>
                    <a:pt x="2659" y="882"/>
                  </a:cubicBezTo>
                  <a:cubicBezTo>
                    <a:pt x="2671" y="930"/>
                    <a:pt x="2673" y="945"/>
                    <a:pt x="2676" y="960"/>
                  </a:cubicBezTo>
                  <a:cubicBezTo>
                    <a:pt x="2684" y="1026"/>
                    <a:pt x="2684" y="1030"/>
                    <a:pt x="2682" y="1033"/>
                  </a:cubicBezTo>
                  <a:cubicBezTo>
                    <a:pt x="2688" y="1092"/>
                    <a:pt x="2689" y="1099"/>
                    <a:pt x="2685" y="1105"/>
                  </a:cubicBezTo>
                  <a:cubicBezTo>
                    <a:pt x="2687" y="1139"/>
                    <a:pt x="2688" y="1153"/>
                    <a:pt x="2688" y="1166"/>
                  </a:cubicBezTo>
                  <a:cubicBezTo>
                    <a:pt x="2700" y="1205"/>
                    <a:pt x="2688" y="1196"/>
                    <a:pt x="2693" y="1191"/>
                  </a:cubicBezTo>
                  <a:cubicBezTo>
                    <a:pt x="2691" y="1163"/>
                    <a:pt x="2693" y="1157"/>
                    <a:pt x="2695" y="1151"/>
                  </a:cubicBezTo>
                  <a:cubicBezTo>
                    <a:pt x="2694" y="1117"/>
                    <a:pt x="2694" y="1103"/>
                    <a:pt x="2693" y="1090"/>
                  </a:cubicBezTo>
                  <a:cubicBezTo>
                    <a:pt x="2690" y="1064"/>
                    <a:pt x="2697" y="1063"/>
                    <a:pt x="2695" y="1059"/>
                  </a:cubicBezTo>
                  <a:cubicBezTo>
                    <a:pt x="2699" y="1071"/>
                    <a:pt x="2699" y="1077"/>
                    <a:pt x="2703" y="1084"/>
                  </a:cubicBezTo>
                  <a:cubicBezTo>
                    <a:pt x="2705" y="1124"/>
                    <a:pt x="2705" y="1129"/>
                    <a:pt x="2705" y="1135"/>
                  </a:cubicBezTo>
                  <a:cubicBezTo>
                    <a:pt x="2706" y="1176"/>
                    <a:pt x="2707" y="1181"/>
                    <a:pt x="2705" y="1187"/>
                  </a:cubicBezTo>
                  <a:cubicBezTo>
                    <a:pt x="2708" y="1226"/>
                    <a:pt x="2708" y="1232"/>
                    <a:pt x="2703" y="1237"/>
                  </a:cubicBezTo>
                  <a:cubicBezTo>
                    <a:pt x="2709" y="1295"/>
                    <a:pt x="2702" y="1299"/>
                    <a:pt x="2707" y="1306"/>
                  </a:cubicBezTo>
                  <a:cubicBezTo>
                    <a:pt x="2706" y="1349"/>
                    <a:pt x="2711" y="1348"/>
                    <a:pt x="2709" y="1357"/>
                  </a:cubicBezTo>
                  <a:cubicBezTo>
                    <a:pt x="2719" y="1415"/>
                    <a:pt x="2713" y="1426"/>
                    <a:pt x="2721" y="1426"/>
                  </a:cubicBezTo>
                  <a:cubicBezTo>
                    <a:pt x="2716" y="1364"/>
                    <a:pt x="2717" y="1362"/>
                    <a:pt x="2719" y="1359"/>
                  </a:cubicBezTo>
                  <a:cubicBezTo>
                    <a:pt x="2722" y="1306"/>
                    <a:pt x="2720" y="1300"/>
                    <a:pt x="2724" y="1296"/>
                  </a:cubicBezTo>
                  <a:cubicBezTo>
                    <a:pt x="2724" y="1277"/>
                    <a:pt x="2726" y="1279"/>
                    <a:pt x="2723" y="1272"/>
                  </a:cubicBezTo>
                  <a:cubicBezTo>
                    <a:pt x="2734" y="1263"/>
                    <a:pt x="2733" y="1257"/>
                    <a:pt x="2734" y="1252"/>
                  </a:cubicBezTo>
                  <a:cubicBezTo>
                    <a:pt x="2744" y="1199"/>
                    <a:pt x="2743" y="1192"/>
                    <a:pt x="2745" y="1186"/>
                  </a:cubicBezTo>
                  <a:cubicBezTo>
                    <a:pt x="2750" y="1161"/>
                    <a:pt x="2747" y="1153"/>
                    <a:pt x="2747" y="1146"/>
                  </a:cubicBezTo>
                  <a:cubicBezTo>
                    <a:pt x="2753" y="1094"/>
                    <a:pt x="2751" y="1080"/>
                    <a:pt x="2751" y="1067"/>
                  </a:cubicBezTo>
                  <a:cubicBezTo>
                    <a:pt x="2748" y="1013"/>
                    <a:pt x="2753" y="1001"/>
                    <a:pt x="2749" y="986"/>
                  </a:cubicBezTo>
                  <a:cubicBezTo>
                    <a:pt x="2745" y="939"/>
                    <a:pt x="2745" y="933"/>
                    <a:pt x="2745" y="926"/>
                  </a:cubicBezTo>
                  <a:cubicBezTo>
                    <a:pt x="2740" y="895"/>
                    <a:pt x="2734" y="884"/>
                    <a:pt x="2738" y="875"/>
                  </a:cubicBezTo>
                  <a:cubicBezTo>
                    <a:pt x="2753" y="910"/>
                    <a:pt x="2762" y="918"/>
                    <a:pt x="2758" y="921"/>
                  </a:cubicBezTo>
                  <a:cubicBezTo>
                    <a:pt x="2777" y="988"/>
                    <a:pt x="2774" y="1008"/>
                    <a:pt x="2782" y="1030"/>
                  </a:cubicBezTo>
                  <a:cubicBezTo>
                    <a:pt x="2782" y="1089"/>
                    <a:pt x="2780" y="1096"/>
                    <a:pt x="2781" y="1105"/>
                  </a:cubicBezTo>
                  <a:cubicBezTo>
                    <a:pt x="2774" y="1188"/>
                    <a:pt x="2774" y="1196"/>
                    <a:pt x="2772" y="1203"/>
                  </a:cubicBezTo>
                  <a:cubicBezTo>
                    <a:pt x="2763" y="1260"/>
                    <a:pt x="2758" y="1267"/>
                    <a:pt x="2759" y="1276"/>
                  </a:cubicBezTo>
                  <a:cubicBezTo>
                    <a:pt x="2754" y="1308"/>
                    <a:pt x="2751" y="1316"/>
                    <a:pt x="2748" y="1324"/>
                  </a:cubicBezTo>
                  <a:cubicBezTo>
                    <a:pt x="2742" y="1403"/>
                    <a:pt x="2740" y="1406"/>
                    <a:pt x="2743" y="1411"/>
                  </a:cubicBezTo>
                  <a:cubicBezTo>
                    <a:pt x="2748" y="1403"/>
                    <a:pt x="2748" y="1396"/>
                    <a:pt x="2747" y="1390"/>
                  </a:cubicBezTo>
                  <a:cubicBezTo>
                    <a:pt x="2751" y="1331"/>
                    <a:pt x="2761" y="1328"/>
                    <a:pt x="2757" y="1321"/>
                  </a:cubicBezTo>
                  <a:cubicBezTo>
                    <a:pt x="2761" y="1282"/>
                    <a:pt x="2773" y="1279"/>
                    <a:pt x="2767" y="1271"/>
                  </a:cubicBezTo>
                  <a:cubicBezTo>
                    <a:pt x="2775" y="1244"/>
                    <a:pt x="2777" y="1232"/>
                    <a:pt x="2779" y="1221"/>
                  </a:cubicBezTo>
                  <a:cubicBezTo>
                    <a:pt x="2789" y="1166"/>
                    <a:pt x="2786" y="1159"/>
                    <a:pt x="2787" y="1153"/>
                  </a:cubicBezTo>
                  <a:cubicBezTo>
                    <a:pt x="2789" y="1113"/>
                    <a:pt x="2790" y="1108"/>
                    <a:pt x="2791" y="1102"/>
                  </a:cubicBezTo>
                  <a:cubicBezTo>
                    <a:pt x="2794" y="1081"/>
                    <a:pt x="2788" y="1077"/>
                    <a:pt x="2791" y="1074"/>
                  </a:cubicBezTo>
                  <a:cubicBezTo>
                    <a:pt x="2788" y="1022"/>
                    <a:pt x="2787" y="1019"/>
                    <a:pt x="2788" y="1016"/>
                  </a:cubicBezTo>
                  <a:cubicBezTo>
                    <a:pt x="2786" y="991"/>
                    <a:pt x="2779" y="986"/>
                    <a:pt x="2783" y="984"/>
                  </a:cubicBezTo>
                  <a:cubicBezTo>
                    <a:pt x="2774" y="917"/>
                    <a:pt x="2761" y="910"/>
                    <a:pt x="2767" y="908"/>
                  </a:cubicBezTo>
                  <a:cubicBezTo>
                    <a:pt x="2781" y="918"/>
                    <a:pt x="2785" y="926"/>
                    <a:pt x="2783" y="931"/>
                  </a:cubicBezTo>
                  <a:cubicBezTo>
                    <a:pt x="2800" y="967"/>
                    <a:pt x="2797" y="972"/>
                    <a:pt x="2802" y="978"/>
                  </a:cubicBezTo>
                  <a:cubicBezTo>
                    <a:pt x="2808" y="1053"/>
                    <a:pt x="2808" y="1064"/>
                    <a:pt x="2810" y="1075"/>
                  </a:cubicBezTo>
                  <a:cubicBezTo>
                    <a:pt x="2809" y="1111"/>
                    <a:pt x="2809" y="1116"/>
                    <a:pt x="2813" y="1122"/>
                  </a:cubicBezTo>
                  <a:cubicBezTo>
                    <a:pt x="2802" y="1216"/>
                    <a:pt x="2801" y="1233"/>
                    <a:pt x="2794" y="1248"/>
                  </a:cubicBezTo>
                  <a:cubicBezTo>
                    <a:pt x="2782" y="1312"/>
                    <a:pt x="2775" y="1327"/>
                    <a:pt x="2772" y="1342"/>
                  </a:cubicBezTo>
                  <a:cubicBezTo>
                    <a:pt x="2757" y="1379"/>
                    <a:pt x="2761" y="1385"/>
                    <a:pt x="2754" y="1388"/>
                  </a:cubicBezTo>
                  <a:cubicBezTo>
                    <a:pt x="2750" y="1412"/>
                    <a:pt x="2752" y="1419"/>
                    <a:pt x="2751" y="1425"/>
                  </a:cubicBezTo>
                  <a:cubicBezTo>
                    <a:pt x="2741" y="1448"/>
                    <a:pt x="2747" y="1456"/>
                    <a:pt x="2741" y="1461"/>
                  </a:cubicBezTo>
                  <a:cubicBezTo>
                    <a:pt x="2746" y="1494"/>
                    <a:pt x="2741" y="1497"/>
                    <a:pt x="2746" y="1502"/>
                  </a:cubicBezTo>
                  <a:cubicBezTo>
                    <a:pt x="2755" y="1469"/>
                    <a:pt x="2751" y="1461"/>
                    <a:pt x="2754" y="1454"/>
                  </a:cubicBezTo>
                  <a:cubicBezTo>
                    <a:pt x="2768" y="1384"/>
                    <a:pt x="2768" y="1380"/>
                    <a:pt x="2773" y="1377"/>
                  </a:cubicBezTo>
                  <a:cubicBezTo>
                    <a:pt x="2779" y="1334"/>
                    <a:pt x="2790" y="1329"/>
                    <a:pt x="2787" y="1320"/>
                  </a:cubicBezTo>
                  <a:cubicBezTo>
                    <a:pt x="2814" y="1196"/>
                    <a:pt x="2819" y="1192"/>
                    <a:pt x="2816" y="1186"/>
                  </a:cubicBezTo>
                  <a:cubicBezTo>
                    <a:pt x="2821" y="1135"/>
                    <a:pt x="2825" y="1131"/>
                    <a:pt x="2819" y="1124"/>
                  </a:cubicBezTo>
                  <a:cubicBezTo>
                    <a:pt x="2819" y="1097"/>
                    <a:pt x="2820" y="1086"/>
                    <a:pt x="2819" y="1075"/>
                  </a:cubicBezTo>
                  <a:cubicBezTo>
                    <a:pt x="2819" y="1007"/>
                    <a:pt x="2811" y="1000"/>
                    <a:pt x="2814" y="996"/>
                  </a:cubicBezTo>
                  <a:cubicBezTo>
                    <a:pt x="2810" y="957"/>
                    <a:pt x="2798" y="948"/>
                    <a:pt x="2807" y="945"/>
                  </a:cubicBezTo>
                  <a:cubicBezTo>
                    <a:pt x="2816" y="975"/>
                    <a:pt x="2819" y="983"/>
                    <a:pt x="2821" y="992"/>
                  </a:cubicBezTo>
                  <a:cubicBezTo>
                    <a:pt x="2832" y="1052"/>
                    <a:pt x="2827" y="1059"/>
                    <a:pt x="2834" y="1069"/>
                  </a:cubicBezTo>
                  <a:cubicBezTo>
                    <a:pt x="2840" y="1123"/>
                    <a:pt x="2829" y="1124"/>
                    <a:pt x="2837" y="1130"/>
                  </a:cubicBezTo>
                  <a:cubicBezTo>
                    <a:pt x="2829" y="1194"/>
                    <a:pt x="2835" y="1210"/>
                    <a:pt x="2829" y="1222"/>
                  </a:cubicBezTo>
                  <a:cubicBezTo>
                    <a:pt x="2824" y="1277"/>
                    <a:pt x="2816" y="1278"/>
                    <a:pt x="2820" y="1282"/>
                  </a:cubicBezTo>
                  <a:cubicBezTo>
                    <a:pt x="2810" y="1314"/>
                    <a:pt x="2816" y="1320"/>
                    <a:pt x="2812" y="1322"/>
                  </a:cubicBezTo>
                  <a:cubicBezTo>
                    <a:pt x="2802" y="1354"/>
                    <a:pt x="2801" y="1357"/>
                    <a:pt x="2798" y="1360"/>
                  </a:cubicBezTo>
                  <a:cubicBezTo>
                    <a:pt x="2785" y="1381"/>
                    <a:pt x="2795" y="1387"/>
                    <a:pt x="2787" y="1388"/>
                  </a:cubicBezTo>
                  <a:cubicBezTo>
                    <a:pt x="2780" y="1421"/>
                    <a:pt x="2779" y="1424"/>
                    <a:pt x="2777" y="1427"/>
                  </a:cubicBezTo>
                  <a:cubicBezTo>
                    <a:pt x="2775" y="1449"/>
                    <a:pt x="2774" y="1458"/>
                    <a:pt x="2779" y="1456"/>
                  </a:cubicBezTo>
                  <a:cubicBezTo>
                    <a:pt x="2790" y="1408"/>
                    <a:pt x="2792" y="1404"/>
                    <a:pt x="2793" y="1399"/>
                  </a:cubicBezTo>
                  <a:cubicBezTo>
                    <a:pt x="2817" y="1333"/>
                    <a:pt x="2823" y="1324"/>
                    <a:pt x="2821" y="1314"/>
                  </a:cubicBezTo>
                  <a:cubicBezTo>
                    <a:pt x="2841" y="1252"/>
                    <a:pt x="2835" y="1245"/>
                    <a:pt x="2836" y="1240"/>
                  </a:cubicBezTo>
                  <a:cubicBezTo>
                    <a:pt x="2844" y="1186"/>
                    <a:pt x="2843" y="1176"/>
                    <a:pt x="2843" y="1165"/>
                  </a:cubicBezTo>
                  <a:cubicBezTo>
                    <a:pt x="2845" y="1114"/>
                    <a:pt x="2845" y="1108"/>
                    <a:pt x="2843" y="1102"/>
                  </a:cubicBezTo>
                  <a:cubicBezTo>
                    <a:pt x="2840" y="1020"/>
                    <a:pt x="2831" y="1012"/>
                    <a:pt x="2832" y="1007"/>
                  </a:cubicBezTo>
                  <a:cubicBezTo>
                    <a:pt x="2832" y="991"/>
                    <a:pt x="2841" y="998"/>
                    <a:pt x="2837" y="1002"/>
                  </a:cubicBezTo>
                  <a:cubicBezTo>
                    <a:pt x="2853" y="1048"/>
                    <a:pt x="2850" y="1052"/>
                    <a:pt x="2855" y="1057"/>
                  </a:cubicBezTo>
                  <a:cubicBezTo>
                    <a:pt x="2850" y="1075"/>
                    <a:pt x="2859" y="1083"/>
                    <a:pt x="2856" y="1087"/>
                  </a:cubicBezTo>
                  <a:cubicBezTo>
                    <a:pt x="2855" y="1112"/>
                    <a:pt x="2860" y="1117"/>
                    <a:pt x="2857" y="1119"/>
                  </a:cubicBezTo>
                  <a:cubicBezTo>
                    <a:pt x="2862" y="1162"/>
                    <a:pt x="2855" y="1170"/>
                    <a:pt x="2858" y="1181"/>
                  </a:cubicBezTo>
                  <a:cubicBezTo>
                    <a:pt x="2862" y="1203"/>
                    <a:pt x="2854" y="1207"/>
                    <a:pt x="2856" y="1212"/>
                  </a:cubicBezTo>
                  <a:cubicBezTo>
                    <a:pt x="2850" y="1279"/>
                    <a:pt x="2851" y="1284"/>
                    <a:pt x="2848" y="1288"/>
                  </a:cubicBezTo>
                  <a:cubicBezTo>
                    <a:pt x="2846" y="1315"/>
                    <a:pt x="2840" y="1316"/>
                    <a:pt x="2844" y="1320"/>
                  </a:cubicBezTo>
                  <a:cubicBezTo>
                    <a:pt x="2838" y="1362"/>
                    <a:pt x="2828" y="1365"/>
                    <a:pt x="2833" y="1373"/>
                  </a:cubicBezTo>
                  <a:cubicBezTo>
                    <a:pt x="2820" y="1412"/>
                    <a:pt x="2815" y="1417"/>
                    <a:pt x="2816" y="1424"/>
                  </a:cubicBezTo>
                  <a:cubicBezTo>
                    <a:pt x="2804" y="1452"/>
                    <a:pt x="2799" y="1463"/>
                    <a:pt x="2795" y="1474"/>
                  </a:cubicBezTo>
                  <a:cubicBezTo>
                    <a:pt x="2787" y="1522"/>
                    <a:pt x="2785" y="1534"/>
                    <a:pt x="2784" y="1546"/>
                  </a:cubicBezTo>
                  <a:cubicBezTo>
                    <a:pt x="2778" y="1566"/>
                    <a:pt x="2783" y="1571"/>
                    <a:pt x="2781" y="1573"/>
                  </a:cubicBezTo>
                  <a:cubicBezTo>
                    <a:pt x="2793" y="1562"/>
                    <a:pt x="2784" y="1552"/>
                    <a:pt x="2790" y="1546"/>
                  </a:cubicBezTo>
                  <a:cubicBezTo>
                    <a:pt x="2800" y="1495"/>
                    <a:pt x="2799" y="1487"/>
                    <a:pt x="2804" y="1480"/>
                  </a:cubicBezTo>
                  <a:cubicBezTo>
                    <a:pt x="2841" y="1382"/>
                    <a:pt x="2838" y="1377"/>
                    <a:pt x="2842" y="1374"/>
                  </a:cubicBezTo>
                  <a:cubicBezTo>
                    <a:pt x="2847" y="1343"/>
                    <a:pt x="2852" y="1337"/>
                    <a:pt x="2849" y="1329"/>
                  </a:cubicBezTo>
                  <a:cubicBezTo>
                    <a:pt x="2854" y="1314"/>
                    <a:pt x="2853" y="1310"/>
                    <a:pt x="2855" y="1306"/>
                  </a:cubicBezTo>
                  <a:cubicBezTo>
                    <a:pt x="2859" y="1252"/>
                    <a:pt x="2863" y="1246"/>
                    <a:pt x="2863" y="1239"/>
                  </a:cubicBezTo>
                  <a:cubicBezTo>
                    <a:pt x="2870" y="1197"/>
                    <a:pt x="2863" y="1190"/>
                    <a:pt x="2869" y="1186"/>
                  </a:cubicBezTo>
                  <a:cubicBezTo>
                    <a:pt x="2868" y="1153"/>
                    <a:pt x="2867" y="1149"/>
                    <a:pt x="2871" y="1147"/>
                  </a:cubicBezTo>
                  <a:cubicBezTo>
                    <a:pt x="2868" y="1120"/>
                    <a:pt x="2868" y="1118"/>
                    <a:pt x="2867" y="1116"/>
                  </a:cubicBezTo>
                  <a:cubicBezTo>
                    <a:pt x="2863" y="1066"/>
                    <a:pt x="2860" y="1055"/>
                    <a:pt x="2862" y="1045"/>
                  </a:cubicBezTo>
                  <a:cubicBezTo>
                    <a:pt x="2855" y="1020"/>
                    <a:pt x="2852" y="1013"/>
                    <a:pt x="2854" y="1008"/>
                  </a:cubicBezTo>
                  <a:cubicBezTo>
                    <a:pt x="2879" y="1077"/>
                    <a:pt x="2880" y="1085"/>
                    <a:pt x="2880" y="1093"/>
                  </a:cubicBezTo>
                  <a:cubicBezTo>
                    <a:pt x="2871" y="1010"/>
                    <a:pt x="2865" y="1002"/>
                    <a:pt x="2859" y="997"/>
                  </a:cubicBezTo>
                  <a:cubicBezTo>
                    <a:pt x="2880" y="999"/>
                    <a:pt x="2880" y="999"/>
                    <a:pt x="2880" y="999"/>
                  </a:cubicBezTo>
                  <a:cubicBezTo>
                    <a:pt x="2854" y="981"/>
                    <a:pt x="2852" y="976"/>
                    <a:pt x="2849" y="976"/>
                  </a:cubicBezTo>
                  <a:cubicBezTo>
                    <a:pt x="2825" y="952"/>
                    <a:pt x="2823" y="949"/>
                    <a:pt x="2821" y="945"/>
                  </a:cubicBezTo>
                  <a:cubicBezTo>
                    <a:pt x="2858" y="965"/>
                    <a:pt x="2868" y="975"/>
                    <a:pt x="2879" y="980"/>
                  </a:cubicBezTo>
                  <a:cubicBezTo>
                    <a:pt x="2877" y="968"/>
                    <a:pt x="2874" y="969"/>
                    <a:pt x="2872" y="963"/>
                  </a:cubicBezTo>
                  <a:cubicBezTo>
                    <a:pt x="2841" y="942"/>
                    <a:pt x="2836" y="939"/>
                    <a:pt x="2830" y="937"/>
                  </a:cubicBezTo>
                  <a:cubicBezTo>
                    <a:pt x="2832" y="930"/>
                    <a:pt x="2837" y="931"/>
                    <a:pt x="2842" y="933"/>
                  </a:cubicBezTo>
                  <a:cubicBezTo>
                    <a:pt x="2880" y="941"/>
                    <a:pt x="2880" y="941"/>
                    <a:pt x="2880" y="941"/>
                  </a:cubicBezTo>
                  <a:cubicBezTo>
                    <a:pt x="2835" y="919"/>
                    <a:pt x="2831" y="919"/>
                    <a:pt x="2828" y="914"/>
                  </a:cubicBezTo>
                  <a:cubicBezTo>
                    <a:pt x="2799" y="899"/>
                    <a:pt x="2794" y="897"/>
                    <a:pt x="2789" y="898"/>
                  </a:cubicBezTo>
                  <a:cubicBezTo>
                    <a:pt x="2769" y="884"/>
                    <a:pt x="2766" y="884"/>
                    <a:pt x="2763" y="883"/>
                  </a:cubicBezTo>
                  <a:cubicBezTo>
                    <a:pt x="2789" y="875"/>
                    <a:pt x="2793" y="874"/>
                    <a:pt x="2797" y="874"/>
                  </a:cubicBezTo>
                  <a:cubicBezTo>
                    <a:pt x="2834" y="895"/>
                    <a:pt x="2840" y="886"/>
                    <a:pt x="2843" y="892"/>
                  </a:cubicBezTo>
                  <a:cubicBezTo>
                    <a:pt x="2878" y="905"/>
                    <a:pt x="2879" y="905"/>
                    <a:pt x="2880" y="905"/>
                  </a:cubicBezTo>
                  <a:cubicBezTo>
                    <a:pt x="2873" y="895"/>
                    <a:pt x="2870" y="892"/>
                    <a:pt x="2868" y="888"/>
                  </a:cubicBezTo>
                  <a:cubicBezTo>
                    <a:pt x="2813" y="870"/>
                    <a:pt x="2795" y="860"/>
                    <a:pt x="2774" y="858"/>
                  </a:cubicBezTo>
                  <a:cubicBezTo>
                    <a:pt x="2741" y="842"/>
                    <a:pt x="2738" y="836"/>
                    <a:pt x="2733" y="834"/>
                  </a:cubicBezTo>
                  <a:cubicBezTo>
                    <a:pt x="2735" y="822"/>
                    <a:pt x="2736" y="833"/>
                    <a:pt x="2741" y="830"/>
                  </a:cubicBezTo>
                  <a:cubicBezTo>
                    <a:pt x="2770" y="841"/>
                    <a:pt x="2773" y="840"/>
                    <a:pt x="2774" y="844"/>
                  </a:cubicBezTo>
                  <a:cubicBezTo>
                    <a:pt x="2814" y="850"/>
                    <a:pt x="2815" y="858"/>
                    <a:pt x="2819" y="856"/>
                  </a:cubicBezTo>
                  <a:cubicBezTo>
                    <a:pt x="2861" y="867"/>
                    <a:pt x="2871" y="872"/>
                    <a:pt x="2880" y="876"/>
                  </a:cubicBezTo>
                  <a:cubicBezTo>
                    <a:pt x="2868" y="860"/>
                    <a:pt x="2861" y="862"/>
                    <a:pt x="2856" y="854"/>
                  </a:cubicBezTo>
                  <a:cubicBezTo>
                    <a:pt x="2805" y="839"/>
                    <a:pt x="2800" y="839"/>
                    <a:pt x="2795" y="837"/>
                  </a:cubicBezTo>
                  <a:cubicBezTo>
                    <a:pt x="2755" y="825"/>
                    <a:pt x="2746" y="819"/>
                    <a:pt x="2735" y="819"/>
                  </a:cubicBezTo>
                  <a:cubicBezTo>
                    <a:pt x="2688" y="788"/>
                    <a:pt x="2682" y="799"/>
                    <a:pt x="2681" y="790"/>
                  </a:cubicBezTo>
                  <a:cubicBezTo>
                    <a:pt x="2658" y="776"/>
                    <a:pt x="2658" y="774"/>
                    <a:pt x="2655" y="775"/>
                  </a:cubicBezTo>
                  <a:close/>
                  <a:moveTo>
                    <a:pt x="2560" y="723"/>
                  </a:moveTo>
                  <a:cubicBezTo>
                    <a:pt x="2568" y="723"/>
                    <a:pt x="2563" y="735"/>
                    <a:pt x="2567" y="740"/>
                  </a:cubicBezTo>
                  <a:cubicBezTo>
                    <a:pt x="2561" y="740"/>
                    <a:pt x="2562" y="727"/>
                    <a:pt x="2560" y="723"/>
                  </a:cubicBezTo>
                  <a:close/>
                  <a:moveTo>
                    <a:pt x="2602" y="1016"/>
                  </a:moveTo>
                  <a:cubicBezTo>
                    <a:pt x="2598" y="1017"/>
                    <a:pt x="2601" y="1014"/>
                    <a:pt x="2599" y="1012"/>
                  </a:cubicBezTo>
                  <a:cubicBezTo>
                    <a:pt x="2598" y="1010"/>
                    <a:pt x="2597" y="1008"/>
                    <a:pt x="2596" y="1006"/>
                  </a:cubicBezTo>
                  <a:cubicBezTo>
                    <a:pt x="2595" y="1000"/>
                    <a:pt x="2590" y="992"/>
                    <a:pt x="2591" y="987"/>
                  </a:cubicBezTo>
                  <a:cubicBezTo>
                    <a:pt x="2591" y="982"/>
                    <a:pt x="2584" y="975"/>
                    <a:pt x="2586" y="970"/>
                  </a:cubicBezTo>
                  <a:cubicBezTo>
                    <a:pt x="2583" y="964"/>
                    <a:pt x="2585" y="959"/>
                    <a:pt x="2582" y="953"/>
                  </a:cubicBezTo>
                  <a:cubicBezTo>
                    <a:pt x="2576" y="946"/>
                    <a:pt x="2585" y="943"/>
                    <a:pt x="2578" y="936"/>
                  </a:cubicBezTo>
                  <a:cubicBezTo>
                    <a:pt x="2581" y="934"/>
                    <a:pt x="2575" y="930"/>
                    <a:pt x="2579" y="928"/>
                  </a:cubicBezTo>
                  <a:cubicBezTo>
                    <a:pt x="2579" y="926"/>
                    <a:pt x="2579" y="923"/>
                    <a:pt x="2577" y="921"/>
                  </a:cubicBezTo>
                  <a:cubicBezTo>
                    <a:pt x="2579" y="916"/>
                    <a:pt x="2575" y="910"/>
                    <a:pt x="2576" y="905"/>
                  </a:cubicBezTo>
                  <a:cubicBezTo>
                    <a:pt x="2575" y="894"/>
                    <a:pt x="2576" y="884"/>
                    <a:pt x="2571" y="872"/>
                  </a:cubicBezTo>
                  <a:cubicBezTo>
                    <a:pt x="2575" y="850"/>
                    <a:pt x="2569" y="826"/>
                    <a:pt x="2574" y="805"/>
                  </a:cubicBezTo>
                  <a:cubicBezTo>
                    <a:pt x="2570" y="794"/>
                    <a:pt x="2571" y="785"/>
                    <a:pt x="2568" y="775"/>
                  </a:cubicBezTo>
                  <a:cubicBezTo>
                    <a:pt x="2567" y="766"/>
                    <a:pt x="2563" y="755"/>
                    <a:pt x="2566" y="747"/>
                  </a:cubicBezTo>
                  <a:cubicBezTo>
                    <a:pt x="2573" y="747"/>
                    <a:pt x="2570" y="758"/>
                    <a:pt x="2572" y="762"/>
                  </a:cubicBezTo>
                  <a:cubicBezTo>
                    <a:pt x="2571" y="768"/>
                    <a:pt x="2573" y="774"/>
                    <a:pt x="2574" y="780"/>
                  </a:cubicBezTo>
                  <a:cubicBezTo>
                    <a:pt x="2582" y="788"/>
                    <a:pt x="2573" y="792"/>
                    <a:pt x="2579" y="799"/>
                  </a:cubicBezTo>
                  <a:cubicBezTo>
                    <a:pt x="2578" y="805"/>
                    <a:pt x="2582" y="812"/>
                    <a:pt x="2578" y="816"/>
                  </a:cubicBezTo>
                  <a:cubicBezTo>
                    <a:pt x="2582" y="818"/>
                    <a:pt x="2581" y="819"/>
                    <a:pt x="2581" y="822"/>
                  </a:cubicBezTo>
                  <a:cubicBezTo>
                    <a:pt x="2579" y="825"/>
                    <a:pt x="2585" y="825"/>
                    <a:pt x="2582" y="828"/>
                  </a:cubicBezTo>
                  <a:cubicBezTo>
                    <a:pt x="2582" y="834"/>
                    <a:pt x="2584" y="840"/>
                    <a:pt x="2584" y="846"/>
                  </a:cubicBezTo>
                  <a:cubicBezTo>
                    <a:pt x="2586" y="852"/>
                    <a:pt x="2584" y="857"/>
                    <a:pt x="2586" y="864"/>
                  </a:cubicBezTo>
                  <a:cubicBezTo>
                    <a:pt x="2588" y="870"/>
                    <a:pt x="2582" y="874"/>
                    <a:pt x="2588" y="882"/>
                  </a:cubicBezTo>
                  <a:cubicBezTo>
                    <a:pt x="2583" y="886"/>
                    <a:pt x="2590" y="894"/>
                    <a:pt x="2590" y="900"/>
                  </a:cubicBezTo>
                  <a:cubicBezTo>
                    <a:pt x="2590" y="905"/>
                    <a:pt x="2592" y="912"/>
                    <a:pt x="2592" y="918"/>
                  </a:cubicBezTo>
                  <a:cubicBezTo>
                    <a:pt x="2591" y="929"/>
                    <a:pt x="2596" y="942"/>
                    <a:pt x="2593" y="953"/>
                  </a:cubicBezTo>
                  <a:cubicBezTo>
                    <a:pt x="2597" y="977"/>
                    <a:pt x="2600" y="1001"/>
                    <a:pt x="2611" y="1027"/>
                  </a:cubicBezTo>
                  <a:cubicBezTo>
                    <a:pt x="2606" y="1029"/>
                    <a:pt x="2605" y="1019"/>
                    <a:pt x="2602" y="1016"/>
                  </a:cubicBezTo>
                  <a:close/>
                  <a:moveTo>
                    <a:pt x="2621" y="1035"/>
                  </a:moveTo>
                  <a:cubicBezTo>
                    <a:pt x="2626" y="1033"/>
                    <a:pt x="2618" y="1027"/>
                    <a:pt x="2617" y="1024"/>
                  </a:cubicBezTo>
                  <a:cubicBezTo>
                    <a:pt x="2607" y="970"/>
                    <a:pt x="2607" y="964"/>
                    <a:pt x="2604" y="957"/>
                  </a:cubicBezTo>
                  <a:cubicBezTo>
                    <a:pt x="2602" y="897"/>
                    <a:pt x="2595" y="889"/>
                    <a:pt x="2601" y="885"/>
                  </a:cubicBezTo>
                  <a:cubicBezTo>
                    <a:pt x="2586" y="821"/>
                    <a:pt x="2597" y="818"/>
                    <a:pt x="2591" y="811"/>
                  </a:cubicBezTo>
                  <a:cubicBezTo>
                    <a:pt x="2586" y="770"/>
                    <a:pt x="2580" y="766"/>
                    <a:pt x="2584" y="764"/>
                  </a:cubicBezTo>
                  <a:cubicBezTo>
                    <a:pt x="2577" y="719"/>
                    <a:pt x="2579" y="729"/>
                    <a:pt x="2582" y="732"/>
                  </a:cubicBezTo>
                  <a:cubicBezTo>
                    <a:pt x="2594" y="775"/>
                    <a:pt x="2598" y="782"/>
                    <a:pt x="2596" y="787"/>
                  </a:cubicBezTo>
                  <a:cubicBezTo>
                    <a:pt x="2608" y="822"/>
                    <a:pt x="2607" y="826"/>
                    <a:pt x="2612" y="832"/>
                  </a:cubicBezTo>
                  <a:cubicBezTo>
                    <a:pt x="2617" y="871"/>
                    <a:pt x="2609" y="878"/>
                    <a:pt x="2617" y="890"/>
                  </a:cubicBezTo>
                  <a:cubicBezTo>
                    <a:pt x="2621" y="936"/>
                    <a:pt x="2616" y="939"/>
                    <a:pt x="2621" y="945"/>
                  </a:cubicBezTo>
                  <a:cubicBezTo>
                    <a:pt x="2630" y="1010"/>
                    <a:pt x="2625" y="1018"/>
                    <a:pt x="2631" y="1029"/>
                  </a:cubicBezTo>
                  <a:close/>
                  <a:moveTo>
                    <a:pt x="2591" y="735"/>
                  </a:moveTo>
                  <a:cubicBezTo>
                    <a:pt x="2597" y="731"/>
                    <a:pt x="2599" y="736"/>
                    <a:pt x="2602" y="739"/>
                  </a:cubicBezTo>
                  <a:cubicBezTo>
                    <a:pt x="2600" y="741"/>
                    <a:pt x="2598" y="742"/>
                    <a:pt x="2596" y="743"/>
                  </a:cubicBezTo>
                  <a:cubicBezTo>
                    <a:pt x="2595" y="740"/>
                    <a:pt x="2593" y="737"/>
                    <a:pt x="2591" y="735"/>
                  </a:cubicBezTo>
                  <a:close/>
                  <a:moveTo>
                    <a:pt x="2629" y="858"/>
                  </a:moveTo>
                  <a:cubicBezTo>
                    <a:pt x="2627" y="862"/>
                    <a:pt x="2630" y="866"/>
                    <a:pt x="2631" y="871"/>
                  </a:cubicBezTo>
                  <a:cubicBezTo>
                    <a:pt x="2634" y="879"/>
                    <a:pt x="2631" y="886"/>
                    <a:pt x="2637" y="895"/>
                  </a:cubicBezTo>
                  <a:cubicBezTo>
                    <a:pt x="2634" y="898"/>
                    <a:pt x="2637" y="903"/>
                    <a:pt x="2638" y="908"/>
                  </a:cubicBezTo>
                  <a:cubicBezTo>
                    <a:pt x="2638" y="911"/>
                    <a:pt x="2641" y="916"/>
                    <a:pt x="2640" y="920"/>
                  </a:cubicBezTo>
                  <a:cubicBezTo>
                    <a:pt x="2645" y="926"/>
                    <a:pt x="2637" y="927"/>
                    <a:pt x="2642" y="933"/>
                  </a:cubicBezTo>
                  <a:cubicBezTo>
                    <a:pt x="2640" y="936"/>
                    <a:pt x="2646" y="941"/>
                    <a:pt x="2642" y="943"/>
                  </a:cubicBezTo>
                  <a:cubicBezTo>
                    <a:pt x="2648" y="947"/>
                    <a:pt x="2638" y="955"/>
                    <a:pt x="2645" y="953"/>
                  </a:cubicBezTo>
                  <a:cubicBezTo>
                    <a:pt x="2646" y="957"/>
                    <a:pt x="2641" y="960"/>
                    <a:pt x="2647" y="966"/>
                  </a:cubicBezTo>
                  <a:cubicBezTo>
                    <a:pt x="2648" y="973"/>
                    <a:pt x="2654" y="982"/>
                    <a:pt x="2649" y="989"/>
                  </a:cubicBezTo>
                  <a:cubicBezTo>
                    <a:pt x="2657" y="1007"/>
                    <a:pt x="2649" y="1020"/>
                    <a:pt x="2658" y="1038"/>
                  </a:cubicBezTo>
                  <a:cubicBezTo>
                    <a:pt x="2657" y="1045"/>
                    <a:pt x="2654" y="1051"/>
                    <a:pt x="2659" y="1059"/>
                  </a:cubicBezTo>
                  <a:cubicBezTo>
                    <a:pt x="2654" y="1065"/>
                    <a:pt x="2660" y="1072"/>
                    <a:pt x="2659" y="1079"/>
                  </a:cubicBezTo>
                  <a:cubicBezTo>
                    <a:pt x="2653" y="1084"/>
                    <a:pt x="2663" y="1094"/>
                    <a:pt x="2657" y="1099"/>
                  </a:cubicBezTo>
                  <a:cubicBezTo>
                    <a:pt x="2661" y="1106"/>
                    <a:pt x="2657" y="1112"/>
                    <a:pt x="2661" y="1119"/>
                  </a:cubicBezTo>
                  <a:cubicBezTo>
                    <a:pt x="2656" y="1121"/>
                    <a:pt x="2654" y="1109"/>
                    <a:pt x="2650" y="1106"/>
                  </a:cubicBezTo>
                  <a:cubicBezTo>
                    <a:pt x="2650" y="1099"/>
                    <a:pt x="2643" y="1091"/>
                    <a:pt x="2644" y="1085"/>
                  </a:cubicBezTo>
                  <a:cubicBezTo>
                    <a:pt x="2641" y="1074"/>
                    <a:pt x="2643" y="1065"/>
                    <a:pt x="2640" y="1054"/>
                  </a:cubicBezTo>
                  <a:cubicBezTo>
                    <a:pt x="2642" y="1049"/>
                    <a:pt x="2641" y="1044"/>
                    <a:pt x="2639" y="1038"/>
                  </a:cubicBezTo>
                  <a:cubicBezTo>
                    <a:pt x="2644" y="1035"/>
                    <a:pt x="2636" y="1028"/>
                    <a:pt x="2639" y="1024"/>
                  </a:cubicBezTo>
                  <a:cubicBezTo>
                    <a:pt x="2637" y="1014"/>
                    <a:pt x="2639" y="1005"/>
                    <a:pt x="2636" y="994"/>
                  </a:cubicBezTo>
                  <a:cubicBezTo>
                    <a:pt x="2639" y="990"/>
                    <a:pt x="2631" y="983"/>
                    <a:pt x="2636" y="980"/>
                  </a:cubicBezTo>
                  <a:cubicBezTo>
                    <a:pt x="2634" y="975"/>
                    <a:pt x="2635" y="970"/>
                    <a:pt x="2630" y="964"/>
                  </a:cubicBezTo>
                  <a:cubicBezTo>
                    <a:pt x="2636" y="961"/>
                    <a:pt x="2632" y="955"/>
                    <a:pt x="2629" y="948"/>
                  </a:cubicBezTo>
                  <a:cubicBezTo>
                    <a:pt x="2636" y="946"/>
                    <a:pt x="2629" y="939"/>
                    <a:pt x="2629" y="935"/>
                  </a:cubicBezTo>
                  <a:cubicBezTo>
                    <a:pt x="2636" y="927"/>
                    <a:pt x="2624" y="915"/>
                    <a:pt x="2630" y="907"/>
                  </a:cubicBezTo>
                  <a:cubicBezTo>
                    <a:pt x="2623" y="900"/>
                    <a:pt x="2629" y="896"/>
                    <a:pt x="2626" y="890"/>
                  </a:cubicBezTo>
                  <a:cubicBezTo>
                    <a:pt x="2624" y="885"/>
                    <a:pt x="2626" y="881"/>
                    <a:pt x="2626" y="876"/>
                  </a:cubicBezTo>
                  <a:cubicBezTo>
                    <a:pt x="2625" y="867"/>
                    <a:pt x="2625" y="857"/>
                    <a:pt x="2623" y="848"/>
                  </a:cubicBezTo>
                  <a:cubicBezTo>
                    <a:pt x="2630" y="846"/>
                    <a:pt x="2626" y="855"/>
                    <a:pt x="2629" y="858"/>
                  </a:cubicBezTo>
                  <a:close/>
                  <a:moveTo>
                    <a:pt x="2614" y="793"/>
                  </a:moveTo>
                  <a:cubicBezTo>
                    <a:pt x="2616" y="798"/>
                    <a:pt x="2615" y="803"/>
                    <a:pt x="2620" y="809"/>
                  </a:cubicBezTo>
                  <a:cubicBezTo>
                    <a:pt x="2615" y="812"/>
                    <a:pt x="2624" y="820"/>
                    <a:pt x="2621" y="825"/>
                  </a:cubicBezTo>
                  <a:cubicBezTo>
                    <a:pt x="2627" y="831"/>
                    <a:pt x="2622" y="834"/>
                    <a:pt x="2627" y="840"/>
                  </a:cubicBezTo>
                  <a:cubicBezTo>
                    <a:pt x="2619" y="846"/>
                    <a:pt x="2622" y="831"/>
                    <a:pt x="2620" y="828"/>
                  </a:cubicBezTo>
                  <a:cubicBezTo>
                    <a:pt x="2616" y="821"/>
                    <a:pt x="2619" y="817"/>
                    <a:pt x="2613" y="810"/>
                  </a:cubicBezTo>
                  <a:cubicBezTo>
                    <a:pt x="2617" y="802"/>
                    <a:pt x="2607" y="790"/>
                    <a:pt x="2607" y="781"/>
                  </a:cubicBezTo>
                  <a:cubicBezTo>
                    <a:pt x="2614" y="779"/>
                    <a:pt x="2611" y="790"/>
                    <a:pt x="2614" y="793"/>
                  </a:cubicBezTo>
                  <a:close/>
                  <a:moveTo>
                    <a:pt x="2692" y="1016"/>
                  </a:moveTo>
                  <a:cubicBezTo>
                    <a:pt x="2688" y="1012"/>
                    <a:pt x="2693" y="1010"/>
                    <a:pt x="2688" y="1005"/>
                  </a:cubicBezTo>
                  <a:cubicBezTo>
                    <a:pt x="2694" y="1001"/>
                    <a:pt x="2687" y="994"/>
                    <a:pt x="2691" y="990"/>
                  </a:cubicBezTo>
                  <a:cubicBezTo>
                    <a:pt x="2693" y="995"/>
                    <a:pt x="2694" y="1000"/>
                    <a:pt x="2690" y="1004"/>
                  </a:cubicBezTo>
                  <a:cubicBezTo>
                    <a:pt x="2695" y="1012"/>
                    <a:pt x="2694" y="1018"/>
                    <a:pt x="2695" y="1026"/>
                  </a:cubicBezTo>
                  <a:cubicBezTo>
                    <a:pt x="2691" y="1026"/>
                    <a:pt x="2694" y="1024"/>
                    <a:pt x="2692" y="1022"/>
                  </a:cubicBezTo>
                  <a:cubicBezTo>
                    <a:pt x="2691" y="1019"/>
                    <a:pt x="2691" y="1018"/>
                    <a:pt x="2692" y="1016"/>
                  </a:cubicBezTo>
                  <a:close/>
                  <a:moveTo>
                    <a:pt x="2695" y="1036"/>
                  </a:moveTo>
                  <a:cubicBezTo>
                    <a:pt x="2698" y="1039"/>
                    <a:pt x="2696" y="1040"/>
                    <a:pt x="2696" y="1042"/>
                  </a:cubicBezTo>
                  <a:cubicBezTo>
                    <a:pt x="2697" y="1051"/>
                    <a:pt x="2689" y="1029"/>
                    <a:pt x="2695" y="1036"/>
                  </a:cubicBezTo>
                  <a:close/>
                  <a:moveTo>
                    <a:pt x="2740" y="1142"/>
                  </a:moveTo>
                  <a:cubicBezTo>
                    <a:pt x="2733" y="1143"/>
                    <a:pt x="2740" y="1138"/>
                    <a:pt x="2738" y="1135"/>
                  </a:cubicBezTo>
                  <a:cubicBezTo>
                    <a:pt x="2735" y="1129"/>
                    <a:pt x="2743" y="1134"/>
                    <a:pt x="2740" y="1142"/>
                  </a:cubicBezTo>
                  <a:close/>
                  <a:moveTo>
                    <a:pt x="2725" y="877"/>
                  </a:moveTo>
                  <a:cubicBezTo>
                    <a:pt x="2724" y="883"/>
                    <a:pt x="2730" y="890"/>
                    <a:pt x="2730" y="896"/>
                  </a:cubicBezTo>
                  <a:cubicBezTo>
                    <a:pt x="2728" y="901"/>
                    <a:pt x="2734" y="909"/>
                    <a:pt x="2732" y="914"/>
                  </a:cubicBezTo>
                  <a:cubicBezTo>
                    <a:pt x="2734" y="918"/>
                    <a:pt x="2734" y="920"/>
                    <a:pt x="2732" y="923"/>
                  </a:cubicBezTo>
                  <a:cubicBezTo>
                    <a:pt x="2736" y="924"/>
                    <a:pt x="2734" y="925"/>
                    <a:pt x="2735" y="929"/>
                  </a:cubicBezTo>
                  <a:cubicBezTo>
                    <a:pt x="2739" y="942"/>
                    <a:pt x="2737" y="954"/>
                    <a:pt x="2740" y="967"/>
                  </a:cubicBezTo>
                  <a:cubicBezTo>
                    <a:pt x="2739" y="972"/>
                    <a:pt x="2741" y="979"/>
                    <a:pt x="2739" y="984"/>
                  </a:cubicBezTo>
                  <a:cubicBezTo>
                    <a:pt x="2743" y="991"/>
                    <a:pt x="2739" y="995"/>
                    <a:pt x="2738" y="1001"/>
                  </a:cubicBezTo>
                  <a:cubicBezTo>
                    <a:pt x="2743" y="1022"/>
                    <a:pt x="2743" y="1042"/>
                    <a:pt x="2743" y="1061"/>
                  </a:cubicBezTo>
                  <a:cubicBezTo>
                    <a:pt x="2740" y="1070"/>
                    <a:pt x="2744" y="1081"/>
                    <a:pt x="2740" y="1090"/>
                  </a:cubicBezTo>
                  <a:cubicBezTo>
                    <a:pt x="2745" y="1102"/>
                    <a:pt x="2738" y="1109"/>
                    <a:pt x="2740" y="1120"/>
                  </a:cubicBezTo>
                  <a:cubicBezTo>
                    <a:pt x="2735" y="1122"/>
                    <a:pt x="2740" y="1113"/>
                    <a:pt x="2738" y="1110"/>
                  </a:cubicBezTo>
                  <a:cubicBezTo>
                    <a:pt x="2738" y="1106"/>
                    <a:pt x="2738" y="1102"/>
                    <a:pt x="2739" y="1099"/>
                  </a:cubicBezTo>
                  <a:cubicBezTo>
                    <a:pt x="2738" y="1091"/>
                    <a:pt x="2737" y="1083"/>
                    <a:pt x="2740" y="1076"/>
                  </a:cubicBezTo>
                  <a:cubicBezTo>
                    <a:pt x="2738" y="1068"/>
                    <a:pt x="2737" y="1059"/>
                    <a:pt x="2737" y="1051"/>
                  </a:cubicBezTo>
                  <a:cubicBezTo>
                    <a:pt x="2739" y="1047"/>
                    <a:pt x="2736" y="1043"/>
                    <a:pt x="2735" y="1038"/>
                  </a:cubicBezTo>
                  <a:cubicBezTo>
                    <a:pt x="2740" y="1036"/>
                    <a:pt x="2734" y="1031"/>
                    <a:pt x="2738" y="1029"/>
                  </a:cubicBezTo>
                  <a:cubicBezTo>
                    <a:pt x="2734" y="1021"/>
                    <a:pt x="2732" y="1013"/>
                    <a:pt x="2733" y="1006"/>
                  </a:cubicBezTo>
                  <a:cubicBezTo>
                    <a:pt x="2732" y="1003"/>
                    <a:pt x="2733" y="1000"/>
                    <a:pt x="2732" y="996"/>
                  </a:cubicBezTo>
                  <a:cubicBezTo>
                    <a:pt x="2735" y="993"/>
                    <a:pt x="2728" y="988"/>
                    <a:pt x="2732" y="985"/>
                  </a:cubicBezTo>
                  <a:cubicBezTo>
                    <a:pt x="2730" y="971"/>
                    <a:pt x="2731" y="958"/>
                    <a:pt x="2727" y="944"/>
                  </a:cubicBezTo>
                  <a:cubicBezTo>
                    <a:pt x="2729" y="917"/>
                    <a:pt x="2713" y="886"/>
                    <a:pt x="2714" y="859"/>
                  </a:cubicBezTo>
                  <a:cubicBezTo>
                    <a:pt x="2721" y="859"/>
                    <a:pt x="2723" y="873"/>
                    <a:pt x="2725" y="877"/>
                  </a:cubicBezTo>
                  <a:close/>
                  <a:moveTo>
                    <a:pt x="2715" y="850"/>
                  </a:moveTo>
                  <a:cubicBezTo>
                    <a:pt x="2708" y="851"/>
                    <a:pt x="2709" y="839"/>
                    <a:pt x="2707" y="836"/>
                  </a:cubicBezTo>
                  <a:cubicBezTo>
                    <a:pt x="2714" y="835"/>
                    <a:pt x="2713" y="846"/>
                    <a:pt x="2715" y="850"/>
                  </a:cubicBezTo>
                  <a:close/>
                  <a:moveTo>
                    <a:pt x="2678" y="805"/>
                  </a:moveTo>
                  <a:cubicBezTo>
                    <a:pt x="2683" y="814"/>
                    <a:pt x="2688" y="822"/>
                    <a:pt x="2692" y="830"/>
                  </a:cubicBezTo>
                  <a:cubicBezTo>
                    <a:pt x="2705" y="870"/>
                    <a:pt x="2702" y="873"/>
                    <a:pt x="2707" y="879"/>
                  </a:cubicBezTo>
                  <a:cubicBezTo>
                    <a:pt x="2714" y="942"/>
                    <a:pt x="2722" y="948"/>
                    <a:pt x="2718" y="952"/>
                  </a:cubicBezTo>
                  <a:cubicBezTo>
                    <a:pt x="2726" y="996"/>
                    <a:pt x="2721" y="997"/>
                    <a:pt x="2722" y="1002"/>
                  </a:cubicBezTo>
                  <a:cubicBezTo>
                    <a:pt x="2723" y="1015"/>
                    <a:pt x="2726" y="1016"/>
                    <a:pt x="2723" y="1018"/>
                  </a:cubicBezTo>
                  <a:cubicBezTo>
                    <a:pt x="2730" y="1082"/>
                    <a:pt x="2729" y="1091"/>
                    <a:pt x="2729" y="1099"/>
                  </a:cubicBezTo>
                  <a:cubicBezTo>
                    <a:pt x="2728" y="1196"/>
                    <a:pt x="2724" y="1213"/>
                    <a:pt x="2721" y="1229"/>
                  </a:cubicBezTo>
                  <a:cubicBezTo>
                    <a:pt x="2719" y="1275"/>
                    <a:pt x="2710" y="1276"/>
                    <a:pt x="2715" y="1282"/>
                  </a:cubicBezTo>
                  <a:cubicBezTo>
                    <a:pt x="2714" y="1269"/>
                    <a:pt x="2711" y="1265"/>
                    <a:pt x="2713" y="1264"/>
                  </a:cubicBezTo>
                  <a:cubicBezTo>
                    <a:pt x="2713" y="1249"/>
                    <a:pt x="2714" y="1247"/>
                    <a:pt x="2713" y="1245"/>
                  </a:cubicBezTo>
                  <a:cubicBezTo>
                    <a:pt x="2716" y="1215"/>
                    <a:pt x="2713" y="1209"/>
                    <a:pt x="2715" y="1205"/>
                  </a:cubicBezTo>
                  <a:cubicBezTo>
                    <a:pt x="2714" y="1144"/>
                    <a:pt x="2713" y="1135"/>
                    <a:pt x="2714" y="1127"/>
                  </a:cubicBezTo>
                  <a:cubicBezTo>
                    <a:pt x="2711" y="1080"/>
                    <a:pt x="2716" y="1077"/>
                    <a:pt x="2710" y="1072"/>
                  </a:cubicBezTo>
                  <a:cubicBezTo>
                    <a:pt x="2705" y="1026"/>
                    <a:pt x="2702" y="1021"/>
                    <a:pt x="2704" y="1018"/>
                  </a:cubicBezTo>
                  <a:cubicBezTo>
                    <a:pt x="2697" y="927"/>
                    <a:pt x="2687" y="916"/>
                    <a:pt x="2690" y="908"/>
                  </a:cubicBezTo>
                  <a:cubicBezTo>
                    <a:pt x="2688" y="861"/>
                    <a:pt x="2674" y="853"/>
                    <a:pt x="2680" y="851"/>
                  </a:cubicBezTo>
                  <a:close/>
                  <a:moveTo>
                    <a:pt x="2674" y="865"/>
                  </a:moveTo>
                  <a:cubicBezTo>
                    <a:pt x="2673" y="871"/>
                    <a:pt x="2672" y="876"/>
                    <a:pt x="2676" y="883"/>
                  </a:cubicBezTo>
                  <a:cubicBezTo>
                    <a:pt x="2674" y="888"/>
                    <a:pt x="2679" y="894"/>
                    <a:pt x="2677" y="899"/>
                  </a:cubicBezTo>
                  <a:cubicBezTo>
                    <a:pt x="2677" y="904"/>
                    <a:pt x="2680" y="910"/>
                    <a:pt x="2681" y="916"/>
                  </a:cubicBezTo>
                  <a:cubicBezTo>
                    <a:pt x="2679" y="920"/>
                    <a:pt x="2684" y="927"/>
                    <a:pt x="2682" y="932"/>
                  </a:cubicBezTo>
                  <a:cubicBezTo>
                    <a:pt x="2689" y="939"/>
                    <a:pt x="2676" y="936"/>
                    <a:pt x="2682" y="932"/>
                  </a:cubicBezTo>
                  <a:cubicBezTo>
                    <a:pt x="2680" y="928"/>
                    <a:pt x="2677" y="923"/>
                    <a:pt x="2675" y="919"/>
                  </a:cubicBezTo>
                  <a:cubicBezTo>
                    <a:pt x="2679" y="915"/>
                    <a:pt x="2672" y="907"/>
                    <a:pt x="2673" y="901"/>
                  </a:cubicBezTo>
                  <a:cubicBezTo>
                    <a:pt x="2676" y="896"/>
                    <a:pt x="2672" y="890"/>
                    <a:pt x="2671" y="883"/>
                  </a:cubicBezTo>
                  <a:cubicBezTo>
                    <a:pt x="2670" y="877"/>
                    <a:pt x="2665" y="870"/>
                    <a:pt x="2666" y="865"/>
                  </a:cubicBezTo>
                  <a:cubicBezTo>
                    <a:pt x="2662" y="861"/>
                    <a:pt x="2664" y="858"/>
                    <a:pt x="2663" y="855"/>
                  </a:cubicBezTo>
                  <a:cubicBezTo>
                    <a:pt x="2661" y="852"/>
                    <a:pt x="2659" y="850"/>
                    <a:pt x="2662" y="848"/>
                  </a:cubicBezTo>
                  <a:cubicBezTo>
                    <a:pt x="2656" y="837"/>
                    <a:pt x="2657" y="821"/>
                    <a:pt x="2648" y="815"/>
                  </a:cubicBezTo>
                  <a:cubicBezTo>
                    <a:pt x="2650" y="812"/>
                    <a:pt x="2647" y="808"/>
                    <a:pt x="2645" y="805"/>
                  </a:cubicBezTo>
                  <a:cubicBezTo>
                    <a:pt x="2643" y="802"/>
                    <a:pt x="2645" y="799"/>
                    <a:pt x="2643" y="796"/>
                  </a:cubicBezTo>
                  <a:cubicBezTo>
                    <a:pt x="2643" y="791"/>
                    <a:pt x="2634" y="783"/>
                    <a:pt x="2642" y="780"/>
                  </a:cubicBezTo>
                  <a:cubicBezTo>
                    <a:pt x="2662" y="811"/>
                    <a:pt x="2661" y="836"/>
                    <a:pt x="2674" y="865"/>
                  </a:cubicBezTo>
                  <a:close/>
                  <a:moveTo>
                    <a:pt x="2631" y="742"/>
                  </a:moveTo>
                  <a:cubicBezTo>
                    <a:pt x="2623" y="732"/>
                    <a:pt x="2611" y="734"/>
                    <a:pt x="2603" y="726"/>
                  </a:cubicBezTo>
                  <a:cubicBezTo>
                    <a:pt x="2594" y="718"/>
                    <a:pt x="2585" y="709"/>
                    <a:pt x="2575" y="706"/>
                  </a:cubicBezTo>
                  <a:cubicBezTo>
                    <a:pt x="2572" y="701"/>
                    <a:pt x="2582" y="702"/>
                    <a:pt x="2582" y="704"/>
                  </a:cubicBezTo>
                  <a:cubicBezTo>
                    <a:pt x="2585" y="704"/>
                    <a:pt x="2588" y="705"/>
                    <a:pt x="2590" y="708"/>
                  </a:cubicBezTo>
                  <a:cubicBezTo>
                    <a:pt x="2596" y="708"/>
                    <a:pt x="2601" y="713"/>
                    <a:pt x="2607" y="715"/>
                  </a:cubicBezTo>
                  <a:cubicBezTo>
                    <a:pt x="2618" y="721"/>
                    <a:pt x="2630" y="722"/>
                    <a:pt x="2640" y="729"/>
                  </a:cubicBezTo>
                  <a:cubicBezTo>
                    <a:pt x="2651" y="732"/>
                    <a:pt x="2662" y="739"/>
                    <a:pt x="2674" y="740"/>
                  </a:cubicBezTo>
                  <a:cubicBezTo>
                    <a:pt x="2678" y="748"/>
                    <a:pt x="2686" y="741"/>
                    <a:pt x="2690" y="749"/>
                  </a:cubicBezTo>
                  <a:cubicBezTo>
                    <a:pt x="2697" y="747"/>
                    <a:pt x="2700" y="756"/>
                    <a:pt x="2706" y="754"/>
                  </a:cubicBezTo>
                  <a:cubicBezTo>
                    <a:pt x="2716" y="764"/>
                    <a:pt x="2730" y="762"/>
                    <a:pt x="2740" y="770"/>
                  </a:cubicBezTo>
                  <a:cubicBezTo>
                    <a:pt x="2745" y="776"/>
                    <a:pt x="2752" y="772"/>
                    <a:pt x="2757" y="780"/>
                  </a:cubicBezTo>
                  <a:cubicBezTo>
                    <a:pt x="2762" y="780"/>
                    <a:pt x="2767" y="783"/>
                    <a:pt x="2772" y="787"/>
                  </a:cubicBezTo>
                  <a:cubicBezTo>
                    <a:pt x="2783" y="791"/>
                    <a:pt x="2793" y="798"/>
                    <a:pt x="2804" y="805"/>
                  </a:cubicBezTo>
                  <a:cubicBezTo>
                    <a:pt x="2808" y="813"/>
                    <a:pt x="2816" y="808"/>
                    <a:pt x="2819" y="818"/>
                  </a:cubicBezTo>
                  <a:cubicBezTo>
                    <a:pt x="2825" y="817"/>
                    <a:pt x="2829" y="826"/>
                    <a:pt x="2835" y="825"/>
                  </a:cubicBezTo>
                  <a:cubicBezTo>
                    <a:pt x="2836" y="827"/>
                    <a:pt x="2837" y="830"/>
                    <a:pt x="2838" y="832"/>
                  </a:cubicBezTo>
                  <a:cubicBezTo>
                    <a:pt x="2828" y="830"/>
                    <a:pt x="2819" y="823"/>
                    <a:pt x="2809" y="818"/>
                  </a:cubicBezTo>
                  <a:cubicBezTo>
                    <a:pt x="2799" y="814"/>
                    <a:pt x="2789" y="809"/>
                    <a:pt x="2779" y="805"/>
                  </a:cubicBezTo>
                  <a:cubicBezTo>
                    <a:pt x="2775" y="800"/>
                    <a:pt x="2769" y="801"/>
                    <a:pt x="2764" y="797"/>
                  </a:cubicBezTo>
                  <a:cubicBezTo>
                    <a:pt x="2761" y="798"/>
                    <a:pt x="2758" y="797"/>
                    <a:pt x="2756" y="794"/>
                  </a:cubicBezTo>
                  <a:cubicBezTo>
                    <a:pt x="2753" y="796"/>
                    <a:pt x="2752" y="794"/>
                    <a:pt x="2750" y="792"/>
                  </a:cubicBezTo>
                  <a:cubicBezTo>
                    <a:pt x="2743" y="796"/>
                    <a:pt x="2741" y="786"/>
                    <a:pt x="2735" y="790"/>
                  </a:cubicBezTo>
                  <a:cubicBezTo>
                    <a:pt x="2733" y="784"/>
                    <a:pt x="2729" y="789"/>
                    <a:pt x="2727" y="786"/>
                  </a:cubicBezTo>
                  <a:cubicBezTo>
                    <a:pt x="2725" y="785"/>
                    <a:pt x="2723" y="784"/>
                    <a:pt x="2722" y="781"/>
                  </a:cubicBezTo>
                  <a:cubicBezTo>
                    <a:pt x="2716" y="779"/>
                    <a:pt x="2710" y="780"/>
                    <a:pt x="2705" y="776"/>
                  </a:cubicBezTo>
                  <a:cubicBezTo>
                    <a:pt x="2700" y="777"/>
                    <a:pt x="2697" y="769"/>
                    <a:pt x="2690" y="774"/>
                  </a:cubicBezTo>
                  <a:cubicBezTo>
                    <a:pt x="2682" y="763"/>
                    <a:pt x="2670" y="762"/>
                    <a:pt x="2661" y="755"/>
                  </a:cubicBezTo>
                  <a:cubicBezTo>
                    <a:pt x="2650" y="755"/>
                    <a:pt x="2642" y="744"/>
                    <a:pt x="2631" y="742"/>
                  </a:cubicBezTo>
                  <a:close/>
                  <a:moveTo>
                    <a:pt x="985" y="2124"/>
                  </a:moveTo>
                  <a:cubicBezTo>
                    <a:pt x="986" y="2118"/>
                    <a:pt x="995" y="2120"/>
                    <a:pt x="996" y="2116"/>
                  </a:cubicBezTo>
                  <a:cubicBezTo>
                    <a:pt x="1027" y="2086"/>
                    <a:pt x="1036" y="2088"/>
                    <a:pt x="1038" y="2083"/>
                  </a:cubicBezTo>
                  <a:cubicBezTo>
                    <a:pt x="1056" y="2059"/>
                    <a:pt x="1063" y="2060"/>
                    <a:pt x="1064" y="2055"/>
                  </a:cubicBezTo>
                  <a:cubicBezTo>
                    <a:pt x="1084" y="2035"/>
                    <a:pt x="1086" y="2034"/>
                    <a:pt x="1088" y="2033"/>
                  </a:cubicBezTo>
                  <a:cubicBezTo>
                    <a:pt x="1106" y="2016"/>
                    <a:pt x="1108" y="2004"/>
                    <a:pt x="1103" y="2002"/>
                  </a:cubicBezTo>
                  <a:cubicBezTo>
                    <a:pt x="1060" y="2053"/>
                    <a:pt x="1056" y="2055"/>
                    <a:pt x="1055" y="2059"/>
                  </a:cubicBezTo>
                  <a:cubicBezTo>
                    <a:pt x="1043" y="2067"/>
                    <a:pt x="1040" y="2069"/>
                    <a:pt x="1040" y="2074"/>
                  </a:cubicBezTo>
                  <a:cubicBezTo>
                    <a:pt x="1017" y="2087"/>
                    <a:pt x="1016" y="2091"/>
                    <a:pt x="1014" y="2094"/>
                  </a:cubicBezTo>
                  <a:cubicBezTo>
                    <a:pt x="991" y="2110"/>
                    <a:pt x="989" y="2112"/>
                    <a:pt x="988" y="2113"/>
                  </a:cubicBezTo>
                  <a:cubicBezTo>
                    <a:pt x="937" y="2158"/>
                    <a:pt x="936" y="2159"/>
                    <a:pt x="935" y="2160"/>
                  </a:cubicBezTo>
                  <a:cubicBezTo>
                    <a:pt x="954" y="2154"/>
                    <a:pt x="956" y="2153"/>
                    <a:pt x="959" y="2153"/>
                  </a:cubicBezTo>
                  <a:cubicBezTo>
                    <a:pt x="976" y="2127"/>
                    <a:pt x="983" y="2128"/>
                    <a:pt x="985" y="2124"/>
                  </a:cubicBezTo>
                  <a:close/>
                  <a:moveTo>
                    <a:pt x="746" y="2098"/>
                  </a:moveTo>
                  <a:cubicBezTo>
                    <a:pt x="744" y="2095"/>
                    <a:pt x="748" y="2087"/>
                    <a:pt x="743" y="2087"/>
                  </a:cubicBezTo>
                  <a:cubicBezTo>
                    <a:pt x="732" y="2038"/>
                    <a:pt x="727" y="2034"/>
                    <a:pt x="728" y="2024"/>
                  </a:cubicBezTo>
                  <a:cubicBezTo>
                    <a:pt x="704" y="1980"/>
                    <a:pt x="703" y="1964"/>
                    <a:pt x="695" y="1954"/>
                  </a:cubicBezTo>
                  <a:cubicBezTo>
                    <a:pt x="684" y="1924"/>
                    <a:pt x="679" y="1925"/>
                    <a:pt x="680" y="1919"/>
                  </a:cubicBezTo>
                  <a:cubicBezTo>
                    <a:pt x="667" y="1889"/>
                    <a:pt x="666" y="1886"/>
                    <a:pt x="663" y="1885"/>
                  </a:cubicBezTo>
                  <a:cubicBezTo>
                    <a:pt x="646" y="1843"/>
                    <a:pt x="637" y="1843"/>
                    <a:pt x="637" y="1834"/>
                  </a:cubicBezTo>
                  <a:cubicBezTo>
                    <a:pt x="597" y="1780"/>
                    <a:pt x="590" y="1770"/>
                    <a:pt x="582" y="1760"/>
                  </a:cubicBezTo>
                  <a:cubicBezTo>
                    <a:pt x="606" y="1802"/>
                    <a:pt x="610" y="1808"/>
                    <a:pt x="615" y="1813"/>
                  </a:cubicBezTo>
                  <a:cubicBezTo>
                    <a:pt x="624" y="1836"/>
                    <a:pt x="630" y="1834"/>
                    <a:pt x="630" y="1839"/>
                  </a:cubicBezTo>
                  <a:cubicBezTo>
                    <a:pt x="640" y="1858"/>
                    <a:pt x="643" y="1859"/>
                    <a:pt x="643" y="1865"/>
                  </a:cubicBezTo>
                  <a:cubicBezTo>
                    <a:pt x="661" y="1895"/>
                    <a:pt x="663" y="1899"/>
                    <a:pt x="665" y="1902"/>
                  </a:cubicBezTo>
                  <a:cubicBezTo>
                    <a:pt x="686" y="1947"/>
                    <a:pt x="686" y="1955"/>
                    <a:pt x="689" y="1959"/>
                  </a:cubicBezTo>
                  <a:cubicBezTo>
                    <a:pt x="717" y="2040"/>
                    <a:pt x="723" y="2041"/>
                    <a:pt x="724" y="2048"/>
                  </a:cubicBezTo>
                  <a:cubicBezTo>
                    <a:pt x="744" y="2114"/>
                    <a:pt x="744" y="2117"/>
                    <a:pt x="743" y="2120"/>
                  </a:cubicBezTo>
                  <a:cubicBezTo>
                    <a:pt x="745" y="2128"/>
                    <a:pt x="736" y="2118"/>
                    <a:pt x="732" y="2103"/>
                  </a:cubicBezTo>
                  <a:cubicBezTo>
                    <a:pt x="720" y="2077"/>
                    <a:pt x="717" y="2071"/>
                    <a:pt x="713" y="2065"/>
                  </a:cubicBezTo>
                  <a:cubicBezTo>
                    <a:pt x="702" y="2038"/>
                    <a:pt x="700" y="2032"/>
                    <a:pt x="693" y="2028"/>
                  </a:cubicBezTo>
                  <a:cubicBezTo>
                    <a:pt x="672" y="1982"/>
                    <a:pt x="670" y="1974"/>
                    <a:pt x="665" y="1970"/>
                  </a:cubicBezTo>
                  <a:cubicBezTo>
                    <a:pt x="642" y="1931"/>
                    <a:pt x="641" y="1928"/>
                    <a:pt x="641" y="1924"/>
                  </a:cubicBezTo>
                  <a:cubicBezTo>
                    <a:pt x="624" y="1887"/>
                    <a:pt x="615" y="1887"/>
                    <a:pt x="615" y="1878"/>
                  </a:cubicBezTo>
                  <a:cubicBezTo>
                    <a:pt x="601" y="1845"/>
                    <a:pt x="594" y="1840"/>
                    <a:pt x="593" y="1845"/>
                  </a:cubicBezTo>
                  <a:cubicBezTo>
                    <a:pt x="609" y="1873"/>
                    <a:pt x="611" y="1884"/>
                    <a:pt x="617" y="1891"/>
                  </a:cubicBezTo>
                  <a:cubicBezTo>
                    <a:pt x="639" y="1935"/>
                    <a:pt x="641" y="1939"/>
                    <a:pt x="643" y="1943"/>
                  </a:cubicBezTo>
                  <a:cubicBezTo>
                    <a:pt x="659" y="1974"/>
                    <a:pt x="660" y="1973"/>
                    <a:pt x="661" y="1974"/>
                  </a:cubicBezTo>
                  <a:cubicBezTo>
                    <a:pt x="676" y="2009"/>
                    <a:pt x="680" y="2011"/>
                    <a:pt x="680" y="2018"/>
                  </a:cubicBezTo>
                  <a:cubicBezTo>
                    <a:pt x="696" y="2056"/>
                    <a:pt x="701" y="2058"/>
                    <a:pt x="704" y="2061"/>
                  </a:cubicBezTo>
                  <a:cubicBezTo>
                    <a:pt x="735" y="2136"/>
                    <a:pt x="741" y="2138"/>
                    <a:pt x="741" y="2146"/>
                  </a:cubicBezTo>
                  <a:cubicBezTo>
                    <a:pt x="759" y="2141"/>
                    <a:pt x="755" y="2123"/>
                    <a:pt x="750" y="2105"/>
                  </a:cubicBezTo>
                  <a:close/>
                  <a:moveTo>
                    <a:pt x="656" y="2155"/>
                  </a:moveTo>
                  <a:cubicBezTo>
                    <a:pt x="656" y="2151"/>
                    <a:pt x="655" y="2149"/>
                    <a:pt x="652" y="2148"/>
                  </a:cubicBezTo>
                  <a:cubicBezTo>
                    <a:pt x="655" y="2141"/>
                    <a:pt x="645" y="2147"/>
                    <a:pt x="647" y="2140"/>
                  </a:cubicBezTo>
                  <a:cubicBezTo>
                    <a:pt x="642" y="2137"/>
                    <a:pt x="641" y="2128"/>
                    <a:pt x="634" y="2127"/>
                  </a:cubicBezTo>
                  <a:cubicBezTo>
                    <a:pt x="631" y="2113"/>
                    <a:pt x="621" y="2105"/>
                    <a:pt x="613" y="2096"/>
                  </a:cubicBezTo>
                  <a:cubicBezTo>
                    <a:pt x="611" y="2106"/>
                    <a:pt x="620" y="2105"/>
                    <a:pt x="621" y="2111"/>
                  </a:cubicBezTo>
                  <a:cubicBezTo>
                    <a:pt x="622" y="2118"/>
                    <a:pt x="630" y="2119"/>
                    <a:pt x="630" y="2127"/>
                  </a:cubicBezTo>
                  <a:cubicBezTo>
                    <a:pt x="639" y="2135"/>
                    <a:pt x="644" y="2146"/>
                    <a:pt x="652" y="2155"/>
                  </a:cubicBezTo>
                  <a:cubicBezTo>
                    <a:pt x="653" y="2156"/>
                    <a:pt x="654" y="2158"/>
                    <a:pt x="655" y="2160"/>
                  </a:cubicBezTo>
                  <a:cubicBezTo>
                    <a:pt x="660" y="2160"/>
                    <a:pt x="660" y="2160"/>
                    <a:pt x="660" y="2160"/>
                  </a:cubicBezTo>
                  <a:cubicBezTo>
                    <a:pt x="659" y="2158"/>
                    <a:pt x="660" y="2154"/>
                    <a:pt x="656" y="2155"/>
                  </a:cubicBezTo>
                  <a:close/>
                  <a:moveTo>
                    <a:pt x="689" y="2089"/>
                  </a:moveTo>
                  <a:cubicBezTo>
                    <a:pt x="686" y="2079"/>
                    <a:pt x="680" y="2072"/>
                    <a:pt x="676" y="2063"/>
                  </a:cubicBezTo>
                  <a:cubicBezTo>
                    <a:pt x="645" y="2009"/>
                    <a:pt x="643" y="2004"/>
                    <a:pt x="639" y="2002"/>
                  </a:cubicBezTo>
                  <a:cubicBezTo>
                    <a:pt x="626" y="1967"/>
                    <a:pt x="626" y="1961"/>
                    <a:pt x="623" y="1956"/>
                  </a:cubicBezTo>
                  <a:cubicBezTo>
                    <a:pt x="609" y="1906"/>
                    <a:pt x="606" y="1902"/>
                    <a:pt x="606" y="1895"/>
                  </a:cubicBezTo>
                  <a:cubicBezTo>
                    <a:pt x="597" y="1885"/>
                    <a:pt x="604" y="1900"/>
                    <a:pt x="606" y="1919"/>
                  </a:cubicBezTo>
                  <a:cubicBezTo>
                    <a:pt x="623" y="2003"/>
                    <a:pt x="628" y="2018"/>
                    <a:pt x="632" y="2033"/>
                  </a:cubicBezTo>
                  <a:cubicBezTo>
                    <a:pt x="642" y="2064"/>
                    <a:pt x="645" y="2071"/>
                    <a:pt x="650" y="2076"/>
                  </a:cubicBezTo>
                  <a:cubicBezTo>
                    <a:pt x="695" y="2160"/>
                    <a:pt x="695" y="2160"/>
                    <a:pt x="695" y="2160"/>
                  </a:cubicBezTo>
                  <a:cubicBezTo>
                    <a:pt x="691" y="2151"/>
                    <a:pt x="687" y="2149"/>
                    <a:pt x="687" y="2142"/>
                  </a:cubicBezTo>
                  <a:cubicBezTo>
                    <a:pt x="663" y="2092"/>
                    <a:pt x="652" y="2073"/>
                    <a:pt x="645" y="2050"/>
                  </a:cubicBezTo>
                  <a:cubicBezTo>
                    <a:pt x="631" y="2004"/>
                    <a:pt x="624" y="1996"/>
                    <a:pt x="623" y="1983"/>
                  </a:cubicBezTo>
                  <a:cubicBezTo>
                    <a:pt x="652" y="2041"/>
                    <a:pt x="656" y="2044"/>
                    <a:pt x="658" y="2050"/>
                  </a:cubicBezTo>
                  <a:cubicBezTo>
                    <a:pt x="678" y="2091"/>
                    <a:pt x="685" y="2094"/>
                    <a:pt x="687" y="2100"/>
                  </a:cubicBezTo>
                  <a:cubicBezTo>
                    <a:pt x="721" y="2147"/>
                    <a:pt x="713" y="2159"/>
                    <a:pt x="719" y="2157"/>
                  </a:cubicBezTo>
                  <a:cubicBezTo>
                    <a:pt x="725" y="2147"/>
                    <a:pt x="717" y="2136"/>
                    <a:pt x="711" y="2124"/>
                  </a:cubicBezTo>
                  <a:close/>
                  <a:moveTo>
                    <a:pt x="946" y="2127"/>
                  </a:moveTo>
                  <a:cubicBezTo>
                    <a:pt x="948" y="2124"/>
                    <a:pt x="951" y="2122"/>
                    <a:pt x="953" y="2120"/>
                  </a:cubicBezTo>
                  <a:cubicBezTo>
                    <a:pt x="989" y="2078"/>
                    <a:pt x="993" y="2073"/>
                    <a:pt x="998" y="2070"/>
                  </a:cubicBezTo>
                  <a:cubicBezTo>
                    <a:pt x="1017" y="2051"/>
                    <a:pt x="1021" y="2047"/>
                    <a:pt x="1025" y="2042"/>
                  </a:cubicBezTo>
                  <a:cubicBezTo>
                    <a:pt x="1051" y="2022"/>
                    <a:pt x="1053" y="2020"/>
                    <a:pt x="1053" y="2015"/>
                  </a:cubicBezTo>
                  <a:cubicBezTo>
                    <a:pt x="1056" y="2009"/>
                    <a:pt x="1049" y="2017"/>
                    <a:pt x="1040" y="2022"/>
                  </a:cubicBezTo>
                  <a:cubicBezTo>
                    <a:pt x="1018" y="2037"/>
                    <a:pt x="1021" y="2044"/>
                    <a:pt x="1016" y="2044"/>
                  </a:cubicBezTo>
                  <a:cubicBezTo>
                    <a:pt x="985" y="2074"/>
                    <a:pt x="976" y="2080"/>
                    <a:pt x="968" y="2087"/>
                  </a:cubicBezTo>
                  <a:cubicBezTo>
                    <a:pt x="939" y="2121"/>
                    <a:pt x="936" y="2123"/>
                    <a:pt x="935" y="2127"/>
                  </a:cubicBezTo>
                  <a:cubicBezTo>
                    <a:pt x="926" y="2135"/>
                    <a:pt x="926" y="2137"/>
                    <a:pt x="924" y="2137"/>
                  </a:cubicBezTo>
                  <a:cubicBezTo>
                    <a:pt x="908" y="2150"/>
                    <a:pt x="911" y="2157"/>
                    <a:pt x="907" y="2157"/>
                  </a:cubicBezTo>
                  <a:cubicBezTo>
                    <a:pt x="922" y="2153"/>
                    <a:pt x="928" y="2147"/>
                    <a:pt x="935" y="2142"/>
                  </a:cubicBezTo>
                  <a:close/>
                  <a:moveTo>
                    <a:pt x="876" y="2120"/>
                  </a:moveTo>
                  <a:cubicBezTo>
                    <a:pt x="877" y="2117"/>
                    <a:pt x="880" y="2116"/>
                    <a:pt x="881" y="2113"/>
                  </a:cubicBezTo>
                  <a:cubicBezTo>
                    <a:pt x="915" y="2079"/>
                    <a:pt x="914" y="2071"/>
                    <a:pt x="920" y="2070"/>
                  </a:cubicBezTo>
                  <a:cubicBezTo>
                    <a:pt x="941" y="2052"/>
                    <a:pt x="939" y="2047"/>
                    <a:pt x="944" y="2048"/>
                  </a:cubicBezTo>
                  <a:cubicBezTo>
                    <a:pt x="970" y="2020"/>
                    <a:pt x="985" y="2004"/>
                    <a:pt x="1001" y="1989"/>
                  </a:cubicBezTo>
                  <a:cubicBezTo>
                    <a:pt x="1026" y="1961"/>
                    <a:pt x="1032" y="1960"/>
                    <a:pt x="1033" y="1954"/>
                  </a:cubicBezTo>
                  <a:cubicBezTo>
                    <a:pt x="1067" y="1910"/>
                    <a:pt x="1068" y="1903"/>
                    <a:pt x="1070" y="1898"/>
                  </a:cubicBezTo>
                  <a:cubicBezTo>
                    <a:pt x="1073" y="1880"/>
                    <a:pt x="1072" y="1882"/>
                    <a:pt x="1073" y="1887"/>
                  </a:cubicBezTo>
                  <a:cubicBezTo>
                    <a:pt x="1054" y="1919"/>
                    <a:pt x="1044" y="1925"/>
                    <a:pt x="1040" y="1937"/>
                  </a:cubicBezTo>
                  <a:cubicBezTo>
                    <a:pt x="1004" y="1977"/>
                    <a:pt x="995" y="1976"/>
                    <a:pt x="994" y="1983"/>
                  </a:cubicBezTo>
                  <a:cubicBezTo>
                    <a:pt x="979" y="2005"/>
                    <a:pt x="970" y="2000"/>
                    <a:pt x="972" y="2007"/>
                  </a:cubicBezTo>
                  <a:cubicBezTo>
                    <a:pt x="935" y="2046"/>
                    <a:pt x="916" y="2057"/>
                    <a:pt x="903" y="2074"/>
                  </a:cubicBezTo>
                  <a:cubicBezTo>
                    <a:pt x="880" y="2101"/>
                    <a:pt x="878" y="2103"/>
                    <a:pt x="876" y="2105"/>
                  </a:cubicBezTo>
                  <a:cubicBezTo>
                    <a:pt x="859" y="2128"/>
                    <a:pt x="857" y="2130"/>
                    <a:pt x="855" y="2131"/>
                  </a:cubicBezTo>
                  <a:cubicBezTo>
                    <a:pt x="845" y="2152"/>
                    <a:pt x="839" y="2150"/>
                    <a:pt x="842" y="2157"/>
                  </a:cubicBezTo>
                  <a:cubicBezTo>
                    <a:pt x="856" y="2151"/>
                    <a:pt x="861" y="2142"/>
                    <a:pt x="865" y="2131"/>
                  </a:cubicBezTo>
                  <a:close/>
                  <a:moveTo>
                    <a:pt x="846" y="2120"/>
                  </a:moveTo>
                  <a:cubicBezTo>
                    <a:pt x="847" y="2115"/>
                    <a:pt x="851" y="2112"/>
                    <a:pt x="855" y="2109"/>
                  </a:cubicBezTo>
                  <a:cubicBezTo>
                    <a:pt x="886" y="2075"/>
                    <a:pt x="886" y="2069"/>
                    <a:pt x="889" y="2065"/>
                  </a:cubicBezTo>
                  <a:cubicBezTo>
                    <a:pt x="919" y="2042"/>
                    <a:pt x="922" y="2031"/>
                    <a:pt x="931" y="2026"/>
                  </a:cubicBezTo>
                  <a:cubicBezTo>
                    <a:pt x="951" y="2004"/>
                    <a:pt x="954" y="2005"/>
                    <a:pt x="955" y="2002"/>
                  </a:cubicBezTo>
                  <a:cubicBezTo>
                    <a:pt x="973" y="1987"/>
                    <a:pt x="975" y="1986"/>
                    <a:pt x="977" y="1985"/>
                  </a:cubicBezTo>
                  <a:cubicBezTo>
                    <a:pt x="989" y="1974"/>
                    <a:pt x="987" y="1968"/>
                    <a:pt x="992" y="1970"/>
                  </a:cubicBezTo>
                  <a:cubicBezTo>
                    <a:pt x="1023" y="1936"/>
                    <a:pt x="1024" y="1934"/>
                    <a:pt x="1025" y="1932"/>
                  </a:cubicBezTo>
                  <a:cubicBezTo>
                    <a:pt x="1041" y="1912"/>
                    <a:pt x="1046" y="1911"/>
                    <a:pt x="1046" y="1904"/>
                  </a:cubicBezTo>
                  <a:cubicBezTo>
                    <a:pt x="1077" y="1849"/>
                    <a:pt x="1083" y="1847"/>
                    <a:pt x="1079" y="1843"/>
                  </a:cubicBezTo>
                  <a:cubicBezTo>
                    <a:pt x="1092" y="1818"/>
                    <a:pt x="1093" y="1814"/>
                    <a:pt x="1097" y="1813"/>
                  </a:cubicBezTo>
                  <a:cubicBezTo>
                    <a:pt x="1073" y="1838"/>
                    <a:pt x="1078" y="1852"/>
                    <a:pt x="1070" y="1854"/>
                  </a:cubicBezTo>
                  <a:cubicBezTo>
                    <a:pt x="1058" y="1881"/>
                    <a:pt x="1053" y="1886"/>
                    <a:pt x="1049" y="1891"/>
                  </a:cubicBezTo>
                  <a:cubicBezTo>
                    <a:pt x="1031" y="1911"/>
                    <a:pt x="1028" y="1917"/>
                    <a:pt x="1025" y="1922"/>
                  </a:cubicBezTo>
                  <a:cubicBezTo>
                    <a:pt x="1002" y="1942"/>
                    <a:pt x="996" y="1952"/>
                    <a:pt x="988" y="1961"/>
                  </a:cubicBezTo>
                  <a:cubicBezTo>
                    <a:pt x="950" y="1987"/>
                    <a:pt x="954" y="1996"/>
                    <a:pt x="948" y="1996"/>
                  </a:cubicBezTo>
                  <a:cubicBezTo>
                    <a:pt x="931" y="2014"/>
                    <a:pt x="927" y="2015"/>
                    <a:pt x="924" y="2018"/>
                  </a:cubicBezTo>
                  <a:cubicBezTo>
                    <a:pt x="898" y="2042"/>
                    <a:pt x="898" y="2047"/>
                    <a:pt x="894" y="2048"/>
                  </a:cubicBezTo>
                  <a:cubicBezTo>
                    <a:pt x="874" y="2069"/>
                    <a:pt x="869" y="2074"/>
                    <a:pt x="863" y="2079"/>
                  </a:cubicBezTo>
                  <a:cubicBezTo>
                    <a:pt x="841" y="2112"/>
                    <a:pt x="839" y="2113"/>
                    <a:pt x="837" y="2113"/>
                  </a:cubicBezTo>
                  <a:cubicBezTo>
                    <a:pt x="841" y="2103"/>
                    <a:pt x="841" y="2097"/>
                    <a:pt x="844" y="2094"/>
                  </a:cubicBezTo>
                  <a:cubicBezTo>
                    <a:pt x="869" y="2063"/>
                    <a:pt x="869" y="2057"/>
                    <a:pt x="872" y="2055"/>
                  </a:cubicBezTo>
                  <a:cubicBezTo>
                    <a:pt x="906" y="2008"/>
                    <a:pt x="929" y="1985"/>
                    <a:pt x="953" y="1963"/>
                  </a:cubicBezTo>
                  <a:cubicBezTo>
                    <a:pt x="978" y="1931"/>
                    <a:pt x="981" y="1929"/>
                    <a:pt x="981" y="1924"/>
                  </a:cubicBezTo>
                  <a:cubicBezTo>
                    <a:pt x="1007" y="1897"/>
                    <a:pt x="1007" y="1892"/>
                    <a:pt x="1012" y="1891"/>
                  </a:cubicBezTo>
                  <a:cubicBezTo>
                    <a:pt x="1021" y="1878"/>
                    <a:pt x="1022" y="1874"/>
                    <a:pt x="1025" y="1871"/>
                  </a:cubicBezTo>
                  <a:cubicBezTo>
                    <a:pt x="1016" y="1876"/>
                    <a:pt x="1013" y="1881"/>
                    <a:pt x="1009" y="1885"/>
                  </a:cubicBezTo>
                  <a:cubicBezTo>
                    <a:pt x="964" y="1932"/>
                    <a:pt x="962" y="1937"/>
                    <a:pt x="959" y="1941"/>
                  </a:cubicBezTo>
                  <a:cubicBezTo>
                    <a:pt x="941" y="1957"/>
                    <a:pt x="942" y="1962"/>
                    <a:pt x="937" y="1961"/>
                  </a:cubicBezTo>
                  <a:cubicBezTo>
                    <a:pt x="904" y="1996"/>
                    <a:pt x="904" y="2001"/>
                    <a:pt x="903" y="2002"/>
                  </a:cubicBezTo>
                  <a:cubicBezTo>
                    <a:pt x="884" y="2031"/>
                    <a:pt x="872" y="2034"/>
                    <a:pt x="870" y="2046"/>
                  </a:cubicBezTo>
                  <a:cubicBezTo>
                    <a:pt x="857" y="2058"/>
                    <a:pt x="856" y="2063"/>
                    <a:pt x="850" y="2065"/>
                  </a:cubicBezTo>
                  <a:cubicBezTo>
                    <a:pt x="823" y="2113"/>
                    <a:pt x="823" y="2118"/>
                    <a:pt x="820" y="2120"/>
                  </a:cubicBezTo>
                  <a:cubicBezTo>
                    <a:pt x="804" y="2154"/>
                    <a:pt x="803" y="2157"/>
                    <a:pt x="802" y="2160"/>
                  </a:cubicBezTo>
                  <a:cubicBezTo>
                    <a:pt x="828" y="2147"/>
                    <a:pt x="833" y="2140"/>
                    <a:pt x="837" y="2131"/>
                  </a:cubicBezTo>
                  <a:close/>
                </a:path>
              </a:pathLst>
            </a:custGeom>
            <a:solidFill>
              <a:schemeClr val="accent1"/>
            </a:solidFill>
            <a:ln w="0">
              <a:noFill/>
            </a:ln>
          </p:spPr>
          <p:style>
            <a:lnRef idx="0"/>
            <a:fillRef idx="0"/>
            <a:effectRef idx="0"/>
            <a:fontRef idx="minor"/>
          </p:style>
          <p:txBody>
            <a:bodyPr tIns="91440" bIns="91440" anchor="ctr">
              <a:noAutofit/>
            </a:bodyPr>
            <a:p>
              <a:pPr>
                <a:lnSpc>
                  <a:spcPct val="100000"/>
                </a:lnSpc>
                <a:tabLst>
                  <a:tab algn="l" pos="0"/>
                </a:tabLst>
              </a:pPr>
              <a:endParaRPr b="0" lang="en-US" sz="1400" spc="-1" strike="noStrike">
                <a:solidFill>
                  <a:srgbClr val="000000"/>
                </a:solidFill>
                <a:latin typeface="Arial"/>
                <a:ea typeface="Arial"/>
              </a:endParaRPr>
            </a:p>
          </p:txBody>
        </p:sp>
        <p:sp>
          <p:nvSpPr>
            <p:cNvPr id="7" name="Google Shape;64;p14"/>
            <p:cNvSpPr/>
            <p:nvPr/>
          </p:nvSpPr>
          <p:spPr>
            <a:xfrm>
              <a:off x="-6120" y="0"/>
              <a:ext cx="9149760" cy="4364640"/>
            </a:xfrm>
            <a:custGeom>
              <a:avLst/>
              <a:gdLst>
                <a:gd name="textAreaLeft" fmla="*/ 0 w 9149760"/>
                <a:gd name="textAreaRight" fmla="*/ 9150120 w 9149760"/>
                <a:gd name="textAreaTop" fmla="*/ 0 h 4364640"/>
                <a:gd name="textAreaBottom" fmla="*/ 4365000 h 4364640"/>
              </a:gdLst>
              <a:ahLst/>
              <a:rect l="textAreaLeft" t="textAreaTop" r="textAreaRight" b="textAreaBottom"/>
              <a:pathLst>
                <a:path w="2882" h="1833">
                  <a:moveTo>
                    <a:pt x="1750" y="175"/>
                  </a:moveTo>
                  <a:cubicBezTo>
                    <a:pt x="1748" y="182"/>
                    <a:pt x="1742" y="191"/>
                    <a:pt x="1749" y="193"/>
                  </a:cubicBezTo>
                  <a:cubicBezTo>
                    <a:pt x="1755" y="188"/>
                    <a:pt x="1760" y="179"/>
                    <a:pt x="1765" y="171"/>
                  </a:cubicBezTo>
                  <a:cubicBezTo>
                    <a:pt x="1771" y="149"/>
                    <a:pt x="1776" y="133"/>
                    <a:pt x="1782" y="119"/>
                  </a:cubicBezTo>
                  <a:cubicBezTo>
                    <a:pt x="1783" y="111"/>
                    <a:pt x="1784" y="103"/>
                    <a:pt x="1788" y="93"/>
                  </a:cubicBezTo>
                  <a:cubicBezTo>
                    <a:pt x="1785" y="88"/>
                    <a:pt x="1789" y="91"/>
                    <a:pt x="1790" y="85"/>
                  </a:cubicBezTo>
                  <a:cubicBezTo>
                    <a:pt x="1792" y="80"/>
                    <a:pt x="1793" y="75"/>
                    <a:pt x="1795" y="70"/>
                  </a:cubicBezTo>
                  <a:cubicBezTo>
                    <a:pt x="1796" y="46"/>
                    <a:pt x="1798" y="26"/>
                    <a:pt x="1801" y="0"/>
                  </a:cubicBezTo>
                  <a:cubicBezTo>
                    <a:pt x="1792" y="0"/>
                    <a:pt x="1792" y="0"/>
                    <a:pt x="1792" y="0"/>
                  </a:cubicBezTo>
                  <a:cubicBezTo>
                    <a:pt x="1792" y="4"/>
                    <a:pt x="1792" y="8"/>
                    <a:pt x="1791" y="12"/>
                  </a:cubicBezTo>
                  <a:cubicBezTo>
                    <a:pt x="1793" y="20"/>
                    <a:pt x="1787" y="35"/>
                    <a:pt x="1790" y="39"/>
                  </a:cubicBezTo>
                  <a:cubicBezTo>
                    <a:pt x="1791" y="41"/>
                    <a:pt x="1787" y="42"/>
                    <a:pt x="1787" y="41"/>
                  </a:cubicBezTo>
                  <a:cubicBezTo>
                    <a:pt x="1787" y="46"/>
                    <a:pt x="1788" y="49"/>
                    <a:pt x="1788" y="55"/>
                  </a:cubicBezTo>
                  <a:cubicBezTo>
                    <a:pt x="1788" y="54"/>
                    <a:pt x="1785" y="54"/>
                    <a:pt x="1785" y="56"/>
                  </a:cubicBezTo>
                  <a:cubicBezTo>
                    <a:pt x="1785" y="56"/>
                    <a:pt x="1787" y="58"/>
                    <a:pt x="1787" y="59"/>
                  </a:cubicBezTo>
                  <a:cubicBezTo>
                    <a:pt x="1787" y="62"/>
                    <a:pt x="1788" y="64"/>
                    <a:pt x="1786" y="68"/>
                  </a:cubicBezTo>
                  <a:cubicBezTo>
                    <a:pt x="1783" y="76"/>
                    <a:pt x="1782" y="88"/>
                    <a:pt x="1777" y="92"/>
                  </a:cubicBezTo>
                  <a:cubicBezTo>
                    <a:pt x="1781" y="94"/>
                    <a:pt x="1775" y="101"/>
                    <a:pt x="1775" y="105"/>
                  </a:cubicBezTo>
                  <a:cubicBezTo>
                    <a:pt x="1777" y="109"/>
                    <a:pt x="1775" y="113"/>
                    <a:pt x="1773" y="119"/>
                  </a:cubicBezTo>
                  <a:cubicBezTo>
                    <a:pt x="1767" y="130"/>
                    <a:pt x="1763" y="145"/>
                    <a:pt x="1759" y="160"/>
                  </a:cubicBezTo>
                  <a:cubicBezTo>
                    <a:pt x="1758" y="164"/>
                    <a:pt x="1755" y="164"/>
                    <a:pt x="1754" y="167"/>
                  </a:cubicBezTo>
                  <a:cubicBezTo>
                    <a:pt x="1753" y="170"/>
                    <a:pt x="1753" y="175"/>
                    <a:pt x="1750" y="175"/>
                  </a:cubicBezTo>
                  <a:close/>
                  <a:moveTo>
                    <a:pt x="1585" y="176"/>
                  </a:moveTo>
                  <a:cubicBezTo>
                    <a:pt x="1582" y="176"/>
                    <a:pt x="1585" y="179"/>
                    <a:pt x="1584" y="183"/>
                  </a:cubicBezTo>
                  <a:cubicBezTo>
                    <a:pt x="1583" y="199"/>
                    <a:pt x="1573" y="199"/>
                    <a:pt x="1573" y="202"/>
                  </a:cubicBezTo>
                  <a:cubicBezTo>
                    <a:pt x="1568" y="213"/>
                    <a:pt x="1569" y="215"/>
                    <a:pt x="1570" y="213"/>
                  </a:cubicBezTo>
                  <a:cubicBezTo>
                    <a:pt x="1583" y="201"/>
                    <a:pt x="1582" y="192"/>
                    <a:pt x="1584" y="189"/>
                  </a:cubicBezTo>
                  <a:cubicBezTo>
                    <a:pt x="1604" y="131"/>
                    <a:pt x="1611" y="117"/>
                    <a:pt x="1610" y="109"/>
                  </a:cubicBezTo>
                  <a:cubicBezTo>
                    <a:pt x="1625" y="70"/>
                    <a:pt x="1626" y="64"/>
                    <a:pt x="1624" y="63"/>
                  </a:cubicBezTo>
                  <a:cubicBezTo>
                    <a:pt x="1634" y="11"/>
                    <a:pt x="1635" y="6"/>
                    <a:pt x="1636" y="0"/>
                  </a:cubicBezTo>
                  <a:cubicBezTo>
                    <a:pt x="1626" y="28"/>
                    <a:pt x="1625" y="44"/>
                    <a:pt x="1622" y="60"/>
                  </a:cubicBezTo>
                  <a:cubicBezTo>
                    <a:pt x="1620" y="56"/>
                    <a:pt x="1620" y="41"/>
                    <a:pt x="1621" y="25"/>
                  </a:cubicBezTo>
                  <a:cubicBezTo>
                    <a:pt x="1622" y="2"/>
                    <a:pt x="1622" y="1"/>
                    <a:pt x="1622" y="0"/>
                  </a:cubicBezTo>
                  <a:cubicBezTo>
                    <a:pt x="1609" y="63"/>
                    <a:pt x="1607" y="100"/>
                    <a:pt x="1598" y="141"/>
                  </a:cubicBezTo>
                  <a:close/>
                  <a:moveTo>
                    <a:pt x="1634" y="266"/>
                  </a:moveTo>
                  <a:cubicBezTo>
                    <a:pt x="1654" y="232"/>
                    <a:pt x="1659" y="187"/>
                    <a:pt x="1670" y="151"/>
                  </a:cubicBezTo>
                  <a:cubicBezTo>
                    <a:pt x="1672" y="145"/>
                    <a:pt x="1668" y="141"/>
                    <a:pt x="1671" y="133"/>
                  </a:cubicBezTo>
                  <a:cubicBezTo>
                    <a:pt x="1675" y="119"/>
                    <a:pt x="1675" y="117"/>
                    <a:pt x="1680" y="104"/>
                  </a:cubicBezTo>
                  <a:cubicBezTo>
                    <a:pt x="1683" y="92"/>
                    <a:pt x="1687" y="81"/>
                    <a:pt x="1690" y="69"/>
                  </a:cubicBezTo>
                  <a:cubicBezTo>
                    <a:pt x="1694" y="46"/>
                    <a:pt x="1698" y="23"/>
                    <a:pt x="1703" y="0"/>
                  </a:cubicBezTo>
                  <a:cubicBezTo>
                    <a:pt x="1694" y="0"/>
                    <a:pt x="1694" y="0"/>
                    <a:pt x="1694" y="0"/>
                  </a:cubicBezTo>
                  <a:cubicBezTo>
                    <a:pt x="1691" y="13"/>
                    <a:pt x="1689" y="26"/>
                    <a:pt x="1688" y="38"/>
                  </a:cubicBezTo>
                  <a:cubicBezTo>
                    <a:pt x="1687" y="43"/>
                    <a:pt x="1684" y="50"/>
                    <a:pt x="1683" y="55"/>
                  </a:cubicBezTo>
                  <a:cubicBezTo>
                    <a:pt x="1681" y="61"/>
                    <a:pt x="1677" y="67"/>
                    <a:pt x="1681" y="70"/>
                  </a:cubicBezTo>
                  <a:cubicBezTo>
                    <a:pt x="1680" y="74"/>
                    <a:pt x="1677" y="74"/>
                    <a:pt x="1678" y="72"/>
                  </a:cubicBezTo>
                  <a:cubicBezTo>
                    <a:pt x="1677" y="70"/>
                    <a:pt x="1677" y="68"/>
                    <a:pt x="1678" y="65"/>
                  </a:cubicBezTo>
                  <a:cubicBezTo>
                    <a:pt x="1677" y="61"/>
                    <a:pt x="1680" y="54"/>
                    <a:pt x="1677" y="51"/>
                  </a:cubicBezTo>
                  <a:cubicBezTo>
                    <a:pt x="1680" y="40"/>
                    <a:pt x="1675" y="34"/>
                    <a:pt x="1679" y="22"/>
                  </a:cubicBezTo>
                  <a:cubicBezTo>
                    <a:pt x="1678" y="18"/>
                    <a:pt x="1675" y="15"/>
                    <a:pt x="1679" y="8"/>
                  </a:cubicBezTo>
                  <a:cubicBezTo>
                    <a:pt x="1677" y="6"/>
                    <a:pt x="1677" y="3"/>
                    <a:pt x="1677" y="0"/>
                  </a:cubicBezTo>
                  <a:cubicBezTo>
                    <a:pt x="1670" y="0"/>
                    <a:pt x="1670" y="0"/>
                    <a:pt x="1670" y="0"/>
                  </a:cubicBezTo>
                  <a:cubicBezTo>
                    <a:pt x="1670" y="6"/>
                    <a:pt x="1670" y="12"/>
                    <a:pt x="1669" y="19"/>
                  </a:cubicBezTo>
                  <a:cubicBezTo>
                    <a:pt x="1673" y="22"/>
                    <a:pt x="1666" y="31"/>
                    <a:pt x="1671" y="33"/>
                  </a:cubicBezTo>
                  <a:cubicBezTo>
                    <a:pt x="1669" y="40"/>
                    <a:pt x="1669" y="45"/>
                    <a:pt x="1671" y="49"/>
                  </a:cubicBezTo>
                  <a:cubicBezTo>
                    <a:pt x="1670" y="71"/>
                    <a:pt x="1670" y="91"/>
                    <a:pt x="1668" y="112"/>
                  </a:cubicBezTo>
                  <a:cubicBezTo>
                    <a:pt x="1664" y="119"/>
                    <a:pt x="1661" y="134"/>
                    <a:pt x="1654" y="144"/>
                  </a:cubicBezTo>
                  <a:cubicBezTo>
                    <a:pt x="1652" y="150"/>
                    <a:pt x="1651" y="156"/>
                    <a:pt x="1649" y="161"/>
                  </a:cubicBezTo>
                  <a:cubicBezTo>
                    <a:pt x="1647" y="167"/>
                    <a:pt x="1644" y="173"/>
                    <a:pt x="1650" y="175"/>
                  </a:cubicBezTo>
                  <a:cubicBezTo>
                    <a:pt x="1650" y="172"/>
                    <a:pt x="1653" y="173"/>
                    <a:pt x="1653" y="169"/>
                  </a:cubicBezTo>
                  <a:cubicBezTo>
                    <a:pt x="1654" y="165"/>
                    <a:pt x="1658" y="165"/>
                    <a:pt x="1655" y="163"/>
                  </a:cubicBezTo>
                  <a:cubicBezTo>
                    <a:pt x="1659" y="160"/>
                    <a:pt x="1659" y="151"/>
                    <a:pt x="1664" y="150"/>
                  </a:cubicBezTo>
                  <a:cubicBezTo>
                    <a:pt x="1653" y="192"/>
                    <a:pt x="1651" y="210"/>
                    <a:pt x="1638" y="251"/>
                  </a:cubicBezTo>
                  <a:cubicBezTo>
                    <a:pt x="1637" y="255"/>
                    <a:pt x="1629" y="262"/>
                    <a:pt x="1634" y="266"/>
                  </a:cubicBezTo>
                  <a:close/>
                  <a:moveTo>
                    <a:pt x="1716" y="151"/>
                  </a:moveTo>
                  <a:cubicBezTo>
                    <a:pt x="1718" y="148"/>
                    <a:pt x="1723" y="152"/>
                    <a:pt x="1722" y="144"/>
                  </a:cubicBezTo>
                  <a:cubicBezTo>
                    <a:pt x="1724" y="140"/>
                    <a:pt x="1725" y="136"/>
                    <a:pt x="1726" y="132"/>
                  </a:cubicBezTo>
                  <a:cubicBezTo>
                    <a:pt x="1729" y="134"/>
                    <a:pt x="1732" y="123"/>
                    <a:pt x="1729" y="123"/>
                  </a:cubicBezTo>
                  <a:cubicBezTo>
                    <a:pt x="1729" y="118"/>
                    <a:pt x="1734" y="120"/>
                    <a:pt x="1734" y="114"/>
                  </a:cubicBezTo>
                  <a:cubicBezTo>
                    <a:pt x="1733" y="106"/>
                    <a:pt x="1737" y="95"/>
                    <a:pt x="1740" y="86"/>
                  </a:cubicBezTo>
                  <a:cubicBezTo>
                    <a:pt x="1740" y="68"/>
                    <a:pt x="1745" y="48"/>
                    <a:pt x="1750" y="27"/>
                  </a:cubicBezTo>
                  <a:cubicBezTo>
                    <a:pt x="1748" y="20"/>
                    <a:pt x="1752" y="9"/>
                    <a:pt x="1752" y="0"/>
                  </a:cubicBezTo>
                  <a:cubicBezTo>
                    <a:pt x="1742" y="0"/>
                    <a:pt x="1742" y="0"/>
                    <a:pt x="1742" y="0"/>
                  </a:cubicBezTo>
                  <a:cubicBezTo>
                    <a:pt x="1741" y="12"/>
                    <a:pt x="1741" y="23"/>
                    <a:pt x="1742" y="34"/>
                  </a:cubicBezTo>
                  <a:cubicBezTo>
                    <a:pt x="1736" y="37"/>
                    <a:pt x="1741" y="45"/>
                    <a:pt x="1736" y="53"/>
                  </a:cubicBezTo>
                  <a:cubicBezTo>
                    <a:pt x="1739" y="58"/>
                    <a:pt x="1733" y="68"/>
                    <a:pt x="1731" y="76"/>
                  </a:cubicBezTo>
                  <a:cubicBezTo>
                    <a:pt x="1739" y="79"/>
                    <a:pt x="1725" y="82"/>
                    <a:pt x="1731" y="83"/>
                  </a:cubicBezTo>
                  <a:cubicBezTo>
                    <a:pt x="1730" y="87"/>
                    <a:pt x="1729" y="92"/>
                    <a:pt x="1728" y="96"/>
                  </a:cubicBezTo>
                  <a:cubicBezTo>
                    <a:pt x="1723" y="105"/>
                    <a:pt x="1727" y="110"/>
                    <a:pt x="1723" y="119"/>
                  </a:cubicBezTo>
                  <a:cubicBezTo>
                    <a:pt x="1722" y="127"/>
                    <a:pt x="1719" y="131"/>
                    <a:pt x="1716" y="136"/>
                  </a:cubicBezTo>
                  <a:cubicBezTo>
                    <a:pt x="1714" y="142"/>
                    <a:pt x="1710" y="149"/>
                    <a:pt x="1716" y="151"/>
                  </a:cubicBezTo>
                  <a:close/>
                  <a:moveTo>
                    <a:pt x="1491" y="189"/>
                  </a:moveTo>
                  <a:cubicBezTo>
                    <a:pt x="1492" y="183"/>
                    <a:pt x="1494" y="176"/>
                    <a:pt x="1496" y="170"/>
                  </a:cubicBezTo>
                  <a:cubicBezTo>
                    <a:pt x="1498" y="165"/>
                    <a:pt x="1501" y="158"/>
                    <a:pt x="1498" y="155"/>
                  </a:cubicBezTo>
                  <a:cubicBezTo>
                    <a:pt x="1504" y="155"/>
                    <a:pt x="1503" y="143"/>
                    <a:pt x="1506" y="139"/>
                  </a:cubicBezTo>
                  <a:cubicBezTo>
                    <a:pt x="1507" y="116"/>
                    <a:pt x="1515" y="101"/>
                    <a:pt x="1514" y="80"/>
                  </a:cubicBezTo>
                  <a:cubicBezTo>
                    <a:pt x="1521" y="53"/>
                    <a:pt x="1527" y="25"/>
                    <a:pt x="1531" y="0"/>
                  </a:cubicBezTo>
                  <a:cubicBezTo>
                    <a:pt x="1523" y="0"/>
                    <a:pt x="1523" y="0"/>
                    <a:pt x="1523" y="0"/>
                  </a:cubicBezTo>
                  <a:cubicBezTo>
                    <a:pt x="1520" y="21"/>
                    <a:pt x="1513" y="42"/>
                    <a:pt x="1512" y="65"/>
                  </a:cubicBezTo>
                  <a:cubicBezTo>
                    <a:pt x="1507" y="99"/>
                    <a:pt x="1497" y="137"/>
                    <a:pt x="1491" y="171"/>
                  </a:cubicBezTo>
                  <a:cubicBezTo>
                    <a:pt x="1486" y="184"/>
                    <a:pt x="1489" y="191"/>
                    <a:pt x="1481" y="197"/>
                  </a:cubicBezTo>
                  <a:cubicBezTo>
                    <a:pt x="1487" y="200"/>
                    <a:pt x="1489" y="195"/>
                    <a:pt x="1491" y="189"/>
                  </a:cubicBezTo>
                  <a:close/>
                  <a:moveTo>
                    <a:pt x="1458" y="259"/>
                  </a:moveTo>
                  <a:cubicBezTo>
                    <a:pt x="1454" y="265"/>
                    <a:pt x="1458" y="265"/>
                    <a:pt x="1454" y="267"/>
                  </a:cubicBezTo>
                  <a:cubicBezTo>
                    <a:pt x="1452" y="267"/>
                    <a:pt x="1452" y="276"/>
                    <a:pt x="1453" y="276"/>
                  </a:cubicBezTo>
                  <a:cubicBezTo>
                    <a:pt x="1463" y="259"/>
                    <a:pt x="1473" y="243"/>
                    <a:pt x="1484" y="228"/>
                  </a:cubicBezTo>
                  <a:cubicBezTo>
                    <a:pt x="1496" y="211"/>
                    <a:pt x="1501" y="197"/>
                    <a:pt x="1510" y="177"/>
                  </a:cubicBezTo>
                  <a:cubicBezTo>
                    <a:pt x="1523" y="132"/>
                    <a:pt x="1536" y="88"/>
                    <a:pt x="1550" y="52"/>
                  </a:cubicBezTo>
                  <a:cubicBezTo>
                    <a:pt x="1550" y="42"/>
                    <a:pt x="1554" y="29"/>
                    <a:pt x="1555" y="19"/>
                  </a:cubicBezTo>
                  <a:cubicBezTo>
                    <a:pt x="1558" y="9"/>
                    <a:pt x="1560" y="7"/>
                    <a:pt x="1561" y="0"/>
                  </a:cubicBezTo>
                  <a:cubicBezTo>
                    <a:pt x="1553" y="0"/>
                    <a:pt x="1553" y="0"/>
                    <a:pt x="1553" y="0"/>
                  </a:cubicBezTo>
                  <a:cubicBezTo>
                    <a:pt x="1551" y="6"/>
                    <a:pt x="1549" y="12"/>
                    <a:pt x="1548" y="19"/>
                  </a:cubicBezTo>
                  <a:cubicBezTo>
                    <a:pt x="1548" y="29"/>
                    <a:pt x="1544" y="33"/>
                    <a:pt x="1544" y="41"/>
                  </a:cubicBezTo>
                  <a:cubicBezTo>
                    <a:pt x="1532" y="87"/>
                    <a:pt x="1513" y="123"/>
                    <a:pt x="1505" y="170"/>
                  </a:cubicBezTo>
                  <a:cubicBezTo>
                    <a:pt x="1500" y="173"/>
                    <a:pt x="1500" y="184"/>
                    <a:pt x="1497" y="191"/>
                  </a:cubicBezTo>
                  <a:cubicBezTo>
                    <a:pt x="1496" y="195"/>
                    <a:pt x="1493" y="195"/>
                    <a:pt x="1492" y="199"/>
                  </a:cubicBezTo>
                  <a:cubicBezTo>
                    <a:pt x="1490" y="201"/>
                    <a:pt x="1492" y="210"/>
                    <a:pt x="1487" y="208"/>
                  </a:cubicBezTo>
                  <a:cubicBezTo>
                    <a:pt x="1486" y="217"/>
                    <a:pt x="1482" y="222"/>
                    <a:pt x="1477" y="226"/>
                  </a:cubicBezTo>
                  <a:cubicBezTo>
                    <a:pt x="1476" y="236"/>
                    <a:pt x="1470" y="238"/>
                    <a:pt x="1468" y="248"/>
                  </a:cubicBezTo>
                  <a:cubicBezTo>
                    <a:pt x="1465" y="247"/>
                    <a:pt x="1465" y="254"/>
                    <a:pt x="1462" y="253"/>
                  </a:cubicBezTo>
                  <a:cubicBezTo>
                    <a:pt x="1457" y="255"/>
                    <a:pt x="1463" y="259"/>
                    <a:pt x="1458" y="259"/>
                  </a:cubicBezTo>
                  <a:close/>
                  <a:moveTo>
                    <a:pt x="1496" y="49"/>
                  </a:moveTo>
                  <a:cubicBezTo>
                    <a:pt x="1498" y="33"/>
                    <a:pt x="1501" y="16"/>
                    <a:pt x="1504" y="0"/>
                  </a:cubicBezTo>
                  <a:cubicBezTo>
                    <a:pt x="1499" y="0"/>
                    <a:pt x="1499" y="0"/>
                    <a:pt x="1499" y="0"/>
                  </a:cubicBezTo>
                  <a:cubicBezTo>
                    <a:pt x="1498" y="1"/>
                    <a:pt x="1498" y="3"/>
                    <a:pt x="1498" y="4"/>
                  </a:cubicBezTo>
                  <a:cubicBezTo>
                    <a:pt x="1496" y="13"/>
                    <a:pt x="1495" y="20"/>
                    <a:pt x="1496" y="27"/>
                  </a:cubicBezTo>
                  <a:cubicBezTo>
                    <a:pt x="1496" y="30"/>
                    <a:pt x="1490" y="37"/>
                    <a:pt x="1495" y="38"/>
                  </a:cubicBezTo>
                  <a:cubicBezTo>
                    <a:pt x="1495" y="42"/>
                    <a:pt x="1488" y="49"/>
                    <a:pt x="1496" y="49"/>
                  </a:cubicBezTo>
                  <a:close/>
                  <a:moveTo>
                    <a:pt x="1444" y="79"/>
                  </a:moveTo>
                  <a:cubicBezTo>
                    <a:pt x="1442" y="84"/>
                    <a:pt x="1441" y="88"/>
                    <a:pt x="1440" y="92"/>
                  </a:cubicBezTo>
                  <a:cubicBezTo>
                    <a:pt x="1444" y="94"/>
                    <a:pt x="1438" y="101"/>
                    <a:pt x="1441" y="104"/>
                  </a:cubicBezTo>
                  <a:cubicBezTo>
                    <a:pt x="1443" y="107"/>
                    <a:pt x="1440" y="113"/>
                    <a:pt x="1439" y="119"/>
                  </a:cubicBezTo>
                  <a:cubicBezTo>
                    <a:pt x="1441" y="122"/>
                    <a:pt x="1442" y="125"/>
                    <a:pt x="1440" y="131"/>
                  </a:cubicBezTo>
                  <a:cubicBezTo>
                    <a:pt x="1442" y="134"/>
                    <a:pt x="1441" y="139"/>
                    <a:pt x="1443" y="143"/>
                  </a:cubicBezTo>
                  <a:cubicBezTo>
                    <a:pt x="1446" y="118"/>
                    <a:pt x="1445" y="96"/>
                    <a:pt x="1448" y="72"/>
                  </a:cubicBezTo>
                  <a:cubicBezTo>
                    <a:pt x="1450" y="59"/>
                    <a:pt x="1451" y="47"/>
                    <a:pt x="1453" y="34"/>
                  </a:cubicBezTo>
                  <a:cubicBezTo>
                    <a:pt x="1458" y="18"/>
                    <a:pt x="1458" y="13"/>
                    <a:pt x="1461" y="0"/>
                  </a:cubicBezTo>
                  <a:cubicBezTo>
                    <a:pt x="1454" y="0"/>
                    <a:pt x="1454" y="0"/>
                    <a:pt x="1454" y="0"/>
                  </a:cubicBezTo>
                  <a:cubicBezTo>
                    <a:pt x="1449" y="27"/>
                    <a:pt x="1442" y="56"/>
                    <a:pt x="1444" y="79"/>
                  </a:cubicBezTo>
                  <a:close/>
                  <a:moveTo>
                    <a:pt x="1567" y="191"/>
                  </a:moveTo>
                  <a:cubicBezTo>
                    <a:pt x="1578" y="159"/>
                    <a:pt x="1580" y="142"/>
                    <a:pt x="1586" y="113"/>
                  </a:cubicBezTo>
                  <a:cubicBezTo>
                    <a:pt x="1582" y="109"/>
                    <a:pt x="1591" y="98"/>
                    <a:pt x="1587" y="95"/>
                  </a:cubicBezTo>
                  <a:cubicBezTo>
                    <a:pt x="1588" y="88"/>
                    <a:pt x="1589" y="81"/>
                    <a:pt x="1588" y="75"/>
                  </a:cubicBezTo>
                  <a:cubicBezTo>
                    <a:pt x="1591" y="61"/>
                    <a:pt x="1591" y="49"/>
                    <a:pt x="1591" y="37"/>
                  </a:cubicBezTo>
                  <a:cubicBezTo>
                    <a:pt x="1588" y="35"/>
                    <a:pt x="1590" y="31"/>
                    <a:pt x="1591" y="28"/>
                  </a:cubicBezTo>
                  <a:cubicBezTo>
                    <a:pt x="1591" y="25"/>
                    <a:pt x="1589" y="23"/>
                    <a:pt x="1591" y="19"/>
                  </a:cubicBezTo>
                  <a:cubicBezTo>
                    <a:pt x="1588" y="17"/>
                    <a:pt x="1591" y="13"/>
                    <a:pt x="1592" y="10"/>
                  </a:cubicBezTo>
                  <a:cubicBezTo>
                    <a:pt x="1588" y="9"/>
                    <a:pt x="1592" y="3"/>
                    <a:pt x="1593" y="0"/>
                  </a:cubicBezTo>
                  <a:cubicBezTo>
                    <a:pt x="1584" y="0"/>
                    <a:pt x="1584" y="0"/>
                    <a:pt x="1584" y="0"/>
                  </a:cubicBezTo>
                  <a:cubicBezTo>
                    <a:pt x="1583" y="5"/>
                    <a:pt x="1583" y="11"/>
                    <a:pt x="1583" y="16"/>
                  </a:cubicBezTo>
                  <a:cubicBezTo>
                    <a:pt x="1585" y="40"/>
                    <a:pt x="1583" y="66"/>
                    <a:pt x="1581" y="91"/>
                  </a:cubicBezTo>
                  <a:cubicBezTo>
                    <a:pt x="1581" y="113"/>
                    <a:pt x="1573" y="140"/>
                    <a:pt x="1573" y="166"/>
                  </a:cubicBezTo>
                  <a:cubicBezTo>
                    <a:pt x="1565" y="168"/>
                    <a:pt x="1573" y="177"/>
                    <a:pt x="1567" y="178"/>
                  </a:cubicBezTo>
                  <a:cubicBezTo>
                    <a:pt x="1571" y="184"/>
                    <a:pt x="1560" y="188"/>
                    <a:pt x="1567" y="191"/>
                  </a:cubicBezTo>
                  <a:close/>
                  <a:moveTo>
                    <a:pt x="2807" y="32"/>
                  </a:moveTo>
                  <a:cubicBezTo>
                    <a:pt x="2802" y="32"/>
                    <a:pt x="2801" y="36"/>
                    <a:pt x="2799" y="40"/>
                  </a:cubicBezTo>
                  <a:cubicBezTo>
                    <a:pt x="2785" y="61"/>
                    <a:pt x="2778" y="63"/>
                    <a:pt x="2777" y="70"/>
                  </a:cubicBezTo>
                  <a:cubicBezTo>
                    <a:pt x="2752" y="100"/>
                    <a:pt x="2749" y="105"/>
                    <a:pt x="2745" y="109"/>
                  </a:cubicBezTo>
                  <a:cubicBezTo>
                    <a:pt x="2723" y="142"/>
                    <a:pt x="2717" y="144"/>
                    <a:pt x="2713" y="148"/>
                  </a:cubicBezTo>
                  <a:cubicBezTo>
                    <a:pt x="2691" y="182"/>
                    <a:pt x="2693" y="191"/>
                    <a:pt x="2685" y="192"/>
                  </a:cubicBezTo>
                  <a:cubicBezTo>
                    <a:pt x="2668" y="229"/>
                    <a:pt x="2665" y="235"/>
                    <a:pt x="2662" y="239"/>
                  </a:cubicBezTo>
                  <a:cubicBezTo>
                    <a:pt x="2651" y="278"/>
                    <a:pt x="2646" y="278"/>
                    <a:pt x="2648" y="284"/>
                  </a:cubicBezTo>
                  <a:cubicBezTo>
                    <a:pt x="2658" y="272"/>
                    <a:pt x="2655" y="265"/>
                    <a:pt x="2658" y="264"/>
                  </a:cubicBezTo>
                  <a:cubicBezTo>
                    <a:pt x="2687" y="212"/>
                    <a:pt x="2690" y="198"/>
                    <a:pt x="2698" y="189"/>
                  </a:cubicBezTo>
                  <a:cubicBezTo>
                    <a:pt x="2725" y="152"/>
                    <a:pt x="2727" y="146"/>
                    <a:pt x="2730" y="141"/>
                  </a:cubicBezTo>
                  <a:cubicBezTo>
                    <a:pt x="2774" y="91"/>
                    <a:pt x="2776" y="83"/>
                    <a:pt x="2780" y="78"/>
                  </a:cubicBezTo>
                  <a:cubicBezTo>
                    <a:pt x="2802" y="54"/>
                    <a:pt x="2799" y="46"/>
                    <a:pt x="2806" y="48"/>
                  </a:cubicBezTo>
                  <a:cubicBezTo>
                    <a:pt x="2826" y="22"/>
                    <a:pt x="2828" y="20"/>
                    <a:pt x="2830" y="18"/>
                  </a:cubicBezTo>
                  <a:cubicBezTo>
                    <a:pt x="2832" y="0"/>
                    <a:pt x="2832" y="0"/>
                    <a:pt x="2832" y="0"/>
                  </a:cubicBezTo>
                  <a:close/>
                  <a:moveTo>
                    <a:pt x="1822" y="830"/>
                  </a:moveTo>
                  <a:cubicBezTo>
                    <a:pt x="1821" y="835"/>
                    <a:pt x="1833" y="840"/>
                    <a:pt x="1836" y="840"/>
                  </a:cubicBezTo>
                  <a:cubicBezTo>
                    <a:pt x="1876" y="884"/>
                    <a:pt x="1878" y="891"/>
                    <a:pt x="1884" y="898"/>
                  </a:cubicBezTo>
                  <a:cubicBezTo>
                    <a:pt x="1905" y="929"/>
                    <a:pt x="1905" y="931"/>
                    <a:pt x="1905" y="933"/>
                  </a:cubicBezTo>
                  <a:cubicBezTo>
                    <a:pt x="1920" y="963"/>
                    <a:pt x="1924" y="966"/>
                    <a:pt x="1925" y="970"/>
                  </a:cubicBezTo>
                  <a:cubicBezTo>
                    <a:pt x="1947" y="1007"/>
                    <a:pt x="1946" y="1015"/>
                    <a:pt x="1951" y="1021"/>
                  </a:cubicBezTo>
                  <a:cubicBezTo>
                    <a:pt x="1969" y="1067"/>
                    <a:pt x="1971" y="1070"/>
                    <a:pt x="1971" y="1073"/>
                  </a:cubicBezTo>
                  <a:cubicBezTo>
                    <a:pt x="1993" y="1131"/>
                    <a:pt x="1992" y="1135"/>
                    <a:pt x="1997" y="1138"/>
                  </a:cubicBezTo>
                  <a:cubicBezTo>
                    <a:pt x="2003" y="1163"/>
                    <a:pt x="2002" y="1167"/>
                    <a:pt x="2010" y="1170"/>
                  </a:cubicBezTo>
                  <a:cubicBezTo>
                    <a:pt x="2017" y="1202"/>
                    <a:pt x="2021" y="1210"/>
                    <a:pt x="2018" y="1220"/>
                  </a:cubicBezTo>
                  <a:cubicBezTo>
                    <a:pt x="2039" y="1270"/>
                    <a:pt x="2039" y="1273"/>
                    <a:pt x="2039" y="1275"/>
                  </a:cubicBezTo>
                  <a:cubicBezTo>
                    <a:pt x="2049" y="1306"/>
                    <a:pt x="2048" y="1312"/>
                    <a:pt x="2053" y="1317"/>
                  </a:cubicBezTo>
                  <a:cubicBezTo>
                    <a:pt x="2059" y="1344"/>
                    <a:pt x="2066" y="1345"/>
                    <a:pt x="2066" y="1349"/>
                  </a:cubicBezTo>
                  <a:cubicBezTo>
                    <a:pt x="2083" y="1385"/>
                    <a:pt x="2080" y="1392"/>
                    <a:pt x="2089" y="1396"/>
                  </a:cubicBezTo>
                  <a:cubicBezTo>
                    <a:pt x="2106" y="1433"/>
                    <a:pt x="2114" y="1437"/>
                    <a:pt x="2113" y="1443"/>
                  </a:cubicBezTo>
                  <a:cubicBezTo>
                    <a:pt x="2129" y="1460"/>
                    <a:pt x="2131" y="1463"/>
                    <a:pt x="2132" y="1466"/>
                  </a:cubicBezTo>
                  <a:cubicBezTo>
                    <a:pt x="2150" y="1484"/>
                    <a:pt x="2156" y="1493"/>
                    <a:pt x="2159" y="1489"/>
                  </a:cubicBezTo>
                  <a:cubicBezTo>
                    <a:pt x="2126" y="1445"/>
                    <a:pt x="2118" y="1441"/>
                    <a:pt x="2118" y="1436"/>
                  </a:cubicBezTo>
                  <a:cubicBezTo>
                    <a:pt x="2062" y="1320"/>
                    <a:pt x="2058" y="1315"/>
                    <a:pt x="2060" y="1310"/>
                  </a:cubicBezTo>
                  <a:cubicBezTo>
                    <a:pt x="2041" y="1262"/>
                    <a:pt x="2043" y="1257"/>
                    <a:pt x="2037" y="1254"/>
                  </a:cubicBezTo>
                  <a:cubicBezTo>
                    <a:pt x="2031" y="1229"/>
                    <a:pt x="2031" y="1226"/>
                    <a:pt x="2031" y="1223"/>
                  </a:cubicBezTo>
                  <a:cubicBezTo>
                    <a:pt x="2003" y="1142"/>
                    <a:pt x="2003" y="1132"/>
                    <a:pt x="1999" y="1123"/>
                  </a:cubicBezTo>
                  <a:cubicBezTo>
                    <a:pt x="1991" y="1104"/>
                    <a:pt x="1992" y="1098"/>
                    <a:pt x="1990" y="1093"/>
                  </a:cubicBezTo>
                  <a:cubicBezTo>
                    <a:pt x="1975" y="1056"/>
                    <a:pt x="1975" y="1053"/>
                    <a:pt x="1973" y="1051"/>
                  </a:cubicBezTo>
                  <a:cubicBezTo>
                    <a:pt x="1958" y="1017"/>
                    <a:pt x="1956" y="1013"/>
                    <a:pt x="1955" y="1008"/>
                  </a:cubicBezTo>
                  <a:cubicBezTo>
                    <a:pt x="1918" y="938"/>
                    <a:pt x="1912" y="928"/>
                    <a:pt x="1907" y="918"/>
                  </a:cubicBezTo>
                  <a:cubicBezTo>
                    <a:pt x="1864" y="860"/>
                    <a:pt x="1865" y="857"/>
                    <a:pt x="1863" y="855"/>
                  </a:cubicBezTo>
                  <a:cubicBezTo>
                    <a:pt x="1838" y="833"/>
                    <a:pt x="1831" y="828"/>
                    <a:pt x="1825" y="824"/>
                  </a:cubicBezTo>
                  <a:cubicBezTo>
                    <a:pt x="1811" y="828"/>
                    <a:pt x="1813" y="828"/>
                    <a:pt x="1815" y="828"/>
                  </a:cubicBezTo>
                  <a:close/>
                  <a:moveTo>
                    <a:pt x="2746" y="26"/>
                  </a:moveTo>
                  <a:cubicBezTo>
                    <a:pt x="2746" y="29"/>
                    <a:pt x="2745" y="31"/>
                    <a:pt x="2744" y="33"/>
                  </a:cubicBezTo>
                  <a:cubicBezTo>
                    <a:pt x="2726" y="54"/>
                    <a:pt x="2729" y="63"/>
                    <a:pt x="2722" y="62"/>
                  </a:cubicBezTo>
                  <a:cubicBezTo>
                    <a:pt x="2707" y="91"/>
                    <a:pt x="2705" y="93"/>
                    <a:pt x="2703" y="94"/>
                  </a:cubicBezTo>
                  <a:cubicBezTo>
                    <a:pt x="2671" y="145"/>
                    <a:pt x="2662" y="164"/>
                    <a:pt x="2654" y="183"/>
                  </a:cubicBezTo>
                  <a:cubicBezTo>
                    <a:pt x="2640" y="217"/>
                    <a:pt x="2640" y="223"/>
                    <a:pt x="2638" y="228"/>
                  </a:cubicBezTo>
                  <a:cubicBezTo>
                    <a:pt x="2637" y="231"/>
                    <a:pt x="2646" y="226"/>
                    <a:pt x="2645" y="212"/>
                  </a:cubicBezTo>
                  <a:cubicBezTo>
                    <a:pt x="2678" y="149"/>
                    <a:pt x="2683" y="140"/>
                    <a:pt x="2688" y="130"/>
                  </a:cubicBezTo>
                  <a:cubicBezTo>
                    <a:pt x="2704" y="113"/>
                    <a:pt x="2703" y="109"/>
                    <a:pt x="2706" y="107"/>
                  </a:cubicBezTo>
                  <a:cubicBezTo>
                    <a:pt x="2729" y="74"/>
                    <a:pt x="2732" y="64"/>
                    <a:pt x="2739" y="57"/>
                  </a:cubicBezTo>
                  <a:cubicBezTo>
                    <a:pt x="2757" y="29"/>
                    <a:pt x="2760" y="29"/>
                    <a:pt x="2759" y="25"/>
                  </a:cubicBezTo>
                  <a:cubicBezTo>
                    <a:pt x="2773" y="5"/>
                    <a:pt x="2777" y="3"/>
                    <a:pt x="2780" y="0"/>
                  </a:cubicBezTo>
                  <a:cubicBezTo>
                    <a:pt x="2760" y="11"/>
                    <a:pt x="2757" y="22"/>
                    <a:pt x="2746" y="26"/>
                  </a:cubicBezTo>
                  <a:close/>
                  <a:moveTo>
                    <a:pt x="2829" y="55"/>
                  </a:moveTo>
                  <a:cubicBezTo>
                    <a:pt x="2829" y="58"/>
                    <a:pt x="2826" y="56"/>
                    <a:pt x="2825" y="57"/>
                  </a:cubicBezTo>
                  <a:cubicBezTo>
                    <a:pt x="2812" y="74"/>
                    <a:pt x="2808" y="85"/>
                    <a:pt x="2798" y="90"/>
                  </a:cubicBezTo>
                  <a:cubicBezTo>
                    <a:pt x="2767" y="129"/>
                    <a:pt x="2762" y="131"/>
                    <a:pt x="2760" y="136"/>
                  </a:cubicBezTo>
                  <a:cubicBezTo>
                    <a:pt x="2735" y="169"/>
                    <a:pt x="2729" y="177"/>
                    <a:pt x="2722" y="185"/>
                  </a:cubicBezTo>
                  <a:cubicBezTo>
                    <a:pt x="2696" y="227"/>
                    <a:pt x="2694" y="229"/>
                    <a:pt x="2695" y="233"/>
                  </a:cubicBezTo>
                  <a:cubicBezTo>
                    <a:pt x="2685" y="255"/>
                    <a:pt x="2680" y="260"/>
                    <a:pt x="2678" y="269"/>
                  </a:cubicBezTo>
                  <a:cubicBezTo>
                    <a:pt x="2669" y="289"/>
                    <a:pt x="2666" y="293"/>
                    <a:pt x="2667" y="300"/>
                  </a:cubicBezTo>
                  <a:cubicBezTo>
                    <a:pt x="2656" y="337"/>
                    <a:pt x="2648" y="343"/>
                    <a:pt x="2655" y="347"/>
                  </a:cubicBezTo>
                  <a:cubicBezTo>
                    <a:pt x="2665" y="311"/>
                    <a:pt x="2666" y="307"/>
                    <a:pt x="2669" y="304"/>
                  </a:cubicBezTo>
                  <a:cubicBezTo>
                    <a:pt x="2683" y="271"/>
                    <a:pt x="2684" y="267"/>
                    <a:pt x="2686" y="264"/>
                  </a:cubicBezTo>
                  <a:cubicBezTo>
                    <a:pt x="2706" y="236"/>
                    <a:pt x="2702" y="227"/>
                    <a:pt x="2705" y="225"/>
                  </a:cubicBezTo>
                  <a:cubicBezTo>
                    <a:pt x="2723" y="207"/>
                    <a:pt x="2718" y="199"/>
                    <a:pt x="2725" y="200"/>
                  </a:cubicBezTo>
                  <a:cubicBezTo>
                    <a:pt x="2758" y="155"/>
                    <a:pt x="2760" y="153"/>
                    <a:pt x="2761" y="149"/>
                  </a:cubicBezTo>
                  <a:cubicBezTo>
                    <a:pt x="2786" y="124"/>
                    <a:pt x="2783" y="117"/>
                    <a:pt x="2787" y="117"/>
                  </a:cubicBezTo>
                  <a:cubicBezTo>
                    <a:pt x="2804" y="98"/>
                    <a:pt x="2809" y="98"/>
                    <a:pt x="2810" y="94"/>
                  </a:cubicBezTo>
                  <a:cubicBezTo>
                    <a:pt x="2830" y="64"/>
                    <a:pt x="2835" y="63"/>
                    <a:pt x="2838" y="61"/>
                  </a:cubicBezTo>
                  <a:cubicBezTo>
                    <a:pt x="2855" y="27"/>
                    <a:pt x="2861" y="28"/>
                    <a:pt x="2864" y="24"/>
                  </a:cubicBezTo>
                  <a:cubicBezTo>
                    <a:pt x="2875" y="1"/>
                    <a:pt x="2875" y="0"/>
                    <a:pt x="2875" y="0"/>
                  </a:cubicBezTo>
                  <a:cubicBezTo>
                    <a:pt x="2852" y="19"/>
                    <a:pt x="2852" y="22"/>
                    <a:pt x="2853" y="25"/>
                  </a:cubicBezTo>
                  <a:cubicBezTo>
                    <a:pt x="2833" y="46"/>
                    <a:pt x="2832" y="51"/>
                    <a:pt x="2829" y="55"/>
                  </a:cubicBezTo>
                  <a:close/>
                  <a:moveTo>
                    <a:pt x="2773" y="39"/>
                  </a:moveTo>
                  <a:cubicBezTo>
                    <a:pt x="2768" y="44"/>
                    <a:pt x="2770" y="54"/>
                    <a:pt x="2761" y="55"/>
                  </a:cubicBezTo>
                  <a:cubicBezTo>
                    <a:pt x="2742" y="83"/>
                    <a:pt x="2739" y="84"/>
                    <a:pt x="2739" y="90"/>
                  </a:cubicBezTo>
                  <a:cubicBezTo>
                    <a:pt x="2724" y="107"/>
                    <a:pt x="2722" y="109"/>
                    <a:pt x="2719" y="111"/>
                  </a:cubicBezTo>
                  <a:cubicBezTo>
                    <a:pt x="2695" y="150"/>
                    <a:pt x="2685" y="159"/>
                    <a:pt x="2680" y="173"/>
                  </a:cubicBezTo>
                  <a:cubicBezTo>
                    <a:pt x="2656" y="210"/>
                    <a:pt x="2656" y="213"/>
                    <a:pt x="2657" y="218"/>
                  </a:cubicBezTo>
                  <a:cubicBezTo>
                    <a:pt x="2640" y="255"/>
                    <a:pt x="2644" y="267"/>
                    <a:pt x="2636" y="270"/>
                  </a:cubicBezTo>
                  <a:cubicBezTo>
                    <a:pt x="2632" y="342"/>
                    <a:pt x="2625" y="331"/>
                    <a:pt x="2629" y="329"/>
                  </a:cubicBezTo>
                  <a:cubicBezTo>
                    <a:pt x="2635" y="291"/>
                    <a:pt x="2638" y="287"/>
                    <a:pt x="2639" y="283"/>
                  </a:cubicBezTo>
                  <a:cubicBezTo>
                    <a:pt x="2655" y="237"/>
                    <a:pt x="2654" y="230"/>
                    <a:pt x="2659" y="229"/>
                  </a:cubicBezTo>
                  <a:cubicBezTo>
                    <a:pt x="2679" y="187"/>
                    <a:pt x="2683" y="183"/>
                    <a:pt x="2684" y="179"/>
                  </a:cubicBezTo>
                  <a:cubicBezTo>
                    <a:pt x="2720" y="130"/>
                    <a:pt x="2718" y="134"/>
                    <a:pt x="2723" y="130"/>
                  </a:cubicBezTo>
                  <a:cubicBezTo>
                    <a:pt x="2740" y="104"/>
                    <a:pt x="2740" y="99"/>
                    <a:pt x="2744" y="98"/>
                  </a:cubicBezTo>
                  <a:cubicBezTo>
                    <a:pt x="2757" y="79"/>
                    <a:pt x="2759" y="76"/>
                    <a:pt x="2760" y="73"/>
                  </a:cubicBezTo>
                  <a:cubicBezTo>
                    <a:pt x="2784" y="44"/>
                    <a:pt x="2786" y="37"/>
                    <a:pt x="2792" y="34"/>
                  </a:cubicBezTo>
                  <a:cubicBezTo>
                    <a:pt x="2811" y="6"/>
                    <a:pt x="2819" y="8"/>
                    <a:pt x="2816" y="1"/>
                  </a:cubicBezTo>
                  <a:cubicBezTo>
                    <a:pt x="2805" y="3"/>
                    <a:pt x="2805" y="6"/>
                    <a:pt x="2801" y="7"/>
                  </a:cubicBezTo>
                  <a:cubicBezTo>
                    <a:pt x="2780" y="31"/>
                    <a:pt x="2778" y="36"/>
                    <a:pt x="2773" y="39"/>
                  </a:cubicBezTo>
                  <a:close/>
                  <a:moveTo>
                    <a:pt x="2610" y="79"/>
                  </a:moveTo>
                  <a:cubicBezTo>
                    <a:pt x="2607" y="53"/>
                    <a:pt x="2612" y="35"/>
                    <a:pt x="2614" y="13"/>
                  </a:cubicBezTo>
                  <a:cubicBezTo>
                    <a:pt x="2618" y="13"/>
                    <a:pt x="2615" y="6"/>
                    <a:pt x="2617" y="4"/>
                  </a:cubicBezTo>
                  <a:cubicBezTo>
                    <a:pt x="2619" y="3"/>
                    <a:pt x="2620" y="2"/>
                    <a:pt x="2621" y="0"/>
                  </a:cubicBezTo>
                  <a:cubicBezTo>
                    <a:pt x="2611" y="0"/>
                    <a:pt x="2611" y="0"/>
                    <a:pt x="2611" y="0"/>
                  </a:cubicBezTo>
                  <a:cubicBezTo>
                    <a:pt x="2608" y="5"/>
                    <a:pt x="2610" y="14"/>
                    <a:pt x="2605" y="18"/>
                  </a:cubicBezTo>
                  <a:cubicBezTo>
                    <a:pt x="2605" y="31"/>
                    <a:pt x="2605" y="44"/>
                    <a:pt x="2604" y="56"/>
                  </a:cubicBezTo>
                  <a:cubicBezTo>
                    <a:pt x="2604" y="60"/>
                    <a:pt x="2604" y="64"/>
                    <a:pt x="2605" y="69"/>
                  </a:cubicBezTo>
                  <a:cubicBezTo>
                    <a:pt x="2606" y="73"/>
                    <a:pt x="2602" y="82"/>
                    <a:pt x="2610" y="79"/>
                  </a:cubicBezTo>
                  <a:close/>
                  <a:moveTo>
                    <a:pt x="2618" y="72"/>
                  </a:moveTo>
                  <a:cubicBezTo>
                    <a:pt x="2616" y="92"/>
                    <a:pt x="2614" y="104"/>
                    <a:pt x="2613" y="127"/>
                  </a:cubicBezTo>
                  <a:cubicBezTo>
                    <a:pt x="2609" y="201"/>
                    <a:pt x="2611" y="207"/>
                    <a:pt x="2608" y="210"/>
                  </a:cubicBezTo>
                  <a:cubicBezTo>
                    <a:pt x="2613" y="255"/>
                    <a:pt x="2610" y="256"/>
                    <a:pt x="2612" y="263"/>
                  </a:cubicBezTo>
                  <a:cubicBezTo>
                    <a:pt x="2622" y="203"/>
                    <a:pt x="2621" y="198"/>
                    <a:pt x="2622" y="194"/>
                  </a:cubicBezTo>
                  <a:cubicBezTo>
                    <a:pt x="2636" y="153"/>
                    <a:pt x="2633" y="139"/>
                    <a:pt x="2640" y="134"/>
                  </a:cubicBezTo>
                  <a:cubicBezTo>
                    <a:pt x="2658" y="95"/>
                    <a:pt x="2660" y="92"/>
                    <a:pt x="2663" y="89"/>
                  </a:cubicBezTo>
                  <a:cubicBezTo>
                    <a:pt x="2679" y="65"/>
                    <a:pt x="2675" y="55"/>
                    <a:pt x="2682" y="57"/>
                  </a:cubicBezTo>
                  <a:cubicBezTo>
                    <a:pt x="2697" y="33"/>
                    <a:pt x="2699" y="33"/>
                    <a:pt x="2698" y="29"/>
                  </a:cubicBezTo>
                  <a:cubicBezTo>
                    <a:pt x="2707" y="0"/>
                    <a:pt x="2707" y="0"/>
                    <a:pt x="2707" y="0"/>
                  </a:cubicBezTo>
                  <a:cubicBezTo>
                    <a:pt x="2691" y="21"/>
                    <a:pt x="2692" y="29"/>
                    <a:pt x="2685" y="30"/>
                  </a:cubicBezTo>
                  <a:cubicBezTo>
                    <a:pt x="2669" y="68"/>
                    <a:pt x="2658" y="72"/>
                    <a:pt x="2656" y="82"/>
                  </a:cubicBezTo>
                  <a:cubicBezTo>
                    <a:pt x="2660" y="58"/>
                    <a:pt x="2665" y="55"/>
                    <a:pt x="2664" y="47"/>
                  </a:cubicBezTo>
                  <a:cubicBezTo>
                    <a:pt x="2681" y="0"/>
                    <a:pt x="2681" y="0"/>
                    <a:pt x="2681" y="0"/>
                  </a:cubicBezTo>
                  <a:cubicBezTo>
                    <a:pt x="2675" y="12"/>
                    <a:pt x="2671" y="16"/>
                    <a:pt x="2671" y="22"/>
                  </a:cubicBezTo>
                  <a:cubicBezTo>
                    <a:pt x="2654" y="55"/>
                    <a:pt x="2654" y="62"/>
                    <a:pt x="2653" y="67"/>
                  </a:cubicBezTo>
                  <a:cubicBezTo>
                    <a:pt x="2638" y="112"/>
                    <a:pt x="2636" y="123"/>
                    <a:pt x="2631" y="132"/>
                  </a:cubicBezTo>
                  <a:cubicBezTo>
                    <a:pt x="2614" y="179"/>
                    <a:pt x="2618" y="176"/>
                    <a:pt x="2616" y="168"/>
                  </a:cubicBezTo>
                  <a:cubicBezTo>
                    <a:pt x="2624" y="126"/>
                    <a:pt x="2631" y="120"/>
                    <a:pt x="2631" y="108"/>
                  </a:cubicBezTo>
                  <a:cubicBezTo>
                    <a:pt x="2643" y="70"/>
                    <a:pt x="2645" y="59"/>
                    <a:pt x="2649" y="50"/>
                  </a:cubicBezTo>
                  <a:cubicBezTo>
                    <a:pt x="2658" y="0"/>
                    <a:pt x="2658" y="0"/>
                    <a:pt x="2658" y="0"/>
                  </a:cubicBezTo>
                  <a:cubicBezTo>
                    <a:pt x="2644" y="47"/>
                    <a:pt x="2637" y="63"/>
                    <a:pt x="2634" y="82"/>
                  </a:cubicBezTo>
                  <a:cubicBezTo>
                    <a:pt x="2623" y="110"/>
                    <a:pt x="2626" y="119"/>
                    <a:pt x="2621" y="120"/>
                  </a:cubicBezTo>
                  <a:cubicBezTo>
                    <a:pt x="2617" y="108"/>
                    <a:pt x="2621" y="105"/>
                    <a:pt x="2620" y="98"/>
                  </a:cubicBezTo>
                  <a:cubicBezTo>
                    <a:pt x="2633" y="44"/>
                    <a:pt x="2638" y="42"/>
                    <a:pt x="2637" y="36"/>
                  </a:cubicBezTo>
                  <a:cubicBezTo>
                    <a:pt x="2641" y="0"/>
                    <a:pt x="2641" y="0"/>
                    <a:pt x="2641" y="0"/>
                  </a:cubicBezTo>
                  <a:cubicBezTo>
                    <a:pt x="2626" y="52"/>
                    <a:pt x="2624" y="56"/>
                    <a:pt x="2624" y="61"/>
                  </a:cubicBezTo>
                  <a:close/>
                  <a:moveTo>
                    <a:pt x="2712" y="46"/>
                  </a:moveTo>
                  <a:cubicBezTo>
                    <a:pt x="2712" y="49"/>
                    <a:pt x="2709" y="48"/>
                    <a:pt x="2708" y="50"/>
                  </a:cubicBezTo>
                  <a:cubicBezTo>
                    <a:pt x="2699" y="60"/>
                    <a:pt x="2701" y="63"/>
                    <a:pt x="2698" y="64"/>
                  </a:cubicBezTo>
                  <a:cubicBezTo>
                    <a:pt x="2673" y="100"/>
                    <a:pt x="2674" y="112"/>
                    <a:pt x="2665" y="115"/>
                  </a:cubicBezTo>
                  <a:cubicBezTo>
                    <a:pt x="2655" y="147"/>
                    <a:pt x="2647" y="151"/>
                    <a:pt x="2646" y="160"/>
                  </a:cubicBezTo>
                  <a:cubicBezTo>
                    <a:pt x="2629" y="197"/>
                    <a:pt x="2632" y="206"/>
                    <a:pt x="2627" y="207"/>
                  </a:cubicBezTo>
                  <a:cubicBezTo>
                    <a:pt x="2624" y="239"/>
                    <a:pt x="2617" y="245"/>
                    <a:pt x="2624" y="246"/>
                  </a:cubicBezTo>
                  <a:cubicBezTo>
                    <a:pt x="2640" y="192"/>
                    <a:pt x="2642" y="186"/>
                    <a:pt x="2643" y="180"/>
                  </a:cubicBezTo>
                  <a:cubicBezTo>
                    <a:pt x="2662" y="141"/>
                    <a:pt x="2666" y="130"/>
                    <a:pt x="2674" y="123"/>
                  </a:cubicBezTo>
                  <a:cubicBezTo>
                    <a:pt x="2695" y="87"/>
                    <a:pt x="2696" y="84"/>
                    <a:pt x="2697" y="82"/>
                  </a:cubicBezTo>
                  <a:cubicBezTo>
                    <a:pt x="2733" y="36"/>
                    <a:pt x="2735" y="23"/>
                    <a:pt x="2745" y="17"/>
                  </a:cubicBezTo>
                  <a:cubicBezTo>
                    <a:pt x="2741" y="6"/>
                    <a:pt x="2735" y="11"/>
                    <a:pt x="2732" y="18"/>
                  </a:cubicBezTo>
                  <a:close/>
                  <a:moveTo>
                    <a:pt x="1906" y="844"/>
                  </a:moveTo>
                  <a:cubicBezTo>
                    <a:pt x="1910" y="849"/>
                    <a:pt x="1912" y="854"/>
                    <a:pt x="1919" y="858"/>
                  </a:cubicBezTo>
                  <a:cubicBezTo>
                    <a:pt x="1940" y="897"/>
                    <a:pt x="1941" y="908"/>
                    <a:pt x="1952" y="917"/>
                  </a:cubicBezTo>
                  <a:cubicBezTo>
                    <a:pt x="1969" y="961"/>
                    <a:pt x="1970" y="968"/>
                    <a:pt x="1975" y="974"/>
                  </a:cubicBezTo>
                  <a:cubicBezTo>
                    <a:pt x="1998" y="1039"/>
                    <a:pt x="2001" y="1045"/>
                    <a:pt x="2002" y="1052"/>
                  </a:cubicBezTo>
                  <a:cubicBezTo>
                    <a:pt x="2024" y="1117"/>
                    <a:pt x="2025" y="1123"/>
                    <a:pt x="2025" y="1130"/>
                  </a:cubicBezTo>
                  <a:cubicBezTo>
                    <a:pt x="2036" y="1177"/>
                    <a:pt x="2050" y="1181"/>
                    <a:pt x="2043" y="1190"/>
                  </a:cubicBezTo>
                  <a:cubicBezTo>
                    <a:pt x="2058" y="1236"/>
                    <a:pt x="2062" y="1242"/>
                    <a:pt x="2065" y="1248"/>
                  </a:cubicBezTo>
                  <a:cubicBezTo>
                    <a:pt x="2078" y="1290"/>
                    <a:pt x="2077" y="1294"/>
                    <a:pt x="2082" y="1297"/>
                  </a:cubicBezTo>
                  <a:cubicBezTo>
                    <a:pt x="2095" y="1332"/>
                    <a:pt x="2094" y="1339"/>
                    <a:pt x="2100" y="1345"/>
                  </a:cubicBezTo>
                  <a:cubicBezTo>
                    <a:pt x="2119" y="1390"/>
                    <a:pt x="2121" y="1397"/>
                    <a:pt x="2127" y="1402"/>
                  </a:cubicBezTo>
                  <a:cubicBezTo>
                    <a:pt x="2137" y="1434"/>
                    <a:pt x="2141" y="1437"/>
                    <a:pt x="2144" y="1440"/>
                  </a:cubicBezTo>
                  <a:cubicBezTo>
                    <a:pt x="2159" y="1472"/>
                    <a:pt x="2163" y="1475"/>
                    <a:pt x="2163" y="1479"/>
                  </a:cubicBezTo>
                  <a:cubicBezTo>
                    <a:pt x="2212" y="1536"/>
                    <a:pt x="2215" y="1537"/>
                    <a:pt x="2218" y="1537"/>
                  </a:cubicBezTo>
                  <a:cubicBezTo>
                    <a:pt x="2223" y="1537"/>
                    <a:pt x="2221" y="1536"/>
                    <a:pt x="2220" y="1535"/>
                  </a:cubicBezTo>
                  <a:cubicBezTo>
                    <a:pt x="2172" y="1475"/>
                    <a:pt x="2163" y="1471"/>
                    <a:pt x="2165" y="1464"/>
                  </a:cubicBezTo>
                  <a:cubicBezTo>
                    <a:pt x="2153" y="1435"/>
                    <a:pt x="2146" y="1433"/>
                    <a:pt x="2148" y="1430"/>
                  </a:cubicBezTo>
                  <a:cubicBezTo>
                    <a:pt x="2130" y="1388"/>
                    <a:pt x="2124" y="1382"/>
                    <a:pt x="2123" y="1376"/>
                  </a:cubicBezTo>
                  <a:cubicBezTo>
                    <a:pt x="2109" y="1347"/>
                    <a:pt x="2105" y="1344"/>
                    <a:pt x="2102" y="1341"/>
                  </a:cubicBezTo>
                  <a:cubicBezTo>
                    <a:pt x="2099" y="1318"/>
                    <a:pt x="2093" y="1313"/>
                    <a:pt x="2094" y="1307"/>
                  </a:cubicBezTo>
                  <a:cubicBezTo>
                    <a:pt x="2077" y="1279"/>
                    <a:pt x="2089" y="1273"/>
                    <a:pt x="2080" y="1272"/>
                  </a:cubicBezTo>
                  <a:cubicBezTo>
                    <a:pt x="2072" y="1250"/>
                    <a:pt x="2074" y="1243"/>
                    <a:pt x="2069" y="1238"/>
                  </a:cubicBezTo>
                  <a:cubicBezTo>
                    <a:pt x="2056" y="1192"/>
                    <a:pt x="2056" y="1189"/>
                    <a:pt x="2054" y="1186"/>
                  </a:cubicBezTo>
                  <a:cubicBezTo>
                    <a:pt x="2046" y="1143"/>
                    <a:pt x="2034" y="1140"/>
                    <a:pt x="2037" y="1133"/>
                  </a:cubicBezTo>
                  <a:cubicBezTo>
                    <a:pt x="2024" y="1087"/>
                    <a:pt x="2020" y="1075"/>
                    <a:pt x="2012" y="1064"/>
                  </a:cubicBezTo>
                  <a:cubicBezTo>
                    <a:pt x="2006" y="1040"/>
                    <a:pt x="2007" y="1034"/>
                    <a:pt x="2003" y="1029"/>
                  </a:cubicBezTo>
                  <a:cubicBezTo>
                    <a:pt x="1982" y="973"/>
                    <a:pt x="1979" y="967"/>
                    <a:pt x="1976" y="961"/>
                  </a:cubicBezTo>
                  <a:cubicBezTo>
                    <a:pt x="1962" y="914"/>
                    <a:pt x="1951" y="909"/>
                    <a:pt x="1952" y="901"/>
                  </a:cubicBezTo>
                  <a:cubicBezTo>
                    <a:pt x="1935" y="870"/>
                    <a:pt x="1930" y="867"/>
                    <a:pt x="1931" y="863"/>
                  </a:cubicBezTo>
                  <a:cubicBezTo>
                    <a:pt x="1925" y="853"/>
                    <a:pt x="1923" y="849"/>
                    <a:pt x="1918" y="847"/>
                  </a:cubicBezTo>
                  <a:close/>
                  <a:moveTo>
                    <a:pt x="2862" y="499"/>
                  </a:moveTo>
                  <a:cubicBezTo>
                    <a:pt x="2855" y="506"/>
                    <a:pt x="2857" y="520"/>
                    <a:pt x="2853" y="530"/>
                  </a:cubicBezTo>
                  <a:cubicBezTo>
                    <a:pt x="2853" y="543"/>
                    <a:pt x="2853" y="557"/>
                    <a:pt x="2852" y="569"/>
                  </a:cubicBezTo>
                  <a:cubicBezTo>
                    <a:pt x="2853" y="583"/>
                    <a:pt x="2854" y="601"/>
                    <a:pt x="2855" y="613"/>
                  </a:cubicBezTo>
                  <a:cubicBezTo>
                    <a:pt x="2855" y="616"/>
                    <a:pt x="2854" y="623"/>
                    <a:pt x="2858" y="626"/>
                  </a:cubicBezTo>
                  <a:cubicBezTo>
                    <a:pt x="2861" y="616"/>
                    <a:pt x="2857" y="610"/>
                    <a:pt x="2858" y="602"/>
                  </a:cubicBezTo>
                  <a:cubicBezTo>
                    <a:pt x="2858" y="591"/>
                    <a:pt x="2857" y="580"/>
                    <a:pt x="2856" y="569"/>
                  </a:cubicBezTo>
                  <a:cubicBezTo>
                    <a:pt x="2858" y="555"/>
                    <a:pt x="2860" y="541"/>
                    <a:pt x="2860" y="525"/>
                  </a:cubicBezTo>
                  <a:cubicBezTo>
                    <a:pt x="2864" y="521"/>
                    <a:pt x="2864" y="512"/>
                    <a:pt x="2865" y="505"/>
                  </a:cubicBezTo>
                  <a:cubicBezTo>
                    <a:pt x="2870" y="501"/>
                    <a:pt x="2869" y="491"/>
                    <a:pt x="2872" y="485"/>
                  </a:cubicBezTo>
                  <a:cubicBezTo>
                    <a:pt x="2876" y="484"/>
                    <a:pt x="2873" y="477"/>
                    <a:pt x="2876" y="476"/>
                  </a:cubicBezTo>
                  <a:cubicBezTo>
                    <a:pt x="2880" y="475"/>
                    <a:pt x="2877" y="467"/>
                    <a:pt x="2882" y="467"/>
                  </a:cubicBezTo>
                  <a:cubicBezTo>
                    <a:pt x="2882" y="465"/>
                    <a:pt x="2882" y="464"/>
                    <a:pt x="2882" y="464"/>
                  </a:cubicBezTo>
                  <a:cubicBezTo>
                    <a:pt x="2882" y="448"/>
                    <a:pt x="2882" y="448"/>
                    <a:pt x="2882" y="448"/>
                  </a:cubicBezTo>
                  <a:cubicBezTo>
                    <a:pt x="2879" y="454"/>
                    <a:pt x="2875" y="460"/>
                    <a:pt x="2873" y="467"/>
                  </a:cubicBezTo>
                  <a:cubicBezTo>
                    <a:pt x="2868" y="476"/>
                    <a:pt x="2864" y="486"/>
                    <a:pt x="2862" y="499"/>
                  </a:cubicBezTo>
                  <a:close/>
                  <a:moveTo>
                    <a:pt x="2754" y="1806"/>
                  </a:moveTo>
                  <a:cubicBezTo>
                    <a:pt x="2751" y="1805"/>
                    <a:pt x="2749" y="1805"/>
                    <a:pt x="2747" y="1805"/>
                  </a:cubicBezTo>
                  <a:cubicBezTo>
                    <a:pt x="2731" y="1790"/>
                    <a:pt x="2728" y="1787"/>
                    <a:pt x="2727" y="1788"/>
                  </a:cubicBezTo>
                  <a:cubicBezTo>
                    <a:pt x="2691" y="1761"/>
                    <a:pt x="2689" y="1758"/>
                    <a:pt x="2679" y="1754"/>
                  </a:cubicBezTo>
                  <a:cubicBezTo>
                    <a:pt x="2656" y="1714"/>
                    <a:pt x="2655" y="1708"/>
                    <a:pt x="2653" y="1703"/>
                  </a:cubicBezTo>
                  <a:cubicBezTo>
                    <a:pt x="2645" y="1705"/>
                    <a:pt x="2650" y="1709"/>
                    <a:pt x="2647" y="1715"/>
                  </a:cubicBezTo>
                  <a:cubicBezTo>
                    <a:pt x="2665" y="1744"/>
                    <a:pt x="2662" y="1749"/>
                    <a:pt x="2669" y="1753"/>
                  </a:cubicBezTo>
                  <a:cubicBezTo>
                    <a:pt x="2660" y="1757"/>
                    <a:pt x="2654" y="1754"/>
                    <a:pt x="2648" y="1749"/>
                  </a:cubicBezTo>
                  <a:cubicBezTo>
                    <a:pt x="2623" y="1719"/>
                    <a:pt x="2626" y="1715"/>
                    <a:pt x="2620" y="1712"/>
                  </a:cubicBezTo>
                  <a:cubicBezTo>
                    <a:pt x="2602" y="1686"/>
                    <a:pt x="2601" y="1679"/>
                    <a:pt x="2593" y="1674"/>
                  </a:cubicBezTo>
                  <a:cubicBezTo>
                    <a:pt x="2570" y="1614"/>
                    <a:pt x="2570" y="1604"/>
                    <a:pt x="2564" y="1596"/>
                  </a:cubicBezTo>
                  <a:cubicBezTo>
                    <a:pt x="2556" y="1560"/>
                    <a:pt x="2551" y="1552"/>
                    <a:pt x="2550" y="1542"/>
                  </a:cubicBezTo>
                  <a:cubicBezTo>
                    <a:pt x="2537" y="1486"/>
                    <a:pt x="2534" y="1485"/>
                    <a:pt x="2535" y="1482"/>
                  </a:cubicBezTo>
                  <a:cubicBezTo>
                    <a:pt x="2528" y="1458"/>
                    <a:pt x="2526" y="1454"/>
                    <a:pt x="2522" y="1450"/>
                  </a:cubicBezTo>
                  <a:cubicBezTo>
                    <a:pt x="2514" y="1422"/>
                    <a:pt x="2514" y="1412"/>
                    <a:pt x="2509" y="1415"/>
                  </a:cubicBezTo>
                  <a:cubicBezTo>
                    <a:pt x="2518" y="1440"/>
                    <a:pt x="2519" y="1443"/>
                    <a:pt x="2519" y="1446"/>
                  </a:cubicBezTo>
                  <a:cubicBezTo>
                    <a:pt x="2529" y="1488"/>
                    <a:pt x="2533" y="1499"/>
                    <a:pt x="2535" y="1509"/>
                  </a:cubicBezTo>
                  <a:cubicBezTo>
                    <a:pt x="2543" y="1546"/>
                    <a:pt x="2542" y="1551"/>
                    <a:pt x="2546" y="1556"/>
                  </a:cubicBezTo>
                  <a:cubicBezTo>
                    <a:pt x="2551" y="1583"/>
                    <a:pt x="2554" y="1584"/>
                    <a:pt x="2551" y="1588"/>
                  </a:cubicBezTo>
                  <a:cubicBezTo>
                    <a:pt x="2561" y="1614"/>
                    <a:pt x="2568" y="1624"/>
                    <a:pt x="2570" y="1634"/>
                  </a:cubicBezTo>
                  <a:cubicBezTo>
                    <a:pt x="2601" y="1702"/>
                    <a:pt x="2610" y="1706"/>
                    <a:pt x="2609" y="1713"/>
                  </a:cubicBezTo>
                  <a:cubicBezTo>
                    <a:pt x="2608" y="1728"/>
                    <a:pt x="2603" y="1712"/>
                    <a:pt x="2592" y="1704"/>
                  </a:cubicBezTo>
                  <a:cubicBezTo>
                    <a:pt x="2578" y="1671"/>
                    <a:pt x="2571" y="1669"/>
                    <a:pt x="2573" y="1665"/>
                  </a:cubicBezTo>
                  <a:cubicBezTo>
                    <a:pt x="2556" y="1639"/>
                    <a:pt x="2557" y="1632"/>
                    <a:pt x="2552" y="1625"/>
                  </a:cubicBezTo>
                  <a:cubicBezTo>
                    <a:pt x="2544" y="1598"/>
                    <a:pt x="2542" y="1591"/>
                    <a:pt x="2541" y="1583"/>
                  </a:cubicBezTo>
                  <a:cubicBezTo>
                    <a:pt x="2530" y="1528"/>
                    <a:pt x="2531" y="1525"/>
                    <a:pt x="2530" y="1521"/>
                  </a:cubicBezTo>
                  <a:cubicBezTo>
                    <a:pt x="2527" y="1492"/>
                    <a:pt x="2523" y="1486"/>
                    <a:pt x="2524" y="1478"/>
                  </a:cubicBezTo>
                  <a:cubicBezTo>
                    <a:pt x="2502" y="1409"/>
                    <a:pt x="2501" y="1402"/>
                    <a:pt x="2498" y="1395"/>
                  </a:cubicBezTo>
                  <a:cubicBezTo>
                    <a:pt x="2487" y="1384"/>
                    <a:pt x="2496" y="1391"/>
                    <a:pt x="2496" y="1399"/>
                  </a:cubicBezTo>
                  <a:cubicBezTo>
                    <a:pt x="2506" y="1441"/>
                    <a:pt x="2511" y="1445"/>
                    <a:pt x="2509" y="1450"/>
                  </a:cubicBezTo>
                  <a:cubicBezTo>
                    <a:pt x="2518" y="1477"/>
                    <a:pt x="2515" y="1480"/>
                    <a:pt x="2517" y="1481"/>
                  </a:cubicBezTo>
                  <a:cubicBezTo>
                    <a:pt x="2519" y="1505"/>
                    <a:pt x="2526" y="1508"/>
                    <a:pt x="2522" y="1513"/>
                  </a:cubicBezTo>
                  <a:cubicBezTo>
                    <a:pt x="2533" y="1581"/>
                    <a:pt x="2532" y="1584"/>
                    <a:pt x="2533" y="1586"/>
                  </a:cubicBezTo>
                  <a:cubicBezTo>
                    <a:pt x="2542" y="1619"/>
                    <a:pt x="2543" y="1623"/>
                    <a:pt x="2543" y="1627"/>
                  </a:cubicBezTo>
                  <a:cubicBezTo>
                    <a:pt x="2548" y="1638"/>
                    <a:pt x="2555" y="1643"/>
                    <a:pt x="2553" y="1647"/>
                  </a:cubicBezTo>
                  <a:cubicBezTo>
                    <a:pt x="2566" y="1668"/>
                    <a:pt x="2566" y="1674"/>
                    <a:pt x="2571" y="1680"/>
                  </a:cubicBezTo>
                  <a:cubicBezTo>
                    <a:pt x="2581" y="1703"/>
                    <a:pt x="2587" y="1708"/>
                    <a:pt x="2587" y="1714"/>
                  </a:cubicBezTo>
                  <a:cubicBezTo>
                    <a:pt x="2556" y="1671"/>
                    <a:pt x="2548" y="1664"/>
                    <a:pt x="2544" y="1657"/>
                  </a:cubicBezTo>
                  <a:cubicBezTo>
                    <a:pt x="2526" y="1604"/>
                    <a:pt x="2519" y="1599"/>
                    <a:pt x="2519" y="1593"/>
                  </a:cubicBezTo>
                  <a:cubicBezTo>
                    <a:pt x="2512" y="1553"/>
                    <a:pt x="2505" y="1551"/>
                    <a:pt x="2507" y="1548"/>
                  </a:cubicBezTo>
                  <a:cubicBezTo>
                    <a:pt x="2499" y="1513"/>
                    <a:pt x="2499" y="1506"/>
                    <a:pt x="2497" y="1499"/>
                  </a:cubicBezTo>
                  <a:cubicBezTo>
                    <a:pt x="2493" y="1475"/>
                    <a:pt x="2489" y="1468"/>
                    <a:pt x="2491" y="1461"/>
                  </a:cubicBezTo>
                  <a:cubicBezTo>
                    <a:pt x="2482" y="1403"/>
                    <a:pt x="2476" y="1402"/>
                    <a:pt x="2475" y="1398"/>
                  </a:cubicBezTo>
                  <a:cubicBezTo>
                    <a:pt x="2445" y="1306"/>
                    <a:pt x="2441" y="1298"/>
                    <a:pt x="2444" y="1288"/>
                  </a:cubicBezTo>
                  <a:cubicBezTo>
                    <a:pt x="2436" y="1269"/>
                    <a:pt x="2437" y="1276"/>
                    <a:pt x="2440" y="1283"/>
                  </a:cubicBezTo>
                  <a:cubicBezTo>
                    <a:pt x="2441" y="1327"/>
                    <a:pt x="2440" y="1331"/>
                    <a:pt x="2445" y="1334"/>
                  </a:cubicBezTo>
                  <a:cubicBezTo>
                    <a:pt x="2449" y="1401"/>
                    <a:pt x="2446" y="1415"/>
                    <a:pt x="2450" y="1429"/>
                  </a:cubicBezTo>
                  <a:cubicBezTo>
                    <a:pt x="2450" y="1446"/>
                    <a:pt x="2455" y="1448"/>
                    <a:pt x="2451" y="1450"/>
                  </a:cubicBezTo>
                  <a:cubicBezTo>
                    <a:pt x="2456" y="1486"/>
                    <a:pt x="2458" y="1499"/>
                    <a:pt x="2459" y="1513"/>
                  </a:cubicBezTo>
                  <a:cubicBezTo>
                    <a:pt x="2474" y="1566"/>
                    <a:pt x="2471" y="1570"/>
                    <a:pt x="2474" y="1573"/>
                  </a:cubicBezTo>
                  <a:cubicBezTo>
                    <a:pt x="2478" y="1587"/>
                    <a:pt x="2477" y="1591"/>
                    <a:pt x="2482" y="1594"/>
                  </a:cubicBezTo>
                  <a:cubicBezTo>
                    <a:pt x="2491" y="1629"/>
                    <a:pt x="2501" y="1631"/>
                    <a:pt x="2492" y="1632"/>
                  </a:cubicBezTo>
                  <a:cubicBezTo>
                    <a:pt x="2483" y="1603"/>
                    <a:pt x="2476" y="1601"/>
                    <a:pt x="2473" y="1599"/>
                  </a:cubicBezTo>
                  <a:cubicBezTo>
                    <a:pt x="2467" y="1575"/>
                    <a:pt x="2466" y="1573"/>
                    <a:pt x="2466" y="1570"/>
                  </a:cubicBezTo>
                  <a:cubicBezTo>
                    <a:pt x="2452" y="1524"/>
                    <a:pt x="2451" y="1519"/>
                    <a:pt x="2451" y="1513"/>
                  </a:cubicBezTo>
                  <a:cubicBezTo>
                    <a:pt x="2443" y="1480"/>
                    <a:pt x="2444" y="1476"/>
                    <a:pt x="2440" y="1472"/>
                  </a:cubicBezTo>
                  <a:cubicBezTo>
                    <a:pt x="2429" y="1423"/>
                    <a:pt x="2419" y="1421"/>
                    <a:pt x="2425" y="1415"/>
                  </a:cubicBezTo>
                  <a:cubicBezTo>
                    <a:pt x="2403" y="1354"/>
                    <a:pt x="2393" y="1336"/>
                    <a:pt x="2388" y="1317"/>
                  </a:cubicBezTo>
                  <a:cubicBezTo>
                    <a:pt x="2368" y="1286"/>
                    <a:pt x="2375" y="1280"/>
                    <a:pt x="2368" y="1277"/>
                  </a:cubicBezTo>
                  <a:cubicBezTo>
                    <a:pt x="2356" y="1259"/>
                    <a:pt x="2358" y="1254"/>
                    <a:pt x="2354" y="1250"/>
                  </a:cubicBezTo>
                  <a:cubicBezTo>
                    <a:pt x="2335" y="1219"/>
                    <a:pt x="2336" y="1213"/>
                    <a:pt x="2329" y="1209"/>
                  </a:cubicBezTo>
                  <a:cubicBezTo>
                    <a:pt x="2300" y="1175"/>
                    <a:pt x="2294" y="1166"/>
                    <a:pt x="2287" y="1158"/>
                  </a:cubicBezTo>
                  <a:cubicBezTo>
                    <a:pt x="2273" y="1152"/>
                    <a:pt x="2263" y="1150"/>
                    <a:pt x="2268" y="1156"/>
                  </a:cubicBezTo>
                  <a:cubicBezTo>
                    <a:pt x="2283" y="1170"/>
                    <a:pt x="2292" y="1174"/>
                    <a:pt x="2297" y="1178"/>
                  </a:cubicBezTo>
                  <a:cubicBezTo>
                    <a:pt x="2315" y="1216"/>
                    <a:pt x="2322" y="1221"/>
                    <a:pt x="2323" y="1226"/>
                  </a:cubicBezTo>
                  <a:cubicBezTo>
                    <a:pt x="2338" y="1266"/>
                    <a:pt x="2347" y="1270"/>
                    <a:pt x="2347" y="1276"/>
                  </a:cubicBezTo>
                  <a:cubicBezTo>
                    <a:pt x="2363" y="1314"/>
                    <a:pt x="2363" y="1316"/>
                    <a:pt x="2366" y="1318"/>
                  </a:cubicBezTo>
                  <a:cubicBezTo>
                    <a:pt x="2376" y="1351"/>
                    <a:pt x="2383" y="1356"/>
                    <a:pt x="2382" y="1362"/>
                  </a:cubicBezTo>
                  <a:cubicBezTo>
                    <a:pt x="2392" y="1382"/>
                    <a:pt x="2390" y="1385"/>
                    <a:pt x="2391" y="1387"/>
                  </a:cubicBezTo>
                  <a:cubicBezTo>
                    <a:pt x="2399" y="1417"/>
                    <a:pt x="2401" y="1420"/>
                    <a:pt x="2405" y="1422"/>
                  </a:cubicBezTo>
                  <a:cubicBezTo>
                    <a:pt x="2409" y="1443"/>
                    <a:pt x="2410" y="1446"/>
                    <a:pt x="2407" y="1450"/>
                  </a:cubicBezTo>
                  <a:cubicBezTo>
                    <a:pt x="2421" y="1491"/>
                    <a:pt x="2424" y="1493"/>
                    <a:pt x="2424" y="1495"/>
                  </a:cubicBezTo>
                  <a:cubicBezTo>
                    <a:pt x="2431" y="1522"/>
                    <a:pt x="2432" y="1524"/>
                    <a:pt x="2435" y="1526"/>
                  </a:cubicBezTo>
                  <a:cubicBezTo>
                    <a:pt x="2447" y="1579"/>
                    <a:pt x="2449" y="1584"/>
                    <a:pt x="2454" y="1588"/>
                  </a:cubicBezTo>
                  <a:cubicBezTo>
                    <a:pt x="2482" y="1644"/>
                    <a:pt x="2486" y="1654"/>
                    <a:pt x="2492" y="1664"/>
                  </a:cubicBezTo>
                  <a:cubicBezTo>
                    <a:pt x="2504" y="1688"/>
                    <a:pt x="2506" y="1696"/>
                    <a:pt x="2502" y="1694"/>
                  </a:cubicBezTo>
                  <a:cubicBezTo>
                    <a:pt x="2458" y="1636"/>
                    <a:pt x="2447" y="1605"/>
                    <a:pt x="2428" y="1576"/>
                  </a:cubicBezTo>
                  <a:cubicBezTo>
                    <a:pt x="2406" y="1528"/>
                    <a:pt x="2406" y="1524"/>
                    <a:pt x="2405" y="1519"/>
                  </a:cubicBezTo>
                  <a:cubicBezTo>
                    <a:pt x="2387" y="1469"/>
                    <a:pt x="2384" y="1453"/>
                    <a:pt x="2381" y="1438"/>
                  </a:cubicBezTo>
                  <a:cubicBezTo>
                    <a:pt x="2358" y="1360"/>
                    <a:pt x="2354" y="1353"/>
                    <a:pt x="2351" y="1345"/>
                  </a:cubicBezTo>
                  <a:cubicBezTo>
                    <a:pt x="2343" y="1317"/>
                    <a:pt x="2335" y="1314"/>
                    <a:pt x="2338" y="1310"/>
                  </a:cubicBezTo>
                  <a:cubicBezTo>
                    <a:pt x="2337" y="1317"/>
                    <a:pt x="2337" y="1321"/>
                    <a:pt x="2338" y="1325"/>
                  </a:cubicBezTo>
                  <a:cubicBezTo>
                    <a:pt x="2357" y="1379"/>
                    <a:pt x="2362" y="1382"/>
                    <a:pt x="2360" y="1387"/>
                  </a:cubicBezTo>
                  <a:cubicBezTo>
                    <a:pt x="2376" y="1432"/>
                    <a:pt x="2369" y="1439"/>
                    <a:pt x="2376" y="1442"/>
                  </a:cubicBezTo>
                  <a:cubicBezTo>
                    <a:pt x="2386" y="1491"/>
                    <a:pt x="2388" y="1496"/>
                    <a:pt x="2389" y="1501"/>
                  </a:cubicBezTo>
                  <a:cubicBezTo>
                    <a:pt x="2382" y="1501"/>
                    <a:pt x="2385" y="1498"/>
                    <a:pt x="2385" y="1495"/>
                  </a:cubicBezTo>
                  <a:cubicBezTo>
                    <a:pt x="2369" y="1451"/>
                    <a:pt x="2359" y="1443"/>
                    <a:pt x="2361" y="1432"/>
                  </a:cubicBezTo>
                  <a:cubicBezTo>
                    <a:pt x="2351" y="1408"/>
                    <a:pt x="2353" y="1405"/>
                    <a:pt x="2352" y="1403"/>
                  </a:cubicBezTo>
                  <a:cubicBezTo>
                    <a:pt x="2346" y="1379"/>
                    <a:pt x="2344" y="1377"/>
                    <a:pt x="2345" y="1374"/>
                  </a:cubicBezTo>
                  <a:cubicBezTo>
                    <a:pt x="2334" y="1335"/>
                    <a:pt x="2335" y="1325"/>
                    <a:pt x="2328" y="1316"/>
                  </a:cubicBezTo>
                  <a:cubicBezTo>
                    <a:pt x="2324" y="1292"/>
                    <a:pt x="2323" y="1287"/>
                    <a:pt x="2326" y="1289"/>
                  </a:cubicBezTo>
                  <a:cubicBezTo>
                    <a:pt x="2328" y="1281"/>
                    <a:pt x="2325" y="1281"/>
                    <a:pt x="2323" y="1281"/>
                  </a:cubicBezTo>
                  <a:cubicBezTo>
                    <a:pt x="2305" y="1224"/>
                    <a:pt x="2301" y="1216"/>
                    <a:pt x="2297" y="1209"/>
                  </a:cubicBezTo>
                  <a:cubicBezTo>
                    <a:pt x="2292" y="1198"/>
                    <a:pt x="2289" y="1203"/>
                    <a:pt x="2292" y="1206"/>
                  </a:cubicBezTo>
                  <a:cubicBezTo>
                    <a:pt x="2298" y="1234"/>
                    <a:pt x="2308" y="1240"/>
                    <a:pt x="2305" y="1249"/>
                  </a:cubicBezTo>
                  <a:cubicBezTo>
                    <a:pt x="2321" y="1296"/>
                    <a:pt x="2320" y="1300"/>
                    <a:pt x="2321" y="1304"/>
                  </a:cubicBezTo>
                  <a:cubicBezTo>
                    <a:pt x="2322" y="1320"/>
                    <a:pt x="2326" y="1323"/>
                    <a:pt x="2324" y="1327"/>
                  </a:cubicBezTo>
                  <a:cubicBezTo>
                    <a:pt x="2331" y="1365"/>
                    <a:pt x="2335" y="1368"/>
                    <a:pt x="2336" y="1371"/>
                  </a:cubicBezTo>
                  <a:cubicBezTo>
                    <a:pt x="2341" y="1391"/>
                    <a:pt x="2344" y="1398"/>
                    <a:pt x="2342" y="1406"/>
                  </a:cubicBezTo>
                  <a:cubicBezTo>
                    <a:pt x="2353" y="1429"/>
                    <a:pt x="2351" y="1432"/>
                    <a:pt x="2352" y="1434"/>
                  </a:cubicBezTo>
                  <a:cubicBezTo>
                    <a:pt x="2357" y="1454"/>
                    <a:pt x="2362" y="1458"/>
                    <a:pt x="2358" y="1464"/>
                  </a:cubicBezTo>
                  <a:cubicBezTo>
                    <a:pt x="2385" y="1520"/>
                    <a:pt x="2388" y="1525"/>
                    <a:pt x="2385" y="1530"/>
                  </a:cubicBezTo>
                  <a:cubicBezTo>
                    <a:pt x="2405" y="1579"/>
                    <a:pt x="2412" y="1587"/>
                    <a:pt x="2414" y="1596"/>
                  </a:cubicBezTo>
                  <a:cubicBezTo>
                    <a:pt x="2442" y="1638"/>
                    <a:pt x="2439" y="1643"/>
                    <a:pt x="2446" y="1646"/>
                  </a:cubicBezTo>
                  <a:cubicBezTo>
                    <a:pt x="2453" y="1651"/>
                    <a:pt x="2454" y="1647"/>
                    <a:pt x="2451" y="1644"/>
                  </a:cubicBezTo>
                  <a:cubicBezTo>
                    <a:pt x="2443" y="1621"/>
                    <a:pt x="2434" y="1620"/>
                    <a:pt x="2436" y="1616"/>
                  </a:cubicBezTo>
                  <a:cubicBezTo>
                    <a:pt x="2403" y="1550"/>
                    <a:pt x="2400" y="1544"/>
                    <a:pt x="2399" y="1536"/>
                  </a:cubicBezTo>
                  <a:cubicBezTo>
                    <a:pt x="2395" y="1520"/>
                    <a:pt x="2392" y="1517"/>
                    <a:pt x="2396" y="1518"/>
                  </a:cubicBezTo>
                  <a:cubicBezTo>
                    <a:pt x="2404" y="1542"/>
                    <a:pt x="2405" y="1548"/>
                    <a:pt x="2409" y="1553"/>
                  </a:cubicBezTo>
                  <a:cubicBezTo>
                    <a:pt x="2420" y="1583"/>
                    <a:pt x="2427" y="1584"/>
                    <a:pt x="2425" y="1588"/>
                  </a:cubicBezTo>
                  <a:cubicBezTo>
                    <a:pt x="2438" y="1610"/>
                    <a:pt x="2440" y="1616"/>
                    <a:pt x="2445" y="1622"/>
                  </a:cubicBezTo>
                  <a:cubicBezTo>
                    <a:pt x="2450" y="1643"/>
                    <a:pt x="2463" y="1643"/>
                    <a:pt x="2459" y="1647"/>
                  </a:cubicBezTo>
                  <a:cubicBezTo>
                    <a:pt x="2470" y="1664"/>
                    <a:pt x="2476" y="1667"/>
                    <a:pt x="2477" y="1672"/>
                  </a:cubicBezTo>
                  <a:cubicBezTo>
                    <a:pt x="2463" y="1678"/>
                    <a:pt x="2458" y="1674"/>
                    <a:pt x="2454" y="1675"/>
                  </a:cubicBezTo>
                  <a:cubicBezTo>
                    <a:pt x="2436" y="1656"/>
                    <a:pt x="2435" y="1650"/>
                    <a:pt x="2429" y="1645"/>
                  </a:cubicBezTo>
                  <a:cubicBezTo>
                    <a:pt x="2409" y="1626"/>
                    <a:pt x="2407" y="1623"/>
                    <a:pt x="2404" y="1620"/>
                  </a:cubicBezTo>
                  <a:cubicBezTo>
                    <a:pt x="2380" y="1586"/>
                    <a:pt x="2378" y="1583"/>
                    <a:pt x="2378" y="1580"/>
                  </a:cubicBezTo>
                  <a:cubicBezTo>
                    <a:pt x="2349" y="1534"/>
                    <a:pt x="2353" y="1527"/>
                    <a:pt x="2346" y="1522"/>
                  </a:cubicBezTo>
                  <a:cubicBezTo>
                    <a:pt x="2338" y="1502"/>
                    <a:pt x="2336" y="1500"/>
                    <a:pt x="2336" y="1497"/>
                  </a:cubicBezTo>
                  <a:cubicBezTo>
                    <a:pt x="2331" y="1476"/>
                    <a:pt x="2325" y="1474"/>
                    <a:pt x="2325" y="1471"/>
                  </a:cubicBezTo>
                  <a:cubicBezTo>
                    <a:pt x="2312" y="1432"/>
                    <a:pt x="2311" y="1426"/>
                    <a:pt x="2308" y="1421"/>
                  </a:cubicBezTo>
                  <a:cubicBezTo>
                    <a:pt x="2303" y="1381"/>
                    <a:pt x="2297" y="1379"/>
                    <a:pt x="2296" y="1376"/>
                  </a:cubicBezTo>
                  <a:cubicBezTo>
                    <a:pt x="2290" y="1326"/>
                    <a:pt x="2281" y="1322"/>
                    <a:pt x="2284" y="1316"/>
                  </a:cubicBezTo>
                  <a:cubicBezTo>
                    <a:pt x="2271" y="1279"/>
                    <a:pt x="2281" y="1274"/>
                    <a:pt x="2274" y="1272"/>
                  </a:cubicBezTo>
                  <a:cubicBezTo>
                    <a:pt x="2260" y="1216"/>
                    <a:pt x="2259" y="1204"/>
                    <a:pt x="2253" y="1193"/>
                  </a:cubicBezTo>
                  <a:cubicBezTo>
                    <a:pt x="2238" y="1139"/>
                    <a:pt x="2237" y="1136"/>
                    <a:pt x="2238" y="1133"/>
                  </a:cubicBezTo>
                  <a:cubicBezTo>
                    <a:pt x="2231" y="1113"/>
                    <a:pt x="2230" y="1110"/>
                    <a:pt x="2230" y="1107"/>
                  </a:cubicBezTo>
                  <a:cubicBezTo>
                    <a:pt x="2211" y="1060"/>
                    <a:pt x="2210" y="1052"/>
                    <a:pt x="2208" y="1045"/>
                  </a:cubicBezTo>
                  <a:cubicBezTo>
                    <a:pt x="2165" y="974"/>
                    <a:pt x="2169" y="967"/>
                    <a:pt x="2161" y="961"/>
                  </a:cubicBezTo>
                  <a:cubicBezTo>
                    <a:pt x="2160" y="963"/>
                    <a:pt x="2163" y="983"/>
                    <a:pt x="2177" y="1001"/>
                  </a:cubicBezTo>
                  <a:cubicBezTo>
                    <a:pt x="2189" y="1030"/>
                    <a:pt x="2183" y="1035"/>
                    <a:pt x="2186" y="1038"/>
                  </a:cubicBezTo>
                  <a:cubicBezTo>
                    <a:pt x="2189" y="1065"/>
                    <a:pt x="2188" y="1072"/>
                    <a:pt x="2194" y="1078"/>
                  </a:cubicBezTo>
                  <a:cubicBezTo>
                    <a:pt x="2196" y="1130"/>
                    <a:pt x="2200" y="1143"/>
                    <a:pt x="2199" y="1157"/>
                  </a:cubicBezTo>
                  <a:cubicBezTo>
                    <a:pt x="2207" y="1222"/>
                    <a:pt x="2208" y="1228"/>
                    <a:pt x="2207" y="1235"/>
                  </a:cubicBezTo>
                  <a:cubicBezTo>
                    <a:pt x="2212" y="1268"/>
                    <a:pt x="2211" y="1272"/>
                    <a:pt x="2212" y="1275"/>
                  </a:cubicBezTo>
                  <a:cubicBezTo>
                    <a:pt x="2223" y="1307"/>
                    <a:pt x="2214" y="1312"/>
                    <a:pt x="2219" y="1315"/>
                  </a:cubicBezTo>
                  <a:cubicBezTo>
                    <a:pt x="2220" y="1340"/>
                    <a:pt x="2224" y="1346"/>
                    <a:pt x="2226" y="1353"/>
                  </a:cubicBezTo>
                  <a:cubicBezTo>
                    <a:pt x="2236" y="1405"/>
                    <a:pt x="2240" y="1418"/>
                    <a:pt x="2244" y="1431"/>
                  </a:cubicBezTo>
                  <a:cubicBezTo>
                    <a:pt x="2267" y="1494"/>
                    <a:pt x="2275" y="1519"/>
                    <a:pt x="2293" y="1542"/>
                  </a:cubicBezTo>
                  <a:cubicBezTo>
                    <a:pt x="2314" y="1582"/>
                    <a:pt x="2322" y="1583"/>
                    <a:pt x="2321" y="1587"/>
                  </a:cubicBezTo>
                  <a:cubicBezTo>
                    <a:pt x="2333" y="1611"/>
                    <a:pt x="2329" y="1607"/>
                    <a:pt x="2325" y="1605"/>
                  </a:cubicBezTo>
                  <a:cubicBezTo>
                    <a:pt x="2319" y="1601"/>
                    <a:pt x="2317" y="1600"/>
                    <a:pt x="2315" y="1601"/>
                  </a:cubicBezTo>
                  <a:cubicBezTo>
                    <a:pt x="2280" y="1558"/>
                    <a:pt x="2284" y="1550"/>
                    <a:pt x="2273" y="1544"/>
                  </a:cubicBezTo>
                  <a:cubicBezTo>
                    <a:pt x="2259" y="1518"/>
                    <a:pt x="2252" y="1512"/>
                    <a:pt x="2253" y="1504"/>
                  </a:cubicBezTo>
                  <a:cubicBezTo>
                    <a:pt x="2234" y="1460"/>
                    <a:pt x="2227" y="1458"/>
                    <a:pt x="2229" y="1454"/>
                  </a:cubicBezTo>
                  <a:cubicBezTo>
                    <a:pt x="2214" y="1406"/>
                    <a:pt x="2206" y="1398"/>
                    <a:pt x="2210" y="1387"/>
                  </a:cubicBezTo>
                  <a:cubicBezTo>
                    <a:pt x="2199" y="1339"/>
                    <a:pt x="2201" y="1333"/>
                    <a:pt x="2197" y="1329"/>
                  </a:cubicBezTo>
                  <a:cubicBezTo>
                    <a:pt x="2199" y="1312"/>
                    <a:pt x="2192" y="1308"/>
                    <a:pt x="2196" y="1302"/>
                  </a:cubicBezTo>
                  <a:cubicBezTo>
                    <a:pt x="2191" y="1231"/>
                    <a:pt x="2192" y="1221"/>
                    <a:pt x="2189" y="1211"/>
                  </a:cubicBezTo>
                  <a:cubicBezTo>
                    <a:pt x="2189" y="1170"/>
                    <a:pt x="2188" y="1168"/>
                    <a:pt x="2188" y="1165"/>
                  </a:cubicBezTo>
                  <a:cubicBezTo>
                    <a:pt x="2181" y="1130"/>
                    <a:pt x="2184" y="1109"/>
                    <a:pt x="2181" y="1090"/>
                  </a:cubicBezTo>
                  <a:cubicBezTo>
                    <a:pt x="2172" y="1051"/>
                    <a:pt x="2173" y="1040"/>
                    <a:pt x="2167" y="1031"/>
                  </a:cubicBezTo>
                  <a:cubicBezTo>
                    <a:pt x="2144" y="965"/>
                    <a:pt x="2137" y="957"/>
                    <a:pt x="2136" y="948"/>
                  </a:cubicBezTo>
                  <a:cubicBezTo>
                    <a:pt x="2118" y="911"/>
                    <a:pt x="2113" y="902"/>
                    <a:pt x="2107" y="894"/>
                  </a:cubicBezTo>
                  <a:cubicBezTo>
                    <a:pt x="2090" y="873"/>
                    <a:pt x="2087" y="869"/>
                    <a:pt x="2085" y="871"/>
                  </a:cubicBezTo>
                  <a:cubicBezTo>
                    <a:pt x="2112" y="912"/>
                    <a:pt x="2115" y="916"/>
                    <a:pt x="2115" y="920"/>
                  </a:cubicBezTo>
                  <a:cubicBezTo>
                    <a:pt x="2131" y="960"/>
                    <a:pt x="2132" y="962"/>
                    <a:pt x="2133" y="964"/>
                  </a:cubicBezTo>
                  <a:cubicBezTo>
                    <a:pt x="2141" y="985"/>
                    <a:pt x="2142" y="987"/>
                    <a:pt x="2143" y="989"/>
                  </a:cubicBezTo>
                  <a:cubicBezTo>
                    <a:pt x="2149" y="1014"/>
                    <a:pt x="2150" y="1019"/>
                    <a:pt x="2152" y="1023"/>
                  </a:cubicBezTo>
                  <a:cubicBezTo>
                    <a:pt x="2159" y="1102"/>
                    <a:pt x="2158" y="1106"/>
                    <a:pt x="2159" y="1110"/>
                  </a:cubicBezTo>
                  <a:cubicBezTo>
                    <a:pt x="2160" y="1124"/>
                    <a:pt x="2160" y="1131"/>
                    <a:pt x="2162" y="1137"/>
                  </a:cubicBezTo>
                  <a:cubicBezTo>
                    <a:pt x="2156" y="1174"/>
                    <a:pt x="2166" y="1175"/>
                    <a:pt x="2163" y="1180"/>
                  </a:cubicBezTo>
                  <a:cubicBezTo>
                    <a:pt x="2167" y="1227"/>
                    <a:pt x="2169" y="1230"/>
                    <a:pt x="2166" y="1234"/>
                  </a:cubicBezTo>
                  <a:cubicBezTo>
                    <a:pt x="2169" y="1249"/>
                    <a:pt x="2170" y="1253"/>
                    <a:pt x="2169" y="1257"/>
                  </a:cubicBezTo>
                  <a:cubicBezTo>
                    <a:pt x="2172" y="1304"/>
                    <a:pt x="2171" y="1313"/>
                    <a:pt x="2170" y="1321"/>
                  </a:cubicBezTo>
                  <a:cubicBezTo>
                    <a:pt x="2174" y="1351"/>
                    <a:pt x="2175" y="1355"/>
                    <a:pt x="2180" y="1359"/>
                  </a:cubicBezTo>
                  <a:cubicBezTo>
                    <a:pt x="2185" y="1406"/>
                    <a:pt x="2190" y="1414"/>
                    <a:pt x="2189" y="1423"/>
                  </a:cubicBezTo>
                  <a:cubicBezTo>
                    <a:pt x="2200" y="1453"/>
                    <a:pt x="2202" y="1459"/>
                    <a:pt x="2204" y="1464"/>
                  </a:cubicBezTo>
                  <a:cubicBezTo>
                    <a:pt x="2204" y="1471"/>
                    <a:pt x="2202" y="1463"/>
                    <a:pt x="2196" y="1456"/>
                  </a:cubicBezTo>
                  <a:cubicBezTo>
                    <a:pt x="2185" y="1423"/>
                    <a:pt x="2176" y="1416"/>
                    <a:pt x="2174" y="1407"/>
                  </a:cubicBezTo>
                  <a:cubicBezTo>
                    <a:pt x="2163" y="1371"/>
                    <a:pt x="2166" y="1367"/>
                    <a:pt x="2166" y="1363"/>
                  </a:cubicBezTo>
                  <a:cubicBezTo>
                    <a:pt x="2160" y="1333"/>
                    <a:pt x="2159" y="1328"/>
                    <a:pt x="2158" y="1324"/>
                  </a:cubicBezTo>
                  <a:cubicBezTo>
                    <a:pt x="2153" y="1274"/>
                    <a:pt x="2147" y="1266"/>
                    <a:pt x="2151" y="1256"/>
                  </a:cubicBezTo>
                  <a:cubicBezTo>
                    <a:pt x="2141" y="1222"/>
                    <a:pt x="2140" y="1213"/>
                    <a:pt x="2139" y="1203"/>
                  </a:cubicBezTo>
                  <a:cubicBezTo>
                    <a:pt x="2133" y="1173"/>
                    <a:pt x="2137" y="1168"/>
                    <a:pt x="2134" y="1163"/>
                  </a:cubicBezTo>
                  <a:cubicBezTo>
                    <a:pt x="2134" y="1118"/>
                    <a:pt x="2132" y="1114"/>
                    <a:pt x="2131" y="1109"/>
                  </a:cubicBezTo>
                  <a:cubicBezTo>
                    <a:pt x="2119" y="1022"/>
                    <a:pt x="2112" y="1004"/>
                    <a:pt x="2109" y="984"/>
                  </a:cubicBezTo>
                  <a:cubicBezTo>
                    <a:pt x="2093" y="937"/>
                    <a:pt x="2088" y="933"/>
                    <a:pt x="2087" y="928"/>
                  </a:cubicBezTo>
                  <a:cubicBezTo>
                    <a:pt x="2052" y="863"/>
                    <a:pt x="2041" y="856"/>
                    <a:pt x="2036" y="847"/>
                  </a:cubicBezTo>
                  <a:cubicBezTo>
                    <a:pt x="2019" y="824"/>
                    <a:pt x="2014" y="821"/>
                    <a:pt x="2012" y="823"/>
                  </a:cubicBezTo>
                  <a:cubicBezTo>
                    <a:pt x="2062" y="888"/>
                    <a:pt x="2061" y="894"/>
                    <a:pt x="2067" y="899"/>
                  </a:cubicBezTo>
                  <a:cubicBezTo>
                    <a:pt x="2076" y="925"/>
                    <a:pt x="2083" y="927"/>
                    <a:pt x="2080" y="931"/>
                  </a:cubicBezTo>
                  <a:cubicBezTo>
                    <a:pt x="2098" y="970"/>
                    <a:pt x="2096" y="977"/>
                    <a:pt x="2100" y="983"/>
                  </a:cubicBezTo>
                  <a:cubicBezTo>
                    <a:pt x="2115" y="1034"/>
                    <a:pt x="2114" y="1047"/>
                    <a:pt x="2116" y="1060"/>
                  </a:cubicBezTo>
                  <a:cubicBezTo>
                    <a:pt x="2119" y="1093"/>
                    <a:pt x="2121" y="1096"/>
                    <a:pt x="2121" y="1100"/>
                  </a:cubicBezTo>
                  <a:cubicBezTo>
                    <a:pt x="2126" y="1186"/>
                    <a:pt x="2130" y="1192"/>
                    <a:pt x="2129" y="1199"/>
                  </a:cubicBezTo>
                  <a:cubicBezTo>
                    <a:pt x="2137" y="1242"/>
                    <a:pt x="2143" y="1243"/>
                    <a:pt x="2138" y="1248"/>
                  </a:cubicBezTo>
                  <a:cubicBezTo>
                    <a:pt x="2136" y="1238"/>
                    <a:pt x="2127" y="1221"/>
                    <a:pt x="2129" y="1202"/>
                  </a:cubicBezTo>
                  <a:cubicBezTo>
                    <a:pt x="2102" y="1093"/>
                    <a:pt x="2101" y="1089"/>
                    <a:pt x="2103" y="1085"/>
                  </a:cubicBezTo>
                  <a:cubicBezTo>
                    <a:pt x="2087" y="1037"/>
                    <a:pt x="2081" y="1029"/>
                    <a:pt x="2080" y="1020"/>
                  </a:cubicBezTo>
                  <a:cubicBezTo>
                    <a:pt x="2066" y="977"/>
                    <a:pt x="2060" y="974"/>
                    <a:pt x="2059" y="969"/>
                  </a:cubicBezTo>
                  <a:cubicBezTo>
                    <a:pt x="2021" y="912"/>
                    <a:pt x="2016" y="904"/>
                    <a:pt x="2011" y="896"/>
                  </a:cubicBezTo>
                  <a:cubicBezTo>
                    <a:pt x="1943" y="844"/>
                    <a:pt x="1963" y="845"/>
                    <a:pt x="1960" y="851"/>
                  </a:cubicBezTo>
                  <a:cubicBezTo>
                    <a:pt x="1994" y="880"/>
                    <a:pt x="1991" y="884"/>
                    <a:pt x="1997" y="886"/>
                  </a:cubicBezTo>
                  <a:cubicBezTo>
                    <a:pt x="2016" y="913"/>
                    <a:pt x="2017" y="917"/>
                    <a:pt x="2019" y="919"/>
                  </a:cubicBezTo>
                  <a:cubicBezTo>
                    <a:pt x="2066" y="1009"/>
                    <a:pt x="2073" y="1020"/>
                    <a:pt x="2075" y="1032"/>
                  </a:cubicBezTo>
                  <a:cubicBezTo>
                    <a:pt x="2083" y="1056"/>
                    <a:pt x="2088" y="1062"/>
                    <a:pt x="2087" y="1069"/>
                  </a:cubicBezTo>
                  <a:cubicBezTo>
                    <a:pt x="2096" y="1118"/>
                    <a:pt x="2103" y="1119"/>
                    <a:pt x="2101" y="1123"/>
                  </a:cubicBezTo>
                  <a:cubicBezTo>
                    <a:pt x="2112" y="1167"/>
                    <a:pt x="2116" y="1173"/>
                    <a:pt x="2115" y="1180"/>
                  </a:cubicBezTo>
                  <a:cubicBezTo>
                    <a:pt x="2125" y="1222"/>
                    <a:pt x="2124" y="1226"/>
                    <a:pt x="2124" y="1230"/>
                  </a:cubicBezTo>
                  <a:cubicBezTo>
                    <a:pt x="2131" y="1258"/>
                    <a:pt x="2132" y="1262"/>
                    <a:pt x="2131" y="1266"/>
                  </a:cubicBezTo>
                  <a:cubicBezTo>
                    <a:pt x="2139" y="1307"/>
                    <a:pt x="2141" y="1310"/>
                    <a:pt x="2141" y="1315"/>
                  </a:cubicBezTo>
                  <a:cubicBezTo>
                    <a:pt x="2145" y="1346"/>
                    <a:pt x="2146" y="1354"/>
                    <a:pt x="2152" y="1361"/>
                  </a:cubicBezTo>
                  <a:cubicBezTo>
                    <a:pt x="2162" y="1399"/>
                    <a:pt x="2162" y="1401"/>
                    <a:pt x="2163" y="1403"/>
                  </a:cubicBezTo>
                  <a:cubicBezTo>
                    <a:pt x="2143" y="1371"/>
                    <a:pt x="2140" y="1368"/>
                    <a:pt x="2137" y="1364"/>
                  </a:cubicBezTo>
                  <a:cubicBezTo>
                    <a:pt x="2126" y="1327"/>
                    <a:pt x="2124" y="1322"/>
                    <a:pt x="2124" y="1316"/>
                  </a:cubicBezTo>
                  <a:cubicBezTo>
                    <a:pt x="2115" y="1280"/>
                    <a:pt x="2110" y="1276"/>
                    <a:pt x="2110" y="1271"/>
                  </a:cubicBezTo>
                  <a:cubicBezTo>
                    <a:pt x="2097" y="1222"/>
                    <a:pt x="2097" y="1219"/>
                    <a:pt x="2099" y="1216"/>
                  </a:cubicBezTo>
                  <a:cubicBezTo>
                    <a:pt x="2089" y="1184"/>
                    <a:pt x="2090" y="1172"/>
                    <a:pt x="2085" y="1162"/>
                  </a:cubicBezTo>
                  <a:cubicBezTo>
                    <a:pt x="2074" y="1123"/>
                    <a:pt x="2075" y="1120"/>
                    <a:pt x="2073" y="1118"/>
                  </a:cubicBezTo>
                  <a:cubicBezTo>
                    <a:pt x="2061" y="1060"/>
                    <a:pt x="2060" y="1049"/>
                    <a:pt x="2054" y="1040"/>
                  </a:cubicBezTo>
                  <a:cubicBezTo>
                    <a:pt x="2034" y="969"/>
                    <a:pt x="2024" y="960"/>
                    <a:pt x="2025" y="949"/>
                  </a:cubicBezTo>
                  <a:cubicBezTo>
                    <a:pt x="2000" y="900"/>
                    <a:pt x="2001" y="894"/>
                    <a:pt x="1994" y="890"/>
                  </a:cubicBezTo>
                  <a:cubicBezTo>
                    <a:pt x="1969" y="864"/>
                    <a:pt x="1969" y="858"/>
                    <a:pt x="1966" y="861"/>
                  </a:cubicBezTo>
                  <a:cubicBezTo>
                    <a:pt x="2010" y="928"/>
                    <a:pt x="2009" y="940"/>
                    <a:pt x="2017" y="949"/>
                  </a:cubicBezTo>
                  <a:cubicBezTo>
                    <a:pt x="2020" y="979"/>
                    <a:pt x="2032" y="979"/>
                    <a:pt x="2029" y="983"/>
                  </a:cubicBezTo>
                  <a:cubicBezTo>
                    <a:pt x="2041" y="1018"/>
                    <a:pt x="2041" y="1021"/>
                    <a:pt x="2045" y="1023"/>
                  </a:cubicBezTo>
                  <a:cubicBezTo>
                    <a:pt x="2052" y="1055"/>
                    <a:pt x="2054" y="1061"/>
                    <a:pt x="2055" y="1066"/>
                  </a:cubicBezTo>
                  <a:cubicBezTo>
                    <a:pt x="2064" y="1089"/>
                    <a:pt x="2058" y="1096"/>
                    <a:pt x="2063" y="1101"/>
                  </a:cubicBezTo>
                  <a:cubicBezTo>
                    <a:pt x="2074" y="1155"/>
                    <a:pt x="2077" y="1157"/>
                    <a:pt x="2077" y="1159"/>
                  </a:cubicBezTo>
                  <a:cubicBezTo>
                    <a:pt x="2082" y="1197"/>
                    <a:pt x="2088" y="1207"/>
                    <a:pt x="2090" y="1218"/>
                  </a:cubicBezTo>
                  <a:cubicBezTo>
                    <a:pt x="2091" y="1246"/>
                    <a:pt x="2099" y="1248"/>
                    <a:pt x="2097" y="1251"/>
                  </a:cubicBezTo>
                  <a:cubicBezTo>
                    <a:pt x="2107" y="1277"/>
                    <a:pt x="2103" y="1281"/>
                    <a:pt x="2106" y="1284"/>
                  </a:cubicBezTo>
                  <a:cubicBezTo>
                    <a:pt x="2117" y="1328"/>
                    <a:pt x="2122" y="1338"/>
                    <a:pt x="2126" y="1349"/>
                  </a:cubicBezTo>
                  <a:cubicBezTo>
                    <a:pt x="2132" y="1371"/>
                    <a:pt x="2136" y="1376"/>
                    <a:pt x="2135" y="1382"/>
                  </a:cubicBezTo>
                  <a:cubicBezTo>
                    <a:pt x="2154" y="1416"/>
                    <a:pt x="2163" y="1420"/>
                    <a:pt x="2160" y="1427"/>
                  </a:cubicBezTo>
                  <a:cubicBezTo>
                    <a:pt x="2182" y="1475"/>
                    <a:pt x="2196" y="1475"/>
                    <a:pt x="2191" y="1479"/>
                  </a:cubicBezTo>
                  <a:cubicBezTo>
                    <a:pt x="2199" y="1500"/>
                    <a:pt x="2206" y="1501"/>
                    <a:pt x="2206" y="1504"/>
                  </a:cubicBezTo>
                  <a:cubicBezTo>
                    <a:pt x="2225" y="1535"/>
                    <a:pt x="2224" y="1539"/>
                    <a:pt x="2230" y="1542"/>
                  </a:cubicBezTo>
                  <a:cubicBezTo>
                    <a:pt x="2228" y="1549"/>
                    <a:pt x="2237" y="1551"/>
                    <a:pt x="2235" y="1555"/>
                  </a:cubicBezTo>
                  <a:cubicBezTo>
                    <a:pt x="2149" y="1493"/>
                    <a:pt x="2141" y="1489"/>
                    <a:pt x="2142" y="1483"/>
                  </a:cubicBezTo>
                  <a:cubicBezTo>
                    <a:pt x="2094" y="1431"/>
                    <a:pt x="2090" y="1425"/>
                    <a:pt x="2086" y="1420"/>
                  </a:cubicBezTo>
                  <a:cubicBezTo>
                    <a:pt x="2056" y="1376"/>
                    <a:pt x="2054" y="1364"/>
                    <a:pt x="2048" y="1352"/>
                  </a:cubicBezTo>
                  <a:cubicBezTo>
                    <a:pt x="2029" y="1312"/>
                    <a:pt x="2033" y="1305"/>
                    <a:pt x="2025" y="1300"/>
                  </a:cubicBezTo>
                  <a:cubicBezTo>
                    <a:pt x="2006" y="1263"/>
                    <a:pt x="2010" y="1259"/>
                    <a:pt x="2010" y="1256"/>
                  </a:cubicBezTo>
                  <a:cubicBezTo>
                    <a:pt x="2001" y="1236"/>
                    <a:pt x="2000" y="1233"/>
                    <a:pt x="1998" y="1230"/>
                  </a:cubicBezTo>
                  <a:cubicBezTo>
                    <a:pt x="1985" y="1192"/>
                    <a:pt x="1973" y="1191"/>
                    <a:pt x="1980" y="1187"/>
                  </a:cubicBezTo>
                  <a:cubicBezTo>
                    <a:pt x="1950" y="1133"/>
                    <a:pt x="1946" y="1121"/>
                    <a:pt x="1939" y="1110"/>
                  </a:cubicBezTo>
                  <a:cubicBezTo>
                    <a:pt x="1916" y="1064"/>
                    <a:pt x="1913" y="1062"/>
                    <a:pt x="1910" y="1059"/>
                  </a:cubicBezTo>
                  <a:cubicBezTo>
                    <a:pt x="1878" y="1003"/>
                    <a:pt x="1868" y="998"/>
                    <a:pt x="1868" y="992"/>
                  </a:cubicBezTo>
                  <a:cubicBezTo>
                    <a:pt x="1845" y="965"/>
                    <a:pt x="1841" y="953"/>
                    <a:pt x="1824" y="944"/>
                  </a:cubicBezTo>
                  <a:cubicBezTo>
                    <a:pt x="1803" y="914"/>
                    <a:pt x="1793" y="907"/>
                    <a:pt x="1786" y="900"/>
                  </a:cubicBezTo>
                  <a:cubicBezTo>
                    <a:pt x="1723" y="854"/>
                    <a:pt x="1718" y="846"/>
                    <a:pt x="1715" y="853"/>
                  </a:cubicBezTo>
                  <a:cubicBezTo>
                    <a:pt x="1727" y="868"/>
                    <a:pt x="1731" y="868"/>
                    <a:pt x="1734" y="868"/>
                  </a:cubicBezTo>
                  <a:cubicBezTo>
                    <a:pt x="1771" y="901"/>
                    <a:pt x="1784" y="909"/>
                    <a:pt x="1792" y="918"/>
                  </a:cubicBezTo>
                  <a:cubicBezTo>
                    <a:pt x="1828" y="952"/>
                    <a:pt x="1830" y="962"/>
                    <a:pt x="1841" y="971"/>
                  </a:cubicBezTo>
                  <a:cubicBezTo>
                    <a:pt x="1878" y="1016"/>
                    <a:pt x="1877" y="1021"/>
                    <a:pt x="1883" y="1025"/>
                  </a:cubicBezTo>
                  <a:cubicBezTo>
                    <a:pt x="1891" y="1045"/>
                    <a:pt x="1897" y="1049"/>
                    <a:pt x="1898" y="1054"/>
                  </a:cubicBezTo>
                  <a:cubicBezTo>
                    <a:pt x="1916" y="1087"/>
                    <a:pt x="1923" y="1091"/>
                    <a:pt x="1922" y="1096"/>
                  </a:cubicBezTo>
                  <a:cubicBezTo>
                    <a:pt x="1942" y="1129"/>
                    <a:pt x="1942" y="1134"/>
                    <a:pt x="1947" y="1138"/>
                  </a:cubicBezTo>
                  <a:cubicBezTo>
                    <a:pt x="1957" y="1163"/>
                    <a:pt x="1959" y="1166"/>
                    <a:pt x="1964" y="1168"/>
                  </a:cubicBezTo>
                  <a:cubicBezTo>
                    <a:pt x="1973" y="1208"/>
                    <a:pt x="1985" y="1211"/>
                    <a:pt x="1981" y="1216"/>
                  </a:cubicBezTo>
                  <a:cubicBezTo>
                    <a:pt x="1995" y="1257"/>
                    <a:pt x="2000" y="1261"/>
                    <a:pt x="2004" y="1265"/>
                  </a:cubicBezTo>
                  <a:cubicBezTo>
                    <a:pt x="2015" y="1292"/>
                    <a:pt x="2011" y="1297"/>
                    <a:pt x="2017" y="1300"/>
                  </a:cubicBezTo>
                  <a:cubicBezTo>
                    <a:pt x="2034" y="1342"/>
                    <a:pt x="2039" y="1345"/>
                    <a:pt x="2039" y="1349"/>
                  </a:cubicBezTo>
                  <a:cubicBezTo>
                    <a:pt x="2035" y="1341"/>
                    <a:pt x="2017" y="1324"/>
                    <a:pt x="2011" y="1304"/>
                  </a:cubicBezTo>
                  <a:cubicBezTo>
                    <a:pt x="1989" y="1272"/>
                    <a:pt x="1992" y="1266"/>
                    <a:pt x="1987" y="1262"/>
                  </a:cubicBezTo>
                  <a:cubicBezTo>
                    <a:pt x="1973" y="1239"/>
                    <a:pt x="1973" y="1236"/>
                    <a:pt x="1969" y="1234"/>
                  </a:cubicBezTo>
                  <a:cubicBezTo>
                    <a:pt x="1943" y="1182"/>
                    <a:pt x="1936" y="1173"/>
                    <a:pt x="1933" y="1163"/>
                  </a:cubicBezTo>
                  <a:cubicBezTo>
                    <a:pt x="1911" y="1130"/>
                    <a:pt x="1906" y="1125"/>
                    <a:pt x="1907" y="1119"/>
                  </a:cubicBezTo>
                  <a:cubicBezTo>
                    <a:pt x="1889" y="1094"/>
                    <a:pt x="1882" y="1083"/>
                    <a:pt x="1875" y="1072"/>
                  </a:cubicBezTo>
                  <a:cubicBezTo>
                    <a:pt x="1831" y="999"/>
                    <a:pt x="1817" y="990"/>
                    <a:pt x="1811" y="980"/>
                  </a:cubicBezTo>
                  <a:cubicBezTo>
                    <a:pt x="1769" y="941"/>
                    <a:pt x="1772" y="937"/>
                    <a:pt x="1767" y="935"/>
                  </a:cubicBezTo>
                  <a:cubicBezTo>
                    <a:pt x="1713" y="899"/>
                    <a:pt x="1720" y="901"/>
                    <a:pt x="1723" y="903"/>
                  </a:cubicBezTo>
                  <a:cubicBezTo>
                    <a:pt x="1759" y="934"/>
                    <a:pt x="1769" y="945"/>
                    <a:pt x="1780" y="956"/>
                  </a:cubicBezTo>
                  <a:cubicBezTo>
                    <a:pt x="1802" y="983"/>
                    <a:pt x="1811" y="985"/>
                    <a:pt x="1808" y="988"/>
                  </a:cubicBezTo>
                  <a:cubicBezTo>
                    <a:pt x="1835" y="1031"/>
                    <a:pt x="1838" y="1032"/>
                    <a:pt x="1841" y="1034"/>
                  </a:cubicBezTo>
                  <a:cubicBezTo>
                    <a:pt x="1873" y="1077"/>
                    <a:pt x="1874" y="1086"/>
                    <a:pt x="1879" y="1094"/>
                  </a:cubicBezTo>
                  <a:cubicBezTo>
                    <a:pt x="1914" y="1151"/>
                    <a:pt x="1920" y="1159"/>
                    <a:pt x="1924" y="1168"/>
                  </a:cubicBezTo>
                  <a:cubicBezTo>
                    <a:pt x="1944" y="1210"/>
                    <a:pt x="1955" y="1212"/>
                    <a:pt x="1951" y="1217"/>
                  </a:cubicBezTo>
                  <a:cubicBezTo>
                    <a:pt x="1985" y="1273"/>
                    <a:pt x="1988" y="1281"/>
                    <a:pt x="1993" y="1289"/>
                  </a:cubicBezTo>
                  <a:cubicBezTo>
                    <a:pt x="2021" y="1343"/>
                    <a:pt x="2021" y="1350"/>
                    <a:pt x="2027" y="1349"/>
                  </a:cubicBezTo>
                  <a:cubicBezTo>
                    <a:pt x="2038" y="1375"/>
                    <a:pt x="2045" y="1378"/>
                    <a:pt x="2046" y="1382"/>
                  </a:cubicBezTo>
                  <a:cubicBezTo>
                    <a:pt x="2055" y="1400"/>
                    <a:pt x="2045" y="1394"/>
                    <a:pt x="2044" y="1389"/>
                  </a:cubicBezTo>
                  <a:cubicBezTo>
                    <a:pt x="2031" y="1366"/>
                    <a:pt x="2024" y="1370"/>
                    <a:pt x="2022" y="1364"/>
                  </a:cubicBezTo>
                  <a:cubicBezTo>
                    <a:pt x="1998" y="1322"/>
                    <a:pt x="1989" y="1316"/>
                    <a:pt x="1988" y="1307"/>
                  </a:cubicBezTo>
                  <a:cubicBezTo>
                    <a:pt x="1961" y="1269"/>
                    <a:pt x="1954" y="1254"/>
                    <a:pt x="1945" y="1239"/>
                  </a:cubicBezTo>
                  <a:cubicBezTo>
                    <a:pt x="1926" y="1209"/>
                    <a:pt x="1917" y="1202"/>
                    <a:pt x="1915" y="1193"/>
                  </a:cubicBezTo>
                  <a:cubicBezTo>
                    <a:pt x="1894" y="1164"/>
                    <a:pt x="1896" y="1155"/>
                    <a:pt x="1887" y="1149"/>
                  </a:cubicBezTo>
                  <a:cubicBezTo>
                    <a:pt x="1871" y="1118"/>
                    <a:pt x="1865" y="1110"/>
                    <a:pt x="1861" y="1102"/>
                  </a:cubicBezTo>
                  <a:cubicBezTo>
                    <a:pt x="1827" y="1042"/>
                    <a:pt x="1818" y="1039"/>
                    <a:pt x="1819" y="1035"/>
                  </a:cubicBezTo>
                  <a:cubicBezTo>
                    <a:pt x="1803" y="1017"/>
                    <a:pt x="1808" y="1013"/>
                    <a:pt x="1803" y="1011"/>
                  </a:cubicBezTo>
                  <a:cubicBezTo>
                    <a:pt x="1773" y="975"/>
                    <a:pt x="1776" y="971"/>
                    <a:pt x="1771" y="969"/>
                  </a:cubicBezTo>
                  <a:cubicBezTo>
                    <a:pt x="1756" y="950"/>
                    <a:pt x="1752" y="947"/>
                    <a:pt x="1752" y="943"/>
                  </a:cubicBezTo>
                  <a:cubicBezTo>
                    <a:pt x="1731" y="924"/>
                    <a:pt x="1727" y="921"/>
                    <a:pt x="1723" y="919"/>
                  </a:cubicBezTo>
                  <a:cubicBezTo>
                    <a:pt x="1662" y="878"/>
                    <a:pt x="1656" y="874"/>
                    <a:pt x="1649" y="869"/>
                  </a:cubicBezTo>
                  <a:cubicBezTo>
                    <a:pt x="1637" y="863"/>
                    <a:pt x="1641" y="871"/>
                    <a:pt x="1645" y="872"/>
                  </a:cubicBezTo>
                  <a:cubicBezTo>
                    <a:pt x="1679" y="886"/>
                    <a:pt x="1678" y="900"/>
                    <a:pt x="1682" y="894"/>
                  </a:cubicBezTo>
                  <a:cubicBezTo>
                    <a:pt x="1732" y="936"/>
                    <a:pt x="1753" y="955"/>
                    <a:pt x="1766" y="976"/>
                  </a:cubicBezTo>
                  <a:cubicBezTo>
                    <a:pt x="1797" y="1018"/>
                    <a:pt x="1803" y="1029"/>
                    <a:pt x="1810" y="1040"/>
                  </a:cubicBezTo>
                  <a:cubicBezTo>
                    <a:pt x="1838" y="1089"/>
                    <a:pt x="1846" y="1091"/>
                    <a:pt x="1845" y="1094"/>
                  </a:cubicBezTo>
                  <a:cubicBezTo>
                    <a:pt x="1875" y="1146"/>
                    <a:pt x="1883" y="1156"/>
                    <a:pt x="1891" y="1167"/>
                  </a:cubicBezTo>
                  <a:cubicBezTo>
                    <a:pt x="1915" y="1208"/>
                    <a:pt x="1920" y="1220"/>
                    <a:pt x="1930" y="1230"/>
                  </a:cubicBezTo>
                  <a:cubicBezTo>
                    <a:pt x="1974" y="1305"/>
                    <a:pt x="1982" y="1315"/>
                    <a:pt x="1987" y="1325"/>
                  </a:cubicBezTo>
                  <a:cubicBezTo>
                    <a:pt x="2020" y="1379"/>
                    <a:pt x="2042" y="1399"/>
                    <a:pt x="2058" y="1419"/>
                  </a:cubicBezTo>
                  <a:cubicBezTo>
                    <a:pt x="2089" y="1454"/>
                    <a:pt x="2104" y="1456"/>
                    <a:pt x="2098" y="1462"/>
                  </a:cubicBezTo>
                  <a:cubicBezTo>
                    <a:pt x="2016" y="1395"/>
                    <a:pt x="2015" y="1391"/>
                    <a:pt x="2011" y="1388"/>
                  </a:cubicBezTo>
                  <a:cubicBezTo>
                    <a:pt x="1969" y="1337"/>
                    <a:pt x="1959" y="1330"/>
                    <a:pt x="1958" y="1321"/>
                  </a:cubicBezTo>
                  <a:cubicBezTo>
                    <a:pt x="1925" y="1276"/>
                    <a:pt x="1920" y="1268"/>
                    <a:pt x="1913" y="1260"/>
                  </a:cubicBezTo>
                  <a:cubicBezTo>
                    <a:pt x="1869" y="1201"/>
                    <a:pt x="1870" y="1191"/>
                    <a:pt x="1861" y="1184"/>
                  </a:cubicBezTo>
                  <a:cubicBezTo>
                    <a:pt x="1827" y="1128"/>
                    <a:pt x="1824" y="1123"/>
                    <a:pt x="1820" y="1120"/>
                  </a:cubicBezTo>
                  <a:cubicBezTo>
                    <a:pt x="1802" y="1089"/>
                    <a:pt x="1802" y="1084"/>
                    <a:pt x="1797" y="1080"/>
                  </a:cubicBezTo>
                  <a:cubicBezTo>
                    <a:pt x="1741" y="995"/>
                    <a:pt x="1735" y="987"/>
                    <a:pt x="1728" y="979"/>
                  </a:cubicBezTo>
                  <a:cubicBezTo>
                    <a:pt x="1691" y="937"/>
                    <a:pt x="1678" y="921"/>
                    <a:pt x="1659" y="905"/>
                  </a:cubicBezTo>
                  <a:cubicBezTo>
                    <a:pt x="1554" y="846"/>
                    <a:pt x="1554" y="849"/>
                    <a:pt x="1556" y="847"/>
                  </a:cubicBezTo>
                  <a:cubicBezTo>
                    <a:pt x="1560" y="857"/>
                    <a:pt x="1569" y="867"/>
                    <a:pt x="1585" y="874"/>
                  </a:cubicBezTo>
                  <a:cubicBezTo>
                    <a:pt x="1624" y="914"/>
                    <a:pt x="1639" y="916"/>
                    <a:pt x="1637" y="922"/>
                  </a:cubicBezTo>
                  <a:cubicBezTo>
                    <a:pt x="1667" y="951"/>
                    <a:pt x="1670" y="955"/>
                    <a:pt x="1673" y="959"/>
                  </a:cubicBezTo>
                  <a:cubicBezTo>
                    <a:pt x="1709" y="1006"/>
                    <a:pt x="1713" y="1015"/>
                    <a:pt x="1719" y="1023"/>
                  </a:cubicBezTo>
                  <a:cubicBezTo>
                    <a:pt x="1741" y="1068"/>
                    <a:pt x="1754" y="1071"/>
                    <a:pt x="1749" y="1077"/>
                  </a:cubicBezTo>
                  <a:cubicBezTo>
                    <a:pt x="1656" y="979"/>
                    <a:pt x="1622" y="952"/>
                    <a:pt x="1599" y="933"/>
                  </a:cubicBezTo>
                  <a:cubicBezTo>
                    <a:pt x="1593" y="934"/>
                    <a:pt x="1626" y="961"/>
                    <a:pt x="1655" y="986"/>
                  </a:cubicBezTo>
                  <a:cubicBezTo>
                    <a:pt x="1731" y="1069"/>
                    <a:pt x="1737" y="1071"/>
                    <a:pt x="1736" y="1074"/>
                  </a:cubicBezTo>
                  <a:cubicBezTo>
                    <a:pt x="1754" y="1099"/>
                    <a:pt x="1761" y="1104"/>
                    <a:pt x="1762" y="1109"/>
                  </a:cubicBezTo>
                  <a:cubicBezTo>
                    <a:pt x="1781" y="1149"/>
                    <a:pt x="1795" y="1153"/>
                    <a:pt x="1794" y="1159"/>
                  </a:cubicBezTo>
                  <a:cubicBezTo>
                    <a:pt x="1825" y="1202"/>
                    <a:pt x="1829" y="1214"/>
                    <a:pt x="1837" y="1225"/>
                  </a:cubicBezTo>
                  <a:cubicBezTo>
                    <a:pt x="1876" y="1278"/>
                    <a:pt x="1881" y="1283"/>
                    <a:pt x="1883" y="1289"/>
                  </a:cubicBezTo>
                  <a:cubicBezTo>
                    <a:pt x="1906" y="1314"/>
                    <a:pt x="1904" y="1323"/>
                    <a:pt x="1907" y="1319"/>
                  </a:cubicBezTo>
                  <a:cubicBezTo>
                    <a:pt x="1930" y="1346"/>
                    <a:pt x="1939" y="1347"/>
                    <a:pt x="1936" y="1351"/>
                  </a:cubicBezTo>
                  <a:cubicBezTo>
                    <a:pt x="1900" y="1320"/>
                    <a:pt x="1893" y="1317"/>
                    <a:pt x="1894" y="1312"/>
                  </a:cubicBezTo>
                  <a:cubicBezTo>
                    <a:pt x="1863" y="1278"/>
                    <a:pt x="1854" y="1276"/>
                    <a:pt x="1855" y="1271"/>
                  </a:cubicBezTo>
                  <a:cubicBezTo>
                    <a:pt x="1803" y="1202"/>
                    <a:pt x="1797" y="1195"/>
                    <a:pt x="1790" y="1189"/>
                  </a:cubicBezTo>
                  <a:cubicBezTo>
                    <a:pt x="1759" y="1143"/>
                    <a:pt x="1756" y="1140"/>
                    <a:pt x="1751" y="1137"/>
                  </a:cubicBezTo>
                  <a:cubicBezTo>
                    <a:pt x="1701" y="1071"/>
                    <a:pt x="1685" y="1058"/>
                    <a:pt x="1671" y="1044"/>
                  </a:cubicBezTo>
                  <a:cubicBezTo>
                    <a:pt x="1539" y="936"/>
                    <a:pt x="1534" y="938"/>
                    <a:pt x="1526" y="932"/>
                  </a:cubicBezTo>
                  <a:cubicBezTo>
                    <a:pt x="1506" y="923"/>
                    <a:pt x="1508" y="926"/>
                    <a:pt x="1513" y="928"/>
                  </a:cubicBezTo>
                  <a:cubicBezTo>
                    <a:pt x="1546" y="953"/>
                    <a:pt x="1562" y="959"/>
                    <a:pt x="1571" y="967"/>
                  </a:cubicBezTo>
                  <a:cubicBezTo>
                    <a:pt x="1599" y="992"/>
                    <a:pt x="1613" y="997"/>
                    <a:pt x="1618" y="1006"/>
                  </a:cubicBezTo>
                  <a:cubicBezTo>
                    <a:pt x="1630" y="1020"/>
                    <a:pt x="1644" y="1022"/>
                    <a:pt x="1643" y="1028"/>
                  </a:cubicBezTo>
                  <a:cubicBezTo>
                    <a:pt x="1719" y="1109"/>
                    <a:pt x="1730" y="1117"/>
                    <a:pt x="1732" y="1126"/>
                  </a:cubicBezTo>
                  <a:cubicBezTo>
                    <a:pt x="1700" y="1093"/>
                    <a:pt x="1685" y="1092"/>
                    <a:pt x="1690" y="1088"/>
                  </a:cubicBezTo>
                  <a:cubicBezTo>
                    <a:pt x="1590" y="1025"/>
                    <a:pt x="1574" y="1014"/>
                    <a:pt x="1560" y="1007"/>
                  </a:cubicBezTo>
                  <a:cubicBezTo>
                    <a:pt x="1480" y="980"/>
                    <a:pt x="1476" y="980"/>
                    <a:pt x="1471" y="979"/>
                  </a:cubicBezTo>
                  <a:cubicBezTo>
                    <a:pt x="1398" y="958"/>
                    <a:pt x="1390" y="956"/>
                    <a:pt x="1381" y="953"/>
                  </a:cubicBezTo>
                  <a:cubicBezTo>
                    <a:pt x="1376" y="959"/>
                    <a:pt x="1396" y="964"/>
                    <a:pt x="1416" y="968"/>
                  </a:cubicBezTo>
                  <a:cubicBezTo>
                    <a:pt x="1457" y="983"/>
                    <a:pt x="1467" y="984"/>
                    <a:pt x="1478" y="989"/>
                  </a:cubicBezTo>
                  <a:cubicBezTo>
                    <a:pt x="1494" y="991"/>
                    <a:pt x="1500" y="998"/>
                    <a:pt x="1504" y="996"/>
                  </a:cubicBezTo>
                  <a:cubicBezTo>
                    <a:pt x="1612" y="1047"/>
                    <a:pt x="1625" y="1055"/>
                    <a:pt x="1638" y="1063"/>
                  </a:cubicBezTo>
                  <a:cubicBezTo>
                    <a:pt x="1735" y="1151"/>
                    <a:pt x="1749" y="1157"/>
                    <a:pt x="1748" y="1166"/>
                  </a:cubicBezTo>
                  <a:cubicBezTo>
                    <a:pt x="1633" y="1063"/>
                    <a:pt x="1624" y="1057"/>
                    <a:pt x="1615" y="1051"/>
                  </a:cubicBezTo>
                  <a:cubicBezTo>
                    <a:pt x="1514" y="1008"/>
                    <a:pt x="1509" y="999"/>
                    <a:pt x="1506" y="1002"/>
                  </a:cubicBezTo>
                  <a:cubicBezTo>
                    <a:pt x="1476" y="994"/>
                    <a:pt x="1472" y="991"/>
                    <a:pt x="1468" y="992"/>
                  </a:cubicBezTo>
                  <a:cubicBezTo>
                    <a:pt x="1584" y="1043"/>
                    <a:pt x="1587" y="1045"/>
                    <a:pt x="1601" y="1052"/>
                  </a:cubicBezTo>
                  <a:cubicBezTo>
                    <a:pt x="1706" y="1133"/>
                    <a:pt x="1710" y="1139"/>
                    <a:pt x="1718" y="1143"/>
                  </a:cubicBezTo>
                  <a:cubicBezTo>
                    <a:pt x="1778" y="1205"/>
                    <a:pt x="1776" y="1209"/>
                    <a:pt x="1782" y="1212"/>
                  </a:cubicBezTo>
                  <a:cubicBezTo>
                    <a:pt x="1800" y="1238"/>
                    <a:pt x="1812" y="1240"/>
                    <a:pt x="1808" y="1245"/>
                  </a:cubicBezTo>
                  <a:cubicBezTo>
                    <a:pt x="1776" y="1217"/>
                    <a:pt x="1770" y="1209"/>
                    <a:pt x="1763" y="1202"/>
                  </a:cubicBezTo>
                  <a:cubicBezTo>
                    <a:pt x="1740" y="1177"/>
                    <a:pt x="1726" y="1176"/>
                    <a:pt x="1730" y="1172"/>
                  </a:cubicBezTo>
                  <a:cubicBezTo>
                    <a:pt x="1613" y="1101"/>
                    <a:pt x="1598" y="1092"/>
                    <a:pt x="1584" y="1085"/>
                  </a:cubicBezTo>
                  <a:cubicBezTo>
                    <a:pt x="1549" y="1071"/>
                    <a:pt x="1544" y="1063"/>
                    <a:pt x="1541" y="1070"/>
                  </a:cubicBezTo>
                  <a:cubicBezTo>
                    <a:pt x="1611" y="1107"/>
                    <a:pt x="1612" y="1109"/>
                    <a:pt x="1613" y="1108"/>
                  </a:cubicBezTo>
                  <a:cubicBezTo>
                    <a:pt x="1644" y="1126"/>
                    <a:pt x="1655" y="1131"/>
                    <a:pt x="1665" y="1140"/>
                  </a:cubicBezTo>
                  <a:cubicBezTo>
                    <a:pt x="1720" y="1178"/>
                    <a:pt x="1724" y="1181"/>
                    <a:pt x="1722" y="1185"/>
                  </a:cubicBezTo>
                  <a:cubicBezTo>
                    <a:pt x="1490" y="1066"/>
                    <a:pt x="1458" y="1045"/>
                    <a:pt x="1426" y="1030"/>
                  </a:cubicBezTo>
                  <a:cubicBezTo>
                    <a:pt x="1415" y="1028"/>
                    <a:pt x="1420" y="1032"/>
                    <a:pt x="1426" y="1035"/>
                  </a:cubicBezTo>
                  <a:cubicBezTo>
                    <a:pt x="1474" y="1061"/>
                    <a:pt x="1486" y="1073"/>
                    <a:pt x="1507" y="1079"/>
                  </a:cubicBezTo>
                  <a:cubicBezTo>
                    <a:pt x="1681" y="1171"/>
                    <a:pt x="1693" y="1179"/>
                    <a:pt x="1704" y="1184"/>
                  </a:cubicBezTo>
                  <a:cubicBezTo>
                    <a:pt x="1769" y="1234"/>
                    <a:pt x="1783" y="1234"/>
                    <a:pt x="1778" y="1238"/>
                  </a:cubicBezTo>
                  <a:cubicBezTo>
                    <a:pt x="1658" y="1184"/>
                    <a:pt x="1628" y="1171"/>
                    <a:pt x="1597" y="1152"/>
                  </a:cubicBezTo>
                  <a:cubicBezTo>
                    <a:pt x="1495" y="1094"/>
                    <a:pt x="1466" y="1065"/>
                    <a:pt x="1423" y="1044"/>
                  </a:cubicBezTo>
                  <a:cubicBezTo>
                    <a:pt x="1398" y="1020"/>
                    <a:pt x="1389" y="1019"/>
                    <a:pt x="1392" y="1015"/>
                  </a:cubicBezTo>
                  <a:cubicBezTo>
                    <a:pt x="1361" y="983"/>
                    <a:pt x="1355" y="981"/>
                    <a:pt x="1356" y="978"/>
                  </a:cubicBezTo>
                  <a:cubicBezTo>
                    <a:pt x="1346" y="964"/>
                    <a:pt x="1338" y="961"/>
                    <a:pt x="1338" y="963"/>
                  </a:cubicBezTo>
                  <a:cubicBezTo>
                    <a:pt x="1454" y="1072"/>
                    <a:pt x="1493" y="1098"/>
                    <a:pt x="1523" y="1121"/>
                  </a:cubicBezTo>
                  <a:cubicBezTo>
                    <a:pt x="1580" y="1157"/>
                    <a:pt x="1591" y="1154"/>
                    <a:pt x="1593" y="1162"/>
                  </a:cubicBezTo>
                  <a:cubicBezTo>
                    <a:pt x="1662" y="1192"/>
                    <a:pt x="1669" y="1203"/>
                    <a:pt x="1673" y="1199"/>
                  </a:cubicBezTo>
                  <a:cubicBezTo>
                    <a:pt x="1595" y="1181"/>
                    <a:pt x="1571" y="1171"/>
                    <a:pt x="1548" y="1163"/>
                  </a:cubicBezTo>
                  <a:cubicBezTo>
                    <a:pt x="1408" y="1102"/>
                    <a:pt x="1396" y="1107"/>
                    <a:pt x="1398" y="1100"/>
                  </a:cubicBezTo>
                  <a:cubicBezTo>
                    <a:pt x="1459" y="1134"/>
                    <a:pt x="1467" y="1147"/>
                    <a:pt x="1471" y="1144"/>
                  </a:cubicBezTo>
                  <a:cubicBezTo>
                    <a:pt x="1528" y="1162"/>
                    <a:pt x="1531" y="1166"/>
                    <a:pt x="1534" y="1168"/>
                  </a:cubicBezTo>
                  <a:cubicBezTo>
                    <a:pt x="1553" y="1169"/>
                    <a:pt x="1558" y="1177"/>
                    <a:pt x="1561" y="1178"/>
                  </a:cubicBezTo>
                  <a:cubicBezTo>
                    <a:pt x="1583" y="1180"/>
                    <a:pt x="1591" y="1190"/>
                    <a:pt x="1597" y="1188"/>
                  </a:cubicBezTo>
                  <a:cubicBezTo>
                    <a:pt x="1670" y="1212"/>
                    <a:pt x="1674" y="1217"/>
                    <a:pt x="1676" y="1215"/>
                  </a:cubicBezTo>
                  <a:cubicBezTo>
                    <a:pt x="1713" y="1228"/>
                    <a:pt x="1719" y="1232"/>
                    <a:pt x="1733" y="1235"/>
                  </a:cubicBezTo>
                  <a:cubicBezTo>
                    <a:pt x="1830" y="1279"/>
                    <a:pt x="1840" y="1286"/>
                    <a:pt x="1839" y="1292"/>
                  </a:cubicBezTo>
                  <a:cubicBezTo>
                    <a:pt x="1727" y="1244"/>
                    <a:pt x="1716" y="1241"/>
                    <a:pt x="1704" y="1239"/>
                  </a:cubicBezTo>
                  <a:cubicBezTo>
                    <a:pt x="1624" y="1217"/>
                    <a:pt x="1613" y="1215"/>
                    <a:pt x="1601" y="1212"/>
                  </a:cubicBezTo>
                  <a:cubicBezTo>
                    <a:pt x="1554" y="1196"/>
                    <a:pt x="1543" y="1195"/>
                    <a:pt x="1531" y="1192"/>
                  </a:cubicBezTo>
                  <a:cubicBezTo>
                    <a:pt x="1395" y="1115"/>
                    <a:pt x="1391" y="1117"/>
                    <a:pt x="1388" y="1115"/>
                  </a:cubicBezTo>
                  <a:cubicBezTo>
                    <a:pt x="1372" y="1109"/>
                    <a:pt x="1376" y="1100"/>
                    <a:pt x="1373" y="1099"/>
                  </a:cubicBezTo>
                  <a:cubicBezTo>
                    <a:pt x="1364" y="1091"/>
                    <a:pt x="1362" y="1092"/>
                    <a:pt x="1364" y="1093"/>
                  </a:cubicBezTo>
                  <a:cubicBezTo>
                    <a:pt x="1371" y="1109"/>
                    <a:pt x="1380" y="1110"/>
                    <a:pt x="1382" y="1113"/>
                  </a:cubicBezTo>
                  <a:cubicBezTo>
                    <a:pt x="1432" y="1150"/>
                    <a:pt x="1443" y="1160"/>
                    <a:pt x="1451" y="1162"/>
                  </a:cubicBezTo>
                  <a:cubicBezTo>
                    <a:pt x="1484" y="1187"/>
                    <a:pt x="1489" y="1191"/>
                    <a:pt x="1491" y="1189"/>
                  </a:cubicBezTo>
                  <a:cubicBezTo>
                    <a:pt x="1554" y="1222"/>
                    <a:pt x="1574" y="1230"/>
                    <a:pt x="1599" y="1239"/>
                  </a:cubicBezTo>
                  <a:cubicBezTo>
                    <a:pt x="1637" y="1245"/>
                    <a:pt x="1643" y="1252"/>
                    <a:pt x="1649" y="1252"/>
                  </a:cubicBezTo>
                  <a:cubicBezTo>
                    <a:pt x="1743" y="1278"/>
                    <a:pt x="1753" y="1282"/>
                    <a:pt x="1762" y="1285"/>
                  </a:cubicBezTo>
                  <a:cubicBezTo>
                    <a:pt x="1812" y="1300"/>
                    <a:pt x="1833" y="1307"/>
                    <a:pt x="1853" y="1314"/>
                  </a:cubicBezTo>
                  <a:cubicBezTo>
                    <a:pt x="1920" y="1357"/>
                    <a:pt x="1927" y="1352"/>
                    <a:pt x="1924" y="1357"/>
                  </a:cubicBezTo>
                  <a:cubicBezTo>
                    <a:pt x="1927" y="1360"/>
                    <a:pt x="1919" y="1361"/>
                    <a:pt x="1908" y="1353"/>
                  </a:cubicBezTo>
                  <a:cubicBezTo>
                    <a:pt x="1858" y="1326"/>
                    <a:pt x="1853" y="1327"/>
                    <a:pt x="1849" y="1325"/>
                  </a:cubicBezTo>
                  <a:cubicBezTo>
                    <a:pt x="1818" y="1312"/>
                    <a:pt x="1812" y="1307"/>
                    <a:pt x="1808" y="1308"/>
                  </a:cubicBezTo>
                  <a:cubicBezTo>
                    <a:pt x="1788" y="1302"/>
                    <a:pt x="1783" y="1302"/>
                    <a:pt x="1778" y="1301"/>
                  </a:cubicBezTo>
                  <a:cubicBezTo>
                    <a:pt x="1716" y="1285"/>
                    <a:pt x="1712" y="1289"/>
                    <a:pt x="1707" y="1285"/>
                  </a:cubicBezTo>
                  <a:cubicBezTo>
                    <a:pt x="1658" y="1272"/>
                    <a:pt x="1654" y="1275"/>
                    <a:pt x="1650" y="1273"/>
                  </a:cubicBezTo>
                  <a:cubicBezTo>
                    <a:pt x="1601" y="1263"/>
                    <a:pt x="1597" y="1262"/>
                    <a:pt x="1592" y="1261"/>
                  </a:cubicBezTo>
                  <a:cubicBezTo>
                    <a:pt x="1539" y="1252"/>
                    <a:pt x="1530" y="1249"/>
                    <a:pt x="1520" y="1244"/>
                  </a:cubicBezTo>
                  <a:cubicBezTo>
                    <a:pt x="1470" y="1230"/>
                    <a:pt x="1451" y="1225"/>
                    <a:pt x="1431" y="1217"/>
                  </a:cubicBezTo>
                  <a:cubicBezTo>
                    <a:pt x="1385" y="1181"/>
                    <a:pt x="1380" y="1176"/>
                    <a:pt x="1376" y="1180"/>
                  </a:cubicBezTo>
                  <a:cubicBezTo>
                    <a:pt x="1388" y="1194"/>
                    <a:pt x="1396" y="1197"/>
                    <a:pt x="1396" y="1201"/>
                  </a:cubicBezTo>
                  <a:cubicBezTo>
                    <a:pt x="1320" y="1167"/>
                    <a:pt x="1362" y="1186"/>
                    <a:pt x="1393" y="1207"/>
                  </a:cubicBezTo>
                  <a:cubicBezTo>
                    <a:pt x="1445" y="1237"/>
                    <a:pt x="1456" y="1244"/>
                    <a:pt x="1466" y="1250"/>
                  </a:cubicBezTo>
                  <a:cubicBezTo>
                    <a:pt x="1613" y="1319"/>
                    <a:pt x="1623" y="1321"/>
                    <a:pt x="1633" y="1325"/>
                  </a:cubicBezTo>
                  <a:cubicBezTo>
                    <a:pt x="1658" y="1334"/>
                    <a:pt x="1660" y="1328"/>
                    <a:pt x="1663" y="1332"/>
                  </a:cubicBezTo>
                  <a:cubicBezTo>
                    <a:pt x="1697" y="1345"/>
                    <a:pt x="1705" y="1344"/>
                    <a:pt x="1713" y="1347"/>
                  </a:cubicBezTo>
                  <a:cubicBezTo>
                    <a:pt x="1775" y="1364"/>
                    <a:pt x="1786" y="1363"/>
                    <a:pt x="1798" y="1369"/>
                  </a:cubicBezTo>
                  <a:cubicBezTo>
                    <a:pt x="1835" y="1378"/>
                    <a:pt x="1837" y="1380"/>
                    <a:pt x="1839" y="1378"/>
                  </a:cubicBezTo>
                  <a:cubicBezTo>
                    <a:pt x="1867" y="1394"/>
                    <a:pt x="1875" y="1389"/>
                    <a:pt x="1885" y="1396"/>
                  </a:cubicBezTo>
                  <a:cubicBezTo>
                    <a:pt x="1931" y="1407"/>
                    <a:pt x="1938" y="1414"/>
                    <a:pt x="1942" y="1413"/>
                  </a:cubicBezTo>
                  <a:cubicBezTo>
                    <a:pt x="2031" y="1454"/>
                    <a:pt x="2036" y="1457"/>
                    <a:pt x="2041" y="1460"/>
                  </a:cubicBezTo>
                  <a:cubicBezTo>
                    <a:pt x="2037" y="1459"/>
                    <a:pt x="2036" y="1469"/>
                    <a:pt x="2031" y="1464"/>
                  </a:cubicBezTo>
                  <a:cubicBezTo>
                    <a:pt x="1999" y="1445"/>
                    <a:pt x="1995" y="1443"/>
                    <a:pt x="1992" y="1441"/>
                  </a:cubicBezTo>
                  <a:cubicBezTo>
                    <a:pt x="1941" y="1420"/>
                    <a:pt x="1938" y="1417"/>
                    <a:pt x="1935" y="1419"/>
                  </a:cubicBezTo>
                  <a:cubicBezTo>
                    <a:pt x="1884" y="1400"/>
                    <a:pt x="1874" y="1398"/>
                    <a:pt x="1863" y="1394"/>
                  </a:cubicBezTo>
                  <a:cubicBezTo>
                    <a:pt x="1838" y="1392"/>
                    <a:pt x="1834" y="1387"/>
                    <a:pt x="1832" y="1389"/>
                  </a:cubicBezTo>
                  <a:cubicBezTo>
                    <a:pt x="1781" y="1383"/>
                    <a:pt x="1776" y="1380"/>
                    <a:pt x="1770" y="1380"/>
                  </a:cubicBezTo>
                  <a:cubicBezTo>
                    <a:pt x="1704" y="1367"/>
                    <a:pt x="1696" y="1369"/>
                    <a:pt x="1687" y="1363"/>
                  </a:cubicBezTo>
                  <a:cubicBezTo>
                    <a:pt x="1626" y="1352"/>
                    <a:pt x="1616" y="1344"/>
                    <a:pt x="1608" y="1348"/>
                  </a:cubicBezTo>
                  <a:cubicBezTo>
                    <a:pt x="1517" y="1321"/>
                    <a:pt x="1500" y="1313"/>
                    <a:pt x="1484" y="1310"/>
                  </a:cubicBezTo>
                  <a:cubicBezTo>
                    <a:pt x="1442" y="1294"/>
                    <a:pt x="1443" y="1279"/>
                    <a:pt x="1440" y="1286"/>
                  </a:cubicBezTo>
                  <a:cubicBezTo>
                    <a:pt x="1401" y="1263"/>
                    <a:pt x="1398" y="1259"/>
                    <a:pt x="1395" y="1255"/>
                  </a:cubicBezTo>
                  <a:cubicBezTo>
                    <a:pt x="1388" y="1261"/>
                    <a:pt x="1392" y="1264"/>
                    <a:pt x="1395" y="1266"/>
                  </a:cubicBezTo>
                  <a:cubicBezTo>
                    <a:pt x="1418" y="1280"/>
                    <a:pt x="1427" y="1287"/>
                    <a:pt x="1435" y="1293"/>
                  </a:cubicBezTo>
                  <a:cubicBezTo>
                    <a:pt x="1531" y="1334"/>
                    <a:pt x="1541" y="1338"/>
                    <a:pt x="1552" y="1342"/>
                  </a:cubicBezTo>
                  <a:cubicBezTo>
                    <a:pt x="1588" y="1352"/>
                    <a:pt x="1593" y="1352"/>
                    <a:pt x="1598" y="1351"/>
                  </a:cubicBezTo>
                  <a:cubicBezTo>
                    <a:pt x="1678" y="1371"/>
                    <a:pt x="1679" y="1372"/>
                    <a:pt x="1681" y="1372"/>
                  </a:cubicBezTo>
                  <a:cubicBezTo>
                    <a:pt x="1711" y="1375"/>
                    <a:pt x="1714" y="1380"/>
                    <a:pt x="1716" y="1378"/>
                  </a:cubicBezTo>
                  <a:cubicBezTo>
                    <a:pt x="1751" y="1385"/>
                    <a:pt x="1761" y="1383"/>
                    <a:pt x="1772" y="1389"/>
                  </a:cubicBezTo>
                  <a:cubicBezTo>
                    <a:pt x="1792" y="1392"/>
                    <a:pt x="1797" y="1390"/>
                    <a:pt x="1803" y="1394"/>
                  </a:cubicBezTo>
                  <a:cubicBezTo>
                    <a:pt x="1822" y="1393"/>
                    <a:pt x="1828" y="1396"/>
                    <a:pt x="1833" y="1395"/>
                  </a:cubicBezTo>
                  <a:cubicBezTo>
                    <a:pt x="1885" y="1410"/>
                    <a:pt x="1890" y="1407"/>
                    <a:pt x="1896" y="1411"/>
                  </a:cubicBezTo>
                  <a:cubicBezTo>
                    <a:pt x="1999" y="1451"/>
                    <a:pt x="2003" y="1453"/>
                    <a:pt x="2007" y="1456"/>
                  </a:cubicBezTo>
                  <a:cubicBezTo>
                    <a:pt x="1978" y="1460"/>
                    <a:pt x="1974" y="1455"/>
                    <a:pt x="1971" y="1456"/>
                  </a:cubicBezTo>
                  <a:cubicBezTo>
                    <a:pt x="1945" y="1454"/>
                    <a:pt x="1942" y="1456"/>
                    <a:pt x="1938" y="1454"/>
                  </a:cubicBezTo>
                  <a:cubicBezTo>
                    <a:pt x="1874" y="1447"/>
                    <a:pt x="1868" y="1443"/>
                    <a:pt x="1863" y="1444"/>
                  </a:cubicBezTo>
                  <a:cubicBezTo>
                    <a:pt x="1819" y="1439"/>
                    <a:pt x="1815" y="1436"/>
                    <a:pt x="1811" y="1433"/>
                  </a:cubicBezTo>
                  <a:cubicBezTo>
                    <a:pt x="1789" y="1430"/>
                    <a:pt x="1787" y="1433"/>
                    <a:pt x="1784" y="1433"/>
                  </a:cubicBezTo>
                  <a:cubicBezTo>
                    <a:pt x="1751" y="1426"/>
                    <a:pt x="1744" y="1421"/>
                    <a:pt x="1739" y="1422"/>
                  </a:cubicBezTo>
                  <a:cubicBezTo>
                    <a:pt x="1686" y="1417"/>
                    <a:pt x="1679" y="1408"/>
                    <a:pt x="1675" y="1413"/>
                  </a:cubicBezTo>
                  <a:cubicBezTo>
                    <a:pt x="1595" y="1398"/>
                    <a:pt x="1585" y="1392"/>
                    <a:pt x="1576" y="1392"/>
                  </a:cubicBezTo>
                  <a:cubicBezTo>
                    <a:pt x="1553" y="1385"/>
                    <a:pt x="1550" y="1381"/>
                    <a:pt x="1548" y="1383"/>
                  </a:cubicBezTo>
                  <a:cubicBezTo>
                    <a:pt x="1463" y="1355"/>
                    <a:pt x="1463" y="1351"/>
                    <a:pt x="1464" y="1351"/>
                  </a:cubicBezTo>
                  <a:cubicBezTo>
                    <a:pt x="1450" y="1345"/>
                    <a:pt x="1448" y="1346"/>
                    <a:pt x="1447" y="1345"/>
                  </a:cubicBezTo>
                  <a:cubicBezTo>
                    <a:pt x="1415" y="1330"/>
                    <a:pt x="1410" y="1322"/>
                    <a:pt x="1406" y="1321"/>
                  </a:cubicBezTo>
                  <a:cubicBezTo>
                    <a:pt x="1355" y="1287"/>
                    <a:pt x="1356" y="1284"/>
                    <a:pt x="1353" y="1283"/>
                  </a:cubicBezTo>
                  <a:cubicBezTo>
                    <a:pt x="1333" y="1278"/>
                    <a:pt x="1340" y="1285"/>
                    <a:pt x="1347" y="1292"/>
                  </a:cubicBezTo>
                  <a:cubicBezTo>
                    <a:pt x="1420" y="1336"/>
                    <a:pt x="1416" y="1338"/>
                    <a:pt x="1421" y="1341"/>
                  </a:cubicBezTo>
                  <a:cubicBezTo>
                    <a:pt x="1509" y="1376"/>
                    <a:pt x="1517" y="1384"/>
                    <a:pt x="1522" y="1382"/>
                  </a:cubicBezTo>
                  <a:cubicBezTo>
                    <a:pt x="1562" y="1395"/>
                    <a:pt x="1565" y="1399"/>
                    <a:pt x="1568" y="1397"/>
                  </a:cubicBezTo>
                  <a:cubicBezTo>
                    <a:pt x="1674" y="1420"/>
                    <a:pt x="1698" y="1425"/>
                    <a:pt x="1721" y="1426"/>
                  </a:cubicBezTo>
                  <a:cubicBezTo>
                    <a:pt x="1801" y="1443"/>
                    <a:pt x="1807" y="1442"/>
                    <a:pt x="1813" y="1442"/>
                  </a:cubicBezTo>
                  <a:cubicBezTo>
                    <a:pt x="1852" y="1449"/>
                    <a:pt x="1855" y="1450"/>
                    <a:pt x="1859" y="1452"/>
                  </a:cubicBezTo>
                  <a:cubicBezTo>
                    <a:pt x="1837" y="1448"/>
                    <a:pt x="1830" y="1450"/>
                    <a:pt x="1824" y="1452"/>
                  </a:cubicBezTo>
                  <a:cubicBezTo>
                    <a:pt x="1757" y="1449"/>
                    <a:pt x="1734" y="1451"/>
                    <a:pt x="1711" y="1453"/>
                  </a:cubicBezTo>
                  <a:cubicBezTo>
                    <a:pt x="1629" y="1452"/>
                    <a:pt x="1626" y="1453"/>
                    <a:pt x="1623" y="1452"/>
                  </a:cubicBezTo>
                  <a:cubicBezTo>
                    <a:pt x="1594" y="1449"/>
                    <a:pt x="1592" y="1455"/>
                    <a:pt x="1588" y="1449"/>
                  </a:cubicBezTo>
                  <a:cubicBezTo>
                    <a:pt x="1558" y="1449"/>
                    <a:pt x="1556" y="1455"/>
                    <a:pt x="1551" y="1449"/>
                  </a:cubicBezTo>
                  <a:cubicBezTo>
                    <a:pt x="1514" y="1450"/>
                    <a:pt x="1511" y="1451"/>
                    <a:pt x="1508" y="1451"/>
                  </a:cubicBezTo>
                  <a:cubicBezTo>
                    <a:pt x="1530" y="1456"/>
                    <a:pt x="1538" y="1456"/>
                    <a:pt x="1547" y="1456"/>
                  </a:cubicBezTo>
                  <a:cubicBezTo>
                    <a:pt x="1589" y="1457"/>
                    <a:pt x="1593" y="1455"/>
                    <a:pt x="1597" y="1458"/>
                  </a:cubicBezTo>
                  <a:cubicBezTo>
                    <a:pt x="1652" y="1460"/>
                    <a:pt x="1656" y="1458"/>
                    <a:pt x="1661" y="1461"/>
                  </a:cubicBezTo>
                  <a:cubicBezTo>
                    <a:pt x="1691" y="1465"/>
                    <a:pt x="1694" y="1456"/>
                    <a:pt x="1700" y="1461"/>
                  </a:cubicBezTo>
                  <a:cubicBezTo>
                    <a:pt x="1767" y="1462"/>
                    <a:pt x="1783" y="1458"/>
                    <a:pt x="1800" y="1460"/>
                  </a:cubicBezTo>
                  <a:cubicBezTo>
                    <a:pt x="1835" y="1463"/>
                    <a:pt x="1842" y="1458"/>
                    <a:pt x="1851" y="1462"/>
                  </a:cubicBezTo>
                  <a:cubicBezTo>
                    <a:pt x="1975" y="1466"/>
                    <a:pt x="1981" y="1468"/>
                    <a:pt x="1986" y="1468"/>
                  </a:cubicBezTo>
                  <a:cubicBezTo>
                    <a:pt x="2043" y="1476"/>
                    <a:pt x="2049" y="1484"/>
                    <a:pt x="2051" y="1480"/>
                  </a:cubicBezTo>
                  <a:cubicBezTo>
                    <a:pt x="2067" y="1483"/>
                    <a:pt x="2072" y="1485"/>
                    <a:pt x="2076" y="1483"/>
                  </a:cubicBezTo>
                  <a:cubicBezTo>
                    <a:pt x="2092" y="1492"/>
                    <a:pt x="2084" y="1491"/>
                    <a:pt x="2077" y="1489"/>
                  </a:cubicBezTo>
                  <a:cubicBezTo>
                    <a:pt x="2055" y="1485"/>
                    <a:pt x="2055" y="1487"/>
                    <a:pt x="2053" y="1486"/>
                  </a:cubicBezTo>
                  <a:cubicBezTo>
                    <a:pt x="2032" y="1484"/>
                    <a:pt x="2026" y="1484"/>
                    <a:pt x="2019" y="1482"/>
                  </a:cubicBezTo>
                  <a:cubicBezTo>
                    <a:pt x="1963" y="1482"/>
                    <a:pt x="1944" y="1478"/>
                    <a:pt x="1926" y="1480"/>
                  </a:cubicBezTo>
                  <a:cubicBezTo>
                    <a:pt x="1879" y="1484"/>
                    <a:pt x="1873" y="1478"/>
                    <a:pt x="1869" y="1479"/>
                  </a:cubicBezTo>
                  <a:cubicBezTo>
                    <a:pt x="1796" y="1483"/>
                    <a:pt x="1792" y="1486"/>
                    <a:pt x="1787" y="1488"/>
                  </a:cubicBezTo>
                  <a:cubicBezTo>
                    <a:pt x="1750" y="1488"/>
                    <a:pt x="1749" y="1489"/>
                    <a:pt x="1746" y="1487"/>
                  </a:cubicBezTo>
                  <a:cubicBezTo>
                    <a:pt x="1713" y="1486"/>
                    <a:pt x="1709" y="1490"/>
                    <a:pt x="1704" y="1487"/>
                  </a:cubicBezTo>
                  <a:cubicBezTo>
                    <a:pt x="1665" y="1483"/>
                    <a:pt x="1656" y="1486"/>
                    <a:pt x="1646" y="1483"/>
                  </a:cubicBezTo>
                  <a:cubicBezTo>
                    <a:pt x="1584" y="1471"/>
                    <a:pt x="1580" y="1476"/>
                    <a:pt x="1575" y="1472"/>
                  </a:cubicBezTo>
                  <a:cubicBezTo>
                    <a:pt x="1541" y="1469"/>
                    <a:pt x="1534" y="1456"/>
                    <a:pt x="1531" y="1464"/>
                  </a:cubicBezTo>
                  <a:cubicBezTo>
                    <a:pt x="1597" y="1481"/>
                    <a:pt x="1605" y="1487"/>
                    <a:pt x="1611" y="1486"/>
                  </a:cubicBezTo>
                  <a:cubicBezTo>
                    <a:pt x="1675" y="1492"/>
                    <a:pt x="1682" y="1493"/>
                    <a:pt x="1690" y="1496"/>
                  </a:cubicBezTo>
                  <a:cubicBezTo>
                    <a:pt x="1763" y="1494"/>
                    <a:pt x="1782" y="1497"/>
                    <a:pt x="1799" y="1493"/>
                  </a:cubicBezTo>
                  <a:cubicBezTo>
                    <a:pt x="1835" y="1494"/>
                    <a:pt x="1837" y="1491"/>
                    <a:pt x="1840" y="1491"/>
                  </a:cubicBezTo>
                  <a:cubicBezTo>
                    <a:pt x="1884" y="1487"/>
                    <a:pt x="1890" y="1489"/>
                    <a:pt x="1894" y="1488"/>
                  </a:cubicBezTo>
                  <a:cubicBezTo>
                    <a:pt x="1945" y="1491"/>
                    <a:pt x="1954" y="1487"/>
                    <a:pt x="1964" y="1490"/>
                  </a:cubicBezTo>
                  <a:cubicBezTo>
                    <a:pt x="2004" y="1490"/>
                    <a:pt x="2005" y="1488"/>
                    <a:pt x="2008" y="1491"/>
                  </a:cubicBezTo>
                  <a:cubicBezTo>
                    <a:pt x="2048" y="1493"/>
                    <a:pt x="2052" y="1493"/>
                    <a:pt x="2058" y="1498"/>
                  </a:cubicBezTo>
                  <a:cubicBezTo>
                    <a:pt x="2090" y="1498"/>
                    <a:pt x="2095" y="1503"/>
                    <a:pt x="2100" y="1502"/>
                  </a:cubicBezTo>
                  <a:cubicBezTo>
                    <a:pt x="2134" y="1513"/>
                    <a:pt x="2137" y="1511"/>
                    <a:pt x="2140" y="1513"/>
                  </a:cubicBezTo>
                  <a:cubicBezTo>
                    <a:pt x="2136" y="1522"/>
                    <a:pt x="2130" y="1516"/>
                    <a:pt x="2124" y="1513"/>
                  </a:cubicBezTo>
                  <a:cubicBezTo>
                    <a:pt x="2095" y="1514"/>
                    <a:pt x="2091" y="1516"/>
                    <a:pt x="2087" y="1514"/>
                  </a:cubicBezTo>
                  <a:cubicBezTo>
                    <a:pt x="2066" y="1517"/>
                    <a:pt x="2056" y="1511"/>
                    <a:pt x="2049" y="1515"/>
                  </a:cubicBezTo>
                  <a:cubicBezTo>
                    <a:pt x="1957" y="1511"/>
                    <a:pt x="1954" y="1522"/>
                    <a:pt x="1948" y="1514"/>
                  </a:cubicBezTo>
                  <a:cubicBezTo>
                    <a:pt x="1899" y="1520"/>
                    <a:pt x="1895" y="1519"/>
                    <a:pt x="1891" y="1520"/>
                  </a:cubicBezTo>
                  <a:cubicBezTo>
                    <a:pt x="1864" y="1522"/>
                    <a:pt x="1861" y="1528"/>
                    <a:pt x="1856" y="1526"/>
                  </a:cubicBezTo>
                  <a:cubicBezTo>
                    <a:pt x="1802" y="1532"/>
                    <a:pt x="1794" y="1529"/>
                    <a:pt x="1787" y="1532"/>
                  </a:cubicBezTo>
                  <a:cubicBezTo>
                    <a:pt x="1755" y="1532"/>
                    <a:pt x="1747" y="1531"/>
                    <a:pt x="1739" y="1532"/>
                  </a:cubicBezTo>
                  <a:cubicBezTo>
                    <a:pt x="1718" y="1533"/>
                    <a:pt x="1717" y="1537"/>
                    <a:pt x="1720" y="1534"/>
                  </a:cubicBezTo>
                  <a:cubicBezTo>
                    <a:pt x="1742" y="1532"/>
                    <a:pt x="1748" y="1538"/>
                    <a:pt x="1752" y="1537"/>
                  </a:cubicBezTo>
                  <a:cubicBezTo>
                    <a:pt x="1795" y="1537"/>
                    <a:pt x="1804" y="1537"/>
                    <a:pt x="1813" y="1536"/>
                  </a:cubicBezTo>
                  <a:cubicBezTo>
                    <a:pt x="1854" y="1530"/>
                    <a:pt x="1860" y="1537"/>
                    <a:pt x="1864" y="1534"/>
                  </a:cubicBezTo>
                  <a:cubicBezTo>
                    <a:pt x="1892" y="1526"/>
                    <a:pt x="1897" y="1530"/>
                    <a:pt x="1900" y="1526"/>
                  </a:cubicBezTo>
                  <a:cubicBezTo>
                    <a:pt x="1931" y="1525"/>
                    <a:pt x="1934" y="1528"/>
                    <a:pt x="1937" y="1527"/>
                  </a:cubicBezTo>
                  <a:cubicBezTo>
                    <a:pt x="1965" y="1526"/>
                    <a:pt x="1970" y="1522"/>
                    <a:pt x="1975" y="1524"/>
                  </a:cubicBezTo>
                  <a:cubicBezTo>
                    <a:pt x="2011" y="1518"/>
                    <a:pt x="2018" y="1528"/>
                    <a:pt x="2022" y="1521"/>
                  </a:cubicBezTo>
                  <a:cubicBezTo>
                    <a:pt x="2075" y="1522"/>
                    <a:pt x="2080" y="1523"/>
                    <a:pt x="2085" y="1524"/>
                  </a:cubicBezTo>
                  <a:cubicBezTo>
                    <a:pt x="2106" y="1524"/>
                    <a:pt x="2111" y="1524"/>
                    <a:pt x="2117" y="1524"/>
                  </a:cubicBezTo>
                  <a:cubicBezTo>
                    <a:pt x="2143" y="1525"/>
                    <a:pt x="2155" y="1533"/>
                    <a:pt x="2166" y="1533"/>
                  </a:cubicBezTo>
                  <a:cubicBezTo>
                    <a:pt x="2203" y="1551"/>
                    <a:pt x="2213" y="1555"/>
                    <a:pt x="2223" y="1558"/>
                  </a:cubicBezTo>
                  <a:cubicBezTo>
                    <a:pt x="2250" y="1574"/>
                    <a:pt x="2254" y="1582"/>
                    <a:pt x="2257" y="1578"/>
                  </a:cubicBezTo>
                  <a:cubicBezTo>
                    <a:pt x="2275" y="1592"/>
                    <a:pt x="2264" y="1590"/>
                    <a:pt x="2253" y="1586"/>
                  </a:cubicBezTo>
                  <a:cubicBezTo>
                    <a:pt x="2198" y="1570"/>
                    <a:pt x="2194" y="1576"/>
                    <a:pt x="2188" y="1571"/>
                  </a:cubicBezTo>
                  <a:cubicBezTo>
                    <a:pt x="2088" y="1565"/>
                    <a:pt x="2082" y="1558"/>
                    <a:pt x="2078" y="1563"/>
                  </a:cubicBezTo>
                  <a:cubicBezTo>
                    <a:pt x="2050" y="1558"/>
                    <a:pt x="2048" y="1559"/>
                    <a:pt x="2045" y="1560"/>
                  </a:cubicBezTo>
                  <a:cubicBezTo>
                    <a:pt x="2003" y="1553"/>
                    <a:pt x="2000" y="1561"/>
                    <a:pt x="1996" y="1559"/>
                  </a:cubicBezTo>
                  <a:cubicBezTo>
                    <a:pt x="1958" y="1560"/>
                    <a:pt x="1954" y="1554"/>
                    <a:pt x="1951" y="1557"/>
                  </a:cubicBezTo>
                  <a:cubicBezTo>
                    <a:pt x="1924" y="1562"/>
                    <a:pt x="1919" y="1554"/>
                    <a:pt x="1917" y="1561"/>
                  </a:cubicBezTo>
                  <a:cubicBezTo>
                    <a:pt x="1889" y="1559"/>
                    <a:pt x="1886" y="1561"/>
                    <a:pt x="1882" y="1562"/>
                  </a:cubicBezTo>
                  <a:cubicBezTo>
                    <a:pt x="1839" y="1563"/>
                    <a:pt x="1832" y="1565"/>
                    <a:pt x="1825" y="1565"/>
                  </a:cubicBezTo>
                  <a:cubicBezTo>
                    <a:pt x="1769" y="1563"/>
                    <a:pt x="1762" y="1568"/>
                    <a:pt x="1754" y="1565"/>
                  </a:cubicBezTo>
                  <a:cubicBezTo>
                    <a:pt x="1717" y="1565"/>
                    <a:pt x="1714" y="1571"/>
                    <a:pt x="1709" y="1567"/>
                  </a:cubicBezTo>
                  <a:cubicBezTo>
                    <a:pt x="1672" y="1566"/>
                    <a:pt x="1671" y="1564"/>
                    <a:pt x="1670" y="1562"/>
                  </a:cubicBezTo>
                  <a:cubicBezTo>
                    <a:pt x="1631" y="1552"/>
                    <a:pt x="1629" y="1550"/>
                    <a:pt x="1626" y="1548"/>
                  </a:cubicBezTo>
                  <a:cubicBezTo>
                    <a:pt x="1615" y="1548"/>
                    <a:pt x="1628" y="1552"/>
                    <a:pt x="1641" y="1558"/>
                  </a:cubicBezTo>
                  <a:cubicBezTo>
                    <a:pt x="1664" y="1563"/>
                    <a:pt x="1662" y="1572"/>
                    <a:pt x="1666" y="1567"/>
                  </a:cubicBezTo>
                  <a:cubicBezTo>
                    <a:pt x="1688" y="1572"/>
                    <a:pt x="1694" y="1570"/>
                    <a:pt x="1698" y="1575"/>
                  </a:cubicBezTo>
                  <a:cubicBezTo>
                    <a:pt x="1758" y="1581"/>
                    <a:pt x="1767" y="1587"/>
                    <a:pt x="1775" y="1585"/>
                  </a:cubicBezTo>
                  <a:cubicBezTo>
                    <a:pt x="1803" y="1587"/>
                    <a:pt x="1804" y="1584"/>
                    <a:pt x="1807" y="1585"/>
                  </a:cubicBezTo>
                  <a:cubicBezTo>
                    <a:pt x="1829" y="1582"/>
                    <a:pt x="1835" y="1589"/>
                    <a:pt x="1838" y="1585"/>
                  </a:cubicBezTo>
                  <a:cubicBezTo>
                    <a:pt x="1859" y="1585"/>
                    <a:pt x="1868" y="1586"/>
                    <a:pt x="1876" y="1586"/>
                  </a:cubicBezTo>
                  <a:cubicBezTo>
                    <a:pt x="1909" y="1584"/>
                    <a:pt x="1919" y="1589"/>
                    <a:pt x="1927" y="1589"/>
                  </a:cubicBezTo>
                  <a:cubicBezTo>
                    <a:pt x="1961" y="1592"/>
                    <a:pt x="1963" y="1590"/>
                    <a:pt x="1965" y="1591"/>
                  </a:cubicBezTo>
                  <a:cubicBezTo>
                    <a:pt x="1995" y="1594"/>
                    <a:pt x="2000" y="1600"/>
                    <a:pt x="2004" y="1595"/>
                  </a:cubicBezTo>
                  <a:cubicBezTo>
                    <a:pt x="2038" y="1596"/>
                    <a:pt x="2047" y="1601"/>
                    <a:pt x="2055" y="1598"/>
                  </a:cubicBezTo>
                  <a:cubicBezTo>
                    <a:pt x="2067" y="1600"/>
                    <a:pt x="2069" y="1600"/>
                    <a:pt x="2071" y="1601"/>
                  </a:cubicBezTo>
                  <a:cubicBezTo>
                    <a:pt x="2041" y="1605"/>
                    <a:pt x="2039" y="1606"/>
                    <a:pt x="2035" y="1603"/>
                  </a:cubicBezTo>
                  <a:cubicBezTo>
                    <a:pt x="1991" y="1606"/>
                    <a:pt x="1969" y="1607"/>
                    <a:pt x="1948" y="1608"/>
                  </a:cubicBezTo>
                  <a:cubicBezTo>
                    <a:pt x="1850" y="1621"/>
                    <a:pt x="1843" y="1615"/>
                    <a:pt x="1839" y="1619"/>
                  </a:cubicBezTo>
                  <a:cubicBezTo>
                    <a:pt x="1799" y="1616"/>
                    <a:pt x="1778" y="1619"/>
                    <a:pt x="1757" y="1620"/>
                  </a:cubicBezTo>
                  <a:cubicBezTo>
                    <a:pt x="1707" y="1621"/>
                    <a:pt x="1705" y="1621"/>
                    <a:pt x="1703" y="1623"/>
                  </a:cubicBezTo>
                  <a:cubicBezTo>
                    <a:pt x="1626" y="1620"/>
                    <a:pt x="1622" y="1615"/>
                    <a:pt x="1620" y="1617"/>
                  </a:cubicBezTo>
                  <a:cubicBezTo>
                    <a:pt x="1590" y="1610"/>
                    <a:pt x="1585" y="1616"/>
                    <a:pt x="1579" y="1611"/>
                  </a:cubicBezTo>
                  <a:cubicBezTo>
                    <a:pt x="1581" y="1613"/>
                    <a:pt x="1584" y="1619"/>
                    <a:pt x="1587" y="1616"/>
                  </a:cubicBezTo>
                  <a:cubicBezTo>
                    <a:pt x="1638" y="1623"/>
                    <a:pt x="1648" y="1624"/>
                    <a:pt x="1659" y="1625"/>
                  </a:cubicBezTo>
                  <a:cubicBezTo>
                    <a:pt x="1730" y="1631"/>
                    <a:pt x="1734" y="1624"/>
                    <a:pt x="1740" y="1626"/>
                  </a:cubicBezTo>
                  <a:cubicBezTo>
                    <a:pt x="1789" y="1623"/>
                    <a:pt x="1792" y="1627"/>
                    <a:pt x="1795" y="1626"/>
                  </a:cubicBezTo>
                  <a:cubicBezTo>
                    <a:pt x="1808" y="1624"/>
                    <a:pt x="1814" y="1626"/>
                    <a:pt x="1819" y="1625"/>
                  </a:cubicBezTo>
                  <a:cubicBezTo>
                    <a:pt x="1903" y="1624"/>
                    <a:pt x="1907" y="1617"/>
                    <a:pt x="1913" y="1621"/>
                  </a:cubicBezTo>
                  <a:cubicBezTo>
                    <a:pt x="1934" y="1617"/>
                    <a:pt x="1940" y="1619"/>
                    <a:pt x="1945" y="1617"/>
                  </a:cubicBezTo>
                  <a:cubicBezTo>
                    <a:pt x="2014" y="1613"/>
                    <a:pt x="2020" y="1616"/>
                    <a:pt x="2024" y="1612"/>
                  </a:cubicBezTo>
                  <a:cubicBezTo>
                    <a:pt x="2082" y="1613"/>
                    <a:pt x="2091" y="1610"/>
                    <a:pt x="2100" y="1612"/>
                  </a:cubicBezTo>
                  <a:cubicBezTo>
                    <a:pt x="2134" y="1615"/>
                    <a:pt x="2140" y="1614"/>
                    <a:pt x="2146" y="1617"/>
                  </a:cubicBezTo>
                  <a:cubicBezTo>
                    <a:pt x="2172" y="1617"/>
                    <a:pt x="2178" y="1618"/>
                    <a:pt x="2185" y="1619"/>
                  </a:cubicBezTo>
                  <a:cubicBezTo>
                    <a:pt x="2200" y="1619"/>
                    <a:pt x="2203" y="1617"/>
                    <a:pt x="2202" y="1620"/>
                  </a:cubicBezTo>
                  <a:cubicBezTo>
                    <a:pt x="2166" y="1626"/>
                    <a:pt x="2163" y="1623"/>
                    <a:pt x="2160" y="1624"/>
                  </a:cubicBezTo>
                  <a:cubicBezTo>
                    <a:pt x="2140" y="1625"/>
                    <a:pt x="2139" y="1632"/>
                    <a:pt x="2135" y="1630"/>
                  </a:cubicBezTo>
                  <a:cubicBezTo>
                    <a:pt x="2121" y="1625"/>
                    <a:pt x="2118" y="1626"/>
                    <a:pt x="2115" y="1625"/>
                  </a:cubicBezTo>
                  <a:cubicBezTo>
                    <a:pt x="2084" y="1626"/>
                    <a:pt x="2082" y="1632"/>
                    <a:pt x="2078" y="1629"/>
                  </a:cubicBezTo>
                  <a:cubicBezTo>
                    <a:pt x="2033" y="1635"/>
                    <a:pt x="2013" y="1630"/>
                    <a:pt x="1997" y="1638"/>
                  </a:cubicBezTo>
                  <a:cubicBezTo>
                    <a:pt x="1965" y="1638"/>
                    <a:pt x="1961" y="1640"/>
                    <a:pt x="1956" y="1640"/>
                  </a:cubicBezTo>
                  <a:cubicBezTo>
                    <a:pt x="1884" y="1646"/>
                    <a:pt x="1879" y="1643"/>
                    <a:pt x="1875" y="1643"/>
                  </a:cubicBezTo>
                  <a:cubicBezTo>
                    <a:pt x="1842" y="1646"/>
                    <a:pt x="1837" y="1643"/>
                    <a:pt x="1833" y="1644"/>
                  </a:cubicBezTo>
                  <a:cubicBezTo>
                    <a:pt x="1786" y="1641"/>
                    <a:pt x="1783" y="1647"/>
                    <a:pt x="1777" y="1641"/>
                  </a:cubicBezTo>
                  <a:cubicBezTo>
                    <a:pt x="1718" y="1642"/>
                    <a:pt x="1713" y="1636"/>
                    <a:pt x="1709" y="1637"/>
                  </a:cubicBezTo>
                  <a:cubicBezTo>
                    <a:pt x="1661" y="1635"/>
                    <a:pt x="1657" y="1636"/>
                    <a:pt x="1652" y="1636"/>
                  </a:cubicBezTo>
                  <a:cubicBezTo>
                    <a:pt x="1618" y="1633"/>
                    <a:pt x="1613" y="1629"/>
                    <a:pt x="1608" y="1631"/>
                  </a:cubicBezTo>
                  <a:cubicBezTo>
                    <a:pt x="1643" y="1640"/>
                    <a:pt x="1648" y="1640"/>
                    <a:pt x="1652" y="1639"/>
                  </a:cubicBezTo>
                  <a:cubicBezTo>
                    <a:pt x="1687" y="1646"/>
                    <a:pt x="1691" y="1642"/>
                    <a:pt x="1696" y="1645"/>
                  </a:cubicBezTo>
                  <a:cubicBezTo>
                    <a:pt x="1728" y="1644"/>
                    <a:pt x="1730" y="1646"/>
                    <a:pt x="1733" y="1648"/>
                  </a:cubicBezTo>
                  <a:cubicBezTo>
                    <a:pt x="1760" y="1651"/>
                    <a:pt x="1763" y="1648"/>
                    <a:pt x="1766" y="1649"/>
                  </a:cubicBezTo>
                  <a:cubicBezTo>
                    <a:pt x="1791" y="1654"/>
                    <a:pt x="1794" y="1645"/>
                    <a:pt x="1799" y="1651"/>
                  </a:cubicBezTo>
                  <a:cubicBezTo>
                    <a:pt x="1853" y="1651"/>
                    <a:pt x="1862" y="1650"/>
                    <a:pt x="1872" y="1652"/>
                  </a:cubicBezTo>
                  <a:cubicBezTo>
                    <a:pt x="1939" y="1648"/>
                    <a:pt x="1950" y="1649"/>
                    <a:pt x="1959" y="1647"/>
                  </a:cubicBezTo>
                  <a:cubicBezTo>
                    <a:pt x="1993" y="1649"/>
                    <a:pt x="1996" y="1643"/>
                    <a:pt x="2001" y="1643"/>
                  </a:cubicBezTo>
                  <a:cubicBezTo>
                    <a:pt x="2055" y="1643"/>
                    <a:pt x="2063" y="1634"/>
                    <a:pt x="2074" y="1639"/>
                  </a:cubicBezTo>
                  <a:cubicBezTo>
                    <a:pt x="2021" y="1649"/>
                    <a:pt x="2013" y="1650"/>
                    <a:pt x="2006" y="1652"/>
                  </a:cubicBezTo>
                  <a:cubicBezTo>
                    <a:pt x="1979" y="1656"/>
                    <a:pt x="1976" y="1660"/>
                    <a:pt x="1972" y="1658"/>
                  </a:cubicBezTo>
                  <a:cubicBezTo>
                    <a:pt x="1945" y="1659"/>
                    <a:pt x="1942" y="1665"/>
                    <a:pt x="1937" y="1661"/>
                  </a:cubicBezTo>
                  <a:cubicBezTo>
                    <a:pt x="1899" y="1666"/>
                    <a:pt x="1895" y="1667"/>
                    <a:pt x="1891" y="1667"/>
                  </a:cubicBezTo>
                  <a:cubicBezTo>
                    <a:pt x="1863" y="1666"/>
                    <a:pt x="1856" y="1666"/>
                    <a:pt x="1848" y="1667"/>
                  </a:cubicBezTo>
                  <a:cubicBezTo>
                    <a:pt x="1812" y="1662"/>
                    <a:pt x="1810" y="1672"/>
                    <a:pt x="1806" y="1668"/>
                  </a:cubicBezTo>
                  <a:cubicBezTo>
                    <a:pt x="1739" y="1667"/>
                    <a:pt x="1735" y="1664"/>
                    <a:pt x="1732" y="1669"/>
                  </a:cubicBezTo>
                  <a:cubicBezTo>
                    <a:pt x="1770" y="1676"/>
                    <a:pt x="1776" y="1672"/>
                    <a:pt x="1784" y="1674"/>
                  </a:cubicBezTo>
                  <a:cubicBezTo>
                    <a:pt x="1817" y="1675"/>
                    <a:pt x="1818" y="1674"/>
                    <a:pt x="1819" y="1672"/>
                  </a:cubicBezTo>
                  <a:cubicBezTo>
                    <a:pt x="1849" y="1671"/>
                    <a:pt x="1852" y="1672"/>
                    <a:pt x="1856" y="1675"/>
                  </a:cubicBezTo>
                  <a:cubicBezTo>
                    <a:pt x="1892" y="1677"/>
                    <a:pt x="1889" y="1681"/>
                    <a:pt x="1896" y="1683"/>
                  </a:cubicBezTo>
                  <a:cubicBezTo>
                    <a:pt x="1953" y="1677"/>
                    <a:pt x="1962" y="1681"/>
                    <a:pt x="1970" y="1678"/>
                  </a:cubicBezTo>
                  <a:cubicBezTo>
                    <a:pt x="2031" y="1673"/>
                    <a:pt x="2036" y="1672"/>
                    <a:pt x="2041" y="1673"/>
                  </a:cubicBezTo>
                  <a:cubicBezTo>
                    <a:pt x="2061" y="1666"/>
                    <a:pt x="2067" y="1668"/>
                    <a:pt x="2072" y="1667"/>
                  </a:cubicBezTo>
                  <a:cubicBezTo>
                    <a:pt x="2104" y="1661"/>
                    <a:pt x="2108" y="1666"/>
                    <a:pt x="2110" y="1664"/>
                  </a:cubicBezTo>
                  <a:cubicBezTo>
                    <a:pt x="2143" y="1661"/>
                    <a:pt x="2150" y="1660"/>
                    <a:pt x="2156" y="1658"/>
                  </a:cubicBezTo>
                  <a:cubicBezTo>
                    <a:pt x="2216" y="1652"/>
                    <a:pt x="2219" y="1651"/>
                    <a:pt x="2222" y="1649"/>
                  </a:cubicBezTo>
                  <a:cubicBezTo>
                    <a:pt x="2258" y="1652"/>
                    <a:pt x="2264" y="1651"/>
                    <a:pt x="2271" y="1650"/>
                  </a:cubicBezTo>
                  <a:cubicBezTo>
                    <a:pt x="2320" y="1652"/>
                    <a:pt x="2327" y="1654"/>
                    <a:pt x="2335" y="1653"/>
                  </a:cubicBezTo>
                  <a:cubicBezTo>
                    <a:pt x="2392" y="1661"/>
                    <a:pt x="2396" y="1664"/>
                    <a:pt x="2399" y="1662"/>
                  </a:cubicBezTo>
                  <a:cubicBezTo>
                    <a:pt x="2412" y="1678"/>
                    <a:pt x="2409" y="1673"/>
                    <a:pt x="2407" y="1675"/>
                  </a:cubicBezTo>
                  <a:cubicBezTo>
                    <a:pt x="2366" y="1672"/>
                    <a:pt x="2354" y="1673"/>
                    <a:pt x="2341" y="1671"/>
                  </a:cubicBezTo>
                  <a:cubicBezTo>
                    <a:pt x="2246" y="1675"/>
                    <a:pt x="2241" y="1682"/>
                    <a:pt x="2234" y="1678"/>
                  </a:cubicBezTo>
                  <a:cubicBezTo>
                    <a:pt x="2215" y="1686"/>
                    <a:pt x="2211" y="1681"/>
                    <a:pt x="2209" y="1685"/>
                  </a:cubicBezTo>
                  <a:cubicBezTo>
                    <a:pt x="2189" y="1687"/>
                    <a:pt x="2186" y="1688"/>
                    <a:pt x="2183" y="1688"/>
                  </a:cubicBezTo>
                  <a:cubicBezTo>
                    <a:pt x="2154" y="1694"/>
                    <a:pt x="2151" y="1695"/>
                    <a:pt x="2148" y="1697"/>
                  </a:cubicBezTo>
                  <a:cubicBezTo>
                    <a:pt x="2104" y="1700"/>
                    <a:pt x="2102" y="1705"/>
                    <a:pt x="2097" y="1699"/>
                  </a:cubicBezTo>
                  <a:cubicBezTo>
                    <a:pt x="2054" y="1707"/>
                    <a:pt x="2047" y="1707"/>
                    <a:pt x="2039" y="1708"/>
                  </a:cubicBezTo>
                  <a:cubicBezTo>
                    <a:pt x="2010" y="1713"/>
                    <a:pt x="2002" y="1710"/>
                    <a:pt x="1994" y="1712"/>
                  </a:cubicBezTo>
                  <a:cubicBezTo>
                    <a:pt x="1917" y="1709"/>
                    <a:pt x="1909" y="1713"/>
                    <a:pt x="1901" y="1710"/>
                  </a:cubicBezTo>
                  <a:cubicBezTo>
                    <a:pt x="1837" y="1703"/>
                    <a:pt x="1822" y="1704"/>
                    <a:pt x="1806" y="1699"/>
                  </a:cubicBezTo>
                  <a:cubicBezTo>
                    <a:pt x="1774" y="1697"/>
                    <a:pt x="1764" y="1687"/>
                    <a:pt x="1757" y="1690"/>
                  </a:cubicBezTo>
                  <a:cubicBezTo>
                    <a:pt x="1800" y="1705"/>
                    <a:pt x="1806" y="1705"/>
                    <a:pt x="1812" y="1706"/>
                  </a:cubicBezTo>
                  <a:cubicBezTo>
                    <a:pt x="1910" y="1719"/>
                    <a:pt x="1916" y="1718"/>
                    <a:pt x="1922" y="1719"/>
                  </a:cubicBezTo>
                  <a:cubicBezTo>
                    <a:pt x="1962" y="1715"/>
                    <a:pt x="1970" y="1723"/>
                    <a:pt x="1975" y="1721"/>
                  </a:cubicBezTo>
                  <a:cubicBezTo>
                    <a:pt x="2086" y="1711"/>
                    <a:pt x="2098" y="1710"/>
                    <a:pt x="2110" y="1711"/>
                  </a:cubicBezTo>
                  <a:cubicBezTo>
                    <a:pt x="2156" y="1701"/>
                    <a:pt x="2166" y="1700"/>
                    <a:pt x="2176" y="1699"/>
                  </a:cubicBezTo>
                  <a:cubicBezTo>
                    <a:pt x="2220" y="1689"/>
                    <a:pt x="2223" y="1689"/>
                    <a:pt x="2226" y="1691"/>
                  </a:cubicBezTo>
                  <a:cubicBezTo>
                    <a:pt x="2270" y="1685"/>
                    <a:pt x="2276" y="1684"/>
                    <a:pt x="2283" y="1684"/>
                  </a:cubicBezTo>
                  <a:cubicBezTo>
                    <a:pt x="2316" y="1678"/>
                    <a:pt x="2321" y="1684"/>
                    <a:pt x="2324" y="1680"/>
                  </a:cubicBezTo>
                  <a:cubicBezTo>
                    <a:pt x="2344" y="1683"/>
                    <a:pt x="2346" y="1679"/>
                    <a:pt x="2348" y="1680"/>
                  </a:cubicBezTo>
                  <a:cubicBezTo>
                    <a:pt x="2375" y="1689"/>
                    <a:pt x="2369" y="1677"/>
                    <a:pt x="2368" y="1686"/>
                  </a:cubicBezTo>
                  <a:cubicBezTo>
                    <a:pt x="2329" y="1690"/>
                    <a:pt x="2327" y="1690"/>
                    <a:pt x="2325" y="1691"/>
                  </a:cubicBezTo>
                  <a:cubicBezTo>
                    <a:pt x="2295" y="1695"/>
                    <a:pt x="2287" y="1700"/>
                    <a:pt x="2278" y="1702"/>
                  </a:cubicBezTo>
                  <a:cubicBezTo>
                    <a:pt x="2242" y="1706"/>
                    <a:pt x="2234" y="1713"/>
                    <a:pt x="2226" y="1714"/>
                  </a:cubicBezTo>
                  <a:cubicBezTo>
                    <a:pt x="2182" y="1729"/>
                    <a:pt x="2177" y="1730"/>
                    <a:pt x="2173" y="1731"/>
                  </a:cubicBezTo>
                  <a:cubicBezTo>
                    <a:pt x="2130" y="1746"/>
                    <a:pt x="2126" y="1748"/>
                    <a:pt x="2121" y="1749"/>
                  </a:cubicBezTo>
                  <a:cubicBezTo>
                    <a:pt x="2085" y="1753"/>
                    <a:pt x="2078" y="1763"/>
                    <a:pt x="2068" y="1759"/>
                  </a:cubicBezTo>
                  <a:cubicBezTo>
                    <a:pt x="2009" y="1763"/>
                    <a:pt x="2005" y="1765"/>
                    <a:pt x="2000" y="1766"/>
                  </a:cubicBezTo>
                  <a:cubicBezTo>
                    <a:pt x="1948" y="1765"/>
                    <a:pt x="1938" y="1759"/>
                    <a:pt x="1929" y="1763"/>
                  </a:cubicBezTo>
                  <a:cubicBezTo>
                    <a:pt x="2000" y="1769"/>
                    <a:pt x="2008" y="1772"/>
                    <a:pt x="2015" y="1771"/>
                  </a:cubicBezTo>
                  <a:cubicBezTo>
                    <a:pt x="2071" y="1764"/>
                    <a:pt x="2087" y="1769"/>
                    <a:pt x="2100" y="1762"/>
                  </a:cubicBezTo>
                  <a:cubicBezTo>
                    <a:pt x="2163" y="1744"/>
                    <a:pt x="2167" y="1747"/>
                    <a:pt x="2170" y="1740"/>
                  </a:cubicBezTo>
                  <a:cubicBezTo>
                    <a:pt x="2192" y="1731"/>
                    <a:pt x="2197" y="1738"/>
                    <a:pt x="2199" y="1731"/>
                  </a:cubicBezTo>
                  <a:cubicBezTo>
                    <a:pt x="2249" y="1721"/>
                    <a:pt x="2255" y="1714"/>
                    <a:pt x="2261" y="1712"/>
                  </a:cubicBezTo>
                  <a:cubicBezTo>
                    <a:pt x="2306" y="1703"/>
                    <a:pt x="2323" y="1699"/>
                    <a:pt x="2340" y="1696"/>
                  </a:cubicBezTo>
                  <a:cubicBezTo>
                    <a:pt x="2376" y="1698"/>
                    <a:pt x="2384" y="1691"/>
                    <a:pt x="2393" y="1695"/>
                  </a:cubicBezTo>
                  <a:cubicBezTo>
                    <a:pt x="2428" y="1692"/>
                    <a:pt x="2437" y="1691"/>
                    <a:pt x="2447" y="1697"/>
                  </a:cubicBezTo>
                  <a:cubicBezTo>
                    <a:pt x="2479" y="1700"/>
                    <a:pt x="2483" y="1700"/>
                    <a:pt x="2488" y="1703"/>
                  </a:cubicBezTo>
                  <a:cubicBezTo>
                    <a:pt x="2458" y="1707"/>
                    <a:pt x="2450" y="1704"/>
                    <a:pt x="2443" y="1707"/>
                  </a:cubicBezTo>
                  <a:cubicBezTo>
                    <a:pt x="2391" y="1706"/>
                    <a:pt x="2384" y="1713"/>
                    <a:pt x="2376" y="1709"/>
                  </a:cubicBezTo>
                  <a:cubicBezTo>
                    <a:pt x="2359" y="1715"/>
                    <a:pt x="2356" y="1712"/>
                    <a:pt x="2355" y="1714"/>
                  </a:cubicBezTo>
                  <a:cubicBezTo>
                    <a:pt x="2317" y="1717"/>
                    <a:pt x="2303" y="1723"/>
                    <a:pt x="2287" y="1724"/>
                  </a:cubicBezTo>
                  <a:cubicBezTo>
                    <a:pt x="2263" y="1731"/>
                    <a:pt x="2259" y="1730"/>
                    <a:pt x="2257" y="1735"/>
                  </a:cubicBezTo>
                  <a:cubicBezTo>
                    <a:pt x="2222" y="1744"/>
                    <a:pt x="2221" y="1745"/>
                    <a:pt x="2220" y="1747"/>
                  </a:cubicBezTo>
                  <a:cubicBezTo>
                    <a:pt x="2188" y="1756"/>
                    <a:pt x="2174" y="1763"/>
                    <a:pt x="2159" y="1767"/>
                  </a:cubicBezTo>
                  <a:cubicBezTo>
                    <a:pt x="2131" y="1773"/>
                    <a:pt x="2123" y="1776"/>
                    <a:pt x="2116" y="1780"/>
                  </a:cubicBezTo>
                  <a:cubicBezTo>
                    <a:pt x="2083" y="1781"/>
                    <a:pt x="2075" y="1784"/>
                    <a:pt x="2067" y="1784"/>
                  </a:cubicBezTo>
                  <a:cubicBezTo>
                    <a:pt x="1966" y="1780"/>
                    <a:pt x="1955" y="1771"/>
                    <a:pt x="1945" y="1774"/>
                  </a:cubicBezTo>
                  <a:cubicBezTo>
                    <a:pt x="1986" y="1780"/>
                    <a:pt x="1990" y="1786"/>
                    <a:pt x="1993" y="1785"/>
                  </a:cubicBezTo>
                  <a:cubicBezTo>
                    <a:pt x="2034" y="1786"/>
                    <a:pt x="2046" y="1790"/>
                    <a:pt x="2058" y="1789"/>
                  </a:cubicBezTo>
                  <a:cubicBezTo>
                    <a:pt x="2117" y="1785"/>
                    <a:pt x="2120" y="1784"/>
                    <a:pt x="2124" y="1785"/>
                  </a:cubicBezTo>
                  <a:cubicBezTo>
                    <a:pt x="2175" y="1769"/>
                    <a:pt x="2184" y="1769"/>
                    <a:pt x="2188" y="1768"/>
                  </a:cubicBezTo>
                  <a:cubicBezTo>
                    <a:pt x="2246" y="1746"/>
                    <a:pt x="2249" y="1746"/>
                    <a:pt x="2252" y="1745"/>
                  </a:cubicBezTo>
                  <a:cubicBezTo>
                    <a:pt x="2283" y="1734"/>
                    <a:pt x="2286" y="1733"/>
                    <a:pt x="2290" y="1736"/>
                  </a:cubicBezTo>
                  <a:cubicBezTo>
                    <a:pt x="2320" y="1723"/>
                    <a:pt x="2324" y="1728"/>
                    <a:pt x="2327" y="1727"/>
                  </a:cubicBezTo>
                  <a:cubicBezTo>
                    <a:pt x="2362" y="1721"/>
                    <a:pt x="2368" y="1720"/>
                    <a:pt x="2375" y="1722"/>
                  </a:cubicBezTo>
                  <a:cubicBezTo>
                    <a:pt x="2390" y="1719"/>
                    <a:pt x="2393" y="1717"/>
                    <a:pt x="2392" y="1720"/>
                  </a:cubicBezTo>
                  <a:cubicBezTo>
                    <a:pt x="2372" y="1728"/>
                    <a:pt x="2367" y="1729"/>
                    <a:pt x="2361" y="1731"/>
                  </a:cubicBezTo>
                  <a:cubicBezTo>
                    <a:pt x="2308" y="1755"/>
                    <a:pt x="2304" y="1761"/>
                    <a:pt x="2298" y="1760"/>
                  </a:cubicBezTo>
                  <a:cubicBezTo>
                    <a:pt x="2242" y="1780"/>
                    <a:pt x="2237" y="1788"/>
                    <a:pt x="2231" y="1789"/>
                  </a:cubicBezTo>
                  <a:cubicBezTo>
                    <a:pt x="2170" y="1810"/>
                    <a:pt x="2162" y="1801"/>
                    <a:pt x="2156" y="1807"/>
                  </a:cubicBezTo>
                  <a:cubicBezTo>
                    <a:pt x="2095" y="1819"/>
                    <a:pt x="2100" y="1815"/>
                    <a:pt x="2107" y="1818"/>
                  </a:cubicBezTo>
                  <a:cubicBezTo>
                    <a:pt x="2165" y="1813"/>
                    <a:pt x="2170" y="1809"/>
                    <a:pt x="2176" y="1812"/>
                  </a:cubicBezTo>
                  <a:cubicBezTo>
                    <a:pt x="2213" y="1802"/>
                    <a:pt x="2217" y="1801"/>
                    <a:pt x="2220" y="1802"/>
                  </a:cubicBezTo>
                  <a:cubicBezTo>
                    <a:pt x="2241" y="1796"/>
                    <a:pt x="2244" y="1795"/>
                    <a:pt x="2246" y="1794"/>
                  </a:cubicBezTo>
                  <a:cubicBezTo>
                    <a:pt x="2285" y="1773"/>
                    <a:pt x="2292" y="1778"/>
                    <a:pt x="2297" y="1772"/>
                  </a:cubicBezTo>
                  <a:cubicBezTo>
                    <a:pt x="2337" y="1755"/>
                    <a:pt x="2341" y="1746"/>
                    <a:pt x="2347" y="1748"/>
                  </a:cubicBezTo>
                  <a:cubicBezTo>
                    <a:pt x="2385" y="1733"/>
                    <a:pt x="2388" y="1732"/>
                    <a:pt x="2391" y="1730"/>
                  </a:cubicBezTo>
                  <a:cubicBezTo>
                    <a:pt x="2384" y="1739"/>
                    <a:pt x="2379" y="1735"/>
                    <a:pt x="2376" y="1741"/>
                  </a:cubicBezTo>
                  <a:cubicBezTo>
                    <a:pt x="2327" y="1774"/>
                    <a:pt x="2319" y="1772"/>
                    <a:pt x="2313" y="1780"/>
                  </a:cubicBezTo>
                  <a:cubicBezTo>
                    <a:pt x="2243" y="1805"/>
                    <a:pt x="2240" y="1810"/>
                    <a:pt x="2236" y="1810"/>
                  </a:cubicBezTo>
                  <a:cubicBezTo>
                    <a:pt x="2246" y="1810"/>
                    <a:pt x="2252" y="1812"/>
                    <a:pt x="2257" y="1809"/>
                  </a:cubicBezTo>
                  <a:cubicBezTo>
                    <a:pt x="2304" y="1801"/>
                    <a:pt x="2314" y="1795"/>
                    <a:pt x="2326" y="1796"/>
                  </a:cubicBezTo>
                  <a:cubicBezTo>
                    <a:pt x="2404" y="1775"/>
                    <a:pt x="2407" y="1767"/>
                    <a:pt x="2411" y="1767"/>
                  </a:cubicBezTo>
                  <a:cubicBezTo>
                    <a:pt x="2427" y="1756"/>
                    <a:pt x="2432" y="1761"/>
                    <a:pt x="2436" y="1757"/>
                  </a:cubicBezTo>
                  <a:cubicBezTo>
                    <a:pt x="2466" y="1752"/>
                    <a:pt x="2469" y="1743"/>
                    <a:pt x="2474" y="1746"/>
                  </a:cubicBezTo>
                  <a:cubicBezTo>
                    <a:pt x="2529" y="1737"/>
                    <a:pt x="2532" y="1736"/>
                    <a:pt x="2535" y="1737"/>
                  </a:cubicBezTo>
                  <a:cubicBezTo>
                    <a:pt x="2575" y="1744"/>
                    <a:pt x="2581" y="1741"/>
                    <a:pt x="2589" y="1744"/>
                  </a:cubicBezTo>
                  <a:cubicBezTo>
                    <a:pt x="2602" y="1749"/>
                    <a:pt x="2598" y="1755"/>
                    <a:pt x="2592" y="1751"/>
                  </a:cubicBezTo>
                  <a:cubicBezTo>
                    <a:pt x="2563" y="1751"/>
                    <a:pt x="2560" y="1751"/>
                    <a:pt x="2557" y="1749"/>
                  </a:cubicBezTo>
                  <a:cubicBezTo>
                    <a:pt x="2494" y="1753"/>
                    <a:pt x="2484" y="1761"/>
                    <a:pt x="2472" y="1758"/>
                  </a:cubicBezTo>
                  <a:cubicBezTo>
                    <a:pt x="2423" y="1782"/>
                    <a:pt x="2416" y="1784"/>
                    <a:pt x="2408" y="1786"/>
                  </a:cubicBezTo>
                  <a:cubicBezTo>
                    <a:pt x="2394" y="1796"/>
                    <a:pt x="2397" y="1794"/>
                    <a:pt x="2401" y="1794"/>
                  </a:cubicBezTo>
                  <a:cubicBezTo>
                    <a:pt x="2438" y="1779"/>
                    <a:pt x="2446" y="1783"/>
                    <a:pt x="2452" y="1776"/>
                  </a:cubicBezTo>
                  <a:cubicBezTo>
                    <a:pt x="2503" y="1763"/>
                    <a:pt x="2511" y="1764"/>
                    <a:pt x="2518" y="1759"/>
                  </a:cubicBezTo>
                  <a:cubicBezTo>
                    <a:pt x="2565" y="1757"/>
                    <a:pt x="2570" y="1763"/>
                    <a:pt x="2573" y="1759"/>
                  </a:cubicBezTo>
                  <a:cubicBezTo>
                    <a:pt x="2620" y="1769"/>
                    <a:pt x="2631" y="1766"/>
                    <a:pt x="2643" y="1772"/>
                  </a:cubicBezTo>
                  <a:cubicBezTo>
                    <a:pt x="2611" y="1778"/>
                    <a:pt x="2605" y="1773"/>
                    <a:pt x="2601" y="1776"/>
                  </a:cubicBezTo>
                  <a:cubicBezTo>
                    <a:pt x="2602" y="1780"/>
                    <a:pt x="2605" y="1784"/>
                    <a:pt x="2608" y="1785"/>
                  </a:cubicBezTo>
                  <a:cubicBezTo>
                    <a:pt x="2586" y="1812"/>
                    <a:pt x="2578" y="1817"/>
                    <a:pt x="2571" y="1826"/>
                  </a:cubicBezTo>
                  <a:cubicBezTo>
                    <a:pt x="2606" y="1818"/>
                    <a:pt x="2607" y="1814"/>
                    <a:pt x="2609" y="1815"/>
                  </a:cubicBezTo>
                  <a:cubicBezTo>
                    <a:pt x="2633" y="1804"/>
                    <a:pt x="2636" y="1801"/>
                    <a:pt x="2639" y="1801"/>
                  </a:cubicBezTo>
                  <a:cubicBezTo>
                    <a:pt x="2737" y="1829"/>
                    <a:pt x="2741" y="1818"/>
                    <a:pt x="2747" y="1820"/>
                  </a:cubicBezTo>
                  <a:close/>
                  <a:moveTo>
                    <a:pt x="2458" y="1578"/>
                  </a:moveTo>
                  <a:cubicBezTo>
                    <a:pt x="2449" y="1563"/>
                    <a:pt x="2450" y="1546"/>
                    <a:pt x="2442" y="1531"/>
                  </a:cubicBezTo>
                  <a:cubicBezTo>
                    <a:pt x="2439" y="1511"/>
                    <a:pt x="2436" y="1509"/>
                    <a:pt x="2437" y="1507"/>
                  </a:cubicBezTo>
                  <a:cubicBezTo>
                    <a:pt x="2411" y="1428"/>
                    <a:pt x="2409" y="1420"/>
                    <a:pt x="2409" y="1412"/>
                  </a:cubicBezTo>
                  <a:cubicBezTo>
                    <a:pt x="2389" y="1357"/>
                    <a:pt x="2382" y="1350"/>
                    <a:pt x="2382" y="1342"/>
                  </a:cubicBezTo>
                  <a:cubicBezTo>
                    <a:pt x="2364" y="1303"/>
                    <a:pt x="2365" y="1299"/>
                    <a:pt x="2360" y="1296"/>
                  </a:cubicBezTo>
                  <a:cubicBezTo>
                    <a:pt x="2332" y="1243"/>
                    <a:pt x="2335" y="1234"/>
                    <a:pt x="2328" y="1227"/>
                  </a:cubicBezTo>
                  <a:cubicBezTo>
                    <a:pt x="2315" y="1201"/>
                    <a:pt x="2318" y="1202"/>
                    <a:pt x="2320" y="1203"/>
                  </a:cubicBezTo>
                  <a:cubicBezTo>
                    <a:pt x="2332" y="1221"/>
                    <a:pt x="2335" y="1227"/>
                    <a:pt x="2337" y="1233"/>
                  </a:cubicBezTo>
                  <a:cubicBezTo>
                    <a:pt x="2363" y="1280"/>
                    <a:pt x="2365" y="1282"/>
                    <a:pt x="2365" y="1285"/>
                  </a:cubicBezTo>
                  <a:cubicBezTo>
                    <a:pt x="2386" y="1325"/>
                    <a:pt x="2384" y="1332"/>
                    <a:pt x="2391" y="1337"/>
                  </a:cubicBezTo>
                  <a:cubicBezTo>
                    <a:pt x="2411" y="1408"/>
                    <a:pt x="2417" y="1417"/>
                    <a:pt x="2417" y="1428"/>
                  </a:cubicBezTo>
                  <a:cubicBezTo>
                    <a:pt x="2424" y="1445"/>
                    <a:pt x="2423" y="1447"/>
                    <a:pt x="2423" y="1450"/>
                  </a:cubicBezTo>
                  <a:cubicBezTo>
                    <a:pt x="2436" y="1493"/>
                    <a:pt x="2437" y="1498"/>
                    <a:pt x="2440" y="1503"/>
                  </a:cubicBezTo>
                  <a:cubicBezTo>
                    <a:pt x="2452" y="1553"/>
                    <a:pt x="2455" y="1558"/>
                    <a:pt x="2455" y="1563"/>
                  </a:cubicBezTo>
                  <a:close/>
                  <a:moveTo>
                    <a:pt x="2179" y="1442"/>
                  </a:moveTo>
                  <a:cubicBezTo>
                    <a:pt x="2173" y="1440"/>
                    <a:pt x="2178" y="1436"/>
                    <a:pt x="2174" y="1434"/>
                  </a:cubicBezTo>
                  <a:cubicBezTo>
                    <a:pt x="2170" y="1428"/>
                    <a:pt x="2169" y="1421"/>
                    <a:pt x="2166" y="1415"/>
                  </a:cubicBezTo>
                  <a:cubicBezTo>
                    <a:pt x="2168" y="1413"/>
                    <a:pt x="2169" y="1417"/>
                    <a:pt x="2168" y="1419"/>
                  </a:cubicBezTo>
                  <a:cubicBezTo>
                    <a:pt x="2178" y="1428"/>
                    <a:pt x="2178" y="1439"/>
                    <a:pt x="2185" y="1449"/>
                  </a:cubicBezTo>
                  <a:cubicBezTo>
                    <a:pt x="2182" y="1453"/>
                    <a:pt x="2178" y="1444"/>
                    <a:pt x="2179" y="1442"/>
                  </a:cubicBezTo>
                  <a:close/>
                  <a:moveTo>
                    <a:pt x="1757" y="1164"/>
                  </a:moveTo>
                  <a:cubicBezTo>
                    <a:pt x="1755" y="1155"/>
                    <a:pt x="1745" y="1148"/>
                    <a:pt x="1741" y="1140"/>
                  </a:cubicBezTo>
                  <a:cubicBezTo>
                    <a:pt x="1746" y="1136"/>
                    <a:pt x="1744" y="1144"/>
                    <a:pt x="1748" y="1145"/>
                  </a:cubicBezTo>
                  <a:cubicBezTo>
                    <a:pt x="1749" y="1148"/>
                    <a:pt x="1752" y="1151"/>
                    <a:pt x="1756" y="1153"/>
                  </a:cubicBezTo>
                  <a:cubicBezTo>
                    <a:pt x="1756" y="1160"/>
                    <a:pt x="1762" y="1165"/>
                    <a:pt x="1768" y="1171"/>
                  </a:cubicBezTo>
                  <a:cubicBezTo>
                    <a:pt x="1762" y="1175"/>
                    <a:pt x="1763" y="1165"/>
                    <a:pt x="1757" y="1164"/>
                  </a:cubicBezTo>
                  <a:close/>
                  <a:moveTo>
                    <a:pt x="1772" y="1184"/>
                  </a:moveTo>
                  <a:cubicBezTo>
                    <a:pt x="1775" y="1176"/>
                    <a:pt x="1778" y="1188"/>
                    <a:pt x="1781" y="1190"/>
                  </a:cubicBezTo>
                  <a:cubicBezTo>
                    <a:pt x="1776" y="1195"/>
                    <a:pt x="1778" y="1185"/>
                    <a:pt x="1772" y="1184"/>
                  </a:cubicBezTo>
                  <a:close/>
                  <a:moveTo>
                    <a:pt x="1792" y="1208"/>
                  </a:moveTo>
                  <a:cubicBezTo>
                    <a:pt x="1790" y="1202"/>
                    <a:pt x="1796" y="1210"/>
                    <a:pt x="1798" y="1212"/>
                  </a:cubicBezTo>
                  <a:cubicBezTo>
                    <a:pt x="1794" y="1214"/>
                    <a:pt x="1794" y="1210"/>
                    <a:pt x="1792" y="1208"/>
                  </a:cubicBezTo>
                  <a:close/>
                  <a:moveTo>
                    <a:pt x="1692" y="1210"/>
                  </a:moveTo>
                  <a:cubicBezTo>
                    <a:pt x="1690" y="1206"/>
                    <a:pt x="1694" y="1209"/>
                    <a:pt x="1697" y="1210"/>
                  </a:cubicBezTo>
                  <a:cubicBezTo>
                    <a:pt x="1699" y="1214"/>
                    <a:pt x="1695" y="1212"/>
                    <a:pt x="1692" y="1210"/>
                  </a:cubicBezTo>
                  <a:close/>
                  <a:moveTo>
                    <a:pt x="1809" y="1293"/>
                  </a:moveTo>
                  <a:cubicBezTo>
                    <a:pt x="1805" y="1288"/>
                    <a:pt x="1803" y="1293"/>
                    <a:pt x="1799" y="1289"/>
                  </a:cubicBezTo>
                  <a:cubicBezTo>
                    <a:pt x="1741" y="1277"/>
                    <a:pt x="1733" y="1269"/>
                    <a:pt x="1726" y="1269"/>
                  </a:cubicBezTo>
                  <a:cubicBezTo>
                    <a:pt x="1661" y="1252"/>
                    <a:pt x="1655" y="1244"/>
                    <a:pt x="1652" y="1246"/>
                  </a:cubicBezTo>
                  <a:cubicBezTo>
                    <a:pt x="1628" y="1237"/>
                    <a:pt x="1626" y="1241"/>
                    <a:pt x="1622" y="1236"/>
                  </a:cubicBezTo>
                  <a:cubicBezTo>
                    <a:pt x="1588" y="1231"/>
                    <a:pt x="1583" y="1223"/>
                    <a:pt x="1581" y="1227"/>
                  </a:cubicBezTo>
                  <a:cubicBezTo>
                    <a:pt x="1489" y="1185"/>
                    <a:pt x="1485" y="1182"/>
                    <a:pt x="1480" y="1178"/>
                  </a:cubicBezTo>
                  <a:cubicBezTo>
                    <a:pt x="1531" y="1198"/>
                    <a:pt x="1536" y="1201"/>
                    <a:pt x="1539" y="1200"/>
                  </a:cubicBezTo>
                  <a:cubicBezTo>
                    <a:pt x="1564" y="1207"/>
                    <a:pt x="1569" y="1214"/>
                    <a:pt x="1571" y="1210"/>
                  </a:cubicBezTo>
                  <a:cubicBezTo>
                    <a:pt x="1644" y="1232"/>
                    <a:pt x="1651" y="1235"/>
                    <a:pt x="1658" y="1234"/>
                  </a:cubicBezTo>
                  <a:cubicBezTo>
                    <a:pt x="1704" y="1244"/>
                    <a:pt x="1709" y="1252"/>
                    <a:pt x="1713" y="1250"/>
                  </a:cubicBezTo>
                  <a:cubicBezTo>
                    <a:pt x="1739" y="1261"/>
                    <a:pt x="1741" y="1257"/>
                    <a:pt x="1745" y="1260"/>
                  </a:cubicBezTo>
                  <a:cubicBezTo>
                    <a:pt x="1820" y="1291"/>
                    <a:pt x="1826" y="1292"/>
                    <a:pt x="1831" y="1297"/>
                  </a:cubicBezTo>
                  <a:close/>
                  <a:moveTo>
                    <a:pt x="1831" y="1268"/>
                  </a:moveTo>
                  <a:cubicBezTo>
                    <a:pt x="1826" y="1265"/>
                    <a:pt x="1819" y="1261"/>
                    <a:pt x="1818" y="1257"/>
                  </a:cubicBezTo>
                  <a:cubicBezTo>
                    <a:pt x="1823" y="1253"/>
                    <a:pt x="1822" y="1263"/>
                    <a:pt x="1829" y="1264"/>
                  </a:cubicBezTo>
                  <a:cubicBezTo>
                    <a:pt x="1832" y="1266"/>
                    <a:pt x="1831" y="1268"/>
                    <a:pt x="1833" y="1270"/>
                  </a:cubicBezTo>
                  <a:cubicBezTo>
                    <a:pt x="1835" y="1271"/>
                    <a:pt x="1838" y="1273"/>
                    <a:pt x="1840" y="1274"/>
                  </a:cubicBezTo>
                  <a:cubicBezTo>
                    <a:pt x="1846" y="1280"/>
                    <a:pt x="1828" y="1271"/>
                    <a:pt x="1831" y="1268"/>
                  </a:cubicBezTo>
                  <a:close/>
                  <a:moveTo>
                    <a:pt x="2044" y="1428"/>
                  </a:moveTo>
                  <a:cubicBezTo>
                    <a:pt x="2047" y="1430"/>
                    <a:pt x="2049" y="1432"/>
                    <a:pt x="2051" y="1433"/>
                  </a:cubicBezTo>
                  <a:cubicBezTo>
                    <a:pt x="2054" y="1436"/>
                    <a:pt x="2050" y="1435"/>
                    <a:pt x="2048" y="1434"/>
                  </a:cubicBezTo>
                  <a:cubicBezTo>
                    <a:pt x="2046" y="1432"/>
                    <a:pt x="2044" y="1431"/>
                    <a:pt x="2041" y="1429"/>
                  </a:cubicBezTo>
                  <a:cubicBezTo>
                    <a:pt x="2039" y="1426"/>
                    <a:pt x="2042" y="1427"/>
                    <a:pt x="2044" y="1428"/>
                  </a:cubicBezTo>
                  <a:close/>
                  <a:moveTo>
                    <a:pt x="1955" y="1335"/>
                  </a:moveTo>
                  <a:cubicBezTo>
                    <a:pt x="1951" y="1337"/>
                    <a:pt x="1951" y="1333"/>
                    <a:pt x="1949" y="1331"/>
                  </a:cubicBezTo>
                  <a:cubicBezTo>
                    <a:pt x="1947" y="1325"/>
                    <a:pt x="1952" y="1333"/>
                    <a:pt x="1955" y="1335"/>
                  </a:cubicBezTo>
                  <a:close/>
                  <a:moveTo>
                    <a:pt x="1869" y="1239"/>
                  </a:moveTo>
                  <a:cubicBezTo>
                    <a:pt x="1861" y="1229"/>
                    <a:pt x="1854" y="1219"/>
                    <a:pt x="1847" y="1208"/>
                  </a:cubicBezTo>
                  <a:cubicBezTo>
                    <a:pt x="1805" y="1140"/>
                    <a:pt x="1798" y="1136"/>
                    <a:pt x="1797" y="1130"/>
                  </a:cubicBezTo>
                  <a:cubicBezTo>
                    <a:pt x="1778" y="1105"/>
                    <a:pt x="1779" y="1102"/>
                    <a:pt x="1775" y="1100"/>
                  </a:cubicBezTo>
                  <a:cubicBezTo>
                    <a:pt x="1751" y="1063"/>
                    <a:pt x="1751" y="1057"/>
                    <a:pt x="1744" y="1053"/>
                  </a:cubicBezTo>
                  <a:cubicBezTo>
                    <a:pt x="1704" y="986"/>
                    <a:pt x="1701" y="981"/>
                    <a:pt x="1696" y="976"/>
                  </a:cubicBezTo>
                  <a:cubicBezTo>
                    <a:pt x="1684" y="958"/>
                    <a:pt x="1675" y="954"/>
                    <a:pt x="1673" y="948"/>
                  </a:cubicBezTo>
                  <a:cubicBezTo>
                    <a:pt x="1619" y="895"/>
                    <a:pt x="1606" y="886"/>
                    <a:pt x="1597" y="877"/>
                  </a:cubicBezTo>
                  <a:cubicBezTo>
                    <a:pt x="1568" y="853"/>
                    <a:pt x="1573" y="858"/>
                    <a:pt x="1578" y="858"/>
                  </a:cubicBezTo>
                  <a:cubicBezTo>
                    <a:pt x="1631" y="889"/>
                    <a:pt x="1640" y="902"/>
                    <a:pt x="1659" y="913"/>
                  </a:cubicBezTo>
                  <a:cubicBezTo>
                    <a:pt x="1699" y="955"/>
                    <a:pt x="1703" y="959"/>
                    <a:pt x="1704" y="964"/>
                  </a:cubicBezTo>
                  <a:cubicBezTo>
                    <a:pt x="1739" y="1005"/>
                    <a:pt x="1743" y="1009"/>
                    <a:pt x="1744" y="1014"/>
                  </a:cubicBezTo>
                  <a:cubicBezTo>
                    <a:pt x="1791" y="1084"/>
                    <a:pt x="1790" y="1089"/>
                    <a:pt x="1796" y="1093"/>
                  </a:cubicBezTo>
                  <a:cubicBezTo>
                    <a:pt x="1830" y="1149"/>
                    <a:pt x="1831" y="1155"/>
                    <a:pt x="1836" y="1159"/>
                  </a:cubicBezTo>
                  <a:cubicBezTo>
                    <a:pt x="1862" y="1202"/>
                    <a:pt x="1869" y="1206"/>
                    <a:pt x="1870" y="1210"/>
                  </a:cubicBezTo>
                  <a:cubicBezTo>
                    <a:pt x="1892" y="1239"/>
                    <a:pt x="1898" y="1257"/>
                    <a:pt x="1914" y="1274"/>
                  </a:cubicBezTo>
                  <a:cubicBezTo>
                    <a:pt x="1924" y="1292"/>
                    <a:pt x="1926" y="1296"/>
                    <a:pt x="1930" y="1300"/>
                  </a:cubicBezTo>
                  <a:cubicBezTo>
                    <a:pt x="1924" y="1308"/>
                    <a:pt x="1924" y="1303"/>
                    <a:pt x="1916" y="1298"/>
                  </a:cubicBezTo>
                  <a:cubicBezTo>
                    <a:pt x="1898" y="1273"/>
                    <a:pt x="1892" y="1271"/>
                    <a:pt x="1894" y="1268"/>
                  </a:cubicBezTo>
                  <a:cubicBezTo>
                    <a:pt x="1873" y="1243"/>
                    <a:pt x="1868" y="1242"/>
                    <a:pt x="1869" y="1239"/>
                  </a:cubicBezTo>
                  <a:close/>
                  <a:moveTo>
                    <a:pt x="1913" y="1315"/>
                  </a:moveTo>
                  <a:cubicBezTo>
                    <a:pt x="1912" y="1309"/>
                    <a:pt x="1903" y="1305"/>
                    <a:pt x="1902" y="1300"/>
                  </a:cubicBezTo>
                  <a:cubicBezTo>
                    <a:pt x="1900" y="1295"/>
                    <a:pt x="1896" y="1290"/>
                    <a:pt x="1893" y="1286"/>
                  </a:cubicBezTo>
                  <a:cubicBezTo>
                    <a:pt x="1885" y="1276"/>
                    <a:pt x="1878" y="1267"/>
                    <a:pt x="1870" y="1257"/>
                  </a:cubicBezTo>
                  <a:cubicBezTo>
                    <a:pt x="1872" y="1255"/>
                    <a:pt x="1872" y="1260"/>
                    <a:pt x="1875" y="1261"/>
                  </a:cubicBezTo>
                  <a:cubicBezTo>
                    <a:pt x="1878" y="1263"/>
                    <a:pt x="1880" y="1264"/>
                    <a:pt x="1883" y="1266"/>
                  </a:cubicBezTo>
                  <a:cubicBezTo>
                    <a:pt x="1883" y="1271"/>
                    <a:pt x="1888" y="1276"/>
                    <a:pt x="1893" y="1281"/>
                  </a:cubicBezTo>
                  <a:cubicBezTo>
                    <a:pt x="1895" y="1286"/>
                    <a:pt x="1902" y="1291"/>
                    <a:pt x="1904" y="1296"/>
                  </a:cubicBezTo>
                  <a:cubicBezTo>
                    <a:pt x="1916" y="1305"/>
                    <a:pt x="1917" y="1316"/>
                    <a:pt x="1930" y="1324"/>
                  </a:cubicBezTo>
                  <a:cubicBezTo>
                    <a:pt x="1925" y="1330"/>
                    <a:pt x="1922" y="1318"/>
                    <a:pt x="1913" y="1315"/>
                  </a:cubicBezTo>
                  <a:close/>
                  <a:moveTo>
                    <a:pt x="1930" y="1329"/>
                  </a:moveTo>
                  <a:cubicBezTo>
                    <a:pt x="1931" y="1327"/>
                    <a:pt x="1933" y="1329"/>
                    <a:pt x="1935" y="1329"/>
                  </a:cubicBezTo>
                  <a:cubicBezTo>
                    <a:pt x="1949" y="1342"/>
                    <a:pt x="1959" y="1355"/>
                    <a:pt x="1978" y="1366"/>
                  </a:cubicBezTo>
                  <a:cubicBezTo>
                    <a:pt x="1984" y="1371"/>
                    <a:pt x="1986" y="1377"/>
                    <a:pt x="1994" y="1382"/>
                  </a:cubicBezTo>
                  <a:cubicBezTo>
                    <a:pt x="2000" y="1383"/>
                    <a:pt x="1993" y="1393"/>
                    <a:pt x="2000" y="1389"/>
                  </a:cubicBezTo>
                  <a:cubicBezTo>
                    <a:pt x="2001" y="1392"/>
                    <a:pt x="2005" y="1395"/>
                    <a:pt x="2007" y="1398"/>
                  </a:cubicBezTo>
                  <a:cubicBezTo>
                    <a:pt x="2009" y="1401"/>
                    <a:pt x="2019" y="1403"/>
                    <a:pt x="2016" y="1407"/>
                  </a:cubicBezTo>
                  <a:cubicBezTo>
                    <a:pt x="2019" y="1410"/>
                    <a:pt x="2027" y="1411"/>
                    <a:pt x="2021" y="1416"/>
                  </a:cubicBezTo>
                  <a:cubicBezTo>
                    <a:pt x="2020" y="1410"/>
                    <a:pt x="2016" y="1414"/>
                    <a:pt x="2010" y="1408"/>
                  </a:cubicBezTo>
                  <a:cubicBezTo>
                    <a:pt x="2004" y="1406"/>
                    <a:pt x="2007" y="1402"/>
                    <a:pt x="2001" y="1399"/>
                  </a:cubicBezTo>
                  <a:cubicBezTo>
                    <a:pt x="1994" y="1395"/>
                    <a:pt x="1987" y="1391"/>
                    <a:pt x="1981" y="1386"/>
                  </a:cubicBezTo>
                  <a:cubicBezTo>
                    <a:pt x="1962" y="1367"/>
                    <a:pt x="1947" y="1348"/>
                    <a:pt x="1930" y="1329"/>
                  </a:cubicBezTo>
                  <a:close/>
                  <a:moveTo>
                    <a:pt x="2085" y="1477"/>
                  </a:moveTo>
                  <a:cubicBezTo>
                    <a:pt x="2080" y="1475"/>
                    <a:pt x="2071" y="1475"/>
                    <a:pt x="2070" y="1469"/>
                  </a:cubicBezTo>
                  <a:cubicBezTo>
                    <a:pt x="1990" y="1424"/>
                    <a:pt x="1979" y="1423"/>
                    <a:pt x="1966" y="1413"/>
                  </a:cubicBezTo>
                  <a:cubicBezTo>
                    <a:pt x="1930" y="1402"/>
                    <a:pt x="1925" y="1399"/>
                    <a:pt x="1920" y="1398"/>
                  </a:cubicBezTo>
                  <a:cubicBezTo>
                    <a:pt x="1869" y="1380"/>
                    <a:pt x="1865" y="1380"/>
                    <a:pt x="1860" y="1379"/>
                  </a:cubicBezTo>
                  <a:cubicBezTo>
                    <a:pt x="1817" y="1362"/>
                    <a:pt x="1813" y="1365"/>
                    <a:pt x="1811" y="1362"/>
                  </a:cubicBezTo>
                  <a:cubicBezTo>
                    <a:pt x="1789" y="1359"/>
                    <a:pt x="1785" y="1355"/>
                    <a:pt x="1782" y="1354"/>
                  </a:cubicBezTo>
                  <a:cubicBezTo>
                    <a:pt x="1756" y="1348"/>
                    <a:pt x="1751" y="1344"/>
                    <a:pt x="1746" y="1345"/>
                  </a:cubicBezTo>
                  <a:cubicBezTo>
                    <a:pt x="1664" y="1323"/>
                    <a:pt x="1655" y="1321"/>
                    <a:pt x="1645" y="1320"/>
                  </a:cubicBezTo>
                  <a:cubicBezTo>
                    <a:pt x="1595" y="1300"/>
                    <a:pt x="1591" y="1302"/>
                    <a:pt x="1586" y="1299"/>
                  </a:cubicBezTo>
                  <a:cubicBezTo>
                    <a:pt x="1492" y="1254"/>
                    <a:pt x="1486" y="1250"/>
                    <a:pt x="1481" y="1247"/>
                  </a:cubicBezTo>
                  <a:cubicBezTo>
                    <a:pt x="1469" y="1238"/>
                    <a:pt x="1471" y="1238"/>
                    <a:pt x="1473" y="1240"/>
                  </a:cubicBezTo>
                  <a:cubicBezTo>
                    <a:pt x="1518" y="1254"/>
                    <a:pt x="1522" y="1251"/>
                    <a:pt x="1527" y="1257"/>
                  </a:cubicBezTo>
                  <a:cubicBezTo>
                    <a:pt x="1562" y="1261"/>
                    <a:pt x="1567" y="1267"/>
                    <a:pt x="1569" y="1264"/>
                  </a:cubicBezTo>
                  <a:cubicBezTo>
                    <a:pt x="1625" y="1276"/>
                    <a:pt x="1633" y="1283"/>
                    <a:pt x="1638" y="1279"/>
                  </a:cubicBezTo>
                  <a:cubicBezTo>
                    <a:pt x="1684" y="1292"/>
                    <a:pt x="1690" y="1288"/>
                    <a:pt x="1696" y="1294"/>
                  </a:cubicBezTo>
                  <a:cubicBezTo>
                    <a:pt x="1773" y="1307"/>
                    <a:pt x="1778" y="1311"/>
                    <a:pt x="1783" y="1309"/>
                  </a:cubicBezTo>
                  <a:cubicBezTo>
                    <a:pt x="1852" y="1335"/>
                    <a:pt x="1852" y="1330"/>
                    <a:pt x="1854" y="1336"/>
                  </a:cubicBezTo>
                  <a:cubicBezTo>
                    <a:pt x="1900" y="1360"/>
                    <a:pt x="1920" y="1367"/>
                    <a:pt x="1941" y="1378"/>
                  </a:cubicBezTo>
                  <a:cubicBezTo>
                    <a:pt x="2007" y="1419"/>
                    <a:pt x="2009" y="1421"/>
                    <a:pt x="2010" y="1424"/>
                  </a:cubicBezTo>
                  <a:cubicBezTo>
                    <a:pt x="2045" y="1442"/>
                    <a:pt x="2058" y="1451"/>
                    <a:pt x="2071" y="1459"/>
                  </a:cubicBezTo>
                  <a:close/>
                  <a:moveTo>
                    <a:pt x="2103" y="1489"/>
                  </a:moveTo>
                  <a:cubicBezTo>
                    <a:pt x="2101" y="1479"/>
                    <a:pt x="2115" y="1487"/>
                    <a:pt x="2120" y="1492"/>
                  </a:cubicBezTo>
                  <a:cubicBezTo>
                    <a:pt x="2115" y="1495"/>
                    <a:pt x="2108" y="1486"/>
                    <a:pt x="2103" y="1489"/>
                  </a:cubicBezTo>
                  <a:close/>
                  <a:moveTo>
                    <a:pt x="2129" y="1501"/>
                  </a:moveTo>
                  <a:cubicBezTo>
                    <a:pt x="2127" y="1499"/>
                    <a:pt x="2125" y="1498"/>
                    <a:pt x="2122" y="1496"/>
                  </a:cubicBezTo>
                  <a:cubicBezTo>
                    <a:pt x="2120" y="1493"/>
                    <a:pt x="2123" y="1494"/>
                    <a:pt x="2125" y="1495"/>
                  </a:cubicBezTo>
                  <a:cubicBezTo>
                    <a:pt x="2128" y="1497"/>
                    <a:pt x="2130" y="1499"/>
                    <a:pt x="2132" y="1500"/>
                  </a:cubicBezTo>
                  <a:cubicBezTo>
                    <a:pt x="2135" y="1503"/>
                    <a:pt x="2131" y="1502"/>
                    <a:pt x="2129" y="1501"/>
                  </a:cubicBezTo>
                  <a:close/>
                  <a:moveTo>
                    <a:pt x="1896" y="1675"/>
                  </a:moveTo>
                  <a:cubicBezTo>
                    <a:pt x="1900" y="1674"/>
                    <a:pt x="1904" y="1671"/>
                    <a:pt x="1909" y="1674"/>
                  </a:cubicBezTo>
                  <a:cubicBezTo>
                    <a:pt x="1905" y="1676"/>
                    <a:pt x="1901" y="1679"/>
                    <a:pt x="1896" y="1675"/>
                  </a:cubicBezTo>
                  <a:close/>
                  <a:moveTo>
                    <a:pt x="1925" y="1674"/>
                  </a:moveTo>
                  <a:cubicBezTo>
                    <a:pt x="1921" y="1676"/>
                    <a:pt x="1917" y="1673"/>
                    <a:pt x="1913" y="1676"/>
                  </a:cubicBezTo>
                  <a:cubicBezTo>
                    <a:pt x="1909" y="1672"/>
                    <a:pt x="1920" y="1675"/>
                    <a:pt x="1922" y="1672"/>
                  </a:cubicBezTo>
                  <a:cubicBezTo>
                    <a:pt x="1926" y="1672"/>
                    <a:pt x="1930" y="1671"/>
                    <a:pt x="1934" y="1669"/>
                  </a:cubicBezTo>
                  <a:cubicBezTo>
                    <a:pt x="1938" y="1674"/>
                    <a:pt x="1928" y="1675"/>
                    <a:pt x="1925" y="1674"/>
                  </a:cubicBezTo>
                  <a:close/>
                  <a:moveTo>
                    <a:pt x="2338" y="1593"/>
                  </a:moveTo>
                  <a:cubicBezTo>
                    <a:pt x="2325" y="1584"/>
                    <a:pt x="2325" y="1572"/>
                    <a:pt x="2313" y="1563"/>
                  </a:cubicBezTo>
                  <a:cubicBezTo>
                    <a:pt x="2300" y="1536"/>
                    <a:pt x="2298" y="1534"/>
                    <a:pt x="2295" y="1532"/>
                  </a:cubicBezTo>
                  <a:cubicBezTo>
                    <a:pt x="2280" y="1506"/>
                    <a:pt x="2281" y="1503"/>
                    <a:pt x="2279" y="1501"/>
                  </a:cubicBezTo>
                  <a:cubicBezTo>
                    <a:pt x="2246" y="1418"/>
                    <a:pt x="2250" y="1414"/>
                    <a:pt x="2247" y="1411"/>
                  </a:cubicBezTo>
                  <a:cubicBezTo>
                    <a:pt x="2234" y="1362"/>
                    <a:pt x="2234" y="1350"/>
                    <a:pt x="2232" y="1339"/>
                  </a:cubicBezTo>
                  <a:cubicBezTo>
                    <a:pt x="2221" y="1301"/>
                    <a:pt x="2226" y="1294"/>
                    <a:pt x="2221" y="1289"/>
                  </a:cubicBezTo>
                  <a:cubicBezTo>
                    <a:pt x="2218" y="1250"/>
                    <a:pt x="2217" y="1245"/>
                    <a:pt x="2217" y="1240"/>
                  </a:cubicBezTo>
                  <a:cubicBezTo>
                    <a:pt x="2208" y="1150"/>
                    <a:pt x="2203" y="1128"/>
                    <a:pt x="2204" y="1105"/>
                  </a:cubicBezTo>
                  <a:cubicBezTo>
                    <a:pt x="2212" y="1110"/>
                    <a:pt x="2208" y="1115"/>
                    <a:pt x="2211" y="1118"/>
                  </a:cubicBezTo>
                  <a:cubicBezTo>
                    <a:pt x="2216" y="1134"/>
                    <a:pt x="2217" y="1138"/>
                    <a:pt x="2216" y="1142"/>
                  </a:cubicBezTo>
                  <a:cubicBezTo>
                    <a:pt x="2231" y="1208"/>
                    <a:pt x="2233" y="1213"/>
                    <a:pt x="2231" y="1218"/>
                  </a:cubicBezTo>
                  <a:cubicBezTo>
                    <a:pt x="2238" y="1252"/>
                    <a:pt x="2239" y="1257"/>
                    <a:pt x="2239" y="1262"/>
                  </a:cubicBezTo>
                  <a:cubicBezTo>
                    <a:pt x="2254" y="1308"/>
                    <a:pt x="2253" y="1314"/>
                    <a:pt x="2253" y="1319"/>
                  </a:cubicBezTo>
                  <a:cubicBezTo>
                    <a:pt x="2264" y="1363"/>
                    <a:pt x="2264" y="1366"/>
                    <a:pt x="2262" y="1369"/>
                  </a:cubicBezTo>
                  <a:cubicBezTo>
                    <a:pt x="2267" y="1391"/>
                    <a:pt x="2271" y="1392"/>
                    <a:pt x="2272" y="1394"/>
                  </a:cubicBezTo>
                  <a:cubicBezTo>
                    <a:pt x="2277" y="1408"/>
                    <a:pt x="2269" y="1415"/>
                    <a:pt x="2276" y="1418"/>
                  </a:cubicBezTo>
                  <a:cubicBezTo>
                    <a:pt x="2285" y="1456"/>
                    <a:pt x="2288" y="1465"/>
                    <a:pt x="2294" y="1474"/>
                  </a:cubicBezTo>
                  <a:cubicBezTo>
                    <a:pt x="2320" y="1549"/>
                    <a:pt x="2331" y="1566"/>
                    <a:pt x="2344" y="1584"/>
                  </a:cubicBezTo>
                  <a:cubicBezTo>
                    <a:pt x="2370" y="1618"/>
                    <a:pt x="2377" y="1626"/>
                    <a:pt x="2384" y="1634"/>
                  </a:cubicBezTo>
                  <a:cubicBezTo>
                    <a:pt x="2352" y="1619"/>
                    <a:pt x="2350" y="1613"/>
                    <a:pt x="2346" y="1608"/>
                  </a:cubicBezTo>
                  <a:close/>
                  <a:moveTo>
                    <a:pt x="2312" y="1609"/>
                  </a:moveTo>
                  <a:cubicBezTo>
                    <a:pt x="2314" y="1613"/>
                    <a:pt x="2309" y="1610"/>
                    <a:pt x="2307" y="1608"/>
                  </a:cubicBezTo>
                  <a:cubicBezTo>
                    <a:pt x="2304" y="1605"/>
                    <a:pt x="2309" y="1607"/>
                    <a:pt x="2312" y="1609"/>
                  </a:cubicBezTo>
                  <a:close/>
                  <a:moveTo>
                    <a:pt x="2283" y="1582"/>
                  </a:moveTo>
                  <a:cubicBezTo>
                    <a:pt x="2279" y="1585"/>
                    <a:pt x="2273" y="1577"/>
                    <a:pt x="2269" y="1575"/>
                  </a:cubicBezTo>
                  <a:cubicBezTo>
                    <a:pt x="2243" y="1538"/>
                    <a:pt x="2248" y="1531"/>
                    <a:pt x="2241" y="1526"/>
                  </a:cubicBezTo>
                  <a:cubicBezTo>
                    <a:pt x="2223" y="1486"/>
                    <a:pt x="2216" y="1477"/>
                    <a:pt x="2215" y="1466"/>
                  </a:cubicBezTo>
                  <a:cubicBezTo>
                    <a:pt x="2190" y="1379"/>
                    <a:pt x="2188" y="1371"/>
                    <a:pt x="2188" y="1362"/>
                  </a:cubicBezTo>
                  <a:cubicBezTo>
                    <a:pt x="2176" y="1281"/>
                    <a:pt x="2179" y="1276"/>
                    <a:pt x="2178" y="1271"/>
                  </a:cubicBezTo>
                  <a:cubicBezTo>
                    <a:pt x="2181" y="1241"/>
                    <a:pt x="2174" y="1238"/>
                    <a:pt x="2176" y="1234"/>
                  </a:cubicBezTo>
                  <a:cubicBezTo>
                    <a:pt x="2174" y="1214"/>
                    <a:pt x="2172" y="1213"/>
                    <a:pt x="2170" y="1211"/>
                  </a:cubicBezTo>
                  <a:cubicBezTo>
                    <a:pt x="2170" y="1143"/>
                    <a:pt x="2173" y="1139"/>
                    <a:pt x="2168" y="1136"/>
                  </a:cubicBezTo>
                  <a:cubicBezTo>
                    <a:pt x="2169" y="1098"/>
                    <a:pt x="2165" y="1092"/>
                    <a:pt x="2169" y="1084"/>
                  </a:cubicBezTo>
                  <a:cubicBezTo>
                    <a:pt x="2166" y="1056"/>
                    <a:pt x="2165" y="1049"/>
                    <a:pt x="2162" y="1043"/>
                  </a:cubicBezTo>
                  <a:cubicBezTo>
                    <a:pt x="2168" y="1063"/>
                    <a:pt x="2172" y="1068"/>
                    <a:pt x="2170" y="1075"/>
                  </a:cubicBezTo>
                  <a:cubicBezTo>
                    <a:pt x="2178" y="1149"/>
                    <a:pt x="2179" y="1151"/>
                    <a:pt x="2179" y="1154"/>
                  </a:cubicBezTo>
                  <a:cubicBezTo>
                    <a:pt x="2183" y="1192"/>
                    <a:pt x="2179" y="1205"/>
                    <a:pt x="2183" y="1217"/>
                  </a:cubicBezTo>
                  <a:cubicBezTo>
                    <a:pt x="2184" y="1273"/>
                    <a:pt x="2187" y="1274"/>
                    <a:pt x="2188" y="1275"/>
                  </a:cubicBezTo>
                  <a:cubicBezTo>
                    <a:pt x="2185" y="1300"/>
                    <a:pt x="2190" y="1311"/>
                    <a:pt x="2188" y="1322"/>
                  </a:cubicBezTo>
                  <a:cubicBezTo>
                    <a:pt x="2190" y="1347"/>
                    <a:pt x="2195" y="1352"/>
                    <a:pt x="2193" y="1358"/>
                  </a:cubicBezTo>
                  <a:cubicBezTo>
                    <a:pt x="2200" y="1387"/>
                    <a:pt x="2198" y="1390"/>
                    <a:pt x="2202" y="1392"/>
                  </a:cubicBezTo>
                  <a:cubicBezTo>
                    <a:pt x="2207" y="1422"/>
                    <a:pt x="2207" y="1424"/>
                    <a:pt x="2210" y="1426"/>
                  </a:cubicBezTo>
                  <a:cubicBezTo>
                    <a:pt x="2224" y="1466"/>
                    <a:pt x="2227" y="1472"/>
                    <a:pt x="2229" y="1478"/>
                  </a:cubicBezTo>
                  <a:cubicBezTo>
                    <a:pt x="2247" y="1516"/>
                    <a:pt x="2252" y="1521"/>
                    <a:pt x="2254" y="1526"/>
                  </a:cubicBezTo>
                  <a:cubicBezTo>
                    <a:pt x="2293" y="1592"/>
                    <a:pt x="2287" y="1583"/>
                    <a:pt x="2283" y="1582"/>
                  </a:cubicBezTo>
                  <a:close/>
                  <a:moveTo>
                    <a:pt x="1740" y="1574"/>
                  </a:moveTo>
                  <a:cubicBezTo>
                    <a:pt x="1744" y="1570"/>
                    <a:pt x="1750" y="1576"/>
                    <a:pt x="1754" y="1573"/>
                  </a:cubicBezTo>
                  <a:cubicBezTo>
                    <a:pt x="1756" y="1578"/>
                    <a:pt x="1744" y="1577"/>
                    <a:pt x="1740" y="1574"/>
                  </a:cubicBezTo>
                  <a:close/>
                  <a:moveTo>
                    <a:pt x="2122" y="1606"/>
                  </a:moveTo>
                  <a:cubicBezTo>
                    <a:pt x="2120" y="1606"/>
                    <a:pt x="2118" y="1606"/>
                    <a:pt x="2116" y="1604"/>
                  </a:cubicBezTo>
                  <a:cubicBezTo>
                    <a:pt x="2112" y="1609"/>
                    <a:pt x="2107" y="1602"/>
                    <a:pt x="2104" y="1607"/>
                  </a:cubicBezTo>
                  <a:cubicBezTo>
                    <a:pt x="2095" y="1605"/>
                    <a:pt x="2086" y="1605"/>
                    <a:pt x="2078" y="1606"/>
                  </a:cubicBezTo>
                  <a:cubicBezTo>
                    <a:pt x="2076" y="1602"/>
                    <a:pt x="2080" y="1601"/>
                    <a:pt x="2082" y="1603"/>
                  </a:cubicBezTo>
                  <a:cubicBezTo>
                    <a:pt x="2085" y="1601"/>
                    <a:pt x="2087" y="1602"/>
                    <a:pt x="2090" y="1600"/>
                  </a:cubicBezTo>
                  <a:cubicBezTo>
                    <a:pt x="2103" y="1604"/>
                    <a:pt x="2114" y="1601"/>
                    <a:pt x="2127" y="1604"/>
                  </a:cubicBezTo>
                  <a:cubicBezTo>
                    <a:pt x="2129" y="1608"/>
                    <a:pt x="2124" y="1603"/>
                    <a:pt x="2122" y="1606"/>
                  </a:cubicBezTo>
                  <a:close/>
                  <a:moveTo>
                    <a:pt x="2163" y="1612"/>
                  </a:moveTo>
                  <a:cubicBezTo>
                    <a:pt x="2155" y="1605"/>
                    <a:pt x="2150" y="1613"/>
                    <a:pt x="2143" y="1607"/>
                  </a:cubicBezTo>
                  <a:cubicBezTo>
                    <a:pt x="2149" y="1604"/>
                    <a:pt x="2157" y="1610"/>
                    <a:pt x="2163" y="1607"/>
                  </a:cubicBezTo>
                  <a:cubicBezTo>
                    <a:pt x="2170" y="1609"/>
                    <a:pt x="2176" y="1607"/>
                    <a:pt x="2183" y="1610"/>
                  </a:cubicBezTo>
                  <a:cubicBezTo>
                    <a:pt x="2177" y="1614"/>
                    <a:pt x="2169" y="1607"/>
                    <a:pt x="2163" y="1612"/>
                  </a:cubicBezTo>
                  <a:close/>
                  <a:moveTo>
                    <a:pt x="2136" y="1597"/>
                  </a:moveTo>
                  <a:cubicBezTo>
                    <a:pt x="2121" y="1593"/>
                    <a:pt x="2108" y="1597"/>
                    <a:pt x="2093" y="1592"/>
                  </a:cubicBezTo>
                  <a:cubicBezTo>
                    <a:pt x="2045" y="1594"/>
                    <a:pt x="2037" y="1586"/>
                    <a:pt x="2031" y="1590"/>
                  </a:cubicBezTo>
                  <a:cubicBezTo>
                    <a:pt x="1983" y="1587"/>
                    <a:pt x="1975" y="1581"/>
                    <a:pt x="1968" y="1582"/>
                  </a:cubicBezTo>
                  <a:cubicBezTo>
                    <a:pt x="1908" y="1577"/>
                    <a:pt x="1900" y="1579"/>
                    <a:pt x="1892" y="1578"/>
                  </a:cubicBezTo>
                  <a:cubicBezTo>
                    <a:pt x="1837" y="1574"/>
                    <a:pt x="1834" y="1581"/>
                    <a:pt x="1829" y="1579"/>
                  </a:cubicBezTo>
                  <a:cubicBezTo>
                    <a:pt x="1800" y="1581"/>
                    <a:pt x="1795" y="1578"/>
                    <a:pt x="1791" y="1580"/>
                  </a:cubicBezTo>
                  <a:cubicBezTo>
                    <a:pt x="1763" y="1577"/>
                    <a:pt x="1761" y="1578"/>
                    <a:pt x="1758" y="1576"/>
                  </a:cubicBezTo>
                  <a:cubicBezTo>
                    <a:pt x="1803" y="1569"/>
                    <a:pt x="1810" y="1577"/>
                    <a:pt x="1815" y="1572"/>
                  </a:cubicBezTo>
                  <a:cubicBezTo>
                    <a:pt x="1874" y="1569"/>
                    <a:pt x="1885" y="1570"/>
                    <a:pt x="1896" y="1568"/>
                  </a:cubicBezTo>
                  <a:cubicBezTo>
                    <a:pt x="1919" y="1569"/>
                    <a:pt x="1925" y="1568"/>
                    <a:pt x="1931" y="1568"/>
                  </a:cubicBezTo>
                  <a:cubicBezTo>
                    <a:pt x="2035" y="1570"/>
                    <a:pt x="2040" y="1567"/>
                    <a:pt x="2045" y="1565"/>
                  </a:cubicBezTo>
                  <a:cubicBezTo>
                    <a:pt x="2098" y="1575"/>
                    <a:pt x="2102" y="1569"/>
                    <a:pt x="2108" y="1573"/>
                  </a:cubicBezTo>
                  <a:cubicBezTo>
                    <a:pt x="2163" y="1582"/>
                    <a:pt x="2170" y="1579"/>
                    <a:pt x="2179" y="1581"/>
                  </a:cubicBezTo>
                  <a:cubicBezTo>
                    <a:pt x="2237" y="1589"/>
                    <a:pt x="2242" y="1593"/>
                    <a:pt x="2247" y="1595"/>
                  </a:cubicBezTo>
                  <a:cubicBezTo>
                    <a:pt x="2303" y="1622"/>
                    <a:pt x="2298" y="1615"/>
                    <a:pt x="2295" y="1619"/>
                  </a:cubicBezTo>
                  <a:cubicBezTo>
                    <a:pt x="2268" y="1612"/>
                    <a:pt x="2265" y="1611"/>
                    <a:pt x="2262" y="1613"/>
                  </a:cubicBezTo>
                  <a:cubicBezTo>
                    <a:pt x="2233" y="1606"/>
                    <a:pt x="2227" y="1610"/>
                    <a:pt x="2220" y="1605"/>
                  </a:cubicBezTo>
                  <a:close/>
                  <a:moveTo>
                    <a:pt x="2192" y="1611"/>
                  </a:moveTo>
                  <a:cubicBezTo>
                    <a:pt x="2202" y="1607"/>
                    <a:pt x="2214" y="1618"/>
                    <a:pt x="2223" y="1613"/>
                  </a:cubicBezTo>
                  <a:cubicBezTo>
                    <a:pt x="2229" y="1618"/>
                    <a:pt x="2232" y="1613"/>
                    <a:pt x="2238" y="1618"/>
                  </a:cubicBezTo>
                  <a:cubicBezTo>
                    <a:pt x="2229" y="1621"/>
                    <a:pt x="2219" y="1618"/>
                    <a:pt x="2210" y="1620"/>
                  </a:cubicBezTo>
                  <a:cubicBezTo>
                    <a:pt x="2204" y="1613"/>
                    <a:pt x="2201" y="1614"/>
                    <a:pt x="2192" y="1611"/>
                  </a:cubicBezTo>
                  <a:close/>
                  <a:moveTo>
                    <a:pt x="2359" y="1648"/>
                  </a:moveTo>
                  <a:cubicBezTo>
                    <a:pt x="2350" y="1648"/>
                    <a:pt x="2340" y="1646"/>
                    <a:pt x="2331" y="1643"/>
                  </a:cubicBezTo>
                  <a:cubicBezTo>
                    <a:pt x="2272" y="1643"/>
                    <a:pt x="2262" y="1642"/>
                    <a:pt x="2252" y="1643"/>
                  </a:cubicBezTo>
                  <a:cubicBezTo>
                    <a:pt x="2215" y="1643"/>
                    <a:pt x="2206" y="1645"/>
                    <a:pt x="2197" y="1648"/>
                  </a:cubicBezTo>
                  <a:cubicBezTo>
                    <a:pt x="2162" y="1647"/>
                    <a:pt x="2159" y="1648"/>
                    <a:pt x="2156" y="1650"/>
                  </a:cubicBezTo>
                  <a:cubicBezTo>
                    <a:pt x="2111" y="1653"/>
                    <a:pt x="2105" y="1655"/>
                    <a:pt x="2099" y="1653"/>
                  </a:cubicBezTo>
                  <a:cubicBezTo>
                    <a:pt x="2047" y="1658"/>
                    <a:pt x="2036" y="1668"/>
                    <a:pt x="2022" y="1662"/>
                  </a:cubicBezTo>
                  <a:cubicBezTo>
                    <a:pt x="1972" y="1672"/>
                    <a:pt x="1965" y="1667"/>
                    <a:pt x="1961" y="1672"/>
                  </a:cubicBezTo>
                  <a:cubicBezTo>
                    <a:pt x="1975" y="1667"/>
                    <a:pt x="1980" y="1666"/>
                    <a:pt x="1984" y="1664"/>
                  </a:cubicBezTo>
                  <a:cubicBezTo>
                    <a:pt x="2034" y="1657"/>
                    <a:pt x="2039" y="1656"/>
                    <a:pt x="2044" y="1653"/>
                  </a:cubicBezTo>
                  <a:cubicBezTo>
                    <a:pt x="2104" y="1640"/>
                    <a:pt x="2107" y="1644"/>
                    <a:pt x="2108" y="1644"/>
                  </a:cubicBezTo>
                  <a:cubicBezTo>
                    <a:pt x="2138" y="1640"/>
                    <a:pt x="2142" y="1636"/>
                    <a:pt x="2147" y="1636"/>
                  </a:cubicBezTo>
                  <a:cubicBezTo>
                    <a:pt x="2200" y="1630"/>
                    <a:pt x="2210" y="1630"/>
                    <a:pt x="2219" y="1626"/>
                  </a:cubicBezTo>
                  <a:cubicBezTo>
                    <a:pt x="2283" y="1625"/>
                    <a:pt x="2292" y="1629"/>
                    <a:pt x="2301" y="1625"/>
                  </a:cubicBezTo>
                  <a:cubicBezTo>
                    <a:pt x="2346" y="1636"/>
                    <a:pt x="2349" y="1632"/>
                    <a:pt x="2353" y="1637"/>
                  </a:cubicBezTo>
                  <a:cubicBezTo>
                    <a:pt x="2379" y="1653"/>
                    <a:pt x="2369" y="1650"/>
                    <a:pt x="2359" y="1648"/>
                  </a:cubicBezTo>
                  <a:close/>
                  <a:moveTo>
                    <a:pt x="2400" y="1637"/>
                  </a:moveTo>
                  <a:cubicBezTo>
                    <a:pt x="2396" y="1633"/>
                    <a:pt x="2393" y="1630"/>
                    <a:pt x="2392" y="1626"/>
                  </a:cubicBezTo>
                  <a:cubicBezTo>
                    <a:pt x="2354" y="1588"/>
                    <a:pt x="2357" y="1584"/>
                    <a:pt x="2351" y="1581"/>
                  </a:cubicBezTo>
                  <a:cubicBezTo>
                    <a:pt x="2342" y="1567"/>
                    <a:pt x="2343" y="1563"/>
                    <a:pt x="2336" y="1560"/>
                  </a:cubicBezTo>
                  <a:cubicBezTo>
                    <a:pt x="2326" y="1534"/>
                    <a:pt x="2326" y="1532"/>
                    <a:pt x="2322" y="1530"/>
                  </a:cubicBezTo>
                  <a:cubicBezTo>
                    <a:pt x="2314" y="1505"/>
                    <a:pt x="2313" y="1503"/>
                    <a:pt x="2310" y="1501"/>
                  </a:cubicBezTo>
                  <a:cubicBezTo>
                    <a:pt x="2283" y="1420"/>
                    <a:pt x="2281" y="1399"/>
                    <a:pt x="2273" y="1379"/>
                  </a:cubicBezTo>
                  <a:cubicBezTo>
                    <a:pt x="2269" y="1352"/>
                    <a:pt x="2267" y="1350"/>
                    <a:pt x="2268" y="1347"/>
                  </a:cubicBezTo>
                  <a:cubicBezTo>
                    <a:pt x="2242" y="1235"/>
                    <a:pt x="2241" y="1214"/>
                    <a:pt x="2238" y="1193"/>
                  </a:cubicBezTo>
                  <a:cubicBezTo>
                    <a:pt x="2224" y="1128"/>
                    <a:pt x="2217" y="1126"/>
                    <a:pt x="2219" y="1123"/>
                  </a:cubicBezTo>
                  <a:cubicBezTo>
                    <a:pt x="2215" y="1109"/>
                    <a:pt x="2210" y="1106"/>
                    <a:pt x="2213" y="1101"/>
                  </a:cubicBezTo>
                  <a:cubicBezTo>
                    <a:pt x="2196" y="1059"/>
                    <a:pt x="2196" y="1046"/>
                    <a:pt x="2191" y="1034"/>
                  </a:cubicBezTo>
                  <a:cubicBezTo>
                    <a:pt x="2202" y="1049"/>
                    <a:pt x="2208" y="1051"/>
                    <a:pt x="2204" y="1055"/>
                  </a:cubicBezTo>
                  <a:cubicBezTo>
                    <a:pt x="2229" y="1118"/>
                    <a:pt x="2228" y="1125"/>
                    <a:pt x="2228" y="1132"/>
                  </a:cubicBezTo>
                  <a:cubicBezTo>
                    <a:pt x="2238" y="1157"/>
                    <a:pt x="2240" y="1164"/>
                    <a:pt x="2239" y="1171"/>
                  </a:cubicBezTo>
                  <a:cubicBezTo>
                    <a:pt x="2249" y="1196"/>
                    <a:pt x="2250" y="1203"/>
                    <a:pt x="2253" y="1209"/>
                  </a:cubicBezTo>
                  <a:cubicBezTo>
                    <a:pt x="2263" y="1272"/>
                    <a:pt x="2273" y="1273"/>
                    <a:pt x="2267" y="1278"/>
                  </a:cubicBezTo>
                  <a:cubicBezTo>
                    <a:pt x="2281" y="1332"/>
                    <a:pt x="2277" y="1339"/>
                    <a:pt x="2284" y="1344"/>
                  </a:cubicBezTo>
                  <a:cubicBezTo>
                    <a:pt x="2289" y="1378"/>
                    <a:pt x="2290" y="1381"/>
                    <a:pt x="2291" y="1383"/>
                  </a:cubicBezTo>
                  <a:cubicBezTo>
                    <a:pt x="2296" y="1417"/>
                    <a:pt x="2302" y="1419"/>
                    <a:pt x="2299" y="1423"/>
                  </a:cubicBezTo>
                  <a:cubicBezTo>
                    <a:pt x="2317" y="1474"/>
                    <a:pt x="2318" y="1477"/>
                    <a:pt x="2319" y="1480"/>
                  </a:cubicBezTo>
                  <a:cubicBezTo>
                    <a:pt x="2347" y="1548"/>
                    <a:pt x="2356" y="1560"/>
                    <a:pt x="2362" y="1572"/>
                  </a:cubicBezTo>
                  <a:cubicBezTo>
                    <a:pt x="2380" y="1603"/>
                    <a:pt x="2387" y="1605"/>
                    <a:pt x="2385" y="1608"/>
                  </a:cubicBezTo>
                  <a:close/>
                  <a:moveTo>
                    <a:pt x="2413" y="1653"/>
                  </a:moveTo>
                  <a:cubicBezTo>
                    <a:pt x="2415" y="1651"/>
                    <a:pt x="2415" y="1650"/>
                    <a:pt x="2414" y="1648"/>
                  </a:cubicBezTo>
                  <a:cubicBezTo>
                    <a:pt x="2420" y="1646"/>
                    <a:pt x="2429" y="1657"/>
                    <a:pt x="2432" y="1660"/>
                  </a:cubicBezTo>
                  <a:cubicBezTo>
                    <a:pt x="2423" y="1663"/>
                    <a:pt x="2421" y="1654"/>
                    <a:pt x="2413" y="1653"/>
                  </a:cubicBezTo>
                  <a:close/>
                  <a:moveTo>
                    <a:pt x="2424" y="1676"/>
                  </a:moveTo>
                  <a:cubicBezTo>
                    <a:pt x="2425" y="1674"/>
                    <a:pt x="2427" y="1672"/>
                    <a:pt x="2428" y="1671"/>
                  </a:cubicBezTo>
                  <a:cubicBezTo>
                    <a:pt x="2431" y="1670"/>
                    <a:pt x="2436" y="1673"/>
                    <a:pt x="2440" y="1676"/>
                  </a:cubicBezTo>
                  <a:cubicBezTo>
                    <a:pt x="2435" y="1678"/>
                    <a:pt x="2430" y="1678"/>
                    <a:pt x="2424" y="1676"/>
                  </a:cubicBezTo>
                  <a:close/>
                  <a:moveTo>
                    <a:pt x="2495" y="1640"/>
                  </a:moveTo>
                  <a:cubicBezTo>
                    <a:pt x="2491" y="1633"/>
                    <a:pt x="2501" y="1639"/>
                    <a:pt x="2500" y="1640"/>
                  </a:cubicBezTo>
                  <a:cubicBezTo>
                    <a:pt x="2500" y="1642"/>
                    <a:pt x="2496" y="1641"/>
                    <a:pt x="2495" y="1640"/>
                  </a:cubicBezTo>
                  <a:close/>
                  <a:moveTo>
                    <a:pt x="2460" y="1737"/>
                  </a:moveTo>
                  <a:cubicBezTo>
                    <a:pt x="2456" y="1739"/>
                    <a:pt x="2452" y="1742"/>
                    <a:pt x="2447" y="1741"/>
                  </a:cubicBezTo>
                  <a:cubicBezTo>
                    <a:pt x="2443" y="1744"/>
                    <a:pt x="2438" y="1748"/>
                    <a:pt x="2433" y="1745"/>
                  </a:cubicBezTo>
                  <a:cubicBezTo>
                    <a:pt x="2430" y="1752"/>
                    <a:pt x="2425" y="1751"/>
                    <a:pt x="2421" y="1752"/>
                  </a:cubicBezTo>
                  <a:cubicBezTo>
                    <a:pt x="2418" y="1759"/>
                    <a:pt x="2412" y="1754"/>
                    <a:pt x="2409" y="1758"/>
                  </a:cubicBezTo>
                  <a:cubicBezTo>
                    <a:pt x="2407" y="1756"/>
                    <a:pt x="2406" y="1759"/>
                    <a:pt x="2405" y="1760"/>
                  </a:cubicBezTo>
                  <a:cubicBezTo>
                    <a:pt x="2403" y="1761"/>
                    <a:pt x="2403" y="1760"/>
                    <a:pt x="2402" y="1761"/>
                  </a:cubicBezTo>
                  <a:cubicBezTo>
                    <a:pt x="2400" y="1762"/>
                    <a:pt x="2395" y="1763"/>
                    <a:pt x="2393" y="1766"/>
                  </a:cubicBezTo>
                  <a:cubicBezTo>
                    <a:pt x="2392" y="1767"/>
                    <a:pt x="2387" y="1770"/>
                    <a:pt x="2383" y="1769"/>
                  </a:cubicBezTo>
                  <a:cubicBezTo>
                    <a:pt x="2375" y="1775"/>
                    <a:pt x="2367" y="1777"/>
                    <a:pt x="2358" y="1779"/>
                  </a:cubicBezTo>
                  <a:cubicBezTo>
                    <a:pt x="2357" y="1784"/>
                    <a:pt x="2353" y="1779"/>
                    <a:pt x="2351" y="1782"/>
                  </a:cubicBezTo>
                  <a:cubicBezTo>
                    <a:pt x="2349" y="1783"/>
                    <a:pt x="2347" y="1784"/>
                    <a:pt x="2345" y="1783"/>
                  </a:cubicBezTo>
                  <a:cubicBezTo>
                    <a:pt x="2340" y="1784"/>
                    <a:pt x="2337" y="1789"/>
                    <a:pt x="2332" y="1787"/>
                  </a:cubicBezTo>
                  <a:cubicBezTo>
                    <a:pt x="2328" y="1791"/>
                    <a:pt x="2322" y="1788"/>
                    <a:pt x="2318" y="1792"/>
                  </a:cubicBezTo>
                  <a:cubicBezTo>
                    <a:pt x="2316" y="1791"/>
                    <a:pt x="2315" y="1794"/>
                    <a:pt x="2312" y="1793"/>
                  </a:cubicBezTo>
                  <a:cubicBezTo>
                    <a:pt x="2310" y="1793"/>
                    <a:pt x="2308" y="1792"/>
                    <a:pt x="2306" y="1794"/>
                  </a:cubicBezTo>
                  <a:cubicBezTo>
                    <a:pt x="2303" y="1789"/>
                    <a:pt x="2313" y="1789"/>
                    <a:pt x="2316" y="1787"/>
                  </a:cubicBezTo>
                  <a:cubicBezTo>
                    <a:pt x="2320" y="1785"/>
                    <a:pt x="2322" y="1778"/>
                    <a:pt x="2327" y="1782"/>
                  </a:cubicBezTo>
                  <a:cubicBezTo>
                    <a:pt x="2330" y="1775"/>
                    <a:pt x="2335" y="1776"/>
                    <a:pt x="2338" y="1773"/>
                  </a:cubicBezTo>
                  <a:cubicBezTo>
                    <a:pt x="2341" y="1768"/>
                    <a:pt x="2346" y="1771"/>
                    <a:pt x="2349" y="1765"/>
                  </a:cubicBezTo>
                  <a:cubicBezTo>
                    <a:pt x="2358" y="1765"/>
                    <a:pt x="2364" y="1757"/>
                    <a:pt x="2372" y="1754"/>
                  </a:cubicBezTo>
                  <a:cubicBezTo>
                    <a:pt x="2379" y="1748"/>
                    <a:pt x="2388" y="1748"/>
                    <a:pt x="2395" y="1740"/>
                  </a:cubicBezTo>
                  <a:cubicBezTo>
                    <a:pt x="2406" y="1740"/>
                    <a:pt x="2416" y="1734"/>
                    <a:pt x="2427" y="1730"/>
                  </a:cubicBezTo>
                  <a:cubicBezTo>
                    <a:pt x="2431" y="1731"/>
                    <a:pt x="2435" y="1730"/>
                    <a:pt x="2439" y="1728"/>
                  </a:cubicBezTo>
                  <a:cubicBezTo>
                    <a:pt x="2445" y="1735"/>
                    <a:pt x="2447" y="1723"/>
                    <a:pt x="2452" y="1729"/>
                  </a:cubicBezTo>
                  <a:cubicBezTo>
                    <a:pt x="2459" y="1724"/>
                    <a:pt x="2468" y="1724"/>
                    <a:pt x="2476" y="1721"/>
                  </a:cubicBezTo>
                  <a:cubicBezTo>
                    <a:pt x="2489" y="1725"/>
                    <a:pt x="2501" y="1721"/>
                    <a:pt x="2514" y="1726"/>
                  </a:cubicBezTo>
                  <a:cubicBezTo>
                    <a:pt x="2496" y="1729"/>
                    <a:pt x="2478" y="1734"/>
                    <a:pt x="2460" y="1737"/>
                  </a:cubicBezTo>
                  <a:close/>
                  <a:moveTo>
                    <a:pt x="2511" y="1687"/>
                  </a:moveTo>
                  <a:cubicBezTo>
                    <a:pt x="2510" y="1683"/>
                    <a:pt x="2508" y="1680"/>
                    <a:pt x="2508" y="1677"/>
                  </a:cubicBezTo>
                  <a:cubicBezTo>
                    <a:pt x="2502" y="1671"/>
                    <a:pt x="2503" y="1664"/>
                    <a:pt x="2496" y="1658"/>
                  </a:cubicBezTo>
                  <a:cubicBezTo>
                    <a:pt x="2500" y="1655"/>
                    <a:pt x="2505" y="1664"/>
                    <a:pt x="2504" y="1666"/>
                  </a:cubicBezTo>
                  <a:cubicBezTo>
                    <a:pt x="2509" y="1669"/>
                    <a:pt x="2508" y="1673"/>
                    <a:pt x="2511" y="1676"/>
                  </a:cubicBezTo>
                  <a:cubicBezTo>
                    <a:pt x="2513" y="1677"/>
                    <a:pt x="2511" y="1680"/>
                    <a:pt x="2512" y="1682"/>
                  </a:cubicBezTo>
                  <a:cubicBezTo>
                    <a:pt x="2512" y="1683"/>
                    <a:pt x="2515" y="1684"/>
                    <a:pt x="2515" y="1684"/>
                  </a:cubicBezTo>
                  <a:cubicBezTo>
                    <a:pt x="2515" y="1685"/>
                    <a:pt x="2514" y="1686"/>
                    <a:pt x="2514" y="1686"/>
                  </a:cubicBezTo>
                  <a:cubicBezTo>
                    <a:pt x="2515" y="1689"/>
                    <a:pt x="2523" y="1693"/>
                    <a:pt x="2518" y="1697"/>
                  </a:cubicBezTo>
                  <a:cubicBezTo>
                    <a:pt x="2511" y="1694"/>
                    <a:pt x="2514" y="1690"/>
                    <a:pt x="2511" y="1687"/>
                  </a:cubicBezTo>
                  <a:close/>
                  <a:moveTo>
                    <a:pt x="2517" y="1725"/>
                  </a:moveTo>
                  <a:cubicBezTo>
                    <a:pt x="2520" y="1724"/>
                    <a:pt x="2522" y="1724"/>
                    <a:pt x="2525" y="1725"/>
                  </a:cubicBezTo>
                  <a:cubicBezTo>
                    <a:pt x="2529" y="1729"/>
                    <a:pt x="2519" y="1727"/>
                    <a:pt x="2517" y="1725"/>
                  </a:cubicBezTo>
                  <a:close/>
                  <a:moveTo>
                    <a:pt x="2521" y="1704"/>
                  </a:moveTo>
                  <a:cubicBezTo>
                    <a:pt x="2522" y="1700"/>
                    <a:pt x="2525" y="1701"/>
                    <a:pt x="2527" y="1703"/>
                  </a:cubicBezTo>
                  <a:cubicBezTo>
                    <a:pt x="2526" y="1704"/>
                    <a:pt x="2527" y="1705"/>
                    <a:pt x="2528" y="1706"/>
                  </a:cubicBezTo>
                  <a:cubicBezTo>
                    <a:pt x="2526" y="1708"/>
                    <a:pt x="2523" y="1705"/>
                    <a:pt x="2521" y="1704"/>
                  </a:cubicBezTo>
                  <a:close/>
                  <a:moveTo>
                    <a:pt x="2550" y="1715"/>
                  </a:moveTo>
                  <a:cubicBezTo>
                    <a:pt x="2549" y="1716"/>
                    <a:pt x="2546" y="1716"/>
                    <a:pt x="2545" y="1715"/>
                  </a:cubicBezTo>
                  <a:cubicBezTo>
                    <a:pt x="2540" y="1708"/>
                    <a:pt x="2551" y="1713"/>
                    <a:pt x="2550" y="1715"/>
                  </a:cubicBezTo>
                  <a:close/>
                  <a:moveTo>
                    <a:pt x="2569" y="1726"/>
                  </a:moveTo>
                  <a:cubicBezTo>
                    <a:pt x="2563" y="1724"/>
                    <a:pt x="2568" y="1720"/>
                    <a:pt x="2564" y="1717"/>
                  </a:cubicBezTo>
                  <a:cubicBezTo>
                    <a:pt x="2534" y="1683"/>
                    <a:pt x="2526" y="1679"/>
                    <a:pt x="2523" y="1674"/>
                  </a:cubicBezTo>
                  <a:cubicBezTo>
                    <a:pt x="2511" y="1643"/>
                    <a:pt x="2508" y="1636"/>
                    <a:pt x="2503" y="1629"/>
                  </a:cubicBezTo>
                  <a:cubicBezTo>
                    <a:pt x="2488" y="1579"/>
                    <a:pt x="2482" y="1574"/>
                    <a:pt x="2483" y="1568"/>
                  </a:cubicBezTo>
                  <a:cubicBezTo>
                    <a:pt x="2478" y="1541"/>
                    <a:pt x="2473" y="1540"/>
                    <a:pt x="2475" y="1537"/>
                  </a:cubicBezTo>
                  <a:cubicBezTo>
                    <a:pt x="2467" y="1500"/>
                    <a:pt x="2466" y="1495"/>
                    <a:pt x="2464" y="1490"/>
                  </a:cubicBezTo>
                  <a:cubicBezTo>
                    <a:pt x="2449" y="1391"/>
                    <a:pt x="2455" y="1387"/>
                    <a:pt x="2451" y="1385"/>
                  </a:cubicBezTo>
                  <a:cubicBezTo>
                    <a:pt x="2447" y="1351"/>
                    <a:pt x="2450" y="1339"/>
                    <a:pt x="2446" y="1329"/>
                  </a:cubicBezTo>
                  <a:cubicBezTo>
                    <a:pt x="2453" y="1350"/>
                    <a:pt x="2458" y="1353"/>
                    <a:pt x="2459" y="1356"/>
                  </a:cubicBezTo>
                  <a:cubicBezTo>
                    <a:pt x="2467" y="1388"/>
                    <a:pt x="2470" y="1391"/>
                    <a:pt x="2470" y="1395"/>
                  </a:cubicBezTo>
                  <a:cubicBezTo>
                    <a:pt x="2476" y="1418"/>
                    <a:pt x="2473" y="1422"/>
                    <a:pt x="2476" y="1425"/>
                  </a:cubicBezTo>
                  <a:cubicBezTo>
                    <a:pt x="2479" y="1449"/>
                    <a:pt x="2481" y="1452"/>
                    <a:pt x="2482" y="1455"/>
                  </a:cubicBezTo>
                  <a:cubicBezTo>
                    <a:pt x="2483" y="1491"/>
                    <a:pt x="2493" y="1494"/>
                    <a:pt x="2488" y="1501"/>
                  </a:cubicBezTo>
                  <a:cubicBezTo>
                    <a:pt x="2496" y="1537"/>
                    <a:pt x="2497" y="1539"/>
                    <a:pt x="2495" y="1542"/>
                  </a:cubicBezTo>
                  <a:cubicBezTo>
                    <a:pt x="2503" y="1571"/>
                    <a:pt x="2508" y="1575"/>
                    <a:pt x="2506" y="1581"/>
                  </a:cubicBezTo>
                  <a:cubicBezTo>
                    <a:pt x="2509" y="1603"/>
                    <a:pt x="2520" y="1606"/>
                    <a:pt x="2514" y="1612"/>
                  </a:cubicBezTo>
                  <a:cubicBezTo>
                    <a:pt x="2532" y="1642"/>
                    <a:pt x="2530" y="1650"/>
                    <a:pt x="2537" y="1657"/>
                  </a:cubicBezTo>
                  <a:cubicBezTo>
                    <a:pt x="2589" y="1738"/>
                    <a:pt x="2578" y="1726"/>
                    <a:pt x="2569" y="1726"/>
                  </a:cubicBezTo>
                  <a:close/>
                  <a:moveTo>
                    <a:pt x="2620" y="1736"/>
                  </a:moveTo>
                  <a:cubicBezTo>
                    <a:pt x="2625" y="1728"/>
                    <a:pt x="2628" y="1741"/>
                    <a:pt x="2631" y="1743"/>
                  </a:cubicBezTo>
                  <a:cubicBezTo>
                    <a:pt x="2626" y="1747"/>
                    <a:pt x="2624" y="1737"/>
                    <a:pt x="2620" y="1736"/>
                  </a:cubicBezTo>
                  <a:close/>
                  <a:moveTo>
                    <a:pt x="2711" y="1804"/>
                  </a:moveTo>
                  <a:cubicBezTo>
                    <a:pt x="2706" y="1802"/>
                    <a:pt x="2701" y="1801"/>
                    <a:pt x="2696" y="1802"/>
                  </a:cubicBezTo>
                  <a:cubicBezTo>
                    <a:pt x="2692" y="1797"/>
                    <a:pt x="2688" y="1800"/>
                    <a:pt x="2684" y="1797"/>
                  </a:cubicBezTo>
                  <a:cubicBezTo>
                    <a:pt x="2680" y="1796"/>
                    <a:pt x="2676" y="1793"/>
                    <a:pt x="2673" y="1794"/>
                  </a:cubicBezTo>
                  <a:cubicBezTo>
                    <a:pt x="2670" y="1791"/>
                    <a:pt x="2675" y="1791"/>
                    <a:pt x="2676" y="1789"/>
                  </a:cubicBezTo>
                  <a:cubicBezTo>
                    <a:pt x="2680" y="1789"/>
                    <a:pt x="2684" y="1790"/>
                    <a:pt x="2687" y="1788"/>
                  </a:cubicBezTo>
                  <a:cubicBezTo>
                    <a:pt x="2692" y="1792"/>
                    <a:pt x="2697" y="1795"/>
                    <a:pt x="2702" y="1798"/>
                  </a:cubicBezTo>
                  <a:cubicBezTo>
                    <a:pt x="2704" y="1800"/>
                    <a:pt x="2706" y="1798"/>
                    <a:pt x="2708" y="1800"/>
                  </a:cubicBezTo>
                  <a:cubicBezTo>
                    <a:pt x="2710" y="1801"/>
                    <a:pt x="2712" y="1802"/>
                    <a:pt x="2714" y="1803"/>
                  </a:cubicBezTo>
                  <a:cubicBezTo>
                    <a:pt x="2716" y="1805"/>
                    <a:pt x="2717" y="1806"/>
                    <a:pt x="2719" y="1807"/>
                  </a:cubicBezTo>
                  <a:cubicBezTo>
                    <a:pt x="2717" y="1809"/>
                    <a:pt x="2714" y="1806"/>
                    <a:pt x="2711" y="1804"/>
                  </a:cubicBezTo>
                  <a:close/>
                  <a:moveTo>
                    <a:pt x="2872" y="417"/>
                  </a:moveTo>
                  <a:cubicBezTo>
                    <a:pt x="2869" y="425"/>
                    <a:pt x="2861" y="429"/>
                    <a:pt x="2860" y="437"/>
                  </a:cubicBezTo>
                  <a:cubicBezTo>
                    <a:pt x="2855" y="439"/>
                    <a:pt x="2856" y="445"/>
                    <a:pt x="2852" y="447"/>
                  </a:cubicBezTo>
                  <a:cubicBezTo>
                    <a:pt x="2852" y="452"/>
                    <a:pt x="2845" y="451"/>
                    <a:pt x="2846" y="458"/>
                  </a:cubicBezTo>
                  <a:cubicBezTo>
                    <a:pt x="2841" y="464"/>
                    <a:pt x="2838" y="471"/>
                    <a:pt x="2834" y="479"/>
                  </a:cubicBezTo>
                  <a:cubicBezTo>
                    <a:pt x="2835" y="485"/>
                    <a:pt x="2830" y="486"/>
                    <a:pt x="2831" y="492"/>
                  </a:cubicBezTo>
                  <a:cubicBezTo>
                    <a:pt x="2827" y="494"/>
                    <a:pt x="2830" y="502"/>
                    <a:pt x="2825" y="503"/>
                  </a:cubicBezTo>
                  <a:cubicBezTo>
                    <a:pt x="2828" y="514"/>
                    <a:pt x="2823" y="518"/>
                    <a:pt x="2822" y="525"/>
                  </a:cubicBezTo>
                  <a:cubicBezTo>
                    <a:pt x="2824" y="535"/>
                    <a:pt x="2822" y="540"/>
                    <a:pt x="2822" y="547"/>
                  </a:cubicBezTo>
                  <a:cubicBezTo>
                    <a:pt x="2824" y="555"/>
                    <a:pt x="2816" y="565"/>
                    <a:pt x="2825" y="567"/>
                  </a:cubicBezTo>
                  <a:cubicBezTo>
                    <a:pt x="2826" y="553"/>
                    <a:pt x="2828" y="541"/>
                    <a:pt x="2827" y="525"/>
                  </a:cubicBezTo>
                  <a:cubicBezTo>
                    <a:pt x="2832" y="518"/>
                    <a:pt x="2829" y="504"/>
                    <a:pt x="2836" y="498"/>
                  </a:cubicBezTo>
                  <a:cubicBezTo>
                    <a:pt x="2838" y="488"/>
                    <a:pt x="2843" y="480"/>
                    <a:pt x="2845" y="469"/>
                  </a:cubicBezTo>
                  <a:cubicBezTo>
                    <a:pt x="2852" y="466"/>
                    <a:pt x="2851" y="456"/>
                    <a:pt x="2859" y="453"/>
                  </a:cubicBezTo>
                  <a:cubicBezTo>
                    <a:pt x="2858" y="447"/>
                    <a:pt x="2862" y="446"/>
                    <a:pt x="2865" y="444"/>
                  </a:cubicBezTo>
                  <a:cubicBezTo>
                    <a:pt x="2865" y="439"/>
                    <a:pt x="2865" y="434"/>
                    <a:pt x="2871" y="435"/>
                  </a:cubicBezTo>
                  <a:cubicBezTo>
                    <a:pt x="2874" y="428"/>
                    <a:pt x="2878" y="422"/>
                    <a:pt x="2882" y="416"/>
                  </a:cubicBezTo>
                  <a:cubicBezTo>
                    <a:pt x="2882" y="404"/>
                    <a:pt x="2882" y="404"/>
                    <a:pt x="2882" y="404"/>
                  </a:cubicBezTo>
                  <a:cubicBezTo>
                    <a:pt x="2881" y="405"/>
                    <a:pt x="2880" y="406"/>
                    <a:pt x="2880" y="408"/>
                  </a:cubicBezTo>
                  <a:cubicBezTo>
                    <a:pt x="2875" y="409"/>
                    <a:pt x="2875" y="415"/>
                    <a:pt x="2872" y="417"/>
                  </a:cubicBezTo>
                  <a:close/>
                  <a:moveTo>
                    <a:pt x="2880" y="351"/>
                  </a:moveTo>
                  <a:cubicBezTo>
                    <a:pt x="2879" y="353"/>
                    <a:pt x="2876" y="354"/>
                    <a:pt x="2874" y="356"/>
                  </a:cubicBezTo>
                  <a:cubicBezTo>
                    <a:pt x="2861" y="371"/>
                    <a:pt x="2846" y="383"/>
                    <a:pt x="2835" y="400"/>
                  </a:cubicBezTo>
                  <a:cubicBezTo>
                    <a:pt x="2826" y="404"/>
                    <a:pt x="2828" y="418"/>
                    <a:pt x="2817" y="421"/>
                  </a:cubicBezTo>
                  <a:cubicBezTo>
                    <a:pt x="2815" y="432"/>
                    <a:pt x="2806" y="437"/>
                    <a:pt x="2804" y="448"/>
                  </a:cubicBezTo>
                  <a:cubicBezTo>
                    <a:pt x="2799" y="450"/>
                    <a:pt x="2802" y="458"/>
                    <a:pt x="2796" y="459"/>
                  </a:cubicBezTo>
                  <a:cubicBezTo>
                    <a:pt x="2796" y="467"/>
                    <a:pt x="2789" y="467"/>
                    <a:pt x="2790" y="475"/>
                  </a:cubicBezTo>
                  <a:cubicBezTo>
                    <a:pt x="2789" y="480"/>
                    <a:pt x="2784" y="482"/>
                    <a:pt x="2785" y="489"/>
                  </a:cubicBezTo>
                  <a:cubicBezTo>
                    <a:pt x="2784" y="492"/>
                    <a:pt x="2782" y="493"/>
                    <a:pt x="2783" y="498"/>
                  </a:cubicBezTo>
                  <a:cubicBezTo>
                    <a:pt x="2781" y="498"/>
                    <a:pt x="2778" y="501"/>
                    <a:pt x="2781" y="502"/>
                  </a:cubicBezTo>
                  <a:cubicBezTo>
                    <a:pt x="2787" y="498"/>
                    <a:pt x="2788" y="490"/>
                    <a:pt x="2791" y="484"/>
                  </a:cubicBezTo>
                  <a:cubicBezTo>
                    <a:pt x="2795" y="479"/>
                    <a:pt x="2796" y="471"/>
                    <a:pt x="2801" y="466"/>
                  </a:cubicBezTo>
                  <a:cubicBezTo>
                    <a:pt x="2805" y="451"/>
                    <a:pt x="2815" y="442"/>
                    <a:pt x="2820" y="427"/>
                  </a:cubicBezTo>
                  <a:cubicBezTo>
                    <a:pt x="2829" y="422"/>
                    <a:pt x="2832" y="411"/>
                    <a:pt x="2840" y="404"/>
                  </a:cubicBezTo>
                  <a:cubicBezTo>
                    <a:pt x="2849" y="398"/>
                    <a:pt x="2852" y="387"/>
                    <a:pt x="2863" y="383"/>
                  </a:cubicBezTo>
                  <a:cubicBezTo>
                    <a:pt x="2868" y="374"/>
                    <a:pt x="2875" y="367"/>
                    <a:pt x="2882" y="360"/>
                  </a:cubicBezTo>
                  <a:cubicBezTo>
                    <a:pt x="2882" y="346"/>
                    <a:pt x="2882" y="346"/>
                    <a:pt x="2882" y="346"/>
                  </a:cubicBezTo>
                  <a:cubicBezTo>
                    <a:pt x="2881" y="346"/>
                    <a:pt x="2880" y="346"/>
                    <a:pt x="2880" y="346"/>
                  </a:cubicBezTo>
                  <a:cubicBezTo>
                    <a:pt x="2879" y="347"/>
                    <a:pt x="2881" y="350"/>
                    <a:pt x="2880" y="351"/>
                  </a:cubicBezTo>
                  <a:close/>
                  <a:moveTo>
                    <a:pt x="1310" y="33"/>
                  </a:moveTo>
                  <a:cubicBezTo>
                    <a:pt x="1314" y="31"/>
                    <a:pt x="1315" y="22"/>
                    <a:pt x="1317" y="16"/>
                  </a:cubicBezTo>
                  <a:cubicBezTo>
                    <a:pt x="1322" y="16"/>
                    <a:pt x="1320" y="1"/>
                    <a:pt x="1326" y="1"/>
                  </a:cubicBezTo>
                  <a:cubicBezTo>
                    <a:pt x="1326" y="1"/>
                    <a:pt x="1326" y="0"/>
                    <a:pt x="1326" y="0"/>
                  </a:cubicBezTo>
                  <a:cubicBezTo>
                    <a:pt x="1319" y="0"/>
                    <a:pt x="1319" y="0"/>
                    <a:pt x="1319" y="0"/>
                  </a:cubicBezTo>
                  <a:cubicBezTo>
                    <a:pt x="1316" y="4"/>
                    <a:pt x="1314" y="9"/>
                    <a:pt x="1311" y="13"/>
                  </a:cubicBezTo>
                  <a:cubicBezTo>
                    <a:pt x="1306" y="26"/>
                    <a:pt x="1301" y="42"/>
                    <a:pt x="1295" y="53"/>
                  </a:cubicBezTo>
                  <a:cubicBezTo>
                    <a:pt x="1298" y="60"/>
                    <a:pt x="1289" y="63"/>
                    <a:pt x="1289" y="72"/>
                  </a:cubicBezTo>
                  <a:cubicBezTo>
                    <a:pt x="1287" y="82"/>
                    <a:pt x="1288" y="83"/>
                    <a:pt x="1283" y="91"/>
                  </a:cubicBezTo>
                  <a:cubicBezTo>
                    <a:pt x="1280" y="88"/>
                    <a:pt x="1284" y="81"/>
                    <a:pt x="1283" y="77"/>
                  </a:cubicBezTo>
                  <a:cubicBezTo>
                    <a:pt x="1284" y="72"/>
                    <a:pt x="1286" y="67"/>
                    <a:pt x="1287" y="62"/>
                  </a:cubicBezTo>
                  <a:cubicBezTo>
                    <a:pt x="1288" y="53"/>
                    <a:pt x="1289" y="51"/>
                    <a:pt x="1292" y="39"/>
                  </a:cubicBezTo>
                  <a:cubicBezTo>
                    <a:pt x="1295" y="23"/>
                    <a:pt x="1301" y="12"/>
                    <a:pt x="1306" y="0"/>
                  </a:cubicBezTo>
                  <a:cubicBezTo>
                    <a:pt x="1298" y="0"/>
                    <a:pt x="1298" y="0"/>
                    <a:pt x="1298" y="0"/>
                  </a:cubicBezTo>
                  <a:cubicBezTo>
                    <a:pt x="1291" y="23"/>
                    <a:pt x="1289" y="32"/>
                    <a:pt x="1280" y="65"/>
                  </a:cubicBezTo>
                  <a:cubicBezTo>
                    <a:pt x="1279" y="76"/>
                    <a:pt x="1279" y="88"/>
                    <a:pt x="1275" y="102"/>
                  </a:cubicBezTo>
                  <a:cubicBezTo>
                    <a:pt x="1278" y="103"/>
                    <a:pt x="1281" y="103"/>
                    <a:pt x="1278" y="101"/>
                  </a:cubicBezTo>
                  <a:cubicBezTo>
                    <a:pt x="1280" y="97"/>
                    <a:pt x="1282" y="101"/>
                    <a:pt x="1282" y="104"/>
                  </a:cubicBezTo>
                  <a:cubicBezTo>
                    <a:pt x="1282" y="109"/>
                    <a:pt x="1274" y="117"/>
                    <a:pt x="1282" y="118"/>
                  </a:cubicBezTo>
                  <a:cubicBezTo>
                    <a:pt x="1287" y="94"/>
                    <a:pt x="1294" y="83"/>
                    <a:pt x="1296" y="65"/>
                  </a:cubicBezTo>
                  <a:cubicBezTo>
                    <a:pt x="1301" y="56"/>
                    <a:pt x="1305" y="44"/>
                    <a:pt x="1310" y="33"/>
                  </a:cubicBezTo>
                  <a:close/>
                  <a:moveTo>
                    <a:pt x="2871" y="310"/>
                  </a:moveTo>
                  <a:cubicBezTo>
                    <a:pt x="2868" y="312"/>
                    <a:pt x="2864" y="314"/>
                    <a:pt x="2865" y="319"/>
                  </a:cubicBezTo>
                  <a:cubicBezTo>
                    <a:pt x="2859" y="319"/>
                    <a:pt x="2858" y="323"/>
                    <a:pt x="2857" y="326"/>
                  </a:cubicBezTo>
                  <a:cubicBezTo>
                    <a:pt x="2846" y="336"/>
                    <a:pt x="2834" y="345"/>
                    <a:pt x="2826" y="357"/>
                  </a:cubicBezTo>
                  <a:cubicBezTo>
                    <a:pt x="2821" y="362"/>
                    <a:pt x="2814" y="366"/>
                    <a:pt x="2809" y="371"/>
                  </a:cubicBezTo>
                  <a:cubicBezTo>
                    <a:pt x="2803" y="375"/>
                    <a:pt x="2799" y="382"/>
                    <a:pt x="2793" y="385"/>
                  </a:cubicBezTo>
                  <a:cubicBezTo>
                    <a:pt x="2786" y="389"/>
                    <a:pt x="2786" y="398"/>
                    <a:pt x="2776" y="400"/>
                  </a:cubicBezTo>
                  <a:cubicBezTo>
                    <a:pt x="2775" y="403"/>
                    <a:pt x="2774" y="407"/>
                    <a:pt x="2768" y="407"/>
                  </a:cubicBezTo>
                  <a:cubicBezTo>
                    <a:pt x="2769" y="410"/>
                    <a:pt x="2760" y="414"/>
                    <a:pt x="2767" y="416"/>
                  </a:cubicBezTo>
                  <a:cubicBezTo>
                    <a:pt x="2763" y="408"/>
                    <a:pt x="2774" y="414"/>
                    <a:pt x="2773" y="409"/>
                  </a:cubicBezTo>
                  <a:cubicBezTo>
                    <a:pt x="2776" y="407"/>
                    <a:pt x="2778" y="405"/>
                    <a:pt x="2781" y="404"/>
                  </a:cubicBezTo>
                  <a:cubicBezTo>
                    <a:pt x="2784" y="397"/>
                    <a:pt x="2791" y="395"/>
                    <a:pt x="2795" y="390"/>
                  </a:cubicBezTo>
                  <a:cubicBezTo>
                    <a:pt x="2800" y="389"/>
                    <a:pt x="2798" y="383"/>
                    <a:pt x="2804" y="385"/>
                  </a:cubicBezTo>
                  <a:cubicBezTo>
                    <a:pt x="2801" y="378"/>
                    <a:pt x="2811" y="381"/>
                    <a:pt x="2810" y="375"/>
                  </a:cubicBezTo>
                  <a:cubicBezTo>
                    <a:pt x="2819" y="375"/>
                    <a:pt x="2820" y="367"/>
                    <a:pt x="2826" y="363"/>
                  </a:cubicBezTo>
                  <a:cubicBezTo>
                    <a:pt x="2835" y="354"/>
                    <a:pt x="2846" y="346"/>
                    <a:pt x="2853" y="335"/>
                  </a:cubicBezTo>
                  <a:cubicBezTo>
                    <a:pt x="2861" y="333"/>
                    <a:pt x="2863" y="327"/>
                    <a:pt x="2867" y="321"/>
                  </a:cubicBezTo>
                  <a:cubicBezTo>
                    <a:pt x="2875" y="320"/>
                    <a:pt x="2876" y="312"/>
                    <a:pt x="2882" y="310"/>
                  </a:cubicBezTo>
                  <a:cubicBezTo>
                    <a:pt x="2882" y="299"/>
                    <a:pt x="2882" y="299"/>
                    <a:pt x="2882" y="299"/>
                  </a:cubicBezTo>
                  <a:cubicBezTo>
                    <a:pt x="2878" y="302"/>
                    <a:pt x="2874" y="306"/>
                    <a:pt x="2871" y="310"/>
                  </a:cubicBezTo>
                  <a:close/>
                  <a:moveTo>
                    <a:pt x="1276" y="9"/>
                  </a:moveTo>
                  <a:cubicBezTo>
                    <a:pt x="1277" y="6"/>
                    <a:pt x="1278" y="3"/>
                    <a:pt x="1279" y="0"/>
                  </a:cubicBezTo>
                  <a:cubicBezTo>
                    <a:pt x="1274" y="0"/>
                    <a:pt x="1274" y="0"/>
                    <a:pt x="1274" y="0"/>
                  </a:cubicBezTo>
                  <a:cubicBezTo>
                    <a:pt x="1274" y="2"/>
                    <a:pt x="1273" y="4"/>
                    <a:pt x="1272" y="5"/>
                  </a:cubicBezTo>
                  <a:cubicBezTo>
                    <a:pt x="1272" y="8"/>
                    <a:pt x="1274" y="10"/>
                    <a:pt x="1272" y="14"/>
                  </a:cubicBezTo>
                  <a:cubicBezTo>
                    <a:pt x="1268" y="18"/>
                    <a:pt x="1272" y="25"/>
                    <a:pt x="1275" y="20"/>
                  </a:cubicBezTo>
                  <a:cubicBezTo>
                    <a:pt x="1270" y="19"/>
                    <a:pt x="1276" y="12"/>
                    <a:pt x="1276" y="9"/>
                  </a:cubicBezTo>
                  <a:close/>
                  <a:moveTo>
                    <a:pt x="569" y="1506"/>
                  </a:moveTo>
                  <a:cubicBezTo>
                    <a:pt x="567" y="1503"/>
                    <a:pt x="565" y="1505"/>
                    <a:pt x="562" y="1504"/>
                  </a:cubicBezTo>
                  <a:cubicBezTo>
                    <a:pt x="527" y="1480"/>
                    <a:pt x="525" y="1479"/>
                    <a:pt x="523" y="1478"/>
                  </a:cubicBezTo>
                  <a:cubicBezTo>
                    <a:pt x="507" y="1456"/>
                    <a:pt x="499" y="1449"/>
                    <a:pt x="496" y="1449"/>
                  </a:cubicBezTo>
                  <a:cubicBezTo>
                    <a:pt x="487" y="1420"/>
                    <a:pt x="488" y="1413"/>
                    <a:pt x="483" y="1404"/>
                  </a:cubicBezTo>
                  <a:cubicBezTo>
                    <a:pt x="495" y="1345"/>
                    <a:pt x="490" y="1341"/>
                    <a:pt x="496" y="1339"/>
                  </a:cubicBezTo>
                  <a:cubicBezTo>
                    <a:pt x="485" y="1353"/>
                    <a:pt x="478" y="1358"/>
                    <a:pt x="479" y="1365"/>
                  </a:cubicBezTo>
                  <a:cubicBezTo>
                    <a:pt x="475" y="1378"/>
                    <a:pt x="469" y="1375"/>
                    <a:pt x="471" y="1373"/>
                  </a:cubicBezTo>
                  <a:cubicBezTo>
                    <a:pt x="462" y="1315"/>
                    <a:pt x="460" y="1302"/>
                    <a:pt x="457" y="1289"/>
                  </a:cubicBezTo>
                  <a:cubicBezTo>
                    <a:pt x="440" y="1227"/>
                    <a:pt x="444" y="1224"/>
                    <a:pt x="441" y="1221"/>
                  </a:cubicBezTo>
                  <a:cubicBezTo>
                    <a:pt x="415" y="1166"/>
                    <a:pt x="412" y="1161"/>
                    <a:pt x="408" y="1156"/>
                  </a:cubicBezTo>
                  <a:cubicBezTo>
                    <a:pt x="378" y="1110"/>
                    <a:pt x="371" y="1106"/>
                    <a:pt x="373" y="1103"/>
                  </a:cubicBezTo>
                  <a:cubicBezTo>
                    <a:pt x="359" y="1060"/>
                    <a:pt x="363" y="1054"/>
                    <a:pt x="356" y="1045"/>
                  </a:cubicBezTo>
                  <a:cubicBezTo>
                    <a:pt x="354" y="1037"/>
                    <a:pt x="350" y="1046"/>
                    <a:pt x="357" y="1058"/>
                  </a:cubicBezTo>
                  <a:cubicBezTo>
                    <a:pt x="355" y="1081"/>
                    <a:pt x="353" y="1078"/>
                    <a:pt x="351" y="1076"/>
                  </a:cubicBezTo>
                  <a:cubicBezTo>
                    <a:pt x="342" y="1052"/>
                    <a:pt x="347" y="1049"/>
                    <a:pt x="345" y="1045"/>
                  </a:cubicBezTo>
                  <a:cubicBezTo>
                    <a:pt x="339" y="1004"/>
                    <a:pt x="340" y="997"/>
                    <a:pt x="340" y="990"/>
                  </a:cubicBezTo>
                  <a:cubicBezTo>
                    <a:pt x="315" y="916"/>
                    <a:pt x="318" y="913"/>
                    <a:pt x="315" y="909"/>
                  </a:cubicBezTo>
                  <a:cubicBezTo>
                    <a:pt x="320" y="938"/>
                    <a:pt x="320" y="943"/>
                    <a:pt x="325" y="950"/>
                  </a:cubicBezTo>
                  <a:cubicBezTo>
                    <a:pt x="338" y="1032"/>
                    <a:pt x="339" y="1041"/>
                    <a:pt x="338" y="1050"/>
                  </a:cubicBezTo>
                  <a:cubicBezTo>
                    <a:pt x="344" y="1098"/>
                    <a:pt x="343" y="1116"/>
                    <a:pt x="347" y="1135"/>
                  </a:cubicBezTo>
                  <a:cubicBezTo>
                    <a:pt x="356" y="1183"/>
                    <a:pt x="355" y="1188"/>
                    <a:pt x="359" y="1193"/>
                  </a:cubicBezTo>
                  <a:cubicBezTo>
                    <a:pt x="370" y="1226"/>
                    <a:pt x="367" y="1230"/>
                    <a:pt x="368" y="1235"/>
                  </a:cubicBezTo>
                  <a:cubicBezTo>
                    <a:pt x="376" y="1282"/>
                    <a:pt x="390" y="1289"/>
                    <a:pt x="382" y="1292"/>
                  </a:cubicBezTo>
                  <a:cubicBezTo>
                    <a:pt x="395" y="1326"/>
                    <a:pt x="395" y="1330"/>
                    <a:pt x="396" y="1335"/>
                  </a:cubicBezTo>
                  <a:cubicBezTo>
                    <a:pt x="421" y="1400"/>
                    <a:pt x="424" y="1405"/>
                    <a:pt x="426" y="1410"/>
                  </a:cubicBezTo>
                  <a:cubicBezTo>
                    <a:pt x="425" y="1413"/>
                    <a:pt x="419" y="1404"/>
                    <a:pt x="412" y="1394"/>
                  </a:cubicBezTo>
                  <a:cubicBezTo>
                    <a:pt x="377" y="1320"/>
                    <a:pt x="378" y="1314"/>
                    <a:pt x="371" y="1307"/>
                  </a:cubicBezTo>
                  <a:cubicBezTo>
                    <a:pt x="365" y="1283"/>
                    <a:pt x="363" y="1276"/>
                    <a:pt x="361" y="1270"/>
                  </a:cubicBezTo>
                  <a:cubicBezTo>
                    <a:pt x="339" y="1186"/>
                    <a:pt x="337" y="1180"/>
                    <a:pt x="338" y="1174"/>
                  </a:cubicBezTo>
                  <a:cubicBezTo>
                    <a:pt x="331" y="1142"/>
                    <a:pt x="329" y="1129"/>
                    <a:pt x="330" y="1118"/>
                  </a:cubicBezTo>
                  <a:cubicBezTo>
                    <a:pt x="327" y="1086"/>
                    <a:pt x="321" y="1082"/>
                    <a:pt x="324" y="1079"/>
                  </a:cubicBezTo>
                  <a:cubicBezTo>
                    <a:pt x="318" y="1017"/>
                    <a:pt x="311" y="1010"/>
                    <a:pt x="313" y="1004"/>
                  </a:cubicBezTo>
                  <a:cubicBezTo>
                    <a:pt x="308" y="1033"/>
                    <a:pt x="320" y="1038"/>
                    <a:pt x="312" y="1040"/>
                  </a:cubicBezTo>
                  <a:cubicBezTo>
                    <a:pt x="313" y="1069"/>
                    <a:pt x="320" y="1074"/>
                    <a:pt x="316" y="1076"/>
                  </a:cubicBezTo>
                  <a:cubicBezTo>
                    <a:pt x="318" y="1125"/>
                    <a:pt x="324" y="1129"/>
                    <a:pt x="321" y="1132"/>
                  </a:cubicBezTo>
                  <a:cubicBezTo>
                    <a:pt x="317" y="1145"/>
                    <a:pt x="322" y="1141"/>
                    <a:pt x="316" y="1136"/>
                  </a:cubicBezTo>
                  <a:cubicBezTo>
                    <a:pt x="308" y="1098"/>
                    <a:pt x="310" y="1093"/>
                    <a:pt x="308" y="1087"/>
                  </a:cubicBezTo>
                  <a:cubicBezTo>
                    <a:pt x="299" y="1051"/>
                    <a:pt x="309" y="1047"/>
                    <a:pt x="302" y="1041"/>
                  </a:cubicBezTo>
                  <a:cubicBezTo>
                    <a:pt x="300" y="1006"/>
                    <a:pt x="297" y="1000"/>
                    <a:pt x="299" y="995"/>
                  </a:cubicBezTo>
                  <a:cubicBezTo>
                    <a:pt x="293" y="953"/>
                    <a:pt x="294" y="943"/>
                    <a:pt x="292" y="933"/>
                  </a:cubicBezTo>
                  <a:cubicBezTo>
                    <a:pt x="284" y="895"/>
                    <a:pt x="285" y="890"/>
                    <a:pt x="284" y="885"/>
                  </a:cubicBezTo>
                  <a:cubicBezTo>
                    <a:pt x="273" y="831"/>
                    <a:pt x="271" y="826"/>
                    <a:pt x="272" y="822"/>
                  </a:cubicBezTo>
                  <a:cubicBezTo>
                    <a:pt x="265" y="848"/>
                    <a:pt x="277" y="856"/>
                    <a:pt x="273" y="861"/>
                  </a:cubicBezTo>
                  <a:cubicBezTo>
                    <a:pt x="278" y="891"/>
                    <a:pt x="274" y="901"/>
                    <a:pt x="278" y="914"/>
                  </a:cubicBezTo>
                  <a:cubicBezTo>
                    <a:pt x="271" y="935"/>
                    <a:pt x="275" y="939"/>
                    <a:pt x="270" y="940"/>
                  </a:cubicBezTo>
                  <a:cubicBezTo>
                    <a:pt x="272" y="951"/>
                    <a:pt x="270" y="952"/>
                    <a:pt x="273" y="955"/>
                  </a:cubicBezTo>
                  <a:cubicBezTo>
                    <a:pt x="267" y="1000"/>
                    <a:pt x="262" y="1005"/>
                    <a:pt x="265" y="1011"/>
                  </a:cubicBezTo>
                  <a:cubicBezTo>
                    <a:pt x="266" y="1041"/>
                    <a:pt x="261" y="1043"/>
                    <a:pt x="267" y="1048"/>
                  </a:cubicBezTo>
                  <a:cubicBezTo>
                    <a:pt x="271" y="1091"/>
                    <a:pt x="264" y="1096"/>
                    <a:pt x="268" y="1103"/>
                  </a:cubicBezTo>
                  <a:cubicBezTo>
                    <a:pt x="271" y="1162"/>
                    <a:pt x="272" y="1169"/>
                    <a:pt x="272" y="1175"/>
                  </a:cubicBezTo>
                  <a:cubicBezTo>
                    <a:pt x="278" y="1236"/>
                    <a:pt x="290" y="1244"/>
                    <a:pt x="284" y="1249"/>
                  </a:cubicBezTo>
                  <a:cubicBezTo>
                    <a:pt x="294" y="1280"/>
                    <a:pt x="295" y="1284"/>
                    <a:pt x="292" y="1286"/>
                  </a:cubicBezTo>
                  <a:cubicBezTo>
                    <a:pt x="286" y="1297"/>
                    <a:pt x="288" y="1292"/>
                    <a:pt x="284" y="1287"/>
                  </a:cubicBezTo>
                  <a:cubicBezTo>
                    <a:pt x="267" y="1251"/>
                    <a:pt x="264" y="1242"/>
                    <a:pt x="262" y="1233"/>
                  </a:cubicBezTo>
                  <a:cubicBezTo>
                    <a:pt x="247" y="1146"/>
                    <a:pt x="241" y="1137"/>
                    <a:pt x="242" y="1129"/>
                  </a:cubicBezTo>
                  <a:cubicBezTo>
                    <a:pt x="236" y="1068"/>
                    <a:pt x="239" y="1053"/>
                    <a:pt x="238" y="1038"/>
                  </a:cubicBezTo>
                  <a:cubicBezTo>
                    <a:pt x="243" y="986"/>
                    <a:pt x="244" y="979"/>
                    <a:pt x="242" y="971"/>
                  </a:cubicBezTo>
                  <a:cubicBezTo>
                    <a:pt x="248" y="934"/>
                    <a:pt x="247" y="931"/>
                    <a:pt x="248" y="927"/>
                  </a:cubicBezTo>
                  <a:cubicBezTo>
                    <a:pt x="252" y="851"/>
                    <a:pt x="244" y="842"/>
                    <a:pt x="249" y="835"/>
                  </a:cubicBezTo>
                  <a:cubicBezTo>
                    <a:pt x="239" y="815"/>
                    <a:pt x="246" y="822"/>
                    <a:pt x="243" y="826"/>
                  </a:cubicBezTo>
                  <a:cubicBezTo>
                    <a:pt x="240" y="881"/>
                    <a:pt x="245" y="887"/>
                    <a:pt x="241" y="892"/>
                  </a:cubicBezTo>
                  <a:cubicBezTo>
                    <a:pt x="238" y="928"/>
                    <a:pt x="240" y="933"/>
                    <a:pt x="236" y="938"/>
                  </a:cubicBezTo>
                  <a:cubicBezTo>
                    <a:pt x="237" y="964"/>
                    <a:pt x="234" y="966"/>
                    <a:pt x="234" y="969"/>
                  </a:cubicBezTo>
                  <a:cubicBezTo>
                    <a:pt x="229" y="1037"/>
                    <a:pt x="229" y="1042"/>
                    <a:pt x="229" y="1048"/>
                  </a:cubicBezTo>
                  <a:cubicBezTo>
                    <a:pt x="229" y="1084"/>
                    <a:pt x="231" y="1090"/>
                    <a:pt x="230" y="1095"/>
                  </a:cubicBezTo>
                  <a:cubicBezTo>
                    <a:pt x="238" y="1122"/>
                    <a:pt x="226" y="1124"/>
                    <a:pt x="233" y="1128"/>
                  </a:cubicBezTo>
                  <a:cubicBezTo>
                    <a:pt x="233" y="1156"/>
                    <a:pt x="238" y="1168"/>
                    <a:pt x="238" y="1180"/>
                  </a:cubicBezTo>
                  <a:cubicBezTo>
                    <a:pt x="248" y="1202"/>
                    <a:pt x="244" y="1205"/>
                    <a:pt x="247" y="1208"/>
                  </a:cubicBezTo>
                  <a:cubicBezTo>
                    <a:pt x="265" y="1263"/>
                    <a:pt x="265" y="1269"/>
                    <a:pt x="269" y="1276"/>
                  </a:cubicBezTo>
                  <a:cubicBezTo>
                    <a:pt x="271" y="1287"/>
                    <a:pt x="265" y="1290"/>
                    <a:pt x="261" y="1284"/>
                  </a:cubicBezTo>
                  <a:cubicBezTo>
                    <a:pt x="245" y="1250"/>
                    <a:pt x="238" y="1244"/>
                    <a:pt x="240" y="1240"/>
                  </a:cubicBezTo>
                  <a:cubicBezTo>
                    <a:pt x="220" y="1185"/>
                    <a:pt x="223" y="1176"/>
                    <a:pt x="220" y="1166"/>
                  </a:cubicBezTo>
                  <a:cubicBezTo>
                    <a:pt x="213" y="1118"/>
                    <a:pt x="216" y="1114"/>
                    <a:pt x="211" y="1109"/>
                  </a:cubicBezTo>
                  <a:cubicBezTo>
                    <a:pt x="207" y="1061"/>
                    <a:pt x="211" y="1042"/>
                    <a:pt x="205" y="1022"/>
                  </a:cubicBezTo>
                  <a:cubicBezTo>
                    <a:pt x="219" y="949"/>
                    <a:pt x="213" y="940"/>
                    <a:pt x="220" y="933"/>
                  </a:cubicBezTo>
                  <a:cubicBezTo>
                    <a:pt x="236" y="865"/>
                    <a:pt x="230" y="861"/>
                    <a:pt x="233" y="857"/>
                  </a:cubicBezTo>
                  <a:cubicBezTo>
                    <a:pt x="231" y="834"/>
                    <a:pt x="242" y="832"/>
                    <a:pt x="236" y="828"/>
                  </a:cubicBezTo>
                  <a:cubicBezTo>
                    <a:pt x="238" y="800"/>
                    <a:pt x="243" y="798"/>
                    <a:pt x="239" y="794"/>
                  </a:cubicBezTo>
                  <a:cubicBezTo>
                    <a:pt x="239" y="761"/>
                    <a:pt x="241" y="757"/>
                    <a:pt x="241" y="753"/>
                  </a:cubicBezTo>
                  <a:cubicBezTo>
                    <a:pt x="230" y="744"/>
                    <a:pt x="228" y="754"/>
                    <a:pt x="234" y="765"/>
                  </a:cubicBezTo>
                  <a:cubicBezTo>
                    <a:pt x="228" y="819"/>
                    <a:pt x="228" y="833"/>
                    <a:pt x="228" y="847"/>
                  </a:cubicBezTo>
                  <a:cubicBezTo>
                    <a:pt x="216" y="875"/>
                    <a:pt x="221" y="883"/>
                    <a:pt x="215" y="889"/>
                  </a:cubicBezTo>
                  <a:cubicBezTo>
                    <a:pt x="205" y="963"/>
                    <a:pt x="202" y="993"/>
                    <a:pt x="197" y="1022"/>
                  </a:cubicBezTo>
                  <a:cubicBezTo>
                    <a:pt x="203" y="1060"/>
                    <a:pt x="195" y="1068"/>
                    <a:pt x="200" y="1079"/>
                  </a:cubicBezTo>
                  <a:cubicBezTo>
                    <a:pt x="203" y="1102"/>
                    <a:pt x="201" y="1104"/>
                    <a:pt x="202" y="1107"/>
                  </a:cubicBezTo>
                  <a:cubicBezTo>
                    <a:pt x="211" y="1176"/>
                    <a:pt x="212" y="1185"/>
                    <a:pt x="217" y="1196"/>
                  </a:cubicBezTo>
                  <a:cubicBezTo>
                    <a:pt x="226" y="1230"/>
                    <a:pt x="225" y="1235"/>
                    <a:pt x="230" y="1240"/>
                  </a:cubicBezTo>
                  <a:cubicBezTo>
                    <a:pt x="220" y="1244"/>
                    <a:pt x="223" y="1241"/>
                    <a:pt x="219" y="1237"/>
                  </a:cubicBezTo>
                  <a:cubicBezTo>
                    <a:pt x="207" y="1183"/>
                    <a:pt x="201" y="1175"/>
                    <a:pt x="203" y="1168"/>
                  </a:cubicBezTo>
                  <a:cubicBezTo>
                    <a:pt x="192" y="1115"/>
                    <a:pt x="190" y="1108"/>
                    <a:pt x="189" y="1100"/>
                  </a:cubicBezTo>
                  <a:cubicBezTo>
                    <a:pt x="189" y="1066"/>
                    <a:pt x="184" y="1053"/>
                    <a:pt x="185" y="1042"/>
                  </a:cubicBezTo>
                  <a:cubicBezTo>
                    <a:pt x="187" y="964"/>
                    <a:pt x="187" y="961"/>
                    <a:pt x="186" y="957"/>
                  </a:cubicBezTo>
                  <a:cubicBezTo>
                    <a:pt x="186" y="926"/>
                    <a:pt x="192" y="924"/>
                    <a:pt x="189" y="920"/>
                  </a:cubicBezTo>
                  <a:cubicBezTo>
                    <a:pt x="201" y="891"/>
                    <a:pt x="191" y="886"/>
                    <a:pt x="199" y="885"/>
                  </a:cubicBezTo>
                  <a:cubicBezTo>
                    <a:pt x="198" y="863"/>
                    <a:pt x="210" y="861"/>
                    <a:pt x="203" y="857"/>
                  </a:cubicBezTo>
                  <a:cubicBezTo>
                    <a:pt x="209" y="833"/>
                    <a:pt x="210" y="827"/>
                    <a:pt x="212" y="821"/>
                  </a:cubicBezTo>
                  <a:cubicBezTo>
                    <a:pt x="211" y="799"/>
                    <a:pt x="216" y="797"/>
                    <a:pt x="214" y="793"/>
                  </a:cubicBezTo>
                  <a:cubicBezTo>
                    <a:pt x="204" y="817"/>
                    <a:pt x="205" y="822"/>
                    <a:pt x="205" y="826"/>
                  </a:cubicBezTo>
                  <a:cubicBezTo>
                    <a:pt x="192" y="876"/>
                    <a:pt x="190" y="885"/>
                    <a:pt x="186" y="893"/>
                  </a:cubicBezTo>
                  <a:cubicBezTo>
                    <a:pt x="180" y="956"/>
                    <a:pt x="174" y="965"/>
                    <a:pt x="177" y="975"/>
                  </a:cubicBezTo>
                  <a:cubicBezTo>
                    <a:pt x="174" y="1011"/>
                    <a:pt x="176" y="1020"/>
                    <a:pt x="176" y="1029"/>
                  </a:cubicBezTo>
                  <a:cubicBezTo>
                    <a:pt x="178" y="1090"/>
                    <a:pt x="182" y="1096"/>
                    <a:pt x="181" y="1100"/>
                  </a:cubicBezTo>
                  <a:cubicBezTo>
                    <a:pt x="195" y="1176"/>
                    <a:pt x="194" y="1181"/>
                    <a:pt x="199" y="1186"/>
                  </a:cubicBezTo>
                  <a:cubicBezTo>
                    <a:pt x="202" y="1229"/>
                    <a:pt x="199" y="1223"/>
                    <a:pt x="196" y="1219"/>
                  </a:cubicBezTo>
                  <a:cubicBezTo>
                    <a:pt x="181" y="1179"/>
                    <a:pt x="186" y="1171"/>
                    <a:pt x="182" y="1169"/>
                  </a:cubicBezTo>
                  <a:cubicBezTo>
                    <a:pt x="177" y="1150"/>
                    <a:pt x="180" y="1149"/>
                    <a:pt x="175" y="1145"/>
                  </a:cubicBezTo>
                  <a:cubicBezTo>
                    <a:pt x="169" y="1114"/>
                    <a:pt x="169" y="1111"/>
                    <a:pt x="169" y="1109"/>
                  </a:cubicBezTo>
                  <a:cubicBezTo>
                    <a:pt x="162" y="1082"/>
                    <a:pt x="165" y="1077"/>
                    <a:pt x="164" y="1073"/>
                  </a:cubicBezTo>
                  <a:cubicBezTo>
                    <a:pt x="162" y="1035"/>
                    <a:pt x="159" y="1032"/>
                    <a:pt x="163" y="1030"/>
                  </a:cubicBezTo>
                  <a:cubicBezTo>
                    <a:pt x="165" y="979"/>
                    <a:pt x="158" y="968"/>
                    <a:pt x="161" y="960"/>
                  </a:cubicBezTo>
                  <a:cubicBezTo>
                    <a:pt x="164" y="929"/>
                    <a:pt x="160" y="926"/>
                    <a:pt x="162" y="924"/>
                  </a:cubicBezTo>
                  <a:cubicBezTo>
                    <a:pt x="170" y="895"/>
                    <a:pt x="165" y="889"/>
                    <a:pt x="169" y="884"/>
                  </a:cubicBezTo>
                  <a:cubicBezTo>
                    <a:pt x="175" y="847"/>
                    <a:pt x="174" y="841"/>
                    <a:pt x="174" y="835"/>
                  </a:cubicBezTo>
                  <a:cubicBezTo>
                    <a:pt x="179" y="808"/>
                    <a:pt x="186" y="806"/>
                    <a:pt x="186" y="803"/>
                  </a:cubicBezTo>
                  <a:cubicBezTo>
                    <a:pt x="193" y="748"/>
                    <a:pt x="194" y="743"/>
                    <a:pt x="195" y="737"/>
                  </a:cubicBezTo>
                  <a:cubicBezTo>
                    <a:pt x="196" y="693"/>
                    <a:pt x="197" y="690"/>
                    <a:pt x="197" y="687"/>
                  </a:cubicBezTo>
                  <a:cubicBezTo>
                    <a:pt x="190" y="674"/>
                    <a:pt x="192" y="680"/>
                    <a:pt x="196" y="686"/>
                  </a:cubicBezTo>
                  <a:cubicBezTo>
                    <a:pt x="191" y="732"/>
                    <a:pt x="186" y="738"/>
                    <a:pt x="188" y="745"/>
                  </a:cubicBezTo>
                  <a:cubicBezTo>
                    <a:pt x="166" y="851"/>
                    <a:pt x="159" y="853"/>
                    <a:pt x="163" y="857"/>
                  </a:cubicBezTo>
                  <a:cubicBezTo>
                    <a:pt x="159" y="882"/>
                    <a:pt x="157" y="885"/>
                    <a:pt x="159" y="889"/>
                  </a:cubicBezTo>
                  <a:cubicBezTo>
                    <a:pt x="154" y="915"/>
                    <a:pt x="154" y="917"/>
                    <a:pt x="154" y="919"/>
                  </a:cubicBezTo>
                  <a:cubicBezTo>
                    <a:pt x="150" y="957"/>
                    <a:pt x="154" y="965"/>
                    <a:pt x="151" y="972"/>
                  </a:cubicBezTo>
                  <a:cubicBezTo>
                    <a:pt x="154" y="1019"/>
                    <a:pt x="151" y="1022"/>
                    <a:pt x="153" y="1027"/>
                  </a:cubicBezTo>
                  <a:cubicBezTo>
                    <a:pt x="154" y="1058"/>
                    <a:pt x="157" y="1064"/>
                    <a:pt x="152" y="1067"/>
                  </a:cubicBezTo>
                  <a:cubicBezTo>
                    <a:pt x="158" y="1092"/>
                    <a:pt x="156" y="1096"/>
                    <a:pt x="159" y="1100"/>
                  </a:cubicBezTo>
                  <a:cubicBezTo>
                    <a:pt x="160" y="1120"/>
                    <a:pt x="164" y="1130"/>
                    <a:pt x="167" y="1140"/>
                  </a:cubicBezTo>
                  <a:cubicBezTo>
                    <a:pt x="176" y="1180"/>
                    <a:pt x="180" y="1184"/>
                    <a:pt x="178" y="1186"/>
                  </a:cubicBezTo>
                  <a:cubicBezTo>
                    <a:pt x="160" y="1172"/>
                    <a:pt x="157" y="1160"/>
                    <a:pt x="154" y="1149"/>
                  </a:cubicBezTo>
                  <a:cubicBezTo>
                    <a:pt x="142" y="1103"/>
                    <a:pt x="146" y="1101"/>
                    <a:pt x="141" y="1097"/>
                  </a:cubicBezTo>
                  <a:cubicBezTo>
                    <a:pt x="139" y="1057"/>
                    <a:pt x="135" y="1046"/>
                    <a:pt x="135" y="1037"/>
                  </a:cubicBezTo>
                  <a:cubicBezTo>
                    <a:pt x="132" y="987"/>
                    <a:pt x="129" y="981"/>
                    <a:pt x="130" y="976"/>
                  </a:cubicBezTo>
                  <a:cubicBezTo>
                    <a:pt x="129" y="942"/>
                    <a:pt x="130" y="937"/>
                    <a:pt x="131" y="933"/>
                  </a:cubicBezTo>
                  <a:cubicBezTo>
                    <a:pt x="136" y="908"/>
                    <a:pt x="130" y="897"/>
                    <a:pt x="137" y="888"/>
                  </a:cubicBezTo>
                  <a:cubicBezTo>
                    <a:pt x="140" y="864"/>
                    <a:pt x="140" y="862"/>
                    <a:pt x="143" y="860"/>
                  </a:cubicBezTo>
                  <a:cubicBezTo>
                    <a:pt x="142" y="829"/>
                    <a:pt x="148" y="825"/>
                    <a:pt x="148" y="821"/>
                  </a:cubicBezTo>
                  <a:cubicBezTo>
                    <a:pt x="161" y="779"/>
                    <a:pt x="161" y="775"/>
                    <a:pt x="163" y="771"/>
                  </a:cubicBezTo>
                  <a:cubicBezTo>
                    <a:pt x="171" y="741"/>
                    <a:pt x="166" y="735"/>
                    <a:pt x="173" y="732"/>
                  </a:cubicBezTo>
                  <a:cubicBezTo>
                    <a:pt x="173" y="701"/>
                    <a:pt x="179" y="698"/>
                    <a:pt x="174" y="693"/>
                  </a:cubicBezTo>
                  <a:cubicBezTo>
                    <a:pt x="179" y="675"/>
                    <a:pt x="179" y="670"/>
                    <a:pt x="179" y="666"/>
                  </a:cubicBezTo>
                  <a:cubicBezTo>
                    <a:pt x="171" y="703"/>
                    <a:pt x="170" y="710"/>
                    <a:pt x="167" y="717"/>
                  </a:cubicBezTo>
                  <a:cubicBezTo>
                    <a:pt x="166" y="734"/>
                    <a:pt x="163" y="736"/>
                    <a:pt x="164" y="738"/>
                  </a:cubicBezTo>
                  <a:cubicBezTo>
                    <a:pt x="157" y="762"/>
                    <a:pt x="158" y="766"/>
                    <a:pt x="157" y="770"/>
                  </a:cubicBezTo>
                  <a:cubicBezTo>
                    <a:pt x="145" y="802"/>
                    <a:pt x="145" y="804"/>
                    <a:pt x="145" y="805"/>
                  </a:cubicBezTo>
                  <a:cubicBezTo>
                    <a:pt x="135" y="840"/>
                    <a:pt x="132" y="858"/>
                    <a:pt x="128" y="876"/>
                  </a:cubicBezTo>
                  <a:cubicBezTo>
                    <a:pt x="120" y="935"/>
                    <a:pt x="123" y="941"/>
                    <a:pt x="121" y="945"/>
                  </a:cubicBezTo>
                  <a:cubicBezTo>
                    <a:pt x="122" y="978"/>
                    <a:pt x="120" y="982"/>
                    <a:pt x="122" y="987"/>
                  </a:cubicBezTo>
                  <a:cubicBezTo>
                    <a:pt x="124" y="1025"/>
                    <a:pt x="130" y="1036"/>
                    <a:pt x="125" y="1044"/>
                  </a:cubicBezTo>
                  <a:cubicBezTo>
                    <a:pt x="140" y="1143"/>
                    <a:pt x="148" y="1151"/>
                    <a:pt x="143" y="1157"/>
                  </a:cubicBezTo>
                  <a:cubicBezTo>
                    <a:pt x="135" y="1126"/>
                    <a:pt x="128" y="1132"/>
                    <a:pt x="123" y="1120"/>
                  </a:cubicBezTo>
                  <a:cubicBezTo>
                    <a:pt x="121" y="1097"/>
                    <a:pt x="122" y="1092"/>
                    <a:pt x="119" y="1085"/>
                  </a:cubicBezTo>
                  <a:cubicBezTo>
                    <a:pt x="118" y="1028"/>
                    <a:pt x="113" y="1021"/>
                    <a:pt x="115" y="1016"/>
                  </a:cubicBezTo>
                  <a:cubicBezTo>
                    <a:pt x="114" y="993"/>
                    <a:pt x="112" y="987"/>
                    <a:pt x="115" y="981"/>
                  </a:cubicBezTo>
                  <a:cubicBezTo>
                    <a:pt x="113" y="890"/>
                    <a:pt x="113" y="877"/>
                    <a:pt x="117" y="865"/>
                  </a:cubicBezTo>
                  <a:cubicBezTo>
                    <a:pt x="120" y="833"/>
                    <a:pt x="119" y="830"/>
                    <a:pt x="119" y="826"/>
                  </a:cubicBezTo>
                  <a:cubicBezTo>
                    <a:pt x="124" y="766"/>
                    <a:pt x="131" y="764"/>
                    <a:pt x="129" y="760"/>
                  </a:cubicBezTo>
                  <a:cubicBezTo>
                    <a:pt x="137" y="725"/>
                    <a:pt x="133" y="718"/>
                    <a:pt x="137" y="712"/>
                  </a:cubicBezTo>
                  <a:cubicBezTo>
                    <a:pt x="147" y="691"/>
                    <a:pt x="142" y="687"/>
                    <a:pt x="144" y="685"/>
                  </a:cubicBezTo>
                  <a:cubicBezTo>
                    <a:pt x="137" y="712"/>
                    <a:pt x="126" y="715"/>
                    <a:pt x="130" y="721"/>
                  </a:cubicBezTo>
                  <a:cubicBezTo>
                    <a:pt x="122" y="742"/>
                    <a:pt x="127" y="749"/>
                    <a:pt x="121" y="753"/>
                  </a:cubicBezTo>
                  <a:cubicBezTo>
                    <a:pt x="114" y="808"/>
                    <a:pt x="110" y="814"/>
                    <a:pt x="114" y="822"/>
                  </a:cubicBezTo>
                  <a:cubicBezTo>
                    <a:pt x="109" y="854"/>
                    <a:pt x="109" y="855"/>
                    <a:pt x="106" y="857"/>
                  </a:cubicBezTo>
                  <a:cubicBezTo>
                    <a:pt x="104" y="869"/>
                    <a:pt x="107" y="872"/>
                    <a:pt x="105" y="874"/>
                  </a:cubicBezTo>
                  <a:cubicBezTo>
                    <a:pt x="105" y="898"/>
                    <a:pt x="103" y="901"/>
                    <a:pt x="103" y="904"/>
                  </a:cubicBezTo>
                  <a:cubicBezTo>
                    <a:pt x="99" y="953"/>
                    <a:pt x="104" y="961"/>
                    <a:pt x="100" y="968"/>
                  </a:cubicBezTo>
                  <a:cubicBezTo>
                    <a:pt x="104" y="1017"/>
                    <a:pt x="107" y="1030"/>
                    <a:pt x="105" y="1042"/>
                  </a:cubicBezTo>
                  <a:cubicBezTo>
                    <a:pt x="107" y="1074"/>
                    <a:pt x="107" y="1077"/>
                    <a:pt x="111" y="1081"/>
                  </a:cubicBezTo>
                  <a:cubicBezTo>
                    <a:pt x="114" y="1111"/>
                    <a:pt x="112" y="1112"/>
                    <a:pt x="113" y="1114"/>
                  </a:cubicBezTo>
                  <a:cubicBezTo>
                    <a:pt x="99" y="1089"/>
                    <a:pt x="93" y="1080"/>
                    <a:pt x="97" y="1072"/>
                  </a:cubicBezTo>
                  <a:cubicBezTo>
                    <a:pt x="88" y="1032"/>
                    <a:pt x="82" y="1027"/>
                    <a:pt x="86" y="1024"/>
                  </a:cubicBezTo>
                  <a:cubicBezTo>
                    <a:pt x="82" y="995"/>
                    <a:pt x="79" y="991"/>
                    <a:pt x="81" y="987"/>
                  </a:cubicBezTo>
                  <a:cubicBezTo>
                    <a:pt x="79" y="971"/>
                    <a:pt x="78" y="969"/>
                    <a:pt x="80" y="966"/>
                  </a:cubicBezTo>
                  <a:cubicBezTo>
                    <a:pt x="79" y="925"/>
                    <a:pt x="82" y="913"/>
                    <a:pt x="82" y="901"/>
                  </a:cubicBezTo>
                  <a:cubicBezTo>
                    <a:pt x="82" y="871"/>
                    <a:pt x="81" y="868"/>
                    <a:pt x="83" y="865"/>
                  </a:cubicBezTo>
                  <a:cubicBezTo>
                    <a:pt x="87" y="841"/>
                    <a:pt x="88" y="835"/>
                    <a:pt x="92" y="829"/>
                  </a:cubicBezTo>
                  <a:cubicBezTo>
                    <a:pt x="93" y="807"/>
                    <a:pt x="93" y="804"/>
                    <a:pt x="94" y="801"/>
                  </a:cubicBezTo>
                  <a:cubicBezTo>
                    <a:pt x="97" y="780"/>
                    <a:pt x="98" y="777"/>
                    <a:pt x="98" y="774"/>
                  </a:cubicBezTo>
                  <a:cubicBezTo>
                    <a:pt x="105" y="742"/>
                    <a:pt x="99" y="738"/>
                    <a:pt x="103" y="736"/>
                  </a:cubicBezTo>
                  <a:cubicBezTo>
                    <a:pt x="108" y="713"/>
                    <a:pt x="104" y="709"/>
                    <a:pt x="109" y="707"/>
                  </a:cubicBezTo>
                  <a:cubicBezTo>
                    <a:pt x="112" y="672"/>
                    <a:pt x="114" y="665"/>
                    <a:pt x="110" y="659"/>
                  </a:cubicBezTo>
                  <a:cubicBezTo>
                    <a:pt x="118" y="619"/>
                    <a:pt x="107" y="614"/>
                    <a:pt x="111" y="612"/>
                  </a:cubicBezTo>
                  <a:cubicBezTo>
                    <a:pt x="109" y="575"/>
                    <a:pt x="113" y="569"/>
                    <a:pt x="110" y="562"/>
                  </a:cubicBezTo>
                  <a:cubicBezTo>
                    <a:pt x="108" y="540"/>
                    <a:pt x="107" y="536"/>
                    <a:pt x="109" y="533"/>
                  </a:cubicBezTo>
                  <a:cubicBezTo>
                    <a:pt x="103" y="542"/>
                    <a:pt x="105" y="547"/>
                    <a:pt x="106" y="552"/>
                  </a:cubicBezTo>
                  <a:cubicBezTo>
                    <a:pt x="107" y="613"/>
                    <a:pt x="106" y="617"/>
                    <a:pt x="105" y="622"/>
                  </a:cubicBezTo>
                  <a:cubicBezTo>
                    <a:pt x="104" y="653"/>
                    <a:pt x="104" y="658"/>
                    <a:pt x="104" y="662"/>
                  </a:cubicBezTo>
                  <a:cubicBezTo>
                    <a:pt x="95" y="722"/>
                    <a:pt x="98" y="727"/>
                    <a:pt x="95" y="731"/>
                  </a:cubicBezTo>
                  <a:cubicBezTo>
                    <a:pt x="86" y="793"/>
                    <a:pt x="84" y="800"/>
                    <a:pt x="82" y="807"/>
                  </a:cubicBezTo>
                  <a:cubicBezTo>
                    <a:pt x="80" y="835"/>
                    <a:pt x="77" y="842"/>
                    <a:pt x="76" y="848"/>
                  </a:cubicBezTo>
                  <a:cubicBezTo>
                    <a:pt x="72" y="884"/>
                    <a:pt x="70" y="887"/>
                    <a:pt x="72" y="891"/>
                  </a:cubicBezTo>
                  <a:cubicBezTo>
                    <a:pt x="71" y="941"/>
                    <a:pt x="73" y="948"/>
                    <a:pt x="69" y="955"/>
                  </a:cubicBezTo>
                  <a:cubicBezTo>
                    <a:pt x="74" y="1007"/>
                    <a:pt x="73" y="1014"/>
                    <a:pt x="77" y="1022"/>
                  </a:cubicBezTo>
                  <a:cubicBezTo>
                    <a:pt x="81" y="1059"/>
                    <a:pt x="82" y="1063"/>
                    <a:pt x="85" y="1067"/>
                  </a:cubicBezTo>
                  <a:cubicBezTo>
                    <a:pt x="73" y="1065"/>
                    <a:pt x="69" y="1057"/>
                    <a:pt x="68" y="1050"/>
                  </a:cubicBezTo>
                  <a:cubicBezTo>
                    <a:pt x="65" y="1021"/>
                    <a:pt x="65" y="1013"/>
                    <a:pt x="63" y="1006"/>
                  </a:cubicBezTo>
                  <a:cubicBezTo>
                    <a:pt x="60" y="956"/>
                    <a:pt x="58" y="948"/>
                    <a:pt x="56" y="940"/>
                  </a:cubicBezTo>
                  <a:cubicBezTo>
                    <a:pt x="55" y="878"/>
                    <a:pt x="58" y="876"/>
                    <a:pt x="57" y="873"/>
                  </a:cubicBezTo>
                  <a:cubicBezTo>
                    <a:pt x="64" y="825"/>
                    <a:pt x="59" y="819"/>
                    <a:pt x="63" y="815"/>
                  </a:cubicBezTo>
                  <a:cubicBezTo>
                    <a:pt x="70" y="788"/>
                    <a:pt x="65" y="785"/>
                    <a:pt x="70" y="783"/>
                  </a:cubicBezTo>
                  <a:cubicBezTo>
                    <a:pt x="75" y="745"/>
                    <a:pt x="78" y="724"/>
                    <a:pt x="82" y="702"/>
                  </a:cubicBezTo>
                  <a:cubicBezTo>
                    <a:pt x="86" y="665"/>
                    <a:pt x="90" y="660"/>
                    <a:pt x="89" y="655"/>
                  </a:cubicBezTo>
                  <a:cubicBezTo>
                    <a:pt x="90" y="600"/>
                    <a:pt x="87" y="593"/>
                    <a:pt x="86" y="587"/>
                  </a:cubicBezTo>
                  <a:cubicBezTo>
                    <a:pt x="78" y="571"/>
                    <a:pt x="78" y="574"/>
                    <a:pt x="81" y="577"/>
                  </a:cubicBezTo>
                  <a:cubicBezTo>
                    <a:pt x="85" y="614"/>
                    <a:pt x="80" y="625"/>
                    <a:pt x="84" y="637"/>
                  </a:cubicBezTo>
                  <a:cubicBezTo>
                    <a:pt x="78" y="690"/>
                    <a:pt x="70" y="695"/>
                    <a:pt x="73" y="701"/>
                  </a:cubicBezTo>
                  <a:cubicBezTo>
                    <a:pt x="74" y="728"/>
                    <a:pt x="63" y="729"/>
                    <a:pt x="69" y="733"/>
                  </a:cubicBezTo>
                  <a:cubicBezTo>
                    <a:pt x="62" y="787"/>
                    <a:pt x="52" y="807"/>
                    <a:pt x="52" y="829"/>
                  </a:cubicBezTo>
                  <a:cubicBezTo>
                    <a:pt x="48" y="863"/>
                    <a:pt x="49" y="866"/>
                    <a:pt x="48" y="869"/>
                  </a:cubicBezTo>
                  <a:cubicBezTo>
                    <a:pt x="47" y="898"/>
                    <a:pt x="47" y="900"/>
                    <a:pt x="45" y="903"/>
                  </a:cubicBezTo>
                  <a:cubicBezTo>
                    <a:pt x="50" y="925"/>
                    <a:pt x="44" y="927"/>
                    <a:pt x="50" y="931"/>
                  </a:cubicBezTo>
                  <a:cubicBezTo>
                    <a:pt x="49" y="979"/>
                    <a:pt x="53" y="992"/>
                    <a:pt x="53" y="1004"/>
                  </a:cubicBezTo>
                  <a:cubicBezTo>
                    <a:pt x="56" y="1035"/>
                    <a:pt x="48" y="1027"/>
                    <a:pt x="49" y="1020"/>
                  </a:cubicBezTo>
                  <a:cubicBezTo>
                    <a:pt x="36" y="968"/>
                    <a:pt x="33" y="965"/>
                    <a:pt x="35" y="963"/>
                  </a:cubicBezTo>
                  <a:cubicBezTo>
                    <a:pt x="34" y="946"/>
                    <a:pt x="32" y="944"/>
                    <a:pt x="33" y="941"/>
                  </a:cubicBezTo>
                  <a:cubicBezTo>
                    <a:pt x="30" y="894"/>
                    <a:pt x="32" y="889"/>
                    <a:pt x="33" y="885"/>
                  </a:cubicBezTo>
                  <a:cubicBezTo>
                    <a:pt x="38" y="839"/>
                    <a:pt x="35" y="834"/>
                    <a:pt x="36" y="829"/>
                  </a:cubicBezTo>
                  <a:cubicBezTo>
                    <a:pt x="46" y="793"/>
                    <a:pt x="42" y="782"/>
                    <a:pt x="47" y="773"/>
                  </a:cubicBezTo>
                  <a:cubicBezTo>
                    <a:pt x="50" y="743"/>
                    <a:pt x="53" y="742"/>
                    <a:pt x="52" y="740"/>
                  </a:cubicBezTo>
                  <a:cubicBezTo>
                    <a:pt x="58" y="717"/>
                    <a:pt x="59" y="715"/>
                    <a:pt x="60" y="713"/>
                  </a:cubicBezTo>
                  <a:cubicBezTo>
                    <a:pt x="64" y="697"/>
                    <a:pt x="59" y="693"/>
                    <a:pt x="64" y="691"/>
                  </a:cubicBezTo>
                  <a:cubicBezTo>
                    <a:pt x="69" y="647"/>
                    <a:pt x="69" y="644"/>
                    <a:pt x="69" y="642"/>
                  </a:cubicBezTo>
                  <a:cubicBezTo>
                    <a:pt x="71" y="616"/>
                    <a:pt x="74" y="612"/>
                    <a:pt x="70" y="607"/>
                  </a:cubicBezTo>
                  <a:cubicBezTo>
                    <a:pt x="63" y="543"/>
                    <a:pt x="67" y="539"/>
                    <a:pt x="61" y="538"/>
                  </a:cubicBezTo>
                  <a:cubicBezTo>
                    <a:pt x="57" y="510"/>
                    <a:pt x="56" y="506"/>
                    <a:pt x="58" y="503"/>
                  </a:cubicBezTo>
                  <a:cubicBezTo>
                    <a:pt x="53" y="537"/>
                    <a:pt x="66" y="546"/>
                    <a:pt x="60" y="552"/>
                  </a:cubicBezTo>
                  <a:cubicBezTo>
                    <a:pt x="66" y="581"/>
                    <a:pt x="64" y="588"/>
                    <a:pt x="64" y="595"/>
                  </a:cubicBezTo>
                  <a:cubicBezTo>
                    <a:pt x="61" y="622"/>
                    <a:pt x="63" y="628"/>
                    <a:pt x="62" y="633"/>
                  </a:cubicBezTo>
                  <a:cubicBezTo>
                    <a:pt x="55" y="663"/>
                    <a:pt x="57" y="675"/>
                    <a:pt x="55" y="687"/>
                  </a:cubicBezTo>
                  <a:cubicBezTo>
                    <a:pt x="40" y="730"/>
                    <a:pt x="48" y="735"/>
                    <a:pt x="43" y="738"/>
                  </a:cubicBezTo>
                  <a:cubicBezTo>
                    <a:pt x="40" y="763"/>
                    <a:pt x="38" y="766"/>
                    <a:pt x="36" y="770"/>
                  </a:cubicBezTo>
                  <a:cubicBezTo>
                    <a:pt x="29" y="805"/>
                    <a:pt x="33" y="809"/>
                    <a:pt x="29" y="812"/>
                  </a:cubicBezTo>
                  <a:cubicBezTo>
                    <a:pt x="26" y="841"/>
                    <a:pt x="25" y="848"/>
                    <a:pt x="22" y="855"/>
                  </a:cubicBezTo>
                  <a:cubicBezTo>
                    <a:pt x="23" y="895"/>
                    <a:pt x="22" y="897"/>
                    <a:pt x="21" y="899"/>
                  </a:cubicBezTo>
                  <a:cubicBezTo>
                    <a:pt x="18" y="888"/>
                    <a:pt x="15" y="883"/>
                    <a:pt x="15" y="879"/>
                  </a:cubicBezTo>
                  <a:cubicBezTo>
                    <a:pt x="18" y="839"/>
                    <a:pt x="14" y="834"/>
                    <a:pt x="15" y="830"/>
                  </a:cubicBezTo>
                  <a:cubicBezTo>
                    <a:pt x="16" y="773"/>
                    <a:pt x="21" y="741"/>
                    <a:pt x="28" y="709"/>
                  </a:cubicBezTo>
                  <a:cubicBezTo>
                    <a:pt x="29" y="668"/>
                    <a:pt x="32" y="665"/>
                    <a:pt x="28" y="661"/>
                  </a:cubicBezTo>
                  <a:cubicBezTo>
                    <a:pt x="34" y="623"/>
                    <a:pt x="31" y="619"/>
                    <a:pt x="34" y="616"/>
                  </a:cubicBezTo>
                  <a:cubicBezTo>
                    <a:pt x="34" y="600"/>
                    <a:pt x="33" y="596"/>
                    <a:pt x="33" y="593"/>
                  </a:cubicBezTo>
                  <a:cubicBezTo>
                    <a:pt x="29" y="602"/>
                    <a:pt x="30" y="607"/>
                    <a:pt x="28" y="612"/>
                  </a:cubicBezTo>
                  <a:cubicBezTo>
                    <a:pt x="19" y="677"/>
                    <a:pt x="20" y="682"/>
                    <a:pt x="21" y="687"/>
                  </a:cubicBezTo>
                  <a:cubicBezTo>
                    <a:pt x="14" y="711"/>
                    <a:pt x="19" y="714"/>
                    <a:pt x="14" y="716"/>
                  </a:cubicBezTo>
                  <a:cubicBezTo>
                    <a:pt x="7" y="764"/>
                    <a:pt x="10" y="767"/>
                    <a:pt x="10" y="770"/>
                  </a:cubicBezTo>
                  <a:cubicBezTo>
                    <a:pt x="11" y="804"/>
                    <a:pt x="3" y="813"/>
                    <a:pt x="8" y="825"/>
                  </a:cubicBezTo>
                  <a:cubicBezTo>
                    <a:pt x="1" y="839"/>
                    <a:pt x="0" y="839"/>
                    <a:pt x="0" y="839"/>
                  </a:cubicBezTo>
                  <a:cubicBezTo>
                    <a:pt x="7" y="858"/>
                    <a:pt x="6" y="864"/>
                    <a:pt x="6" y="869"/>
                  </a:cubicBezTo>
                  <a:cubicBezTo>
                    <a:pt x="12" y="918"/>
                    <a:pt x="15" y="922"/>
                    <a:pt x="13" y="925"/>
                  </a:cubicBezTo>
                  <a:cubicBezTo>
                    <a:pt x="18" y="978"/>
                    <a:pt x="26" y="987"/>
                    <a:pt x="22" y="994"/>
                  </a:cubicBezTo>
                  <a:cubicBezTo>
                    <a:pt x="5" y="953"/>
                    <a:pt x="4" y="946"/>
                    <a:pt x="2" y="939"/>
                  </a:cubicBezTo>
                  <a:cubicBezTo>
                    <a:pt x="7" y="996"/>
                    <a:pt x="4" y="994"/>
                    <a:pt x="2" y="992"/>
                  </a:cubicBezTo>
                  <a:cubicBezTo>
                    <a:pt x="10" y="1015"/>
                    <a:pt x="13" y="1017"/>
                    <a:pt x="15" y="1018"/>
                  </a:cubicBezTo>
                  <a:cubicBezTo>
                    <a:pt x="30" y="1039"/>
                    <a:pt x="39" y="1037"/>
                    <a:pt x="35" y="1041"/>
                  </a:cubicBezTo>
                  <a:cubicBezTo>
                    <a:pt x="3" y="1031"/>
                    <a:pt x="4" y="1031"/>
                    <a:pt x="5" y="1030"/>
                  </a:cubicBezTo>
                  <a:cubicBezTo>
                    <a:pt x="33" y="1049"/>
                    <a:pt x="34" y="1055"/>
                    <a:pt x="37" y="1053"/>
                  </a:cubicBezTo>
                  <a:cubicBezTo>
                    <a:pt x="60" y="1080"/>
                    <a:pt x="55" y="1075"/>
                    <a:pt x="50" y="1071"/>
                  </a:cubicBezTo>
                  <a:cubicBezTo>
                    <a:pt x="26" y="1057"/>
                    <a:pt x="16" y="1055"/>
                    <a:pt x="7" y="1048"/>
                  </a:cubicBezTo>
                  <a:cubicBezTo>
                    <a:pt x="3" y="1057"/>
                    <a:pt x="4" y="1057"/>
                    <a:pt x="5" y="1057"/>
                  </a:cubicBezTo>
                  <a:cubicBezTo>
                    <a:pt x="38" y="1078"/>
                    <a:pt x="42" y="1080"/>
                    <a:pt x="45" y="1079"/>
                  </a:cubicBezTo>
                  <a:cubicBezTo>
                    <a:pt x="94" y="1116"/>
                    <a:pt x="103" y="1121"/>
                    <a:pt x="99" y="1124"/>
                  </a:cubicBezTo>
                  <a:cubicBezTo>
                    <a:pt x="23" y="1084"/>
                    <a:pt x="12" y="1079"/>
                    <a:pt x="2" y="1075"/>
                  </a:cubicBezTo>
                  <a:cubicBezTo>
                    <a:pt x="17" y="1093"/>
                    <a:pt x="24" y="1088"/>
                    <a:pt x="28" y="1097"/>
                  </a:cubicBezTo>
                  <a:cubicBezTo>
                    <a:pt x="73" y="1120"/>
                    <a:pt x="84" y="1123"/>
                    <a:pt x="95" y="1130"/>
                  </a:cubicBezTo>
                  <a:cubicBezTo>
                    <a:pt x="126" y="1152"/>
                    <a:pt x="134" y="1157"/>
                    <a:pt x="130" y="1161"/>
                  </a:cubicBezTo>
                  <a:cubicBezTo>
                    <a:pt x="93" y="1141"/>
                    <a:pt x="91" y="1134"/>
                    <a:pt x="88" y="1135"/>
                  </a:cubicBezTo>
                  <a:cubicBezTo>
                    <a:pt x="49" y="1118"/>
                    <a:pt x="38" y="1110"/>
                    <a:pt x="26" y="1104"/>
                  </a:cubicBezTo>
                  <a:cubicBezTo>
                    <a:pt x="2" y="1104"/>
                    <a:pt x="2" y="1104"/>
                    <a:pt x="2" y="1104"/>
                  </a:cubicBezTo>
                  <a:cubicBezTo>
                    <a:pt x="34" y="1124"/>
                    <a:pt x="43" y="1118"/>
                    <a:pt x="49" y="1125"/>
                  </a:cubicBezTo>
                  <a:cubicBezTo>
                    <a:pt x="81" y="1139"/>
                    <a:pt x="83" y="1146"/>
                    <a:pt x="86" y="1144"/>
                  </a:cubicBezTo>
                  <a:cubicBezTo>
                    <a:pt x="111" y="1163"/>
                    <a:pt x="118" y="1164"/>
                    <a:pt x="124" y="1171"/>
                  </a:cubicBezTo>
                  <a:cubicBezTo>
                    <a:pt x="166" y="1202"/>
                    <a:pt x="172" y="1209"/>
                    <a:pt x="178" y="1212"/>
                  </a:cubicBezTo>
                  <a:cubicBezTo>
                    <a:pt x="151" y="1194"/>
                    <a:pt x="143" y="1199"/>
                    <a:pt x="137" y="1193"/>
                  </a:cubicBezTo>
                  <a:cubicBezTo>
                    <a:pt x="113" y="1180"/>
                    <a:pt x="106" y="1180"/>
                    <a:pt x="100" y="1174"/>
                  </a:cubicBezTo>
                  <a:cubicBezTo>
                    <a:pt x="67" y="1165"/>
                    <a:pt x="64" y="1163"/>
                    <a:pt x="62" y="1159"/>
                  </a:cubicBezTo>
                  <a:cubicBezTo>
                    <a:pt x="20" y="1144"/>
                    <a:pt x="18" y="1134"/>
                    <a:pt x="13" y="1140"/>
                  </a:cubicBezTo>
                  <a:cubicBezTo>
                    <a:pt x="2" y="1141"/>
                    <a:pt x="2" y="1141"/>
                    <a:pt x="2" y="1141"/>
                  </a:cubicBezTo>
                  <a:cubicBezTo>
                    <a:pt x="38" y="1159"/>
                    <a:pt x="41" y="1158"/>
                    <a:pt x="43" y="1162"/>
                  </a:cubicBezTo>
                  <a:cubicBezTo>
                    <a:pt x="91" y="1177"/>
                    <a:pt x="100" y="1188"/>
                    <a:pt x="110" y="1189"/>
                  </a:cubicBezTo>
                  <a:cubicBezTo>
                    <a:pt x="141" y="1207"/>
                    <a:pt x="144" y="1205"/>
                    <a:pt x="146" y="1206"/>
                  </a:cubicBezTo>
                  <a:cubicBezTo>
                    <a:pt x="172" y="1221"/>
                    <a:pt x="177" y="1223"/>
                    <a:pt x="181" y="1229"/>
                  </a:cubicBezTo>
                  <a:cubicBezTo>
                    <a:pt x="202" y="1238"/>
                    <a:pt x="206" y="1248"/>
                    <a:pt x="211" y="1248"/>
                  </a:cubicBezTo>
                  <a:cubicBezTo>
                    <a:pt x="213" y="1257"/>
                    <a:pt x="202" y="1254"/>
                    <a:pt x="193" y="1245"/>
                  </a:cubicBezTo>
                  <a:cubicBezTo>
                    <a:pt x="141" y="1220"/>
                    <a:pt x="136" y="1216"/>
                    <a:pt x="130" y="1217"/>
                  </a:cubicBezTo>
                  <a:cubicBezTo>
                    <a:pt x="81" y="1199"/>
                    <a:pt x="78" y="1195"/>
                    <a:pt x="75" y="1192"/>
                  </a:cubicBezTo>
                  <a:cubicBezTo>
                    <a:pt x="50" y="1185"/>
                    <a:pt x="46" y="1183"/>
                    <a:pt x="42" y="1183"/>
                  </a:cubicBezTo>
                  <a:cubicBezTo>
                    <a:pt x="2" y="1182"/>
                    <a:pt x="2" y="1182"/>
                    <a:pt x="2" y="1182"/>
                  </a:cubicBezTo>
                  <a:cubicBezTo>
                    <a:pt x="26" y="1195"/>
                    <a:pt x="29" y="1198"/>
                    <a:pt x="32" y="1204"/>
                  </a:cubicBezTo>
                  <a:cubicBezTo>
                    <a:pt x="76" y="1224"/>
                    <a:pt x="84" y="1230"/>
                    <a:pt x="92" y="1231"/>
                  </a:cubicBezTo>
                  <a:cubicBezTo>
                    <a:pt x="107" y="1243"/>
                    <a:pt x="111" y="1239"/>
                    <a:pt x="112" y="1244"/>
                  </a:cubicBezTo>
                  <a:cubicBezTo>
                    <a:pt x="146" y="1257"/>
                    <a:pt x="149" y="1259"/>
                    <a:pt x="153" y="1260"/>
                  </a:cubicBezTo>
                  <a:cubicBezTo>
                    <a:pt x="191" y="1277"/>
                    <a:pt x="198" y="1275"/>
                    <a:pt x="204" y="1282"/>
                  </a:cubicBezTo>
                  <a:cubicBezTo>
                    <a:pt x="229" y="1288"/>
                    <a:pt x="233" y="1291"/>
                    <a:pt x="238" y="1290"/>
                  </a:cubicBezTo>
                  <a:cubicBezTo>
                    <a:pt x="267" y="1306"/>
                    <a:pt x="268" y="1305"/>
                    <a:pt x="268" y="1309"/>
                  </a:cubicBezTo>
                  <a:cubicBezTo>
                    <a:pt x="284" y="1331"/>
                    <a:pt x="271" y="1321"/>
                    <a:pt x="256" y="1323"/>
                  </a:cubicBezTo>
                  <a:cubicBezTo>
                    <a:pt x="228" y="1317"/>
                    <a:pt x="221" y="1308"/>
                    <a:pt x="213" y="1311"/>
                  </a:cubicBezTo>
                  <a:cubicBezTo>
                    <a:pt x="184" y="1307"/>
                    <a:pt x="178" y="1296"/>
                    <a:pt x="170" y="1299"/>
                  </a:cubicBezTo>
                  <a:cubicBezTo>
                    <a:pt x="141" y="1291"/>
                    <a:pt x="135" y="1284"/>
                    <a:pt x="127" y="1284"/>
                  </a:cubicBezTo>
                  <a:cubicBezTo>
                    <a:pt x="114" y="1276"/>
                    <a:pt x="110" y="1277"/>
                    <a:pt x="107" y="1274"/>
                  </a:cubicBezTo>
                  <a:cubicBezTo>
                    <a:pt x="62" y="1250"/>
                    <a:pt x="58" y="1253"/>
                    <a:pt x="55" y="1247"/>
                  </a:cubicBezTo>
                  <a:cubicBezTo>
                    <a:pt x="20" y="1225"/>
                    <a:pt x="16" y="1229"/>
                    <a:pt x="14" y="1222"/>
                  </a:cubicBezTo>
                  <a:cubicBezTo>
                    <a:pt x="2" y="1224"/>
                    <a:pt x="2" y="1224"/>
                    <a:pt x="2" y="1224"/>
                  </a:cubicBezTo>
                  <a:cubicBezTo>
                    <a:pt x="57" y="1257"/>
                    <a:pt x="62" y="1262"/>
                    <a:pt x="68" y="1264"/>
                  </a:cubicBezTo>
                  <a:cubicBezTo>
                    <a:pt x="102" y="1277"/>
                    <a:pt x="104" y="1283"/>
                    <a:pt x="107" y="1282"/>
                  </a:cubicBezTo>
                  <a:cubicBezTo>
                    <a:pt x="132" y="1296"/>
                    <a:pt x="133" y="1294"/>
                    <a:pt x="134" y="1294"/>
                  </a:cubicBezTo>
                  <a:cubicBezTo>
                    <a:pt x="166" y="1309"/>
                    <a:pt x="169" y="1307"/>
                    <a:pt x="171" y="1308"/>
                  </a:cubicBezTo>
                  <a:cubicBezTo>
                    <a:pt x="202" y="1317"/>
                    <a:pt x="208" y="1315"/>
                    <a:pt x="213" y="1318"/>
                  </a:cubicBezTo>
                  <a:cubicBezTo>
                    <a:pt x="286" y="1344"/>
                    <a:pt x="291" y="1339"/>
                    <a:pt x="295" y="1343"/>
                  </a:cubicBezTo>
                  <a:cubicBezTo>
                    <a:pt x="319" y="1359"/>
                    <a:pt x="315" y="1360"/>
                    <a:pt x="312" y="1355"/>
                  </a:cubicBezTo>
                  <a:cubicBezTo>
                    <a:pt x="278" y="1349"/>
                    <a:pt x="277" y="1348"/>
                    <a:pt x="276" y="1346"/>
                  </a:cubicBezTo>
                  <a:cubicBezTo>
                    <a:pt x="251" y="1346"/>
                    <a:pt x="244" y="1341"/>
                    <a:pt x="236" y="1343"/>
                  </a:cubicBezTo>
                  <a:cubicBezTo>
                    <a:pt x="210" y="1334"/>
                    <a:pt x="203" y="1336"/>
                    <a:pt x="197" y="1333"/>
                  </a:cubicBezTo>
                  <a:cubicBezTo>
                    <a:pt x="146" y="1317"/>
                    <a:pt x="143" y="1316"/>
                    <a:pt x="139" y="1315"/>
                  </a:cubicBezTo>
                  <a:cubicBezTo>
                    <a:pt x="98" y="1293"/>
                    <a:pt x="94" y="1296"/>
                    <a:pt x="91" y="1293"/>
                  </a:cubicBezTo>
                  <a:cubicBezTo>
                    <a:pt x="86" y="1301"/>
                    <a:pt x="95" y="1299"/>
                    <a:pt x="101" y="1304"/>
                  </a:cubicBezTo>
                  <a:cubicBezTo>
                    <a:pt x="131" y="1326"/>
                    <a:pt x="139" y="1323"/>
                    <a:pt x="145" y="1332"/>
                  </a:cubicBezTo>
                  <a:cubicBezTo>
                    <a:pt x="173" y="1344"/>
                    <a:pt x="177" y="1347"/>
                    <a:pt x="182" y="1349"/>
                  </a:cubicBezTo>
                  <a:cubicBezTo>
                    <a:pt x="212" y="1367"/>
                    <a:pt x="218" y="1368"/>
                    <a:pt x="222" y="1376"/>
                  </a:cubicBezTo>
                  <a:cubicBezTo>
                    <a:pt x="274" y="1408"/>
                    <a:pt x="285" y="1407"/>
                    <a:pt x="294" y="1413"/>
                  </a:cubicBezTo>
                  <a:cubicBezTo>
                    <a:pt x="332" y="1425"/>
                    <a:pt x="342" y="1428"/>
                    <a:pt x="352" y="1434"/>
                  </a:cubicBezTo>
                  <a:cubicBezTo>
                    <a:pt x="399" y="1452"/>
                    <a:pt x="405" y="1447"/>
                    <a:pt x="410" y="1451"/>
                  </a:cubicBezTo>
                  <a:cubicBezTo>
                    <a:pt x="445" y="1462"/>
                    <a:pt x="450" y="1463"/>
                    <a:pt x="454" y="1465"/>
                  </a:cubicBezTo>
                  <a:cubicBezTo>
                    <a:pt x="447" y="1472"/>
                    <a:pt x="427" y="1478"/>
                    <a:pt x="406" y="1492"/>
                  </a:cubicBezTo>
                  <a:cubicBezTo>
                    <a:pt x="382" y="1495"/>
                    <a:pt x="376" y="1503"/>
                    <a:pt x="378" y="1509"/>
                  </a:cubicBezTo>
                  <a:cubicBezTo>
                    <a:pt x="423" y="1494"/>
                    <a:pt x="430" y="1489"/>
                    <a:pt x="437" y="1486"/>
                  </a:cubicBezTo>
                  <a:cubicBezTo>
                    <a:pt x="429" y="1500"/>
                    <a:pt x="421" y="1493"/>
                    <a:pt x="419" y="1501"/>
                  </a:cubicBezTo>
                  <a:cubicBezTo>
                    <a:pt x="458" y="1496"/>
                    <a:pt x="463" y="1493"/>
                    <a:pt x="469" y="1490"/>
                  </a:cubicBezTo>
                  <a:cubicBezTo>
                    <a:pt x="507" y="1498"/>
                    <a:pt x="513" y="1493"/>
                    <a:pt x="518" y="1498"/>
                  </a:cubicBezTo>
                  <a:cubicBezTo>
                    <a:pt x="547" y="1512"/>
                    <a:pt x="555" y="1511"/>
                    <a:pt x="561" y="1518"/>
                  </a:cubicBezTo>
                  <a:cubicBezTo>
                    <a:pt x="581" y="1511"/>
                    <a:pt x="574" y="1509"/>
                    <a:pt x="569" y="1506"/>
                  </a:cubicBezTo>
                  <a:close/>
                  <a:moveTo>
                    <a:pt x="213" y="1273"/>
                  </a:moveTo>
                  <a:cubicBezTo>
                    <a:pt x="209" y="1272"/>
                    <a:pt x="204" y="1271"/>
                    <a:pt x="200" y="1269"/>
                  </a:cubicBezTo>
                  <a:cubicBezTo>
                    <a:pt x="192" y="1263"/>
                    <a:pt x="183" y="1264"/>
                    <a:pt x="175" y="1257"/>
                  </a:cubicBezTo>
                  <a:cubicBezTo>
                    <a:pt x="171" y="1257"/>
                    <a:pt x="166" y="1255"/>
                    <a:pt x="162" y="1254"/>
                  </a:cubicBezTo>
                  <a:cubicBezTo>
                    <a:pt x="158" y="1252"/>
                    <a:pt x="154" y="1248"/>
                    <a:pt x="150" y="1248"/>
                  </a:cubicBezTo>
                  <a:cubicBezTo>
                    <a:pt x="141" y="1247"/>
                    <a:pt x="133" y="1242"/>
                    <a:pt x="125" y="1240"/>
                  </a:cubicBezTo>
                  <a:cubicBezTo>
                    <a:pt x="109" y="1231"/>
                    <a:pt x="91" y="1228"/>
                    <a:pt x="76" y="1216"/>
                  </a:cubicBezTo>
                  <a:cubicBezTo>
                    <a:pt x="71" y="1214"/>
                    <a:pt x="66" y="1215"/>
                    <a:pt x="63" y="1209"/>
                  </a:cubicBezTo>
                  <a:cubicBezTo>
                    <a:pt x="58" y="1214"/>
                    <a:pt x="56" y="1202"/>
                    <a:pt x="51" y="1204"/>
                  </a:cubicBezTo>
                  <a:cubicBezTo>
                    <a:pt x="43" y="1199"/>
                    <a:pt x="35" y="1193"/>
                    <a:pt x="27" y="1192"/>
                  </a:cubicBezTo>
                  <a:cubicBezTo>
                    <a:pt x="23" y="1187"/>
                    <a:pt x="20" y="1184"/>
                    <a:pt x="15" y="1184"/>
                  </a:cubicBezTo>
                  <a:cubicBezTo>
                    <a:pt x="14" y="1181"/>
                    <a:pt x="17" y="1183"/>
                    <a:pt x="19" y="1181"/>
                  </a:cubicBezTo>
                  <a:cubicBezTo>
                    <a:pt x="21" y="1182"/>
                    <a:pt x="23" y="1183"/>
                    <a:pt x="25" y="1185"/>
                  </a:cubicBezTo>
                  <a:cubicBezTo>
                    <a:pt x="30" y="1180"/>
                    <a:pt x="32" y="1194"/>
                    <a:pt x="37" y="1187"/>
                  </a:cubicBezTo>
                  <a:cubicBezTo>
                    <a:pt x="43" y="1195"/>
                    <a:pt x="52" y="1192"/>
                    <a:pt x="58" y="1199"/>
                  </a:cubicBezTo>
                  <a:cubicBezTo>
                    <a:pt x="60" y="1200"/>
                    <a:pt x="63" y="1197"/>
                    <a:pt x="64" y="1200"/>
                  </a:cubicBezTo>
                  <a:cubicBezTo>
                    <a:pt x="66" y="1203"/>
                    <a:pt x="68" y="1202"/>
                    <a:pt x="70" y="1201"/>
                  </a:cubicBezTo>
                  <a:cubicBezTo>
                    <a:pt x="73" y="1207"/>
                    <a:pt x="78" y="1201"/>
                    <a:pt x="80" y="1207"/>
                  </a:cubicBezTo>
                  <a:cubicBezTo>
                    <a:pt x="88" y="1207"/>
                    <a:pt x="95" y="1212"/>
                    <a:pt x="102" y="1215"/>
                  </a:cubicBezTo>
                  <a:cubicBezTo>
                    <a:pt x="111" y="1215"/>
                    <a:pt x="118" y="1221"/>
                    <a:pt x="126" y="1226"/>
                  </a:cubicBezTo>
                  <a:cubicBezTo>
                    <a:pt x="134" y="1225"/>
                    <a:pt x="141" y="1230"/>
                    <a:pt x="148" y="1234"/>
                  </a:cubicBezTo>
                  <a:cubicBezTo>
                    <a:pt x="152" y="1234"/>
                    <a:pt x="155" y="1239"/>
                    <a:pt x="159" y="1239"/>
                  </a:cubicBezTo>
                  <a:cubicBezTo>
                    <a:pt x="163" y="1242"/>
                    <a:pt x="167" y="1239"/>
                    <a:pt x="169" y="1245"/>
                  </a:cubicBezTo>
                  <a:cubicBezTo>
                    <a:pt x="177" y="1247"/>
                    <a:pt x="183" y="1254"/>
                    <a:pt x="191" y="1254"/>
                  </a:cubicBezTo>
                  <a:cubicBezTo>
                    <a:pt x="193" y="1256"/>
                    <a:pt x="194" y="1257"/>
                    <a:pt x="195" y="1259"/>
                  </a:cubicBezTo>
                  <a:cubicBezTo>
                    <a:pt x="200" y="1262"/>
                    <a:pt x="205" y="1264"/>
                    <a:pt x="210" y="1265"/>
                  </a:cubicBezTo>
                  <a:cubicBezTo>
                    <a:pt x="214" y="1268"/>
                    <a:pt x="219" y="1274"/>
                    <a:pt x="224" y="1273"/>
                  </a:cubicBezTo>
                  <a:cubicBezTo>
                    <a:pt x="225" y="1282"/>
                    <a:pt x="216" y="1271"/>
                    <a:pt x="213" y="1273"/>
                  </a:cubicBezTo>
                  <a:close/>
                  <a:moveTo>
                    <a:pt x="401" y="1319"/>
                  </a:moveTo>
                  <a:cubicBezTo>
                    <a:pt x="402" y="1315"/>
                    <a:pt x="399" y="1311"/>
                    <a:pt x="398" y="1307"/>
                  </a:cubicBezTo>
                  <a:cubicBezTo>
                    <a:pt x="394" y="1300"/>
                    <a:pt x="397" y="1293"/>
                    <a:pt x="391" y="1286"/>
                  </a:cubicBezTo>
                  <a:cubicBezTo>
                    <a:pt x="392" y="1282"/>
                    <a:pt x="389" y="1278"/>
                    <a:pt x="388" y="1274"/>
                  </a:cubicBezTo>
                  <a:cubicBezTo>
                    <a:pt x="388" y="1271"/>
                    <a:pt x="385" y="1266"/>
                    <a:pt x="385" y="1263"/>
                  </a:cubicBezTo>
                  <a:cubicBezTo>
                    <a:pt x="380" y="1258"/>
                    <a:pt x="388" y="1256"/>
                    <a:pt x="382" y="1251"/>
                  </a:cubicBezTo>
                  <a:cubicBezTo>
                    <a:pt x="384" y="1249"/>
                    <a:pt x="378" y="1244"/>
                    <a:pt x="381" y="1242"/>
                  </a:cubicBezTo>
                  <a:cubicBezTo>
                    <a:pt x="375" y="1239"/>
                    <a:pt x="384" y="1231"/>
                    <a:pt x="378" y="1233"/>
                  </a:cubicBezTo>
                  <a:cubicBezTo>
                    <a:pt x="376" y="1230"/>
                    <a:pt x="380" y="1227"/>
                    <a:pt x="375" y="1222"/>
                  </a:cubicBezTo>
                  <a:cubicBezTo>
                    <a:pt x="373" y="1215"/>
                    <a:pt x="367" y="1207"/>
                    <a:pt x="371" y="1201"/>
                  </a:cubicBezTo>
                  <a:cubicBezTo>
                    <a:pt x="362" y="1185"/>
                    <a:pt x="367" y="1172"/>
                    <a:pt x="358" y="1157"/>
                  </a:cubicBezTo>
                  <a:cubicBezTo>
                    <a:pt x="358" y="1150"/>
                    <a:pt x="360" y="1145"/>
                    <a:pt x="355" y="1137"/>
                  </a:cubicBezTo>
                  <a:cubicBezTo>
                    <a:pt x="359" y="1132"/>
                    <a:pt x="353" y="1126"/>
                    <a:pt x="353" y="1120"/>
                  </a:cubicBezTo>
                  <a:cubicBezTo>
                    <a:pt x="358" y="1115"/>
                    <a:pt x="348" y="1107"/>
                    <a:pt x="353" y="1101"/>
                  </a:cubicBezTo>
                  <a:cubicBezTo>
                    <a:pt x="349" y="1095"/>
                    <a:pt x="352" y="1090"/>
                    <a:pt x="348" y="1083"/>
                  </a:cubicBezTo>
                  <a:cubicBezTo>
                    <a:pt x="353" y="1081"/>
                    <a:pt x="355" y="1091"/>
                    <a:pt x="359" y="1094"/>
                  </a:cubicBezTo>
                  <a:cubicBezTo>
                    <a:pt x="359" y="1100"/>
                    <a:pt x="367" y="1107"/>
                    <a:pt x="367" y="1113"/>
                  </a:cubicBezTo>
                  <a:cubicBezTo>
                    <a:pt x="370" y="1122"/>
                    <a:pt x="369" y="1131"/>
                    <a:pt x="373" y="1140"/>
                  </a:cubicBezTo>
                  <a:cubicBezTo>
                    <a:pt x="372" y="1145"/>
                    <a:pt x="373" y="1150"/>
                    <a:pt x="375" y="1155"/>
                  </a:cubicBezTo>
                  <a:cubicBezTo>
                    <a:pt x="371" y="1158"/>
                    <a:pt x="379" y="1164"/>
                    <a:pt x="376" y="1168"/>
                  </a:cubicBezTo>
                  <a:cubicBezTo>
                    <a:pt x="379" y="1177"/>
                    <a:pt x="379" y="1186"/>
                    <a:pt x="382" y="1195"/>
                  </a:cubicBezTo>
                  <a:cubicBezTo>
                    <a:pt x="380" y="1199"/>
                    <a:pt x="387" y="1204"/>
                    <a:pt x="383" y="1208"/>
                  </a:cubicBezTo>
                  <a:cubicBezTo>
                    <a:pt x="386" y="1212"/>
                    <a:pt x="385" y="1217"/>
                    <a:pt x="391" y="1222"/>
                  </a:cubicBezTo>
                  <a:cubicBezTo>
                    <a:pt x="385" y="1225"/>
                    <a:pt x="389" y="1231"/>
                    <a:pt x="393" y="1236"/>
                  </a:cubicBezTo>
                  <a:cubicBezTo>
                    <a:pt x="387" y="1239"/>
                    <a:pt x="393" y="1244"/>
                    <a:pt x="394" y="1249"/>
                  </a:cubicBezTo>
                  <a:cubicBezTo>
                    <a:pt x="388" y="1256"/>
                    <a:pt x="401" y="1266"/>
                    <a:pt x="396" y="1274"/>
                  </a:cubicBezTo>
                  <a:cubicBezTo>
                    <a:pt x="403" y="1280"/>
                    <a:pt x="397" y="1284"/>
                    <a:pt x="401" y="1289"/>
                  </a:cubicBezTo>
                  <a:cubicBezTo>
                    <a:pt x="403" y="1293"/>
                    <a:pt x="401" y="1297"/>
                    <a:pt x="402" y="1302"/>
                  </a:cubicBezTo>
                  <a:cubicBezTo>
                    <a:pt x="404" y="1310"/>
                    <a:pt x="405" y="1319"/>
                    <a:pt x="407" y="1328"/>
                  </a:cubicBezTo>
                  <a:cubicBezTo>
                    <a:pt x="401" y="1330"/>
                    <a:pt x="404" y="1321"/>
                    <a:pt x="401" y="1319"/>
                  </a:cubicBezTo>
                  <a:close/>
                  <a:moveTo>
                    <a:pt x="421" y="1377"/>
                  </a:moveTo>
                  <a:cubicBezTo>
                    <a:pt x="418" y="1372"/>
                    <a:pt x="419" y="1368"/>
                    <a:pt x="414" y="1363"/>
                  </a:cubicBezTo>
                  <a:cubicBezTo>
                    <a:pt x="418" y="1359"/>
                    <a:pt x="409" y="1353"/>
                    <a:pt x="411" y="1349"/>
                  </a:cubicBezTo>
                  <a:cubicBezTo>
                    <a:pt x="406" y="1343"/>
                    <a:pt x="409" y="1340"/>
                    <a:pt x="404" y="1335"/>
                  </a:cubicBezTo>
                  <a:cubicBezTo>
                    <a:pt x="412" y="1329"/>
                    <a:pt x="410" y="1343"/>
                    <a:pt x="412" y="1346"/>
                  </a:cubicBezTo>
                  <a:cubicBezTo>
                    <a:pt x="416" y="1351"/>
                    <a:pt x="414" y="1355"/>
                    <a:pt x="420" y="1361"/>
                  </a:cubicBezTo>
                  <a:cubicBezTo>
                    <a:pt x="417" y="1369"/>
                    <a:pt x="427" y="1379"/>
                    <a:pt x="428" y="1387"/>
                  </a:cubicBezTo>
                  <a:cubicBezTo>
                    <a:pt x="422" y="1389"/>
                    <a:pt x="424" y="1379"/>
                    <a:pt x="421" y="1377"/>
                  </a:cubicBezTo>
                  <a:close/>
                  <a:moveTo>
                    <a:pt x="346" y="1256"/>
                  </a:moveTo>
                  <a:cubicBezTo>
                    <a:pt x="348" y="1260"/>
                    <a:pt x="351" y="1263"/>
                    <a:pt x="353" y="1267"/>
                  </a:cubicBezTo>
                  <a:cubicBezTo>
                    <a:pt x="350" y="1272"/>
                    <a:pt x="357" y="1278"/>
                    <a:pt x="357" y="1283"/>
                  </a:cubicBezTo>
                  <a:cubicBezTo>
                    <a:pt x="355" y="1288"/>
                    <a:pt x="358" y="1294"/>
                    <a:pt x="360" y="1299"/>
                  </a:cubicBezTo>
                  <a:cubicBezTo>
                    <a:pt x="361" y="1305"/>
                    <a:pt x="367" y="1311"/>
                    <a:pt x="367" y="1316"/>
                  </a:cubicBezTo>
                  <a:cubicBezTo>
                    <a:pt x="370" y="1319"/>
                    <a:pt x="369" y="1322"/>
                    <a:pt x="370" y="1324"/>
                  </a:cubicBezTo>
                  <a:cubicBezTo>
                    <a:pt x="372" y="1327"/>
                    <a:pt x="374" y="1329"/>
                    <a:pt x="372" y="1331"/>
                  </a:cubicBezTo>
                  <a:cubicBezTo>
                    <a:pt x="379" y="1340"/>
                    <a:pt x="379" y="1356"/>
                    <a:pt x="388" y="1360"/>
                  </a:cubicBezTo>
                  <a:cubicBezTo>
                    <a:pt x="386" y="1362"/>
                    <a:pt x="389" y="1366"/>
                    <a:pt x="391" y="1369"/>
                  </a:cubicBezTo>
                  <a:cubicBezTo>
                    <a:pt x="393" y="1372"/>
                    <a:pt x="391" y="1374"/>
                    <a:pt x="394" y="1377"/>
                  </a:cubicBezTo>
                  <a:cubicBezTo>
                    <a:pt x="394" y="1382"/>
                    <a:pt x="403" y="1388"/>
                    <a:pt x="396" y="1391"/>
                  </a:cubicBezTo>
                  <a:cubicBezTo>
                    <a:pt x="375" y="1365"/>
                    <a:pt x="374" y="1342"/>
                    <a:pt x="359" y="1316"/>
                  </a:cubicBezTo>
                  <a:cubicBezTo>
                    <a:pt x="360" y="1311"/>
                    <a:pt x="360" y="1306"/>
                    <a:pt x="355" y="1300"/>
                  </a:cubicBezTo>
                  <a:cubicBezTo>
                    <a:pt x="358" y="1296"/>
                    <a:pt x="352" y="1290"/>
                    <a:pt x="353" y="1286"/>
                  </a:cubicBezTo>
                  <a:cubicBezTo>
                    <a:pt x="353" y="1281"/>
                    <a:pt x="349" y="1276"/>
                    <a:pt x="348" y="1271"/>
                  </a:cubicBezTo>
                  <a:cubicBezTo>
                    <a:pt x="350" y="1266"/>
                    <a:pt x="345" y="1261"/>
                    <a:pt x="346" y="1256"/>
                  </a:cubicBezTo>
                  <a:cubicBezTo>
                    <a:pt x="339" y="1250"/>
                    <a:pt x="351" y="1252"/>
                    <a:pt x="346" y="1256"/>
                  </a:cubicBezTo>
                  <a:close/>
                  <a:moveTo>
                    <a:pt x="328" y="1175"/>
                  </a:moveTo>
                  <a:cubicBezTo>
                    <a:pt x="330" y="1177"/>
                    <a:pt x="330" y="1179"/>
                    <a:pt x="329" y="1180"/>
                  </a:cubicBezTo>
                  <a:cubicBezTo>
                    <a:pt x="333" y="1184"/>
                    <a:pt x="328" y="1186"/>
                    <a:pt x="333" y="1190"/>
                  </a:cubicBezTo>
                  <a:cubicBezTo>
                    <a:pt x="329" y="1194"/>
                    <a:pt x="335" y="1200"/>
                    <a:pt x="333" y="1204"/>
                  </a:cubicBezTo>
                  <a:cubicBezTo>
                    <a:pt x="330" y="1199"/>
                    <a:pt x="329" y="1195"/>
                    <a:pt x="332" y="1191"/>
                  </a:cubicBezTo>
                  <a:cubicBezTo>
                    <a:pt x="327" y="1184"/>
                    <a:pt x="327" y="1178"/>
                    <a:pt x="325" y="1172"/>
                  </a:cubicBezTo>
                  <a:cubicBezTo>
                    <a:pt x="329" y="1171"/>
                    <a:pt x="326" y="1173"/>
                    <a:pt x="328" y="1175"/>
                  </a:cubicBezTo>
                  <a:close/>
                  <a:moveTo>
                    <a:pt x="323" y="1157"/>
                  </a:moveTo>
                  <a:cubicBezTo>
                    <a:pt x="322" y="1149"/>
                    <a:pt x="331" y="1168"/>
                    <a:pt x="324" y="1162"/>
                  </a:cubicBezTo>
                  <a:cubicBezTo>
                    <a:pt x="321" y="1160"/>
                    <a:pt x="323" y="1159"/>
                    <a:pt x="323" y="1157"/>
                  </a:cubicBezTo>
                  <a:close/>
                  <a:moveTo>
                    <a:pt x="283" y="988"/>
                  </a:moveTo>
                  <a:cubicBezTo>
                    <a:pt x="282" y="979"/>
                    <a:pt x="287" y="972"/>
                    <a:pt x="284" y="963"/>
                  </a:cubicBezTo>
                  <a:cubicBezTo>
                    <a:pt x="286" y="938"/>
                    <a:pt x="287" y="942"/>
                    <a:pt x="286" y="943"/>
                  </a:cubicBezTo>
                  <a:cubicBezTo>
                    <a:pt x="287" y="957"/>
                    <a:pt x="286" y="959"/>
                    <a:pt x="287" y="960"/>
                  </a:cubicBezTo>
                  <a:cubicBezTo>
                    <a:pt x="288" y="977"/>
                    <a:pt x="289" y="981"/>
                    <a:pt x="288" y="984"/>
                  </a:cubicBezTo>
                  <a:cubicBezTo>
                    <a:pt x="294" y="1018"/>
                    <a:pt x="290" y="1025"/>
                    <a:pt x="294" y="1033"/>
                  </a:cubicBezTo>
                  <a:cubicBezTo>
                    <a:pt x="302" y="1090"/>
                    <a:pt x="299" y="1098"/>
                    <a:pt x="303" y="1107"/>
                  </a:cubicBezTo>
                  <a:cubicBezTo>
                    <a:pt x="307" y="1139"/>
                    <a:pt x="312" y="1147"/>
                    <a:pt x="311" y="1155"/>
                  </a:cubicBezTo>
                  <a:cubicBezTo>
                    <a:pt x="321" y="1196"/>
                    <a:pt x="325" y="1213"/>
                    <a:pt x="330" y="1230"/>
                  </a:cubicBezTo>
                  <a:cubicBezTo>
                    <a:pt x="345" y="1288"/>
                    <a:pt x="343" y="1296"/>
                    <a:pt x="348" y="1305"/>
                  </a:cubicBezTo>
                  <a:cubicBezTo>
                    <a:pt x="359" y="1346"/>
                    <a:pt x="369" y="1363"/>
                    <a:pt x="378" y="1380"/>
                  </a:cubicBezTo>
                  <a:cubicBezTo>
                    <a:pt x="341" y="1344"/>
                    <a:pt x="342" y="1339"/>
                    <a:pt x="336" y="1333"/>
                  </a:cubicBezTo>
                  <a:cubicBezTo>
                    <a:pt x="325" y="1298"/>
                    <a:pt x="326" y="1289"/>
                    <a:pt x="317" y="1280"/>
                  </a:cubicBezTo>
                  <a:cubicBezTo>
                    <a:pt x="309" y="1237"/>
                    <a:pt x="311" y="1234"/>
                    <a:pt x="308" y="1230"/>
                  </a:cubicBezTo>
                  <a:cubicBezTo>
                    <a:pt x="302" y="1195"/>
                    <a:pt x="300" y="1194"/>
                    <a:pt x="300" y="1192"/>
                  </a:cubicBezTo>
                  <a:cubicBezTo>
                    <a:pt x="297" y="1172"/>
                    <a:pt x="294" y="1164"/>
                    <a:pt x="295" y="1156"/>
                  </a:cubicBezTo>
                  <a:cubicBezTo>
                    <a:pt x="287" y="1099"/>
                    <a:pt x="286" y="1092"/>
                    <a:pt x="287" y="1084"/>
                  </a:cubicBezTo>
                  <a:close/>
                  <a:moveTo>
                    <a:pt x="332" y="1346"/>
                  </a:moveTo>
                  <a:cubicBezTo>
                    <a:pt x="326" y="1348"/>
                    <a:pt x="326" y="1337"/>
                    <a:pt x="323" y="1334"/>
                  </a:cubicBezTo>
                  <a:cubicBezTo>
                    <a:pt x="330" y="1332"/>
                    <a:pt x="330" y="1343"/>
                    <a:pt x="332" y="1346"/>
                  </a:cubicBezTo>
                  <a:close/>
                  <a:moveTo>
                    <a:pt x="274" y="1069"/>
                  </a:moveTo>
                  <a:cubicBezTo>
                    <a:pt x="280" y="1068"/>
                    <a:pt x="274" y="1073"/>
                    <a:pt x="276" y="1076"/>
                  </a:cubicBezTo>
                  <a:cubicBezTo>
                    <a:pt x="280" y="1081"/>
                    <a:pt x="271" y="1077"/>
                    <a:pt x="274" y="1069"/>
                  </a:cubicBezTo>
                  <a:close/>
                  <a:moveTo>
                    <a:pt x="312" y="1310"/>
                  </a:moveTo>
                  <a:cubicBezTo>
                    <a:pt x="312" y="1305"/>
                    <a:pt x="306" y="1299"/>
                    <a:pt x="305" y="1293"/>
                  </a:cubicBezTo>
                  <a:cubicBezTo>
                    <a:pt x="306" y="1288"/>
                    <a:pt x="301" y="1282"/>
                    <a:pt x="302" y="1277"/>
                  </a:cubicBezTo>
                  <a:cubicBezTo>
                    <a:pt x="299" y="1274"/>
                    <a:pt x="300" y="1271"/>
                    <a:pt x="301" y="1269"/>
                  </a:cubicBezTo>
                  <a:cubicBezTo>
                    <a:pt x="297" y="1268"/>
                    <a:pt x="299" y="1267"/>
                    <a:pt x="297" y="1264"/>
                  </a:cubicBezTo>
                  <a:cubicBezTo>
                    <a:pt x="293" y="1252"/>
                    <a:pt x="293" y="1241"/>
                    <a:pt x="289" y="1230"/>
                  </a:cubicBezTo>
                  <a:cubicBezTo>
                    <a:pt x="290" y="1224"/>
                    <a:pt x="287" y="1219"/>
                    <a:pt x="289" y="1214"/>
                  </a:cubicBezTo>
                  <a:cubicBezTo>
                    <a:pt x="284" y="1208"/>
                    <a:pt x="288" y="1203"/>
                    <a:pt x="288" y="1198"/>
                  </a:cubicBezTo>
                  <a:cubicBezTo>
                    <a:pt x="282" y="1179"/>
                    <a:pt x="280" y="1161"/>
                    <a:pt x="279" y="1143"/>
                  </a:cubicBezTo>
                  <a:cubicBezTo>
                    <a:pt x="280" y="1135"/>
                    <a:pt x="275" y="1125"/>
                    <a:pt x="278" y="1117"/>
                  </a:cubicBezTo>
                  <a:cubicBezTo>
                    <a:pt x="272" y="1107"/>
                    <a:pt x="279" y="1099"/>
                    <a:pt x="275" y="1090"/>
                  </a:cubicBezTo>
                  <a:cubicBezTo>
                    <a:pt x="280" y="1087"/>
                    <a:pt x="276" y="1096"/>
                    <a:pt x="278" y="1098"/>
                  </a:cubicBezTo>
                  <a:cubicBezTo>
                    <a:pt x="278" y="1102"/>
                    <a:pt x="279" y="1105"/>
                    <a:pt x="278" y="1109"/>
                  </a:cubicBezTo>
                  <a:cubicBezTo>
                    <a:pt x="280" y="1116"/>
                    <a:pt x="282" y="1123"/>
                    <a:pt x="279" y="1129"/>
                  </a:cubicBezTo>
                  <a:cubicBezTo>
                    <a:pt x="282" y="1137"/>
                    <a:pt x="284" y="1145"/>
                    <a:pt x="285" y="1152"/>
                  </a:cubicBezTo>
                  <a:cubicBezTo>
                    <a:pt x="283" y="1156"/>
                    <a:pt x="286" y="1160"/>
                    <a:pt x="288" y="1164"/>
                  </a:cubicBezTo>
                  <a:cubicBezTo>
                    <a:pt x="283" y="1166"/>
                    <a:pt x="289" y="1170"/>
                    <a:pt x="286" y="1173"/>
                  </a:cubicBezTo>
                  <a:cubicBezTo>
                    <a:pt x="290" y="1180"/>
                    <a:pt x="293" y="1186"/>
                    <a:pt x="292" y="1193"/>
                  </a:cubicBezTo>
                  <a:cubicBezTo>
                    <a:pt x="293" y="1196"/>
                    <a:pt x="293" y="1199"/>
                    <a:pt x="294" y="1202"/>
                  </a:cubicBezTo>
                  <a:cubicBezTo>
                    <a:pt x="292" y="1205"/>
                    <a:pt x="298" y="1209"/>
                    <a:pt x="295" y="1212"/>
                  </a:cubicBezTo>
                  <a:cubicBezTo>
                    <a:pt x="298" y="1224"/>
                    <a:pt x="298" y="1236"/>
                    <a:pt x="303" y="1249"/>
                  </a:cubicBezTo>
                  <a:cubicBezTo>
                    <a:pt x="304" y="1274"/>
                    <a:pt x="322" y="1301"/>
                    <a:pt x="323" y="1326"/>
                  </a:cubicBezTo>
                  <a:cubicBezTo>
                    <a:pt x="317" y="1326"/>
                    <a:pt x="313" y="1314"/>
                    <a:pt x="312" y="1310"/>
                  </a:cubicBezTo>
                  <a:close/>
                  <a:moveTo>
                    <a:pt x="187" y="1342"/>
                  </a:moveTo>
                  <a:cubicBezTo>
                    <a:pt x="179" y="1343"/>
                    <a:pt x="172" y="1334"/>
                    <a:pt x="164" y="1335"/>
                  </a:cubicBezTo>
                  <a:cubicBezTo>
                    <a:pt x="161" y="1329"/>
                    <a:pt x="168" y="1336"/>
                    <a:pt x="170" y="1333"/>
                  </a:cubicBezTo>
                  <a:cubicBezTo>
                    <a:pt x="172" y="1335"/>
                    <a:pt x="175" y="1334"/>
                    <a:pt x="178" y="1336"/>
                  </a:cubicBezTo>
                  <a:cubicBezTo>
                    <a:pt x="183" y="1339"/>
                    <a:pt x="189" y="1337"/>
                    <a:pt x="193" y="1343"/>
                  </a:cubicBezTo>
                  <a:cubicBezTo>
                    <a:pt x="203" y="1344"/>
                    <a:pt x="213" y="1345"/>
                    <a:pt x="223" y="1347"/>
                  </a:cubicBezTo>
                  <a:cubicBezTo>
                    <a:pt x="227" y="1349"/>
                    <a:pt x="233" y="1350"/>
                    <a:pt x="238" y="1349"/>
                  </a:cubicBezTo>
                  <a:cubicBezTo>
                    <a:pt x="242" y="1352"/>
                    <a:pt x="247" y="1352"/>
                    <a:pt x="251" y="1353"/>
                  </a:cubicBezTo>
                  <a:cubicBezTo>
                    <a:pt x="257" y="1351"/>
                    <a:pt x="261" y="1355"/>
                    <a:pt x="266" y="1356"/>
                  </a:cubicBezTo>
                  <a:cubicBezTo>
                    <a:pt x="271" y="1356"/>
                    <a:pt x="276" y="1357"/>
                    <a:pt x="280" y="1359"/>
                  </a:cubicBezTo>
                  <a:cubicBezTo>
                    <a:pt x="289" y="1360"/>
                    <a:pt x="298" y="1365"/>
                    <a:pt x="307" y="1364"/>
                  </a:cubicBezTo>
                  <a:cubicBezTo>
                    <a:pt x="318" y="1372"/>
                    <a:pt x="331" y="1371"/>
                    <a:pt x="342" y="1379"/>
                  </a:cubicBezTo>
                  <a:cubicBezTo>
                    <a:pt x="345" y="1378"/>
                    <a:pt x="349" y="1379"/>
                    <a:pt x="351" y="1381"/>
                  </a:cubicBezTo>
                  <a:cubicBezTo>
                    <a:pt x="353" y="1388"/>
                    <a:pt x="358" y="1378"/>
                    <a:pt x="360" y="1385"/>
                  </a:cubicBezTo>
                  <a:cubicBezTo>
                    <a:pt x="366" y="1383"/>
                    <a:pt x="370" y="1393"/>
                    <a:pt x="376" y="1390"/>
                  </a:cubicBezTo>
                  <a:cubicBezTo>
                    <a:pt x="378" y="1392"/>
                    <a:pt x="380" y="1395"/>
                    <a:pt x="382" y="1394"/>
                  </a:cubicBezTo>
                  <a:cubicBezTo>
                    <a:pt x="382" y="1396"/>
                    <a:pt x="382" y="1398"/>
                    <a:pt x="385" y="1397"/>
                  </a:cubicBezTo>
                  <a:cubicBezTo>
                    <a:pt x="388" y="1398"/>
                    <a:pt x="391" y="1402"/>
                    <a:pt x="394" y="1407"/>
                  </a:cubicBezTo>
                  <a:cubicBezTo>
                    <a:pt x="387" y="1409"/>
                    <a:pt x="382" y="1402"/>
                    <a:pt x="376" y="1404"/>
                  </a:cubicBezTo>
                  <a:cubicBezTo>
                    <a:pt x="370" y="1398"/>
                    <a:pt x="364" y="1400"/>
                    <a:pt x="358" y="1394"/>
                  </a:cubicBezTo>
                  <a:cubicBezTo>
                    <a:pt x="354" y="1394"/>
                    <a:pt x="349" y="1394"/>
                    <a:pt x="345" y="1391"/>
                  </a:cubicBezTo>
                  <a:cubicBezTo>
                    <a:pt x="341" y="1390"/>
                    <a:pt x="337" y="1390"/>
                    <a:pt x="333" y="1389"/>
                  </a:cubicBezTo>
                  <a:cubicBezTo>
                    <a:pt x="325" y="1388"/>
                    <a:pt x="317" y="1383"/>
                    <a:pt x="309" y="1381"/>
                  </a:cubicBezTo>
                  <a:cubicBezTo>
                    <a:pt x="300" y="1380"/>
                    <a:pt x="292" y="1378"/>
                    <a:pt x="283" y="1376"/>
                  </a:cubicBezTo>
                  <a:cubicBezTo>
                    <a:pt x="275" y="1374"/>
                    <a:pt x="267" y="1373"/>
                    <a:pt x="260" y="1368"/>
                  </a:cubicBezTo>
                  <a:cubicBezTo>
                    <a:pt x="257" y="1367"/>
                    <a:pt x="254" y="1370"/>
                    <a:pt x="252" y="1366"/>
                  </a:cubicBezTo>
                  <a:cubicBezTo>
                    <a:pt x="250" y="1367"/>
                    <a:pt x="249" y="1363"/>
                    <a:pt x="246" y="1365"/>
                  </a:cubicBezTo>
                  <a:cubicBezTo>
                    <a:pt x="243" y="1361"/>
                    <a:pt x="238" y="1366"/>
                    <a:pt x="235" y="1360"/>
                  </a:cubicBezTo>
                  <a:cubicBezTo>
                    <a:pt x="226" y="1359"/>
                    <a:pt x="219" y="1355"/>
                    <a:pt x="211" y="1352"/>
                  </a:cubicBezTo>
                  <a:cubicBezTo>
                    <a:pt x="203" y="1348"/>
                    <a:pt x="195" y="1348"/>
                    <a:pt x="187" y="1342"/>
                  </a:cubicBezTo>
                  <a:close/>
                  <a:moveTo>
                    <a:pt x="458" y="1455"/>
                  </a:moveTo>
                  <a:cubicBezTo>
                    <a:pt x="455" y="1456"/>
                    <a:pt x="452" y="1455"/>
                    <a:pt x="450" y="1452"/>
                  </a:cubicBezTo>
                  <a:cubicBezTo>
                    <a:pt x="445" y="1452"/>
                    <a:pt x="439" y="1449"/>
                    <a:pt x="434" y="1448"/>
                  </a:cubicBezTo>
                  <a:cubicBezTo>
                    <a:pt x="424" y="1443"/>
                    <a:pt x="413" y="1443"/>
                    <a:pt x="403" y="1438"/>
                  </a:cubicBezTo>
                  <a:cubicBezTo>
                    <a:pt x="392" y="1436"/>
                    <a:pt x="382" y="1430"/>
                    <a:pt x="371" y="1431"/>
                  </a:cubicBezTo>
                  <a:cubicBezTo>
                    <a:pt x="367" y="1424"/>
                    <a:pt x="360" y="1431"/>
                    <a:pt x="355" y="1424"/>
                  </a:cubicBezTo>
                  <a:cubicBezTo>
                    <a:pt x="349" y="1426"/>
                    <a:pt x="345" y="1419"/>
                    <a:pt x="340" y="1421"/>
                  </a:cubicBezTo>
                  <a:cubicBezTo>
                    <a:pt x="330" y="1413"/>
                    <a:pt x="318" y="1415"/>
                    <a:pt x="307" y="1409"/>
                  </a:cubicBezTo>
                  <a:cubicBezTo>
                    <a:pt x="303" y="1404"/>
                    <a:pt x="296" y="1409"/>
                    <a:pt x="292" y="1402"/>
                  </a:cubicBezTo>
                  <a:cubicBezTo>
                    <a:pt x="286" y="1402"/>
                    <a:pt x="281" y="1400"/>
                    <a:pt x="277" y="1396"/>
                  </a:cubicBezTo>
                  <a:cubicBezTo>
                    <a:pt x="266" y="1394"/>
                    <a:pt x="256" y="1388"/>
                    <a:pt x="246" y="1383"/>
                  </a:cubicBezTo>
                  <a:cubicBezTo>
                    <a:pt x="242" y="1376"/>
                    <a:pt x="235" y="1381"/>
                    <a:pt x="231" y="1373"/>
                  </a:cubicBezTo>
                  <a:cubicBezTo>
                    <a:pt x="225" y="1374"/>
                    <a:pt x="221" y="1366"/>
                    <a:pt x="216" y="1367"/>
                  </a:cubicBezTo>
                  <a:cubicBezTo>
                    <a:pt x="215" y="1366"/>
                    <a:pt x="213" y="1364"/>
                    <a:pt x="212" y="1362"/>
                  </a:cubicBezTo>
                  <a:cubicBezTo>
                    <a:pt x="222" y="1362"/>
                    <a:pt x="231" y="1368"/>
                    <a:pt x="240" y="1371"/>
                  </a:cubicBezTo>
                  <a:cubicBezTo>
                    <a:pt x="250" y="1375"/>
                    <a:pt x="259" y="1378"/>
                    <a:pt x="268" y="1381"/>
                  </a:cubicBezTo>
                  <a:cubicBezTo>
                    <a:pt x="273" y="1385"/>
                    <a:pt x="278" y="1384"/>
                    <a:pt x="283" y="1386"/>
                  </a:cubicBezTo>
                  <a:cubicBezTo>
                    <a:pt x="286" y="1386"/>
                    <a:pt x="288" y="1386"/>
                    <a:pt x="291" y="1389"/>
                  </a:cubicBezTo>
                  <a:cubicBezTo>
                    <a:pt x="293" y="1386"/>
                    <a:pt x="295" y="1388"/>
                    <a:pt x="297" y="1390"/>
                  </a:cubicBezTo>
                  <a:cubicBezTo>
                    <a:pt x="302" y="1386"/>
                    <a:pt x="305" y="1394"/>
                    <a:pt x="311" y="1391"/>
                  </a:cubicBezTo>
                  <a:cubicBezTo>
                    <a:pt x="312" y="1396"/>
                    <a:pt x="316" y="1391"/>
                    <a:pt x="318" y="1394"/>
                  </a:cubicBezTo>
                  <a:cubicBezTo>
                    <a:pt x="320" y="1395"/>
                    <a:pt x="322" y="1395"/>
                    <a:pt x="323" y="1398"/>
                  </a:cubicBezTo>
                  <a:cubicBezTo>
                    <a:pt x="328" y="1399"/>
                    <a:pt x="334" y="1397"/>
                    <a:pt x="339" y="1400"/>
                  </a:cubicBezTo>
                  <a:cubicBezTo>
                    <a:pt x="343" y="1400"/>
                    <a:pt x="347" y="1406"/>
                    <a:pt x="353" y="1401"/>
                  </a:cubicBezTo>
                  <a:cubicBezTo>
                    <a:pt x="362" y="1410"/>
                    <a:pt x="372" y="1410"/>
                    <a:pt x="381" y="1415"/>
                  </a:cubicBezTo>
                  <a:cubicBezTo>
                    <a:pt x="391" y="1415"/>
                    <a:pt x="400" y="1424"/>
                    <a:pt x="410" y="1425"/>
                  </a:cubicBezTo>
                  <a:cubicBezTo>
                    <a:pt x="418" y="1433"/>
                    <a:pt x="428" y="1431"/>
                    <a:pt x="437" y="1437"/>
                  </a:cubicBezTo>
                  <a:cubicBezTo>
                    <a:pt x="446" y="1444"/>
                    <a:pt x="455" y="1450"/>
                    <a:pt x="464" y="1453"/>
                  </a:cubicBezTo>
                  <a:cubicBezTo>
                    <a:pt x="467" y="1457"/>
                    <a:pt x="459" y="1457"/>
                    <a:pt x="458" y="1455"/>
                  </a:cubicBezTo>
                  <a:close/>
                  <a:moveTo>
                    <a:pt x="436" y="1425"/>
                  </a:moveTo>
                  <a:cubicBezTo>
                    <a:pt x="438" y="1423"/>
                    <a:pt x="440" y="1422"/>
                    <a:pt x="442" y="1421"/>
                  </a:cubicBezTo>
                  <a:cubicBezTo>
                    <a:pt x="443" y="1423"/>
                    <a:pt x="445" y="1426"/>
                    <a:pt x="447" y="1428"/>
                  </a:cubicBezTo>
                  <a:cubicBezTo>
                    <a:pt x="442" y="1432"/>
                    <a:pt x="439" y="1427"/>
                    <a:pt x="436" y="1425"/>
                  </a:cubicBezTo>
                  <a:close/>
                  <a:moveTo>
                    <a:pt x="456" y="1429"/>
                  </a:moveTo>
                  <a:cubicBezTo>
                    <a:pt x="459" y="1426"/>
                    <a:pt x="451" y="1421"/>
                    <a:pt x="453" y="1418"/>
                  </a:cubicBezTo>
                  <a:cubicBezTo>
                    <a:pt x="432" y="1376"/>
                    <a:pt x="436" y="1373"/>
                    <a:pt x="430" y="1367"/>
                  </a:cubicBezTo>
                  <a:cubicBezTo>
                    <a:pt x="421" y="1337"/>
                    <a:pt x="418" y="1332"/>
                    <a:pt x="418" y="1328"/>
                  </a:cubicBezTo>
                  <a:cubicBezTo>
                    <a:pt x="412" y="1281"/>
                    <a:pt x="405" y="1271"/>
                    <a:pt x="404" y="1263"/>
                  </a:cubicBezTo>
                  <a:cubicBezTo>
                    <a:pt x="401" y="1231"/>
                    <a:pt x="398" y="1222"/>
                    <a:pt x="395" y="1213"/>
                  </a:cubicBezTo>
                  <a:cubicBezTo>
                    <a:pt x="384" y="1155"/>
                    <a:pt x="384" y="1147"/>
                    <a:pt x="379" y="1138"/>
                  </a:cubicBezTo>
                  <a:cubicBezTo>
                    <a:pt x="396" y="1169"/>
                    <a:pt x="398" y="1172"/>
                    <a:pt x="400" y="1175"/>
                  </a:cubicBezTo>
                  <a:cubicBezTo>
                    <a:pt x="413" y="1230"/>
                    <a:pt x="416" y="1236"/>
                    <a:pt x="415" y="1241"/>
                  </a:cubicBezTo>
                  <a:cubicBezTo>
                    <a:pt x="431" y="1298"/>
                    <a:pt x="427" y="1302"/>
                    <a:pt x="431" y="1308"/>
                  </a:cubicBezTo>
                  <a:cubicBezTo>
                    <a:pt x="442" y="1364"/>
                    <a:pt x="441" y="1369"/>
                    <a:pt x="443" y="1374"/>
                  </a:cubicBezTo>
                  <a:cubicBezTo>
                    <a:pt x="451" y="1403"/>
                    <a:pt x="452" y="1406"/>
                    <a:pt x="454" y="1409"/>
                  </a:cubicBezTo>
                  <a:close/>
                  <a:moveTo>
                    <a:pt x="462" y="1401"/>
                  </a:moveTo>
                  <a:cubicBezTo>
                    <a:pt x="462" y="1396"/>
                    <a:pt x="459" y="1390"/>
                    <a:pt x="459" y="1385"/>
                  </a:cubicBezTo>
                  <a:cubicBezTo>
                    <a:pt x="451" y="1378"/>
                    <a:pt x="458" y="1374"/>
                    <a:pt x="452" y="1368"/>
                  </a:cubicBezTo>
                  <a:cubicBezTo>
                    <a:pt x="452" y="1363"/>
                    <a:pt x="448" y="1357"/>
                    <a:pt x="451" y="1352"/>
                  </a:cubicBezTo>
                  <a:cubicBezTo>
                    <a:pt x="448" y="1351"/>
                    <a:pt x="449" y="1350"/>
                    <a:pt x="448" y="1347"/>
                  </a:cubicBezTo>
                  <a:cubicBezTo>
                    <a:pt x="450" y="1344"/>
                    <a:pt x="444" y="1345"/>
                    <a:pt x="447" y="1342"/>
                  </a:cubicBezTo>
                  <a:cubicBezTo>
                    <a:pt x="446" y="1337"/>
                    <a:pt x="444" y="1331"/>
                    <a:pt x="443" y="1326"/>
                  </a:cubicBezTo>
                  <a:cubicBezTo>
                    <a:pt x="441" y="1320"/>
                    <a:pt x="442" y="1315"/>
                    <a:pt x="440" y="1310"/>
                  </a:cubicBezTo>
                  <a:cubicBezTo>
                    <a:pt x="437" y="1304"/>
                    <a:pt x="442" y="1300"/>
                    <a:pt x="436" y="1293"/>
                  </a:cubicBezTo>
                  <a:cubicBezTo>
                    <a:pt x="441" y="1289"/>
                    <a:pt x="434" y="1282"/>
                    <a:pt x="433" y="1277"/>
                  </a:cubicBezTo>
                  <a:cubicBezTo>
                    <a:pt x="433" y="1272"/>
                    <a:pt x="430" y="1266"/>
                    <a:pt x="429" y="1261"/>
                  </a:cubicBezTo>
                  <a:cubicBezTo>
                    <a:pt x="429" y="1250"/>
                    <a:pt x="423" y="1239"/>
                    <a:pt x="425" y="1229"/>
                  </a:cubicBezTo>
                  <a:cubicBezTo>
                    <a:pt x="419" y="1207"/>
                    <a:pt x="414" y="1185"/>
                    <a:pt x="402" y="1163"/>
                  </a:cubicBezTo>
                  <a:cubicBezTo>
                    <a:pt x="406" y="1160"/>
                    <a:pt x="408" y="1170"/>
                    <a:pt x="411" y="1172"/>
                  </a:cubicBezTo>
                  <a:cubicBezTo>
                    <a:pt x="415" y="1171"/>
                    <a:pt x="412" y="1174"/>
                    <a:pt x="414" y="1175"/>
                  </a:cubicBezTo>
                  <a:cubicBezTo>
                    <a:pt x="415" y="1177"/>
                    <a:pt x="416" y="1179"/>
                    <a:pt x="418" y="1181"/>
                  </a:cubicBezTo>
                  <a:cubicBezTo>
                    <a:pt x="419" y="1186"/>
                    <a:pt x="424" y="1192"/>
                    <a:pt x="424" y="1198"/>
                  </a:cubicBezTo>
                  <a:cubicBezTo>
                    <a:pt x="424" y="1202"/>
                    <a:pt x="431" y="1208"/>
                    <a:pt x="430" y="1212"/>
                  </a:cubicBezTo>
                  <a:cubicBezTo>
                    <a:pt x="433" y="1218"/>
                    <a:pt x="432" y="1222"/>
                    <a:pt x="435" y="1227"/>
                  </a:cubicBezTo>
                  <a:cubicBezTo>
                    <a:pt x="442" y="1233"/>
                    <a:pt x="433" y="1237"/>
                    <a:pt x="440" y="1242"/>
                  </a:cubicBezTo>
                  <a:cubicBezTo>
                    <a:pt x="438" y="1245"/>
                    <a:pt x="443" y="1248"/>
                    <a:pt x="440" y="1250"/>
                  </a:cubicBezTo>
                  <a:cubicBezTo>
                    <a:pt x="441" y="1252"/>
                    <a:pt x="441" y="1254"/>
                    <a:pt x="442" y="1257"/>
                  </a:cubicBezTo>
                  <a:cubicBezTo>
                    <a:pt x="441" y="1261"/>
                    <a:pt x="445" y="1267"/>
                    <a:pt x="445" y="1271"/>
                  </a:cubicBezTo>
                  <a:cubicBezTo>
                    <a:pt x="447" y="1281"/>
                    <a:pt x="447" y="1290"/>
                    <a:pt x="452" y="1301"/>
                  </a:cubicBezTo>
                  <a:cubicBezTo>
                    <a:pt x="451" y="1321"/>
                    <a:pt x="459" y="1342"/>
                    <a:pt x="456" y="1362"/>
                  </a:cubicBezTo>
                  <a:cubicBezTo>
                    <a:pt x="461" y="1372"/>
                    <a:pt x="461" y="1380"/>
                    <a:pt x="464" y="1389"/>
                  </a:cubicBezTo>
                  <a:cubicBezTo>
                    <a:pt x="466" y="1397"/>
                    <a:pt x="470" y="1406"/>
                    <a:pt x="469" y="1415"/>
                  </a:cubicBezTo>
                  <a:cubicBezTo>
                    <a:pt x="463" y="1415"/>
                    <a:pt x="464" y="1404"/>
                    <a:pt x="462" y="1401"/>
                  </a:cubicBezTo>
                  <a:close/>
                  <a:moveTo>
                    <a:pt x="468" y="1421"/>
                  </a:moveTo>
                  <a:cubicBezTo>
                    <a:pt x="474" y="1420"/>
                    <a:pt x="475" y="1432"/>
                    <a:pt x="476" y="1436"/>
                  </a:cubicBezTo>
                  <a:cubicBezTo>
                    <a:pt x="469" y="1436"/>
                    <a:pt x="472" y="1425"/>
                    <a:pt x="468" y="1421"/>
                  </a:cubicBezTo>
                  <a:close/>
                  <a:moveTo>
                    <a:pt x="2876" y="41"/>
                  </a:moveTo>
                  <a:cubicBezTo>
                    <a:pt x="2868" y="44"/>
                    <a:pt x="2869" y="54"/>
                    <a:pt x="2862" y="57"/>
                  </a:cubicBezTo>
                  <a:cubicBezTo>
                    <a:pt x="2849" y="80"/>
                    <a:pt x="2850" y="85"/>
                    <a:pt x="2844" y="85"/>
                  </a:cubicBezTo>
                  <a:cubicBezTo>
                    <a:pt x="2823" y="114"/>
                    <a:pt x="2824" y="119"/>
                    <a:pt x="2818" y="119"/>
                  </a:cubicBezTo>
                  <a:cubicBezTo>
                    <a:pt x="2812" y="133"/>
                    <a:pt x="2806" y="133"/>
                    <a:pt x="2806" y="137"/>
                  </a:cubicBezTo>
                  <a:cubicBezTo>
                    <a:pt x="2793" y="159"/>
                    <a:pt x="2784" y="156"/>
                    <a:pt x="2786" y="163"/>
                  </a:cubicBezTo>
                  <a:cubicBezTo>
                    <a:pt x="2763" y="193"/>
                    <a:pt x="2762" y="197"/>
                    <a:pt x="2760" y="200"/>
                  </a:cubicBezTo>
                  <a:cubicBezTo>
                    <a:pt x="2735" y="239"/>
                    <a:pt x="2733" y="243"/>
                    <a:pt x="2731" y="246"/>
                  </a:cubicBezTo>
                  <a:cubicBezTo>
                    <a:pt x="2717" y="267"/>
                    <a:pt x="2717" y="272"/>
                    <a:pt x="2715" y="275"/>
                  </a:cubicBezTo>
                  <a:cubicBezTo>
                    <a:pt x="2705" y="299"/>
                    <a:pt x="2705" y="304"/>
                    <a:pt x="2702" y="307"/>
                  </a:cubicBezTo>
                  <a:cubicBezTo>
                    <a:pt x="2695" y="332"/>
                    <a:pt x="2690" y="341"/>
                    <a:pt x="2696" y="342"/>
                  </a:cubicBezTo>
                  <a:cubicBezTo>
                    <a:pt x="2720" y="271"/>
                    <a:pt x="2726" y="270"/>
                    <a:pt x="2725" y="263"/>
                  </a:cubicBezTo>
                  <a:cubicBezTo>
                    <a:pt x="2736" y="248"/>
                    <a:pt x="2739" y="245"/>
                    <a:pt x="2741" y="240"/>
                  </a:cubicBezTo>
                  <a:cubicBezTo>
                    <a:pt x="2782" y="182"/>
                    <a:pt x="2792" y="167"/>
                    <a:pt x="2803" y="153"/>
                  </a:cubicBezTo>
                  <a:cubicBezTo>
                    <a:pt x="2825" y="132"/>
                    <a:pt x="2824" y="126"/>
                    <a:pt x="2827" y="123"/>
                  </a:cubicBezTo>
                  <a:cubicBezTo>
                    <a:pt x="2848" y="99"/>
                    <a:pt x="2858" y="84"/>
                    <a:pt x="2867" y="68"/>
                  </a:cubicBezTo>
                  <a:cubicBezTo>
                    <a:pt x="2882" y="26"/>
                    <a:pt x="2882" y="26"/>
                    <a:pt x="2882" y="26"/>
                  </a:cubicBezTo>
                  <a:close/>
                  <a:moveTo>
                    <a:pt x="1429" y="143"/>
                  </a:moveTo>
                  <a:cubicBezTo>
                    <a:pt x="1430" y="148"/>
                    <a:pt x="1427" y="154"/>
                    <a:pt x="1430" y="157"/>
                  </a:cubicBezTo>
                  <a:cubicBezTo>
                    <a:pt x="1429" y="176"/>
                    <a:pt x="1432" y="192"/>
                    <a:pt x="1429" y="212"/>
                  </a:cubicBezTo>
                  <a:cubicBezTo>
                    <a:pt x="1431" y="219"/>
                    <a:pt x="1431" y="228"/>
                    <a:pt x="1431" y="237"/>
                  </a:cubicBezTo>
                  <a:cubicBezTo>
                    <a:pt x="1428" y="243"/>
                    <a:pt x="1434" y="245"/>
                    <a:pt x="1431" y="251"/>
                  </a:cubicBezTo>
                  <a:cubicBezTo>
                    <a:pt x="1437" y="252"/>
                    <a:pt x="1425" y="264"/>
                    <a:pt x="1434" y="263"/>
                  </a:cubicBezTo>
                  <a:cubicBezTo>
                    <a:pt x="1438" y="240"/>
                    <a:pt x="1437" y="220"/>
                    <a:pt x="1435" y="200"/>
                  </a:cubicBezTo>
                  <a:cubicBezTo>
                    <a:pt x="1439" y="192"/>
                    <a:pt x="1434" y="190"/>
                    <a:pt x="1438" y="182"/>
                  </a:cubicBezTo>
                  <a:cubicBezTo>
                    <a:pt x="1434" y="179"/>
                    <a:pt x="1439" y="171"/>
                    <a:pt x="1435" y="168"/>
                  </a:cubicBezTo>
                  <a:cubicBezTo>
                    <a:pt x="1438" y="156"/>
                    <a:pt x="1435" y="146"/>
                    <a:pt x="1436" y="134"/>
                  </a:cubicBezTo>
                  <a:cubicBezTo>
                    <a:pt x="1434" y="133"/>
                    <a:pt x="1436" y="131"/>
                    <a:pt x="1438" y="130"/>
                  </a:cubicBezTo>
                  <a:cubicBezTo>
                    <a:pt x="1437" y="127"/>
                    <a:pt x="1437" y="124"/>
                    <a:pt x="1435" y="122"/>
                  </a:cubicBezTo>
                  <a:cubicBezTo>
                    <a:pt x="1434" y="118"/>
                    <a:pt x="1439" y="110"/>
                    <a:pt x="1436" y="107"/>
                  </a:cubicBezTo>
                  <a:cubicBezTo>
                    <a:pt x="1437" y="95"/>
                    <a:pt x="1437" y="85"/>
                    <a:pt x="1436" y="75"/>
                  </a:cubicBezTo>
                  <a:cubicBezTo>
                    <a:pt x="1438" y="52"/>
                    <a:pt x="1443" y="28"/>
                    <a:pt x="1448" y="3"/>
                  </a:cubicBezTo>
                  <a:cubicBezTo>
                    <a:pt x="1448" y="2"/>
                    <a:pt x="1449" y="1"/>
                    <a:pt x="1449" y="0"/>
                  </a:cubicBezTo>
                  <a:cubicBezTo>
                    <a:pt x="1441" y="0"/>
                    <a:pt x="1441" y="0"/>
                    <a:pt x="1441" y="0"/>
                  </a:cubicBezTo>
                  <a:cubicBezTo>
                    <a:pt x="1438" y="18"/>
                    <a:pt x="1433" y="35"/>
                    <a:pt x="1430" y="50"/>
                  </a:cubicBezTo>
                  <a:cubicBezTo>
                    <a:pt x="1429" y="68"/>
                    <a:pt x="1428" y="86"/>
                    <a:pt x="1427" y="104"/>
                  </a:cubicBezTo>
                  <a:cubicBezTo>
                    <a:pt x="1429" y="112"/>
                    <a:pt x="1427" y="121"/>
                    <a:pt x="1429" y="129"/>
                  </a:cubicBezTo>
                  <a:cubicBezTo>
                    <a:pt x="1428" y="135"/>
                    <a:pt x="1429" y="139"/>
                    <a:pt x="1429" y="143"/>
                  </a:cubicBezTo>
                  <a:close/>
                  <a:moveTo>
                    <a:pt x="8" y="541"/>
                  </a:moveTo>
                  <a:cubicBezTo>
                    <a:pt x="11" y="539"/>
                    <a:pt x="9" y="536"/>
                    <a:pt x="10" y="534"/>
                  </a:cubicBezTo>
                  <a:cubicBezTo>
                    <a:pt x="10" y="529"/>
                    <a:pt x="11" y="524"/>
                    <a:pt x="13" y="519"/>
                  </a:cubicBezTo>
                  <a:cubicBezTo>
                    <a:pt x="16" y="508"/>
                    <a:pt x="9" y="496"/>
                    <a:pt x="17" y="487"/>
                  </a:cubicBezTo>
                  <a:cubicBezTo>
                    <a:pt x="10" y="476"/>
                    <a:pt x="16" y="468"/>
                    <a:pt x="12" y="458"/>
                  </a:cubicBezTo>
                  <a:cubicBezTo>
                    <a:pt x="14" y="453"/>
                    <a:pt x="8" y="448"/>
                    <a:pt x="13" y="444"/>
                  </a:cubicBezTo>
                  <a:cubicBezTo>
                    <a:pt x="12" y="442"/>
                    <a:pt x="9" y="439"/>
                    <a:pt x="11" y="437"/>
                  </a:cubicBezTo>
                  <a:cubicBezTo>
                    <a:pt x="8" y="435"/>
                    <a:pt x="10" y="431"/>
                    <a:pt x="7" y="432"/>
                  </a:cubicBezTo>
                  <a:cubicBezTo>
                    <a:pt x="8" y="441"/>
                    <a:pt x="7" y="450"/>
                    <a:pt x="7" y="458"/>
                  </a:cubicBezTo>
                  <a:cubicBezTo>
                    <a:pt x="10" y="468"/>
                    <a:pt x="5" y="476"/>
                    <a:pt x="11" y="486"/>
                  </a:cubicBezTo>
                  <a:cubicBezTo>
                    <a:pt x="8" y="490"/>
                    <a:pt x="5" y="494"/>
                    <a:pt x="7" y="499"/>
                  </a:cubicBezTo>
                  <a:cubicBezTo>
                    <a:pt x="6" y="504"/>
                    <a:pt x="9" y="510"/>
                    <a:pt x="4" y="514"/>
                  </a:cubicBezTo>
                  <a:cubicBezTo>
                    <a:pt x="6" y="517"/>
                    <a:pt x="7" y="519"/>
                    <a:pt x="3" y="520"/>
                  </a:cubicBezTo>
                  <a:cubicBezTo>
                    <a:pt x="4" y="523"/>
                    <a:pt x="4" y="526"/>
                    <a:pt x="3" y="528"/>
                  </a:cubicBezTo>
                  <a:cubicBezTo>
                    <a:pt x="3" y="530"/>
                    <a:pt x="3" y="532"/>
                    <a:pt x="2" y="534"/>
                  </a:cubicBezTo>
                  <a:cubicBezTo>
                    <a:pt x="2" y="577"/>
                    <a:pt x="2" y="577"/>
                    <a:pt x="2" y="577"/>
                  </a:cubicBezTo>
                  <a:cubicBezTo>
                    <a:pt x="4" y="567"/>
                    <a:pt x="7" y="559"/>
                    <a:pt x="8" y="549"/>
                  </a:cubicBezTo>
                  <a:cubicBezTo>
                    <a:pt x="9" y="547"/>
                    <a:pt x="10" y="544"/>
                    <a:pt x="8" y="541"/>
                  </a:cubicBezTo>
                  <a:close/>
                  <a:moveTo>
                    <a:pt x="2875" y="253"/>
                  </a:moveTo>
                  <a:cubicBezTo>
                    <a:pt x="2868" y="262"/>
                    <a:pt x="2862" y="273"/>
                    <a:pt x="2856" y="283"/>
                  </a:cubicBezTo>
                  <a:cubicBezTo>
                    <a:pt x="2853" y="283"/>
                    <a:pt x="2854" y="287"/>
                    <a:pt x="2852" y="287"/>
                  </a:cubicBezTo>
                  <a:cubicBezTo>
                    <a:pt x="2849" y="288"/>
                    <a:pt x="2848" y="290"/>
                    <a:pt x="2848" y="292"/>
                  </a:cubicBezTo>
                  <a:cubicBezTo>
                    <a:pt x="2843" y="294"/>
                    <a:pt x="2842" y="300"/>
                    <a:pt x="2837" y="301"/>
                  </a:cubicBezTo>
                  <a:cubicBezTo>
                    <a:pt x="2835" y="311"/>
                    <a:pt x="2827" y="315"/>
                    <a:pt x="2821" y="322"/>
                  </a:cubicBezTo>
                  <a:cubicBezTo>
                    <a:pt x="2811" y="337"/>
                    <a:pt x="2798" y="350"/>
                    <a:pt x="2785" y="362"/>
                  </a:cubicBezTo>
                  <a:cubicBezTo>
                    <a:pt x="2779" y="369"/>
                    <a:pt x="2771" y="373"/>
                    <a:pt x="2766" y="381"/>
                  </a:cubicBezTo>
                  <a:cubicBezTo>
                    <a:pt x="2763" y="381"/>
                    <a:pt x="2765" y="385"/>
                    <a:pt x="2762" y="385"/>
                  </a:cubicBezTo>
                  <a:cubicBezTo>
                    <a:pt x="2760" y="386"/>
                    <a:pt x="2759" y="388"/>
                    <a:pt x="2758" y="390"/>
                  </a:cubicBezTo>
                  <a:cubicBezTo>
                    <a:pt x="2753" y="392"/>
                    <a:pt x="2753" y="398"/>
                    <a:pt x="2748" y="399"/>
                  </a:cubicBezTo>
                  <a:cubicBezTo>
                    <a:pt x="2744" y="408"/>
                    <a:pt x="2736" y="412"/>
                    <a:pt x="2732" y="420"/>
                  </a:cubicBezTo>
                  <a:cubicBezTo>
                    <a:pt x="2727" y="422"/>
                    <a:pt x="2727" y="428"/>
                    <a:pt x="2724" y="432"/>
                  </a:cubicBezTo>
                  <a:cubicBezTo>
                    <a:pt x="2721" y="435"/>
                    <a:pt x="2716" y="437"/>
                    <a:pt x="2716" y="443"/>
                  </a:cubicBezTo>
                  <a:cubicBezTo>
                    <a:pt x="2722" y="443"/>
                    <a:pt x="2724" y="438"/>
                    <a:pt x="2726" y="434"/>
                  </a:cubicBezTo>
                  <a:cubicBezTo>
                    <a:pt x="2729" y="430"/>
                    <a:pt x="2735" y="428"/>
                    <a:pt x="2736" y="422"/>
                  </a:cubicBezTo>
                  <a:cubicBezTo>
                    <a:pt x="2740" y="419"/>
                    <a:pt x="2743" y="415"/>
                    <a:pt x="2744" y="411"/>
                  </a:cubicBezTo>
                  <a:cubicBezTo>
                    <a:pt x="2749" y="408"/>
                    <a:pt x="2752" y="404"/>
                    <a:pt x="2755" y="399"/>
                  </a:cubicBezTo>
                  <a:cubicBezTo>
                    <a:pt x="2757" y="399"/>
                    <a:pt x="2760" y="398"/>
                    <a:pt x="2759" y="394"/>
                  </a:cubicBezTo>
                  <a:cubicBezTo>
                    <a:pt x="2761" y="393"/>
                    <a:pt x="2763" y="392"/>
                    <a:pt x="2765" y="390"/>
                  </a:cubicBezTo>
                  <a:cubicBezTo>
                    <a:pt x="2769" y="387"/>
                    <a:pt x="2773" y="383"/>
                    <a:pt x="2775" y="378"/>
                  </a:cubicBezTo>
                  <a:cubicBezTo>
                    <a:pt x="2778" y="377"/>
                    <a:pt x="2780" y="377"/>
                    <a:pt x="2779" y="373"/>
                  </a:cubicBezTo>
                  <a:cubicBezTo>
                    <a:pt x="2783" y="373"/>
                    <a:pt x="2784" y="371"/>
                    <a:pt x="2785" y="368"/>
                  </a:cubicBezTo>
                  <a:cubicBezTo>
                    <a:pt x="2793" y="368"/>
                    <a:pt x="2792" y="361"/>
                    <a:pt x="2798" y="359"/>
                  </a:cubicBezTo>
                  <a:cubicBezTo>
                    <a:pt x="2812" y="345"/>
                    <a:pt x="2825" y="331"/>
                    <a:pt x="2838" y="317"/>
                  </a:cubicBezTo>
                  <a:cubicBezTo>
                    <a:pt x="2851" y="301"/>
                    <a:pt x="2863" y="285"/>
                    <a:pt x="2877" y="270"/>
                  </a:cubicBezTo>
                  <a:cubicBezTo>
                    <a:pt x="2878" y="267"/>
                    <a:pt x="2880" y="263"/>
                    <a:pt x="2882" y="260"/>
                  </a:cubicBezTo>
                  <a:cubicBezTo>
                    <a:pt x="2882" y="245"/>
                    <a:pt x="2882" y="245"/>
                    <a:pt x="2882" y="245"/>
                  </a:cubicBezTo>
                  <a:cubicBezTo>
                    <a:pt x="2880" y="248"/>
                    <a:pt x="2879" y="251"/>
                    <a:pt x="2875" y="253"/>
                  </a:cubicBezTo>
                  <a:close/>
                  <a:moveTo>
                    <a:pt x="1363" y="128"/>
                  </a:moveTo>
                  <a:cubicBezTo>
                    <a:pt x="1366" y="126"/>
                    <a:pt x="1368" y="123"/>
                    <a:pt x="1368" y="118"/>
                  </a:cubicBezTo>
                  <a:cubicBezTo>
                    <a:pt x="1368" y="117"/>
                    <a:pt x="1366" y="107"/>
                    <a:pt x="1371" y="108"/>
                  </a:cubicBezTo>
                  <a:cubicBezTo>
                    <a:pt x="1374" y="96"/>
                    <a:pt x="1374" y="97"/>
                    <a:pt x="1376" y="86"/>
                  </a:cubicBezTo>
                  <a:cubicBezTo>
                    <a:pt x="1382" y="80"/>
                    <a:pt x="1384" y="63"/>
                    <a:pt x="1388" y="51"/>
                  </a:cubicBezTo>
                  <a:cubicBezTo>
                    <a:pt x="1393" y="49"/>
                    <a:pt x="1391" y="45"/>
                    <a:pt x="1391" y="41"/>
                  </a:cubicBezTo>
                  <a:cubicBezTo>
                    <a:pt x="1397" y="40"/>
                    <a:pt x="1396" y="28"/>
                    <a:pt x="1399" y="23"/>
                  </a:cubicBezTo>
                  <a:cubicBezTo>
                    <a:pt x="1403" y="19"/>
                    <a:pt x="1404" y="8"/>
                    <a:pt x="1409" y="0"/>
                  </a:cubicBezTo>
                  <a:cubicBezTo>
                    <a:pt x="1403" y="0"/>
                    <a:pt x="1403" y="0"/>
                    <a:pt x="1403" y="0"/>
                  </a:cubicBezTo>
                  <a:cubicBezTo>
                    <a:pt x="1398" y="13"/>
                    <a:pt x="1393" y="27"/>
                    <a:pt x="1387" y="40"/>
                  </a:cubicBezTo>
                  <a:cubicBezTo>
                    <a:pt x="1383" y="55"/>
                    <a:pt x="1378" y="70"/>
                    <a:pt x="1374" y="86"/>
                  </a:cubicBezTo>
                  <a:cubicBezTo>
                    <a:pt x="1369" y="91"/>
                    <a:pt x="1372" y="95"/>
                    <a:pt x="1368" y="105"/>
                  </a:cubicBezTo>
                  <a:cubicBezTo>
                    <a:pt x="1367" y="109"/>
                    <a:pt x="1365" y="113"/>
                    <a:pt x="1364" y="117"/>
                  </a:cubicBezTo>
                  <a:cubicBezTo>
                    <a:pt x="1364" y="120"/>
                    <a:pt x="1359" y="127"/>
                    <a:pt x="1363" y="128"/>
                  </a:cubicBezTo>
                  <a:close/>
                  <a:moveTo>
                    <a:pt x="1367" y="0"/>
                  </a:moveTo>
                  <a:cubicBezTo>
                    <a:pt x="1362" y="0"/>
                    <a:pt x="1362" y="0"/>
                    <a:pt x="1362" y="0"/>
                  </a:cubicBezTo>
                  <a:cubicBezTo>
                    <a:pt x="1357" y="12"/>
                    <a:pt x="1352" y="24"/>
                    <a:pt x="1348" y="35"/>
                  </a:cubicBezTo>
                  <a:cubicBezTo>
                    <a:pt x="1346" y="40"/>
                    <a:pt x="1344" y="48"/>
                    <a:pt x="1342" y="54"/>
                  </a:cubicBezTo>
                  <a:cubicBezTo>
                    <a:pt x="1340" y="62"/>
                    <a:pt x="1336" y="68"/>
                    <a:pt x="1339" y="73"/>
                  </a:cubicBezTo>
                  <a:cubicBezTo>
                    <a:pt x="1347" y="51"/>
                    <a:pt x="1357" y="25"/>
                    <a:pt x="1367" y="0"/>
                  </a:cubicBezTo>
                  <a:close/>
                  <a:moveTo>
                    <a:pt x="2878" y="222"/>
                  </a:moveTo>
                  <a:cubicBezTo>
                    <a:pt x="2879" y="226"/>
                    <a:pt x="2875" y="227"/>
                    <a:pt x="2874" y="229"/>
                  </a:cubicBezTo>
                  <a:cubicBezTo>
                    <a:pt x="2855" y="259"/>
                    <a:pt x="2848" y="264"/>
                    <a:pt x="2842" y="270"/>
                  </a:cubicBezTo>
                  <a:cubicBezTo>
                    <a:pt x="2809" y="297"/>
                    <a:pt x="2813" y="307"/>
                    <a:pt x="2807" y="308"/>
                  </a:cubicBezTo>
                  <a:cubicBezTo>
                    <a:pt x="2752" y="370"/>
                    <a:pt x="2744" y="368"/>
                    <a:pt x="2744" y="374"/>
                  </a:cubicBezTo>
                  <a:cubicBezTo>
                    <a:pt x="2720" y="393"/>
                    <a:pt x="2724" y="403"/>
                    <a:pt x="2718" y="404"/>
                  </a:cubicBezTo>
                  <a:cubicBezTo>
                    <a:pt x="2708" y="422"/>
                    <a:pt x="2704" y="425"/>
                    <a:pt x="2708" y="426"/>
                  </a:cubicBezTo>
                  <a:cubicBezTo>
                    <a:pt x="2726" y="407"/>
                    <a:pt x="2723" y="401"/>
                    <a:pt x="2728" y="401"/>
                  </a:cubicBezTo>
                  <a:cubicBezTo>
                    <a:pt x="2760" y="371"/>
                    <a:pt x="2763" y="359"/>
                    <a:pt x="2773" y="354"/>
                  </a:cubicBezTo>
                  <a:cubicBezTo>
                    <a:pt x="2826" y="298"/>
                    <a:pt x="2836" y="292"/>
                    <a:pt x="2843" y="284"/>
                  </a:cubicBezTo>
                  <a:cubicBezTo>
                    <a:pt x="2866" y="246"/>
                    <a:pt x="2876" y="251"/>
                    <a:pt x="2873" y="244"/>
                  </a:cubicBezTo>
                  <a:cubicBezTo>
                    <a:pt x="2882" y="217"/>
                    <a:pt x="2882" y="217"/>
                    <a:pt x="2882" y="217"/>
                  </a:cubicBezTo>
                  <a:close/>
                  <a:moveTo>
                    <a:pt x="2859" y="171"/>
                  </a:moveTo>
                  <a:cubicBezTo>
                    <a:pt x="2852" y="175"/>
                    <a:pt x="2852" y="185"/>
                    <a:pt x="2842" y="187"/>
                  </a:cubicBezTo>
                  <a:cubicBezTo>
                    <a:pt x="2816" y="231"/>
                    <a:pt x="2810" y="233"/>
                    <a:pt x="2809" y="238"/>
                  </a:cubicBezTo>
                  <a:cubicBezTo>
                    <a:pt x="2789" y="263"/>
                    <a:pt x="2787" y="268"/>
                    <a:pt x="2783" y="270"/>
                  </a:cubicBezTo>
                  <a:cubicBezTo>
                    <a:pt x="2758" y="313"/>
                    <a:pt x="2743" y="325"/>
                    <a:pt x="2735" y="344"/>
                  </a:cubicBezTo>
                  <a:cubicBezTo>
                    <a:pt x="2713" y="374"/>
                    <a:pt x="2712" y="386"/>
                    <a:pt x="2706" y="394"/>
                  </a:cubicBezTo>
                  <a:cubicBezTo>
                    <a:pt x="2732" y="359"/>
                    <a:pt x="2737" y="349"/>
                    <a:pt x="2744" y="341"/>
                  </a:cubicBezTo>
                  <a:cubicBezTo>
                    <a:pt x="2784" y="285"/>
                    <a:pt x="2786" y="283"/>
                    <a:pt x="2785" y="279"/>
                  </a:cubicBezTo>
                  <a:cubicBezTo>
                    <a:pt x="2801" y="253"/>
                    <a:pt x="2811" y="255"/>
                    <a:pt x="2809" y="247"/>
                  </a:cubicBezTo>
                  <a:cubicBezTo>
                    <a:pt x="2835" y="218"/>
                    <a:pt x="2836" y="212"/>
                    <a:pt x="2842" y="209"/>
                  </a:cubicBezTo>
                  <a:cubicBezTo>
                    <a:pt x="2863" y="178"/>
                    <a:pt x="2869" y="178"/>
                    <a:pt x="2868" y="172"/>
                  </a:cubicBezTo>
                  <a:cubicBezTo>
                    <a:pt x="2882" y="135"/>
                    <a:pt x="2882" y="135"/>
                    <a:pt x="2882" y="135"/>
                  </a:cubicBezTo>
                  <a:close/>
                  <a:moveTo>
                    <a:pt x="2878" y="100"/>
                  </a:moveTo>
                  <a:cubicBezTo>
                    <a:pt x="2870" y="102"/>
                    <a:pt x="2872" y="113"/>
                    <a:pt x="2866" y="116"/>
                  </a:cubicBezTo>
                  <a:cubicBezTo>
                    <a:pt x="2855" y="140"/>
                    <a:pt x="2849" y="143"/>
                    <a:pt x="2849" y="152"/>
                  </a:cubicBezTo>
                  <a:cubicBezTo>
                    <a:pt x="2834" y="173"/>
                    <a:pt x="2830" y="178"/>
                    <a:pt x="2825" y="182"/>
                  </a:cubicBezTo>
                  <a:cubicBezTo>
                    <a:pt x="2812" y="207"/>
                    <a:pt x="2804" y="209"/>
                    <a:pt x="2803" y="216"/>
                  </a:cubicBezTo>
                  <a:cubicBezTo>
                    <a:pt x="2751" y="284"/>
                    <a:pt x="2752" y="292"/>
                    <a:pt x="2745" y="295"/>
                  </a:cubicBezTo>
                  <a:cubicBezTo>
                    <a:pt x="2721" y="335"/>
                    <a:pt x="2714" y="339"/>
                    <a:pt x="2714" y="347"/>
                  </a:cubicBezTo>
                  <a:cubicBezTo>
                    <a:pt x="2693" y="384"/>
                    <a:pt x="2696" y="391"/>
                    <a:pt x="2693" y="392"/>
                  </a:cubicBezTo>
                  <a:cubicBezTo>
                    <a:pt x="2687" y="416"/>
                    <a:pt x="2680" y="422"/>
                    <a:pt x="2686" y="423"/>
                  </a:cubicBezTo>
                  <a:cubicBezTo>
                    <a:pt x="2703" y="388"/>
                    <a:pt x="2701" y="378"/>
                    <a:pt x="2705" y="374"/>
                  </a:cubicBezTo>
                  <a:cubicBezTo>
                    <a:pt x="2733" y="326"/>
                    <a:pt x="2734" y="320"/>
                    <a:pt x="2740" y="317"/>
                  </a:cubicBezTo>
                  <a:cubicBezTo>
                    <a:pt x="2772" y="272"/>
                    <a:pt x="2774" y="266"/>
                    <a:pt x="2778" y="262"/>
                  </a:cubicBezTo>
                  <a:cubicBezTo>
                    <a:pt x="2815" y="214"/>
                    <a:pt x="2818" y="201"/>
                    <a:pt x="2828" y="195"/>
                  </a:cubicBezTo>
                  <a:cubicBezTo>
                    <a:pt x="2842" y="172"/>
                    <a:pt x="2843" y="169"/>
                    <a:pt x="2845" y="167"/>
                  </a:cubicBezTo>
                  <a:cubicBezTo>
                    <a:pt x="2881" y="109"/>
                    <a:pt x="2881" y="107"/>
                    <a:pt x="2882" y="105"/>
                  </a:cubicBezTo>
                  <a:close/>
                </a:path>
              </a:pathLst>
            </a:custGeom>
            <a:solidFill>
              <a:schemeClr val="accent3"/>
            </a:solidFill>
            <a:ln w="0">
              <a:noFill/>
            </a:ln>
          </p:spPr>
          <p:style>
            <a:lnRef idx="0"/>
            <a:fillRef idx="0"/>
            <a:effectRef idx="0"/>
            <a:fontRef idx="minor"/>
          </p:style>
          <p:txBody>
            <a:bodyPr tIns="91440" bIns="91440" anchor="ctr">
              <a:noAutofit/>
            </a:bodyPr>
            <a:p>
              <a:pPr>
                <a:lnSpc>
                  <a:spcPct val="100000"/>
                </a:lnSpc>
                <a:tabLst>
                  <a:tab algn="l" pos="0"/>
                </a:tabLst>
              </a:pPr>
              <a:endParaRPr b="0" lang="en-US" sz="1400" spc="-1" strike="noStrike">
                <a:solidFill>
                  <a:srgbClr val="000000"/>
                </a:solidFill>
                <a:latin typeface="Arial"/>
                <a:ea typeface="Arial"/>
              </a:endParaRPr>
            </a:p>
          </p:txBody>
        </p:sp>
        <p:sp>
          <p:nvSpPr>
            <p:cNvPr id="8" name="Google Shape;65;p14"/>
            <p:cNvSpPr/>
            <p:nvPr/>
          </p:nvSpPr>
          <p:spPr>
            <a:xfrm>
              <a:off x="1800" y="0"/>
              <a:ext cx="8640720" cy="5150160"/>
            </a:xfrm>
            <a:custGeom>
              <a:avLst/>
              <a:gdLst>
                <a:gd name="textAreaLeft" fmla="*/ 0 w 8640720"/>
                <a:gd name="textAreaRight" fmla="*/ 8641080 w 8640720"/>
                <a:gd name="textAreaTop" fmla="*/ 0 h 5150160"/>
                <a:gd name="textAreaBottom" fmla="*/ 5150520 h 5150160"/>
              </a:gdLst>
              <a:ahLst/>
              <a:rect l="textAreaLeft" t="textAreaTop" r="textAreaRight" b="textAreaBottom"/>
              <a:pathLst>
                <a:path w="2726" h="2162">
                  <a:moveTo>
                    <a:pt x="2608" y="2112"/>
                  </a:moveTo>
                  <a:cubicBezTo>
                    <a:pt x="2614" y="2110"/>
                    <a:pt x="2601" y="2106"/>
                    <a:pt x="2606" y="2103"/>
                  </a:cubicBezTo>
                  <a:cubicBezTo>
                    <a:pt x="2604" y="2100"/>
                    <a:pt x="2602" y="2096"/>
                    <a:pt x="2604" y="2093"/>
                  </a:cubicBezTo>
                  <a:cubicBezTo>
                    <a:pt x="2588" y="2074"/>
                    <a:pt x="2586" y="2062"/>
                    <a:pt x="2570" y="2045"/>
                  </a:cubicBezTo>
                  <a:cubicBezTo>
                    <a:pt x="2557" y="2035"/>
                    <a:pt x="2545" y="2023"/>
                    <a:pt x="2533" y="2016"/>
                  </a:cubicBezTo>
                  <a:cubicBezTo>
                    <a:pt x="2527" y="2009"/>
                    <a:pt x="2520" y="2009"/>
                    <a:pt x="2514" y="2001"/>
                  </a:cubicBezTo>
                  <a:cubicBezTo>
                    <a:pt x="2507" y="2000"/>
                    <a:pt x="2501" y="1990"/>
                    <a:pt x="2494" y="1992"/>
                  </a:cubicBezTo>
                  <a:cubicBezTo>
                    <a:pt x="2508" y="2005"/>
                    <a:pt x="2523" y="2014"/>
                    <a:pt x="2537" y="2024"/>
                  </a:cubicBezTo>
                  <a:cubicBezTo>
                    <a:pt x="2544" y="2032"/>
                    <a:pt x="2552" y="2038"/>
                    <a:pt x="2559" y="2043"/>
                  </a:cubicBezTo>
                  <a:cubicBezTo>
                    <a:pt x="2556" y="2046"/>
                    <a:pt x="2565" y="2051"/>
                    <a:pt x="2567" y="2055"/>
                  </a:cubicBezTo>
                  <a:cubicBezTo>
                    <a:pt x="2572" y="2060"/>
                    <a:pt x="2576" y="2065"/>
                    <a:pt x="2580" y="2070"/>
                  </a:cubicBezTo>
                  <a:cubicBezTo>
                    <a:pt x="2585" y="2078"/>
                    <a:pt x="2588" y="2092"/>
                    <a:pt x="2596" y="2094"/>
                  </a:cubicBezTo>
                  <a:cubicBezTo>
                    <a:pt x="2592" y="2100"/>
                    <a:pt x="2600" y="2106"/>
                    <a:pt x="2599" y="2112"/>
                  </a:cubicBezTo>
                  <a:cubicBezTo>
                    <a:pt x="2602" y="2117"/>
                    <a:pt x="2606" y="2123"/>
                    <a:pt x="2606" y="2129"/>
                  </a:cubicBezTo>
                  <a:cubicBezTo>
                    <a:pt x="2612" y="2139"/>
                    <a:pt x="2614" y="2149"/>
                    <a:pt x="2620" y="2160"/>
                  </a:cubicBezTo>
                  <a:cubicBezTo>
                    <a:pt x="2629" y="2160"/>
                    <a:pt x="2629" y="2160"/>
                    <a:pt x="2629" y="2160"/>
                  </a:cubicBezTo>
                  <a:cubicBezTo>
                    <a:pt x="2624" y="2150"/>
                    <a:pt x="2624" y="2141"/>
                    <a:pt x="2616" y="2131"/>
                  </a:cubicBezTo>
                  <a:cubicBezTo>
                    <a:pt x="2617" y="2125"/>
                    <a:pt x="2611" y="2119"/>
                    <a:pt x="2608" y="2112"/>
                  </a:cubicBezTo>
                  <a:close/>
                  <a:moveTo>
                    <a:pt x="1185" y="997"/>
                  </a:moveTo>
                  <a:cubicBezTo>
                    <a:pt x="1185" y="991"/>
                    <a:pt x="1188" y="987"/>
                    <a:pt x="1188" y="981"/>
                  </a:cubicBezTo>
                  <a:cubicBezTo>
                    <a:pt x="1204" y="933"/>
                    <a:pt x="1201" y="925"/>
                    <a:pt x="1207" y="922"/>
                  </a:cubicBezTo>
                  <a:cubicBezTo>
                    <a:pt x="1220" y="867"/>
                    <a:pt x="1221" y="859"/>
                    <a:pt x="1225" y="852"/>
                  </a:cubicBezTo>
                  <a:cubicBezTo>
                    <a:pt x="1238" y="801"/>
                    <a:pt x="1237" y="792"/>
                    <a:pt x="1242" y="787"/>
                  </a:cubicBezTo>
                  <a:cubicBezTo>
                    <a:pt x="1254" y="735"/>
                    <a:pt x="1261" y="729"/>
                    <a:pt x="1263" y="719"/>
                  </a:cubicBezTo>
                  <a:cubicBezTo>
                    <a:pt x="1276" y="705"/>
                    <a:pt x="1275" y="699"/>
                    <a:pt x="1276" y="695"/>
                  </a:cubicBezTo>
                  <a:cubicBezTo>
                    <a:pt x="1289" y="674"/>
                    <a:pt x="1291" y="671"/>
                    <a:pt x="1293" y="674"/>
                  </a:cubicBezTo>
                  <a:cubicBezTo>
                    <a:pt x="1266" y="737"/>
                    <a:pt x="1270" y="744"/>
                    <a:pt x="1266" y="745"/>
                  </a:cubicBezTo>
                  <a:cubicBezTo>
                    <a:pt x="1255" y="789"/>
                    <a:pt x="1257" y="793"/>
                    <a:pt x="1254" y="794"/>
                  </a:cubicBezTo>
                  <a:cubicBezTo>
                    <a:pt x="1251" y="821"/>
                    <a:pt x="1249" y="825"/>
                    <a:pt x="1248" y="830"/>
                  </a:cubicBezTo>
                  <a:cubicBezTo>
                    <a:pt x="1245" y="853"/>
                    <a:pt x="1242" y="856"/>
                    <a:pt x="1242" y="862"/>
                  </a:cubicBezTo>
                  <a:cubicBezTo>
                    <a:pt x="1231" y="926"/>
                    <a:pt x="1230" y="933"/>
                    <a:pt x="1230" y="940"/>
                  </a:cubicBezTo>
                  <a:cubicBezTo>
                    <a:pt x="1223" y="975"/>
                    <a:pt x="1217" y="974"/>
                    <a:pt x="1219" y="980"/>
                  </a:cubicBezTo>
                  <a:cubicBezTo>
                    <a:pt x="1208" y="1012"/>
                    <a:pt x="1200" y="1022"/>
                    <a:pt x="1196" y="1035"/>
                  </a:cubicBezTo>
                  <a:cubicBezTo>
                    <a:pt x="1215" y="1004"/>
                    <a:pt x="1219" y="1004"/>
                    <a:pt x="1219" y="1002"/>
                  </a:cubicBezTo>
                  <a:cubicBezTo>
                    <a:pt x="1230" y="971"/>
                    <a:pt x="1230" y="963"/>
                    <a:pt x="1235" y="959"/>
                  </a:cubicBezTo>
                  <a:cubicBezTo>
                    <a:pt x="1243" y="910"/>
                    <a:pt x="1241" y="901"/>
                    <a:pt x="1247" y="897"/>
                  </a:cubicBezTo>
                  <a:cubicBezTo>
                    <a:pt x="1252" y="860"/>
                    <a:pt x="1253" y="845"/>
                    <a:pt x="1257" y="831"/>
                  </a:cubicBezTo>
                  <a:cubicBezTo>
                    <a:pt x="1268" y="784"/>
                    <a:pt x="1267" y="775"/>
                    <a:pt x="1270" y="769"/>
                  </a:cubicBezTo>
                  <a:cubicBezTo>
                    <a:pt x="1292" y="709"/>
                    <a:pt x="1288" y="703"/>
                    <a:pt x="1291" y="701"/>
                  </a:cubicBezTo>
                  <a:cubicBezTo>
                    <a:pt x="1315" y="659"/>
                    <a:pt x="1322" y="644"/>
                    <a:pt x="1331" y="629"/>
                  </a:cubicBezTo>
                  <a:cubicBezTo>
                    <a:pt x="1351" y="606"/>
                    <a:pt x="1355" y="604"/>
                    <a:pt x="1360" y="602"/>
                  </a:cubicBezTo>
                  <a:cubicBezTo>
                    <a:pt x="1367" y="599"/>
                    <a:pt x="1362" y="599"/>
                    <a:pt x="1360" y="602"/>
                  </a:cubicBezTo>
                  <a:cubicBezTo>
                    <a:pt x="1343" y="626"/>
                    <a:pt x="1344" y="632"/>
                    <a:pt x="1341" y="634"/>
                  </a:cubicBezTo>
                  <a:cubicBezTo>
                    <a:pt x="1313" y="685"/>
                    <a:pt x="1309" y="692"/>
                    <a:pt x="1306" y="700"/>
                  </a:cubicBezTo>
                  <a:cubicBezTo>
                    <a:pt x="1286" y="756"/>
                    <a:pt x="1286" y="766"/>
                    <a:pt x="1279" y="772"/>
                  </a:cubicBezTo>
                  <a:cubicBezTo>
                    <a:pt x="1263" y="829"/>
                    <a:pt x="1267" y="838"/>
                    <a:pt x="1261" y="841"/>
                  </a:cubicBezTo>
                  <a:cubicBezTo>
                    <a:pt x="1259" y="864"/>
                    <a:pt x="1258" y="870"/>
                    <a:pt x="1256" y="876"/>
                  </a:cubicBezTo>
                  <a:cubicBezTo>
                    <a:pt x="1244" y="926"/>
                    <a:pt x="1247" y="944"/>
                    <a:pt x="1239" y="954"/>
                  </a:cubicBezTo>
                  <a:cubicBezTo>
                    <a:pt x="1215" y="1043"/>
                    <a:pt x="1207" y="1046"/>
                    <a:pt x="1208" y="1055"/>
                  </a:cubicBezTo>
                  <a:cubicBezTo>
                    <a:pt x="1208" y="1059"/>
                    <a:pt x="1216" y="1053"/>
                    <a:pt x="1217" y="1042"/>
                  </a:cubicBezTo>
                  <a:cubicBezTo>
                    <a:pt x="1233" y="1005"/>
                    <a:pt x="1235" y="995"/>
                    <a:pt x="1241" y="987"/>
                  </a:cubicBezTo>
                  <a:cubicBezTo>
                    <a:pt x="1256" y="913"/>
                    <a:pt x="1263" y="906"/>
                    <a:pt x="1264" y="894"/>
                  </a:cubicBezTo>
                  <a:cubicBezTo>
                    <a:pt x="1281" y="827"/>
                    <a:pt x="1277" y="817"/>
                    <a:pt x="1280" y="814"/>
                  </a:cubicBezTo>
                  <a:cubicBezTo>
                    <a:pt x="1287" y="774"/>
                    <a:pt x="1296" y="773"/>
                    <a:pt x="1294" y="765"/>
                  </a:cubicBezTo>
                  <a:cubicBezTo>
                    <a:pt x="1324" y="691"/>
                    <a:pt x="1328" y="679"/>
                    <a:pt x="1333" y="667"/>
                  </a:cubicBezTo>
                  <a:cubicBezTo>
                    <a:pt x="1358" y="633"/>
                    <a:pt x="1355" y="627"/>
                    <a:pt x="1357" y="625"/>
                  </a:cubicBezTo>
                  <a:cubicBezTo>
                    <a:pt x="1378" y="596"/>
                    <a:pt x="1385" y="592"/>
                    <a:pt x="1388" y="586"/>
                  </a:cubicBezTo>
                  <a:cubicBezTo>
                    <a:pt x="1402" y="577"/>
                    <a:pt x="1402" y="573"/>
                    <a:pt x="1404" y="576"/>
                  </a:cubicBezTo>
                  <a:cubicBezTo>
                    <a:pt x="1379" y="617"/>
                    <a:pt x="1373" y="621"/>
                    <a:pt x="1373" y="628"/>
                  </a:cubicBezTo>
                  <a:cubicBezTo>
                    <a:pt x="1351" y="666"/>
                    <a:pt x="1350" y="672"/>
                    <a:pt x="1347" y="678"/>
                  </a:cubicBezTo>
                  <a:cubicBezTo>
                    <a:pt x="1317" y="755"/>
                    <a:pt x="1313" y="767"/>
                    <a:pt x="1310" y="771"/>
                  </a:cubicBezTo>
                  <a:cubicBezTo>
                    <a:pt x="1307" y="783"/>
                    <a:pt x="1310" y="784"/>
                    <a:pt x="1310" y="784"/>
                  </a:cubicBezTo>
                  <a:cubicBezTo>
                    <a:pt x="1296" y="817"/>
                    <a:pt x="1299" y="829"/>
                    <a:pt x="1295" y="835"/>
                  </a:cubicBezTo>
                  <a:cubicBezTo>
                    <a:pt x="1266" y="933"/>
                    <a:pt x="1260" y="938"/>
                    <a:pt x="1260" y="948"/>
                  </a:cubicBezTo>
                  <a:cubicBezTo>
                    <a:pt x="1249" y="963"/>
                    <a:pt x="1250" y="966"/>
                    <a:pt x="1254" y="964"/>
                  </a:cubicBezTo>
                  <a:cubicBezTo>
                    <a:pt x="1275" y="932"/>
                    <a:pt x="1280" y="931"/>
                    <a:pt x="1283" y="928"/>
                  </a:cubicBezTo>
                  <a:cubicBezTo>
                    <a:pt x="1286" y="929"/>
                    <a:pt x="1291" y="929"/>
                    <a:pt x="1289" y="925"/>
                  </a:cubicBezTo>
                  <a:cubicBezTo>
                    <a:pt x="1319" y="891"/>
                    <a:pt x="1326" y="887"/>
                    <a:pt x="1330" y="880"/>
                  </a:cubicBezTo>
                  <a:cubicBezTo>
                    <a:pt x="1376" y="817"/>
                    <a:pt x="1385" y="813"/>
                    <a:pt x="1390" y="807"/>
                  </a:cubicBezTo>
                  <a:cubicBezTo>
                    <a:pt x="1433" y="757"/>
                    <a:pt x="1432" y="751"/>
                    <a:pt x="1435" y="748"/>
                  </a:cubicBezTo>
                  <a:cubicBezTo>
                    <a:pt x="1449" y="723"/>
                    <a:pt x="1452" y="720"/>
                    <a:pt x="1453" y="716"/>
                  </a:cubicBezTo>
                  <a:cubicBezTo>
                    <a:pt x="1462" y="702"/>
                    <a:pt x="1465" y="699"/>
                    <a:pt x="1465" y="694"/>
                  </a:cubicBezTo>
                  <a:cubicBezTo>
                    <a:pt x="1481" y="667"/>
                    <a:pt x="1483" y="664"/>
                    <a:pt x="1485" y="659"/>
                  </a:cubicBezTo>
                  <a:cubicBezTo>
                    <a:pt x="1501" y="625"/>
                    <a:pt x="1502" y="623"/>
                    <a:pt x="1502" y="621"/>
                  </a:cubicBezTo>
                  <a:cubicBezTo>
                    <a:pt x="1513" y="590"/>
                    <a:pt x="1521" y="590"/>
                    <a:pt x="1518" y="582"/>
                  </a:cubicBezTo>
                  <a:cubicBezTo>
                    <a:pt x="1537" y="564"/>
                    <a:pt x="1530" y="555"/>
                    <a:pt x="1537" y="557"/>
                  </a:cubicBezTo>
                  <a:cubicBezTo>
                    <a:pt x="1555" y="515"/>
                    <a:pt x="1557" y="512"/>
                    <a:pt x="1558" y="509"/>
                  </a:cubicBezTo>
                  <a:cubicBezTo>
                    <a:pt x="1568" y="495"/>
                    <a:pt x="1564" y="485"/>
                    <a:pt x="1573" y="484"/>
                  </a:cubicBezTo>
                  <a:cubicBezTo>
                    <a:pt x="1581" y="478"/>
                    <a:pt x="1577" y="487"/>
                    <a:pt x="1576" y="499"/>
                  </a:cubicBezTo>
                  <a:cubicBezTo>
                    <a:pt x="1578" y="525"/>
                    <a:pt x="1579" y="527"/>
                    <a:pt x="1579" y="531"/>
                  </a:cubicBezTo>
                  <a:cubicBezTo>
                    <a:pt x="1586" y="481"/>
                    <a:pt x="1592" y="479"/>
                    <a:pt x="1590" y="470"/>
                  </a:cubicBezTo>
                  <a:cubicBezTo>
                    <a:pt x="1610" y="475"/>
                    <a:pt x="1604" y="463"/>
                    <a:pt x="1608" y="458"/>
                  </a:cubicBezTo>
                  <a:cubicBezTo>
                    <a:pt x="1617" y="443"/>
                    <a:pt x="1611" y="446"/>
                    <a:pt x="1614" y="454"/>
                  </a:cubicBezTo>
                  <a:cubicBezTo>
                    <a:pt x="1622" y="470"/>
                    <a:pt x="1618" y="475"/>
                    <a:pt x="1623" y="477"/>
                  </a:cubicBezTo>
                  <a:cubicBezTo>
                    <a:pt x="1631" y="428"/>
                    <a:pt x="1635" y="424"/>
                    <a:pt x="1634" y="417"/>
                  </a:cubicBezTo>
                  <a:cubicBezTo>
                    <a:pt x="1646" y="391"/>
                    <a:pt x="1659" y="394"/>
                    <a:pt x="1655" y="387"/>
                  </a:cubicBezTo>
                  <a:cubicBezTo>
                    <a:pt x="1670" y="360"/>
                    <a:pt x="1666" y="362"/>
                    <a:pt x="1665" y="356"/>
                  </a:cubicBezTo>
                  <a:cubicBezTo>
                    <a:pt x="1613" y="367"/>
                    <a:pt x="1610" y="365"/>
                    <a:pt x="1607" y="365"/>
                  </a:cubicBezTo>
                  <a:cubicBezTo>
                    <a:pt x="1579" y="335"/>
                    <a:pt x="1568" y="339"/>
                    <a:pt x="1567" y="328"/>
                  </a:cubicBezTo>
                  <a:cubicBezTo>
                    <a:pt x="1572" y="346"/>
                    <a:pt x="1575" y="350"/>
                    <a:pt x="1579" y="354"/>
                  </a:cubicBezTo>
                  <a:cubicBezTo>
                    <a:pt x="1603" y="379"/>
                    <a:pt x="1607" y="382"/>
                    <a:pt x="1611" y="386"/>
                  </a:cubicBezTo>
                  <a:cubicBezTo>
                    <a:pt x="1577" y="403"/>
                    <a:pt x="1578" y="398"/>
                    <a:pt x="1573" y="400"/>
                  </a:cubicBezTo>
                  <a:cubicBezTo>
                    <a:pt x="1535" y="399"/>
                    <a:pt x="1537" y="391"/>
                    <a:pt x="1530" y="394"/>
                  </a:cubicBezTo>
                  <a:cubicBezTo>
                    <a:pt x="1504" y="388"/>
                    <a:pt x="1500" y="387"/>
                    <a:pt x="1498" y="384"/>
                  </a:cubicBezTo>
                  <a:cubicBezTo>
                    <a:pt x="1429" y="359"/>
                    <a:pt x="1422" y="357"/>
                    <a:pt x="1416" y="353"/>
                  </a:cubicBezTo>
                  <a:cubicBezTo>
                    <a:pt x="1368" y="331"/>
                    <a:pt x="1368" y="324"/>
                    <a:pt x="1363" y="325"/>
                  </a:cubicBezTo>
                  <a:cubicBezTo>
                    <a:pt x="1322" y="306"/>
                    <a:pt x="1316" y="307"/>
                    <a:pt x="1313" y="305"/>
                  </a:cubicBezTo>
                  <a:cubicBezTo>
                    <a:pt x="1278" y="286"/>
                    <a:pt x="1270" y="287"/>
                    <a:pt x="1264" y="282"/>
                  </a:cubicBezTo>
                  <a:cubicBezTo>
                    <a:pt x="1210" y="276"/>
                    <a:pt x="1198" y="277"/>
                    <a:pt x="1186" y="277"/>
                  </a:cubicBezTo>
                  <a:cubicBezTo>
                    <a:pt x="1188" y="279"/>
                    <a:pt x="1207" y="283"/>
                    <a:pt x="1229" y="282"/>
                  </a:cubicBezTo>
                  <a:cubicBezTo>
                    <a:pt x="1251" y="291"/>
                    <a:pt x="1257" y="287"/>
                    <a:pt x="1259" y="290"/>
                  </a:cubicBezTo>
                  <a:cubicBezTo>
                    <a:pt x="1335" y="317"/>
                    <a:pt x="1360" y="337"/>
                    <a:pt x="1391" y="348"/>
                  </a:cubicBezTo>
                  <a:cubicBezTo>
                    <a:pt x="1407" y="359"/>
                    <a:pt x="1408" y="361"/>
                    <a:pt x="1409" y="363"/>
                  </a:cubicBezTo>
                  <a:cubicBezTo>
                    <a:pt x="1481" y="388"/>
                    <a:pt x="1483" y="391"/>
                    <a:pt x="1486" y="393"/>
                  </a:cubicBezTo>
                  <a:cubicBezTo>
                    <a:pt x="1538" y="403"/>
                    <a:pt x="1548" y="410"/>
                    <a:pt x="1564" y="410"/>
                  </a:cubicBezTo>
                  <a:cubicBezTo>
                    <a:pt x="1598" y="413"/>
                    <a:pt x="1600" y="413"/>
                    <a:pt x="1602" y="412"/>
                  </a:cubicBezTo>
                  <a:cubicBezTo>
                    <a:pt x="1593" y="415"/>
                    <a:pt x="1592" y="417"/>
                    <a:pt x="1590" y="419"/>
                  </a:cubicBezTo>
                  <a:cubicBezTo>
                    <a:pt x="1529" y="416"/>
                    <a:pt x="1519" y="411"/>
                    <a:pt x="1508" y="407"/>
                  </a:cubicBezTo>
                  <a:cubicBezTo>
                    <a:pt x="1480" y="399"/>
                    <a:pt x="1462" y="398"/>
                    <a:pt x="1450" y="389"/>
                  </a:cubicBezTo>
                  <a:cubicBezTo>
                    <a:pt x="1425" y="377"/>
                    <a:pt x="1419" y="377"/>
                    <a:pt x="1416" y="375"/>
                  </a:cubicBezTo>
                  <a:cubicBezTo>
                    <a:pt x="1381" y="357"/>
                    <a:pt x="1376" y="358"/>
                    <a:pt x="1373" y="356"/>
                  </a:cubicBezTo>
                  <a:cubicBezTo>
                    <a:pt x="1356" y="352"/>
                    <a:pt x="1357" y="344"/>
                    <a:pt x="1351" y="347"/>
                  </a:cubicBezTo>
                  <a:cubicBezTo>
                    <a:pt x="1337" y="338"/>
                    <a:pt x="1332" y="338"/>
                    <a:pt x="1329" y="335"/>
                  </a:cubicBezTo>
                  <a:cubicBezTo>
                    <a:pt x="1302" y="325"/>
                    <a:pt x="1287" y="320"/>
                    <a:pt x="1272" y="314"/>
                  </a:cubicBezTo>
                  <a:cubicBezTo>
                    <a:pt x="1238" y="309"/>
                    <a:pt x="1231" y="305"/>
                    <a:pt x="1222" y="303"/>
                  </a:cubicBezTo>
                  <a:cubicBezTo>
                    <a:pt x="1181" y="292"/>
                    <a:pt x="1173" y="297"/>
                    <a:pt x="1171" y="293"/>
                  </a:cubicBezTo>
                  <a:cubicBezTo>
                    <a:pt x="1072" y="296"/>
                    <a:pt x="1063" y="298"/>
                    <a:pt x="1048" y="297"/>
                  </a:cubicBezTo>
                  <a:cubicBezTo>
                    <a:pt x="1014" y="304"/>
                    <a:pt x="1004" y="304"/>
                    <a:pt x="994" y="307"/>
                  </a:cubicBezTo>
                  <a:cubicBezTo>
                    <a:pt x="991" y="310"/>
                    <a:pt x="1014" y="310"/>
                    <a:pt x="1038" y="308"/>
                  </a:cubicBezTo>
                  <a:cubicBezTo>
                    <a:pt x="1072" y="309"/>
                    <a:pt x="1076" y="316"/>
                    <a:pt x="1088" y="312"/>
                  </a:cubicBezTo>
                  <a:cubicBezTo>
                    <a:pt x="1141" y="329"/>
                    <a:pt x="1144" y="333"/>
                    <a:pt x="1149" y="332"/>
                  </a:cubicBezTo>
                  <a:cubicBezTo>
                    <a:pt x="1176" y="344"/>
                    <a:pt x="1179" y="347"/>
                    <a:pt x="1183" y="348"/>
                  </a:cubicBezTo>
                  <a:cubicBezTo>
                    <a:pt x="1210" y="359"/>
                    <a:pt x="1210" y="366"/>
                    <a:pt x="1217" y="364"/>
                  </a:cubicBezTo>
                  <a:cubicBezTo>
                    <a:pt x="1241" y="380"/>
                    <a:pt x="1259" y="384"/>
                    <a:pt x="1271" y="396"/>
                  </a:cubicBezTo>
                  <a:cubicBezTo>
                    <a:pt x="1320" y="414"/>
                    <a:pt x="1322" y="417"/>
                    <a:pt x="1324" y="420"/>
                  </a:cubicBezTo>
                  <a:cubicBezTo>
                    <a:pt x="1349" y="429"/>
                    <a:pt x="1353" y="430"/>
                    <a:pt x="1355" y="432"/>
                  </a:cubicBezTo>
                  <a:cubicBezTo>
                    <a:pt x="1401" y="455"/>
                    <a:pt x="1410" y="455"/>
                    <a:pt x="1416" y="459"/>
                  </a:cubicBezTo>
                  <a:cubicBezTo>
                    <a:pt x="1446" y="467"/>
                    <a:pt x="1454" y="469"/>
                    <a:pt x="1460" y="473"/>
                  </a:cubicBezTo>
                  <a:cubicBezTo>
                    <a:pt x="1499" y="475"/>
                    <a:pt x="1504" y="475"/>
                    <a:pt x="1508" y="478"/>
                  </a:cubicBezTo>
                  <a:cubicBezTo>
                    <a:pt x="1507" y="491"/>
                    <a:pt x="1504" y="496"/>
                    <a:pt x="1498" y="497"/>
                  </a:cubicBezTo>
                  <a:cubicBezTo>
                    <a:pt x="1444" y="489"/>
                    <a:pt x="1435" y="491"/>
                    <a:pt x="1428" y="490"/>
                  </a:cubicBezTo>
                  <a:cubicBezTo>
                    <a:pt x="1388" y="478"/>
                    <a:pt x="1382" y="477"/>
                    <a:pt x="1378" y="472"/>
                  </a:cubicBezTo>
                  <a:cubicBezTo>
                    <a:pt x="1339" y="456"/>
                    <a:pt x="1321" y="441"/>
                    <a:pt x="1296" y="436"/>
                  </a:cubicBezTo>
                  <a:cubicBezTo>
                    <a:pt x="1250" y="408"/>
                    <a:pt x="1244" y="403"/>
                    <a:pt x="1237" y="400"/>
                  </a:cubicBezTo>
                  <a:cubicBezTo>
                    <a:pt x="1204" y="384"/>
                    <a:pt x="1205" y="380"/>
                    <a:pt x="1202" y="380"/>
                  </a:cubicBezTo>
                  <a:cubicBezTo>
                    <a:pt x="1192" y="372"/>
                    <a:pt x="1188" y="374"/>
                    <a:pt x="1187" y="372"/>
                  </a:cubicBezTo>
                  <a:cubicBezTo>
                    <a:pt x="1149" y="350"/>
                    <a:pt x="1137" y="353"/>
                    <a:pt x="1133" y="344"/>
                  </a:cubicBezTo>
                  <a:cubicBezTo>
                    <a:pt x="1100" y="338"/>
                    <a:pt x="1096" y="330"/>
                    <a:pt x="1087" y="330"/>
                  </a:cubicBezTo>
                  <a:cubicBezTo>
                    <a:pt x="1048" y="317"/>
                    <a:pt x="1039" y="322"/>
                    <a:pt x="1038" y="317"/>
                  </a:cubicBezTo>
                  <a:cubicBezTo>
                    <a:pt x="1005" y="317"/>
                    <a:pt x="999" y="311"/>
                    <a:pt x="998" y="317"/>
                  </a:cubicBezTo>
                  <a:cubicBezTo>
                    <a:pt x="1054" y="328"/>
                    <a:pt x="1060" y="329"/>
                    <a:pt x="1067" y="329"/>
                  </a:cubicBezTo>
                  <a:cubicBezTo>
                    <a:pt x="1107" y="344"/>
                    <a:pt x="1118" y="347"/>
                    <a:pt x="1126" y="354"/>
                  </a:cubicBezTo>
                  <a:cubicBezTo>
                    <a:pt x="1164" y="371"/>
                    <a:pt x="1168" y="371"/>
                    <a:pt x="1170" y="373"/>
                  </a:cubicBezTo>
                  <a:cubicBezTo>
                    <a:pt x="1219" y="404"/>
                    <a:pt x="1232" y="404"/>
                    <a:pt x="1239" y="413"/>
                  </a:cubicBezTo>
                  <a:cubicBezTo>
                    <a:pt x="1299" y="443"/>
                    <a:pt x="1300" y="446"/>
                    <a:pt x="1303" y="446"/>
                  </a:cubicBezTo>
                  <a:cubicBezTo>
                    <a:pt x="1327" y="460"/>
                    <a:pt x="1332" y="462"/>
                    <a:pt x="1339" y="462"/>
                  </a:cubicBezTo>
                  <a:cubicBezTo>
                    <a:pt x="1362" y="476"/>
                    <a:pt x="1364" y="477"/>
                    <a:pt x="1368" y="477"/>
                  </a:cubicBezTo>
                  <a:cubicBezTo>
                    <a:pt x="1400" y="494"/>
                    <a:pt x="1409" y="491"/>
                    <a:pt x="1413" y="495"/>
                  </a:cubicBezTo>
                  <a:cubicBezTo>
                    <a:pt x="1467" y="511"/>
                    <a:pt x="1478" y="505"/>
                    <a:pt x="1482" y="509"/>
                  </a:cubicBezTo>
                  <a:cubicBezTo>
                    <a:pt x="1463" y="516"/>
                    <a:pt x="1460" y="514"/>
                    <a:pt x="1457" y="514"/>
                  </a:cubicBezTo>
                  <a:cubicBezTo>
                    <a:pt x="1429" y="515"/>
                    <a:pt x="1425" y="512"/>
                    <a:pt x="1419" y="512"/>
                  </a:cubicBezTo>
                  <a:cubicBezTo>
                    <a:pt x="1375" y="494"/>
                    <a:pt x="1373" y="492"/>
                    <a:pt x="1369" y="494"/>
                  </a:cubicBezTo>
                  <a:cubicBezTo>
                    <a:pt x="1332" y="471"/>
                    <a:pt x="1324" y="475"/>
                    <a:pt x="1322" y="469"/>
                  </a:cubicBezTo>
                  <a:cubicBezTo>
                    <a:pt x="1299" y="457"/>
                    <a:pt x="1297" y="456"/>
                    <a:pt x="1293" y="457"/>
                  </a:cubicBezTo>
                  <a:cubicBezTo>
                    <a:pt x="1247" y="427"/>
                    <a:pt x="1236" y="426"/>
                    <a:pt x="1230" y="415"/>
                  </a:cubicBezTo>
                  <a:cubicBezTo>
                    <a:pt x="1212" y="408"/>
                    <a:pt x="1207" y="406"/>
                    <a:pt x="1202" y="404"/>
                  </a:cubicBezTo>
                  <a:cubicBezTo>
                    <a:pt x="1174" y="386"/>
                    <a:pt x="1166" y="388"/>
                    <a:pt x="1165" y="382"/>
                  </a:cubicBezTo>
                  <a:cubicBezTo>
                    <a:pt x="1140" y="373"/>
                    <a:pt x="1132" y="366"/>
                    <a:pt x="1122" y="364"/>
                  </a:cubicBezTo>
                  <a:cubicBezTo>
                    <a:pt x="1046" y="334"/>
                    <a:pt x="1038" y="336"/>
                    <a:pt x="1034" y="333"/>
                  </a:cubicBezTo>
                  <a:cubicBezTo>
                    <a:pt x="1006" y="329"/>
                    <a:pt x="1003" y="326"/>
                    <a:pt x="1002" y="330"/>
                  </a:cubicBezTo>
                  <a:cubicBezTo>
                    <a:pt x="1072" y="350"/>
                    <a:pt x="1083" y="351"/>
                    <a:pt x="1091" y="356"/>
                  </a:cubicBezTo>
                  <a:cubicBezTo>
                    <a:pt x="1134" y="378"/>
                    <a:pt x="1135" y="380"/>
                    <a:pt x="1140" y="378"/>
                  </a:cubicBezTo>
                  <a:cubicBezTo>
                    <a:pt x="1163" y="394"/>
                    <a:pt x="1168" y="396"/>
                    <a:pt x="1174" y="396"/>
                  </a:cubicBezTo>
                  <a:cubicBezTo>
                    <a:pt x="1217" y="421"/>
                    <a:pt x="1222" y="423"/>
                    <a:pt x="1228" y="424"/>
                  </a:cubicBezTo>
                  <a:cubicBezTo>
                    <a:pt x="1240" y="436"/>
                    <a:pt x="1246" y="436"/>
                    <a:pt x="1248" y="440"/>
                  </a:cubicBezTo>
                  <a:cubicBezTo>
                    <a:pt x="1277" y="456"/>
                    <a:pt x="1283" y="454"/>
                    <a:pt x="1283" y="461"/>
                  </a:cubicBezTo>
                  <a:cubicBezTo>
                    <a:pt x="1325" y="481"/>
                    <a:pt x="1330" y="481"/>
                    <a:pt x="1332" y="485"/>
                  </a:cubicBezTo>
                  <a:cubicBezTo>
                    <a:pt x="1360" y="502"/>
                    <a:pt x="1368" y="498"/>
                    <a:pt x="1370" y="503"/>
                  </a:cubicBezTo>
                  <a:cubicBezTo>
                    <a:pt x="1402" y="513"/>
                    <a:pt x="1407" y="515"/>
                    <a:pt x="1411" y="518"/>
                  </a:cubicBezTo>
                  <a:cubicBezTo>
                    <a:pt x="1429" y="523"/>
                    <a:pt x="1433" y="524"/>
                    <a:pt x="1437" y="526"/>
                  </a:cubicBezTo>
                  <a:cubicBezTo>
                    <a:pt x="1438" y="538"/>
                    <a:pt x="1427" y="532"/>
                    <a:pt x="1416" y="536"/>
                  </a:cubicBezTo>
                  <a:cubicBezTo>
                    <a:pt x="1356" y="518"/>
                    <a:pt x="1354" y="515"/>
                    <a:pt x="1350" y="513"/>
                  </a:cubicBezTo>
                  <a:cubicBezTo>
                    <a:pt x="1320" y="503"/>
                    <a:pt x="1313" y="499"/>
                    <a:pt x="1307" y="494"/>
                  </a:cubicBezTo>
                  <a:cubicBezTo>
                    <a:pt x="1274" y="475"/>
                    <a:pt x="1268" y="476"/>
                    <a:pt x="1265" y="473"/>
                  </a:cubicBezTo>
                  <a:cubicBezTo>
                    <a:pt x="1239" y="461"/>
                    <a:pt x="1237" y="454"/>
                    <a:pt x="1231" y="455"/>
                  </a:cubicBezTo>
                  <a:cubicBezTo>
                    <a:pt x="1195" y="433"/>
                    <a:pt x="1192" y="425"/>
                    <a:pt x="1184" y="426"/>
                  </a:cubicBezTo>
                  <a:cubicBezTo>
                    <a:pt x="1165" y="412"/>
                    <a:pt x="1162" y="411"/>
                    <a:pt x="1159" y="410"/>
                  </a:cubicBezTo>
                  <a:cubicBezTo>
                    <a:pt x="1141" y="395"/>
                    <a:pt x="1137" y="394"/>
                    <a:pt x="1133" y="392"/>
                  </a:cubicBezTo>
                  <a:cubicBezTo>
                    <a:pt x="1072" y="361"/>
                    <a:pt x="1067" y="356"/>
                    <a:pt x="1058" y="357"/>
                  </a:cubicBezTo>
                  <a:cubicBezTo>
                    <a:pt x="1027" y="345"/>
                    <a:pt x="1023" y="344"/>
                    <a:pt x="1020" y="342"/>
                  </a:cubicBezTo>
                  <a:cubicBezTo>
                    <a:pt x="968" y="333"/>
                    <a:pt x="960" y="332"/>
                    <a:pt x="954" y="330"/>
                  </a:cubicBezTo>
                  <a:cubicBezTo>
                    <a:pt x="923" y="330"/>
                    <a:pt x="926" y="334"/>
                    <a:pt x="934" y="331"/>
                  </a:cubicBezTo>
                  <a:cubicBezTo>
                    <a:pt x="973" y="339"/>
                    <a:pt x="984" y="338"/>
                    <a:pt x="991" y="343"/>
                  </a:cubicBezTo>
                  <a:cubicBezTo>
                    <a:pt x="1029" y="353"/>
                    <a:pt x="1039" y="354"/>
                    <a:pt x="1046" y="360"/>
                  </a:cubicBezTo>
                  <a:cubicBezTo>
                    <a:pt x="1079" y="376"/>
                    <a:pt x="1089" y="377"/>
                    <a:pt x="1096" y="384"/>
                  </a:cubicBezTo>
                  <a:cubicBezTo>
                    <a:pt x="1135" y="399"/>
                    <a:pt x="1136" y="407"/>
                    <a:pt x="1143" y="408"/>
                  </a:cubicBezTo>
                  <a:cubicBezTo>
                    <a:pt x="1165" y="417"/>
                    <a:pt x="1161" y="428"/>
                    <a:pt x="1168" y="424"/>
                  </a:cubicBezTo>
                  <a:cubicBezTo>
                    <a:pt x="1186" y="440"/>
                    <a:pt x="1194" y="434"/>
                    <a:pt x="1193" y="442"/>
                  </a:cubicBezTo>
                  <a:cubicBezTo>
                    <a:pt x="1235" y="464"/>
                    <a:pt x="1238" y="470"/>
                    <a:pt x="1245" y="472"/>
                  </a:cubicBezTo>
                  <a:cubicBezTo>
                    <a:pt x="1267" y="488"/>
                    <a:pt x="1274" y="489"/>
                    <a:pt x="1280" y="492"/>
                  </a:cubicBezTo>
                  <a:cubicBezTo>
                    <a:pt x="1323" y="512"/>
                    <a:pt x="1330" y="514"/>
                    <a:pt x="1335" y="518"/>
                  </a:cubicBezTo>
                  <a:cubicBezTo>
                    <a:pt x="1382" y="533"/>
                    <a:pt x="1386" y="539"/>
                    <a:pt x="1395" y="538"/>
                  </a:cubicBezTo>
                  <a:cubicBezTo>
                    <a:pt x="1384" y="543"/>
                    <a:pt x="1377" y="547"/>
                    <a:pt x="1373" y="544"/>
                  </a:cubicBezTo>
                  <a:cubicBezTo>
                    <a:pt x="1332" y="527"/>
                    <a:pt x="1315" y="530"/>
                    <a:pt x="1307" y="519"/>
                  </a:cubicBezTo>
                  <a:cubicBezTo>
                    <a:pt x="1284" y="507"/>
                    <a:pt x="1277" y="506"/>
                    <a:pt x="1272" y="500"/>
                  </a:cubicBezTo>
                  <a:cubicBezTo>
                    <a:pt x="1230" y="471"/>
                    <a:pt x="1226" y="471"/>
                    <a:pt x="1223" y="469"/>
                  </a:cubicBezTo>
                  <a:cubicBezTo>
                    <a:pt x="1199" y="458"/>
                    <a:pt x="1197" y="451"/>
                    <a:pt x="1190" y="451"/>
                  </a:cubicBezTo>
                  <a:cubicBezTo>
                    <a:pt x="1157" y="429"/>
                    <a:pt x="1153" y="426"/>
                    <a:pt x="1148" y="423"/>
                  </a:cubicBezTo>
                  <a:cubicBezTo>
                    <a:pt x="1113" y="404"/>
                    <a:pt x="1109" y="399"/>
                    <a:pt x="1105" y="395"/>
                  </a:cubicBezTo>
                  <a:cubicBezTo>
                    <a:pt x="1070" y="377"/>
                    <a:pt x="1061" y="380"/>
                    <a:pt x="1059" y="373"/>
                  </a:cubicBezTo>
                  <a:cubicBezTo>
                    <a:pt x="1020" y="359"/>
                    <a:pt x="1014" y="358"/>
                    <a:pt x="1009" y="355"/>
                  </a:cubicBezTo>
                  <a:cubicBezTo>
                    <a:pt x="969" y="348"/>
                    <a:pt x="969" y="343"/>
                    <a:pt x="963" y="346"/>
                  </a:cubicBezTo>
                  <a:cubicBezTo>
                    <a:pt x="976" y="354"/>
                    <a:pt x="983" y="350"/>
                    <a:pt x="984" y="353"/>
                  </a:cubicBezTo>
                  <a:cubicBezTo>
                    <a:pt x="1039" y="376"/>
                    <a:pt x="1053" y="378"/>
                    <a:pt x="1063" y="385"/>
                  </a:cubicBezTo>
                  <a:cubicBezTo>
                    <a:pt x="1102" y="407"/>
                    <a:pt x="1109" y="409"/>
                    <a:pt x="1115" y="411"/>
                  </a:cubicBezTo>
                  <a:cubicBezTo>
                    <a:pt x="1169" y="450"/>
                    <a:pt x="1177" y="451"/>
                    <a:pt x="1182" y="455"/>
                  </a:cubicBezTo>
                  <a:cubicBezTo>
                    <a:pt x="1209" y="474"/>
                    <a:pt x="1216" y="470"/>
                    <a:pt x="1215" y="477"/>
                  </a:cubicBezTo>
                  <a:cubicBezTo>
                    <a:pt x="1243" y="495"/>
                    <a:pt x="1245" y="496"/>
                    <a:pt x="1248" y="498"/>
                  </a:cubicBezTo>
                  <a:cubicBezTo>
                    <a:pt x="1305" y="526"/>
                    <a:pt x="1305" y="532"/>
                    <a:pt x="1309" y="531"/>
                  </a:cubicBezTo>
                  <a:cubicBezTo>
                    <a:pt x="1346" y="544"/>
                    <a:pt x="1352" y="548"/>
                    <a:pt x="1359" y="549"/>
                  </a:cubicBezTo>
                  <a:cubicBezTo>
                    <a:pt x="1373" y="556"/>
                    <a:pt x="1377" y="556"/>
                    <a:pt x="1374" y="557"/>
                  </a:cubicBezTo>
                  <a:cubicBezTo>
                    <a:pt x="1296" y="546"/>
                    <a:pt x="1288" y="539"/>
                    <a:pt x="1279" y="535"/>
                  </a:cubicBezTo>
                  <a:cubicBezTo>
                    <a:pt x="1242" y="517"/>
                    <a:pt x="1240" y="516"/>
                    <a:pt x="1238" y="515"/>
                  </a:cubicBezTo>
                  <a:cubicBezTo>
                    <a:pt x="1208" y="501"/>
                    <a:pt x="1209" y="498"/>
                    <a:pt x="1208" y="497"/>
                  </a:cubicBezTo>
                  <a:cubicBezTo>
                    <a:pt x="1189" y="486"/>
                    <a:pt x="1179" y="483"/>
                    <a:pt x="1172" y="474"/>
                  </a:cubicBezTo>
                  <a:cubicBezTo>
                    <a:pt x="1131" y="447"/>
                    <a:pt x="1127" y="443"/>
                    <a:pt x="1122" y="441"/>
                  </a:cubicBezTo>
                  <a:cubicBezTo>
                    <a:pt x="1087" y="420"/>
                    <a:pt x="1078" y="414"/>
                    <a:pt x="1070" y="408"/>
                  </a:cubicBezTo>
                  <a:cubicBezTo>
                    <a:pt x="1025" y="387"/>
                    <a:pt x="1023" y="386"/>
                    <a:pt x="1019" y="386"/>
                  </a:cubicBezTo>
                  <a:cubicBezTo>
                    <a:pt x="997" y="379"/>
                    <a:pt x="990" y="374"/>
                    <a:pt x="982" y="373"/>
                  </a:cubicBezTo>
                  <a:cubicBezTo>
                    <a:pt x="961" y="367"/>
                    <a:pt x="956" y="364"/>
                    <a:pt x="949" y="366"/>
                  </a:cubicBezTo>
                  <a:cubicBezTo>
                    <a:pt x="912" y="360"/>
                    <a:pt x="904" y="352"/>
                    <a:pt x="901" y="359"/>
                  </a:cubicBezTo>
                  <a:cubicBezTo>
                    <a:pt x="939" y="366"/>
                    <a:pt x="943" y="366"/>
                    <a:pt x="945" y="369"/>
                  </a:cubicBezTo>
                  <a:cubicBezTo>
                    <a:pt x="980" y="379"/>
                    <a:pt x="984" y="379"/>
                    <a:pt x="987" y="381"/>
                  </a:cubicBezTo>
                  <a:cubicBezTo>
                    <a:pt x="1017" y="398"/>
                    <a:pt x="1025" y="393"/>
                    <a:pt x="1028" y="396"/>
                  </a:cubicBezTo>
                  <a:cubicBezTo>
                    <a:pt x="1048" y="412"/>
                    <a:pt x="1056" y="406"/>
                    <a:pt x="1055" y="413"/>
                  </a:cubicBezTo>
                  <a:cubicBezTo>
                    <a:pt x="1103" y="441"/>
                    <a:pt x="1106" y="443"/>
                    <a:pt x="1109" y="443"/>
                  </a:cubicBezTo>
                  <a:cubicBezTo>
                    <a:pt x="1137" y="466"/>
                    <a:pt x="1143" y="462"/>
                    <a:pt x="1144" y="466"/>
                  </a:cubicBezTo>
                  <a:cubicBezTo>
                    <a:pt x="1165" y="481"/>
                    <a:pt x="1166" y="486"/>
                    <a:pt x="1170" y="486"/>
                  </a:cubicBezTo>
                  <a:cubicBezTo>
                    <a:pt x="1202" y="503"/>
                    <a:pt x="1203" y="508"/>
                    <a:pt x="1206" y="510"/>
                  </a:cubicBezTo>
                  <a:cubicBezTo>
                    <a:pt x="1241" y="523"/>
                    <a:pt x="1241" y="530"/>
                    <a:pt x="1245" y="532"/>
                  </a:cubicBezTo>
                  <a:cubicBezTo>
                    <a:pt x="1275" y="539"/>
                    <a:pt x="1275" y="546"/>
                    <a:pt x="1281" y="545"/>
                  </a:cubicBezTo>
                  <a:cubicBezTo>
                    <a:pt x="1316" y="556"/>
                    <a:pt x="1321" y="560"/>
                    <a:pt x="1328" y="561"/>
                  </a:cubicBezTo>
                  <a:cubicBezTo>
                    <a:pt x="1352" y="568"/>
                    <a:pt x="1346" y="572"/>
                    <a:pt x="1331" y="569"/>
                  </a:cubicBezTo>
                  <a:cubicBezTo>
                    <a:pt x="1259" y="552"/>
                    <a:pt x="1252" y="552"/>
                    <a:pt x="1246" y="552"/>
                  </a:cubicBezTo>
                  <a:cubicBezTo>
                    <a:pt x="1206" y="536"/>
                    <a:pt x="1208" y="526"/>
                    <a:pt x="1200" y="531"/>
                  </a:cubicBezTo>
                  <a:cubicBezTo>
                    <a:pt x="1177" y="520"/>
                    <a:pt x="1175" y="517"/>
                    <a:pt x="1173" y="514"/>
                  </a:cubicBezTo>
                  <a:cubicBezTo>
                    <a:pt x="1144" y="496"/>
                    <a:pt x="1141" y="497"/>
                    <a:pt x="1141" y="495"/>
                  </a:cubicBezTo>
                  <a:cubicBezTo>
                    <a:pt x="1126" y="481"/>
                    <a:pt x="1117" y="487"/>
                    <a:pt x="1118" y="479"/>
                  </a:cubicBezTo>
                  <a:cubicBezTo>
                    <a:pt x="1093" y="464"/>
                    <a:pt x="1085" y="462"/>
                    <a:pt x="1079" y="458"/>
                  </a:cubicBezTo>
                  <a:cubicBezTo>
                    <a:pt x="1053" y="444"/>
                    <a:pt x="1047" y="441"/>
                    <a:pt x="1040" y="438"/>
                  </a:cubicBezTo>
                  <a:cubicBezTo>
                    <a:pt x="1009" y="419"/>
                    <a:pt x="1002" y="423"/>
                    <a:pt x="1001" y="419"/>
                  </a:cubicBezTo>
                  <a:cubicBezTo>
                    <a:pt x="977" y="408"/>
                    <a:pt x="972" y="409"/>
                    <a:pt x="968" y="409"/>
                  </a:cubicBezTo>
                  <a:cubicBezTo>
                    <a:pt x="945" y="398"/>
                    <a:pt x="937" y="404"/>
                    <a:pt x="935" y="399"/>
                  </a:cubicBezTo>
                  <a:cubicBezTo>
                    <a:pt x="931" y="401"/>
                    <a:pt x="947" y="408"/>
                    <a:pt x="966" y="412"/>
                  </a:cubicBezTo>
                  <a:cubicBezTo>
                    <a:pt x="993" y="422"/>
                    <a:pt x="995" y="423"/>
                    <a:pt x="997" y="424"/>
                  </a:cubicBezTo>
                  <a:cubicBezTo>
                    <a:pt x="1023" y="440"/>
                    <a:pt x="1032" y="443"/>
                    <a:pt x="1041" y="445"/>
                  </a:cubicBezTo>
                  <a:cubicBezTo>
                    <a:pt x="1112" y="490"/>
                    <a:pt x="1118" y="489"/>
                    <a:pt x="1120" y="492"/>
                  </a:cubicBezTo>
                  <a:cubicBezTo>
                    <a:pt x="1144" y="508"/>
                    <a:pt x="1146" y="509"/>
                    <a:pt x="1148" y="509"/>
                  </a:cubicBezTo>
                  <a:cubicBezTo>
                    <a:pt x="1210" y="544"/>
                    <a:pt x="1217" y="548"/>
                    <a:pt x="1226" y="551"/>
                  </a:cubicBezTo>
                  <a:cubicBezTo>
                    <a:pt x="1268" y="566"/>
                    <a:pt x="1273" y="568"/>
                    <a:pt x="1276" y="571"/>
                  </a:cubicBezTo>
                  <a:cubicBezTo>
                    <a:pt x="1317" y="575"/>
                    <a:pt x="1323" y="582"/>
                    <a:pt x="1336" y="580"/>
                  </a:cubicBezTo>
                  <a:cubicBezTo>
                    <a:pt x="1352" y="590"/>
                    <a:pt x="1349" y="591"/>
                    <a:pt x="1348" y="589"/>
                  </a:cubicBezTo>
                  <a:cubicBezTo>
                    <a:pt x="1307" y="591"/>
                    <a:pt x="1302" y="585"/>
                    <a:pt x="1292" y="585"/>
                  </a:cubicBezTo>
                  <a:cubicBezTo>
                    <a:pt x="1248" y="574"/>
                    <a:pt x="1241" y="578"/>
                    <a:pt x="1239" y="575"/>
                  </a:cubicBezTo>
                  <a:cubicBezTo>
                    <a:pt x="1185" y="557"/>
                    <a:pt x="1180" y="552"/>
                    <a:pt x="1171" y="554"/>
                  </a:cubicBezTo>
                  <a:cubicBezTo>
                    <a:pt x="1145" y="536"/>
                    <a:pt x="1135" y="544"/>
                    <a:pt x="1137" y="536"/>
                  </a:cubicBezTo>
                  <a:cubicBezTo>
                    <a:pt x="1107" y="523"/>
                    <a:pt x="1104" y="521"/>
                    <a:pt x="1101" y="520"/>
                  </a:cubicBezTo>
                  <a:cubicBezTo>
                    <a:pt x="1071" y="506"/>
                    <a:pt x="1067" y="506"/>
                    <a:pt x="1066" y="500"/>
                  </a:cubicBezTo>
                  <a:cubicBezTo>
                    <a:pt x="1002" y="467"/>
                    <a:pt x="991" y="459"/>
                    <a:pt x="978" y="454"/>
                  </a:cubicBezTo>
                  <a:cubicBezTo>
                    <a:pt x="937" y="434"/>
                    <a:pt x="935" y="425"/>
                    <a:pt x="927" y="425"/>
                  </a:cubicBezTo>
                  <a:cubicBezTo>
                    <a:pt x="883" y="410"/>
                    <a:pt x="878" y="404"/>
                    <a:pt x="870" y="405"/>
                  </a:cubicBezTo>
                  <a:cubicBezTo>
                    <a:pt x="847" y="397"/>
                    <a:pt x="841" y="401"/>
                    <a:pt x="840" y="397"/>
                  </a:cubicBezTo>
                  <a:cubicBezTo>
                    <a:pt x="851" y="403"/>
                    <a:pt x="855" y="408"/>
                    <a:pt x="863" y="406"/>
                  </a:cubicBezTo>
                  <a:cubicBezTo>
                    <a:pt x="906" y="423"/>
                    <a:pt x="917" y="426"/>
                    <a:pt x="926" y="432"/>
                  </a:cubicBezTo>
                  <a:cubicBezTo>
                    <a:pt x="967" y="451"/>
                    <a:pt x="974" y="460"/>
                    <a:pt x="985" y="464"/>
                  </a:cubicBezTo>
                  <a:cubicBezTo>
                    <a:pt x="1023" y="486"/>
                    <a:pt x="1032" y="492"/>
                    <a:pt x="1042" y="498"/>
                  </a:cubicBezTo>
                  <a:cubicBezTo>
                    <a:pt x="1088" y="521"/>
                    <a:pt x="1091" y="523"/>
                    <a:pt x="1091" y="526"/>
                  </a:cubicBezTo>
                  <a:cubicBezTo>
                    <a:pt x="1140" y="550"/>
                    <a:pt x="1153" y="551"/>
                    <a:pt x="1161" y="558"/>
                  </a:cubicBezTo>
                  <a:cubicBezTo>
                    <a:pt x="1216" y="576"/>
                    <a:pt x="1220" y="579"/>
                    <a:pt x="1225" y="582"/>
                  </a:cubicBezTo>
                  <a:cubicBezTo>
                    <a:pt x="1256" y="587"/>
                    <a:pt x="1256" y="592"/>
                    <a:pt x="1262" y="589"/>
                  </a:cubicBezTo>
                  <a:cubicBezTo>
                    <a:pt x="1302" y="600"/>
                    <a:pt x="1312" y="596"/>
                    <a:pt x="1317" y="599"/>
                  </a:cubicBezTo>
                  <a:cubicBezTo>
                    <a:pt x="1318" y="607"/>
                    <a:pt x="1317" y="607"/>
                    <a:pt x="1316" y="606"/>
                  </a:cubicBezTo>
                  <a:cubicBezTo>
                    <a:pt x="1275" y="602"/>
                    <a:pt x="1264" y="603"/>
                    <a:pt x="1253" y="603"/>
                  </a:cubicBezTo>
                  <a:cubicBezTo>
                    <a:pt x="1199" y="587"/>
                    <a:pt x="1192" y="584"/>
                    <a:pt x="1185" y="580"/>
                  </a:cubicBezTo>
                  <a:cubicBezTo>
                    <a:pt x="1112" y="551"/>
                    <a:pt x="1105" y="546"/>
                    <a:pt x="1098" y="543"/>
                  </a:cubicBezTo>
                  <a:cubicBezTo>
                    <a:pt x="1055" y="516"/>
                    <a:pt x="1047" y="511"/>
                    <a:pt x="1039" y="507"/>
                  </a:cubicBezTo>
                  <a:cubicBezTo>
                    <a:pt x="1010" y="492"/>
                    <a:pt x="1007" y="488"/>
                    <a:pt x="1004" y="485"/>
                  </a:cubicBezTo>
                  <a:cubicBezTo>
                    <a:pt x="974" y="470"/>
                    <a:pt x="968" y="470"/>
                    <a:pt x="965" y="465"/>
                  </a:cubicBezTo>
                  <a:cubicBezTo>
                    <a:pt x="896" y="432"/>
                    <a:pt x="895" y="425"/>
                    <a:pt x="887" y="428"/>
                  </a:cubicBezTo>
                  <a:cubicBezTo>
                    <a:pt x="876" y="429"/>
                    <a:pt x="884" y="428"/>
                    <a:pt x="888" y="432"/>
                  </a:cubicBezTo>
                  <a:cubicBezTo>
                    <a:pt x="956" y="467"/>
                    <a:pt x="964" y="476"/>
                    <a:pt x="976" y="478"/>
                  </a:cubicBezTo>
                  <a:cubicBezTo>
                    <a:pt x="994" y="490"/>
                    <a:pt x="1000" y="490"/>
                    <a:pt x="1004" y="496"/>
                  </a:cubicBezTo>
                  <a:cubicBezTo>
                    <a:pt x="1037" y="513"/>
                    <a:pt x="1039" y="519"/>
                    <a:pt x="1045" y="519"/>
                  </a:cubicBezTo>
                  <a:cubicBezTo>
                    <a:pt x="1082" y="536"/>
                    <a:pt x="1082" y="546"/>
                    <a:pt x="1090" y="544"/>
                  </a:cubicBezTo>
                  <a:cubicBezTo>
                    <a:pt x="1127" y="568"/>
                    <a:pt x="1136" y="570"/>
                    <a:pt x="1142" y="577"/>
                  </a:cubicBezTo>
                  <a:cubicBezTo>
                    <a:pt x="1174" y="583"/>
                    <a:pt x="1176" y="593"/>
                    <a:pt x="1187" y="591"/>
                  </a:cubicBezTo>
                  <a:cubicBezTo>
                    <a:pt x="1214" y="602"/>
                    <a:pt x="1214" y="605"/>
                    <a:pt x="1218" y="603"/>
                  </a:cubicBezTo>
                  <a:cubicBezTo>
                    <a:pt x="1251" y="613"/>
                    <a:pt x="1256" y="612"/>
                    <a:pt x="1261" y="611"/>
                  </a:cubicBezTo>
                  <a:cubicBezTo>
                    <a:pt x="1286" y="625"/>
                    <a:pt x="1279" y="617"/>
                    <a:pt x="1274" y="622"/>
                  </a:cubicBezTo>
                  <a:cubicBezTo>
                    <a:pt x="1187" y="614"/>
                    <a:pt x="1177" y="614"/>
                    <a:pt x="1169" y="612"/>
                  </a:cubicBezTo>
                  <a:cubicBezTo>
                    <a:pt x="1140" y="601"/>
                    <a:pt x="1132" y="604"/>
                    <a:pt x="1129" y="602"/>
                  </a:cubicBezTo>
                  <a:cubicBezTo>
                    <a:pt x="1099" y="590"/>
                    <a:pt x="1094" y="589"/>
                    <a:pt x="1091" y="586"/>
                  </a:cubicBezTo>
                  <a:cubicBezTo>
                    <a:pt x="1058" y="573"/>
                    <a:pt x="1056" y="572"/>
                    <a:pt x="1055" y="571"/>
                  </a:cubicBezTo>
                  <a:cubicBezTo>
                    <a:pt x="1038" y="563"/>
                    <a:pt x="1035" y="561"/>
                    <a:pt x="1031" y="559"/>
                  </a:cubicBezTo>
                  <a:cubicBezTo>
                    <a:pt x="990" y="533"/>
                    <a:pt x="983" y="528"/>
                    <a:pt x="977" y="522"/>
                  </a:cubicBezTo>
                  <a:cubicBezTo>
                    <a:pt x="942" y="497"/>
                    <a:pt x="928" y="486"/>
                    <a:pt x="915" y="474"/>
                  </a:cubicBezTo>
                  <a:cubicBezTo>
                    <a:pt x="882" y="446"/>
                    <a:pt x="876" y="447"/>
                    <a:pt x="874" y="441"/>
                  </a:cubicBezTo>
                  <a:cubicBezTo>
                    <a:pt x="848" y="426"/>
                    <a:pt x="845" y="424"/>
                    <a:pt x="840" y="423"/>
                  </a:cubicBezTo>
                  <a:cubicBezTo>
                    <a:pt x="833" y="423"/>
                    <a:pt x="838" y="426"/>
                    <a:pt x="841" y="430"/>
                  </a:cubicBezTo>
                  <a:cubicBezTo>
                    <a:pt x="861" y="440"/>
                    <a:pt x="865" y="443"/>
                    <a:pt x="868" y="447"/>
                  </a:cubicBezTo>
                  <a:cubicBezTo>
                    <a:pt x="917" y="483"/>
                    <a:pt x="925" y="492"/>
                    <a:pt x="933" y="499"/>
                  </a:cubicBezTo>
                  <a:cubicBezTo>
                    <a:pt x="995" y="543"/>
                    <a:pt x="1002" y="552"/>
                    <a:pt x="1012" y="556"/>
                  </a:cubicBezTo>
                  <a:cubicBezTo>
                    <a:pt x="1030" y="570"/>
                    <a:pt x="1038" y="569"/>
                    <a:pt x="1040" y="575"/>
                  </a:cubicBezTo>
                  <a:cubicBezTo>
                    <a:pt x="1097" y="600"/>
                    <a:pt x="1109" y="599"/>
                    <a:pt x="1114" y="606"/>
                  </a:cubicBezTo>
                  <a:cubicBezTo>
                    <a:pt x="1162" y="618"/>
                    <a:pt x="1179" y="625"/>
                    <a:pt x="1200" y="626"/>
                  </a:cubicBezTo>
                  <a:cubicBezTo>
                    <a:pt x="1234" y="631"/>
                    <a:pt x="1239" y="633"/>
                    <a:pt x="1245" y="632"/>
                  </a:cubicBezTo>
                  <a:cubicBezTo>
                    <a:pt x="1212" y="636"/>
                    <a:pt x="1210" y="636"/>
                    <a:pt x="1201" y="635"/>
                  </a:cubicBezTo>
                  <a:cubicBezTo>
                    <a:pt x="1161" y="627"/>
                    <a:pt x="1155" y="625"/>
                    <a:pt x="1149" y="625"/>
                  </a:cubicBezTo>
                  <a:cubicBezTo>
                    <a:pt x="1128" y="619"/>
                    <a:pt x="1125" y="619"/>
                    <a:pt x="1123" y="616"/>
                  </a:cubicBezTo>
                  <a:cubicBezTo>
                    <a:pt x="1093" y="609"/>
                    <a:pt x="1092" y="605"/>
                    <a:pt x="1090" y="604"/>
                  </a:cubicBezTo>
                  <a:cubicBezTo>
                    <a:pt x="1047" y="582"/>
                    <a:pt x="1045" y="581"/>
                    <a:pt x="1041" y="582"/>
                  </a:cubicBezTo>
                  <a:cubicBezTo>
                    <a:pt x="1009" y="562"/>
                    <a:pt x="998" y="557"/>
                    <a:pt x="987" y="552"/>
                  </a:cubicBezTo>
                  <a:cubicBezTo>
                    <a:pt x="975" y="540"/>
                    <a:pt x="969" y="540"/>
                    <a:pt x="966" y="536"/>
                  </a:cubicBezTo>
                  <a:cubicBezTo>
                    <a:pt x="893" y="485"/>
                    <a:pt x="888" y="477"/>
                    <a:pt x="880" y="474"/>
                  </a:cubicBezTo>
                  <a:cubicBezTo>
                    <a:pt x="867" y="462"/>
                    <a:pt x="862" y="462"/>
                    <a:pt x="859" y="457"/>
                  </a:cubicBezTo>
                  <a:cubicBezTo>
                    <a:pt x="821" y="434"/>
                    <a:pt x="819" y="429"/>
                    <a:pt x="812" y="430"/>
                  </a:cubicBezTo>
                  <a:cubicBezTo>
                    <a:pt x="839" y="451"/>
                    <a:pt x="843" y="454"/>
                    <a:pt x="848" y="455"/>
                  </a:cubicBezTo>
                  <a:cubicBezTo>
                    <a:pt x="867" y="470"/>
                    <a:pt x="869" y="472"/>
                    <a:pt x="871" y="473"/>
                  </a:cubicBezTo>
                  <a:cubicBezTo>
                    <a:pt x="889" y="489"/>
                    <a:pt x="891" y="491"/>
                    <a:pt x="894" y="491"/>
                  </a:cubicBezTo>
                  <a:cubicBezTo>
                    <a:pt x="968" y="549"/>
                    <a:pt x="985" y="560"/>
                    <a:pt x="1002" y="571"/>
                  </a:cubicBezTo>
                  <a:cubicBezTo>
                    <a:pt x="1086" y="612"/>
                    <a:pt x="1090" y="614"/>
                    <a:pt x="1094" y="617"/>
                  </a:cubicBezTo>
                  <a:cubicBezTo>
                    <a:pt x="1123" y="631"/>
                    <a:pt x="1129" y="627"/>
                    <a:pt x="1130" y="630"/>
                  </a:cubicBezTo>
                  <a:cubicBezTo>
                    <a:pt x="1158" y="636"/>
                    <a:pt x="1164" y="637"/>
                    <a:pt x="1169" y="639"/>
                  </a:cubicBezTo>
                  <a:cubicBezTo>
                    <a:pt x="1224" y="647"/>
                    <a:pt x="1233" y="642"/>
                    <a:pt x="1235" y="649"/>
                  </a:cubicBezTo>
                  <a:cubicBezTo>
                    <a:pt x="1210" y="650"/>
                    <a:pt x="1203" y="654"/>
                    <a:pt x="1202" y="650"/>
                  </a:cubicBezTo>
                  <a:cubicBezTo>
                    <a:pt x="1105" y="635"/>
                    <a:pt x="1098" y="633"/>
                    <a:pt x="1090" y="633"/>
                  </a:cubicBezTo>
                  <a:cubicBezTo>
                    <a:pt x="1015" y="596"/>
                    <a:pt x="1008" y="600"/>
                    <a:pt x="1006" y="597"/>
                  </a:cubicBezTo>
                  <a:cubicBezTo>
                    <a:pt x="972" y="578"/>
                    <a:pt x="967" y="573"/>
                    <a:pt x="962" y="570"/>
                  </a:cubicBezTo>
                  <a:cubicBezTo>
                    <a:pt x="933" y="548"/>
                    <a:pt x="923" y="537"/>
                    <a:pt x="910" y="530"/>
                  </a:cubicBezTo>
                  <a:cubicBezTo>
                    <a:pt x="874" y="494"/>
                    <a:pt x="865" y="495"/>
                    <a:pt x="862" y="486"/>
                  </a:cubicBezTo>
                  <a:cubicBezTo>
                    <a:pt x="852" y="473"/>
                    <a:pt x="848" y="485"/>
                    <a:pt x="853" y="483"/>
                  </a:cubicBezTo>
                  <a:cubicBezTo>
                    <a:pt x="875" y="508"/>
                    <a:pt x="881" y="505"/>
                    <a:pt x="880" y="511"/>
                  </a:cubicBezTo>
                  <a:cubicBezTo>
                    <a:pt x="914" y="539"/>
                    <a:pt x="923" y="549"/>
                    <a:pt x="934" y="555"/>
                  </a:cubicBezTo>
                  <a:cubicBezTo>
                    <a:pt x="973" y="583"/>
                    <a:pt x="977" y="593"/>
                    <a:pt x="988" y="592"/>
                  </a:cubicBezTo>
                  <a:cubicBezTo>
                    <a:pt x="1018" y="609"/>
                    <a:pt x="1024" y="614"/>
                    <a:pt x="1032" y="617"/>
                  </a:cubicBezTo>
                  <a:cubicBezTo>
                    <a:pt x="1060" y="632"/>
                    <a:pt x="1067" y="631"/>
                    <a:pt x="1072" y="632"/>
                  </a:cubicBezTo>
                  <a:cubicBezTo>
                    <a:pt x="1136" y="650"/>
                    <a:pt x="1145" y="658"/>
                    <a:pt x="1161" y="656"/>
                  </a:cubicBezTo>
                  <a:cubicBezTo>
                    <a:pt x="1183" y="662"/>
                    <a:pt x="1186" y="663"/>
                    <a:pt x="1189" y="664"/>
                  </a:cubicBezTo>
                  <a:cubicBezTo>
                    <a:pt x="1149" y="665"/>
                    <a:pt x="1142" y="669"/>
                    <a:pt x="1141" y="666"/>
                  </a:cubicBezTo>
                  <a:cubicBezTo>
                    <a:pt x="1080" y="658"/>
                    <a:pt x="1078" y="656"/>
                    <a:pt x="1075" y="656"/>
                  </a:cubicBezTo>
                  <a:cubicBezTo>
                    <a:pt x="1027" y="642"/>
                    <a:pt x="1015" y="636"/>
                    <a:pt x="1001" y="631"/>
                  </a:cubicBezTo>
                  <a:cubicBezTo>
                    <a:pt x="948" y="600"/>
                    <a:pt x="944" y="598"/>
                    <a:pt x="940" y="596"/>
                  </a:cubicBezTo>
                  <a:cubicBezTo>
                    <a:pt x="926" y="588"/>
                    <a:pt x="928" y="584"/>
                    <a:pt x="926" y="583"/>
                  </a:cubicBezTo>
                  <a:cubicBezTo>
                    <a:pt x="900" y="567"/>
                    <a:pt x="886" y="553"/>
                    <a:pt x="868" y="544"/>
                  </a:cubicBezTo>
                  <a:cubicBezTo>
                    <a:pt x="815" y="514"/>
                    <a:pt x="807" y="517"/>
                    <a:pt x="805" y="512"/>
                  </a:cubicBezTo>
                  <a:cubicBezTo>
                    <a:pt x="772" y="504"/>
                    <a:pt x="770" y="501"/>
                    <a:pt x="766" y="503"/>
                  </a:cubicBezTo>
                  <a:cubicBezTo>
                    <a:pt x="786" y="513"/>
                    <a:pt x="794" y="513"/>
                    <a:pt x="799" y="517"/>
                  </a:cubicBezTo>
                  <a:cubicBezTo>
                    <a:pt x="872" y="557"/>
                    <a:pt x="883" y="560"/>
                    <a:pt x="888" y="570"/>
                  </a:cubicBezTo>
                  <a:cubicBezTo>
                    <a:pt x="930" y="596"/>
                    <a:pt x="931" y="599"/>
                    <a:pt x="934" y="599"/>
                  </a:cubicBezTo>
                  <a:cubicBezTo>
                    <a:pt x="974" y="626"/>
                    <a:pt x="981" y="634"/>
                    <a:pt x="993" y="635"/>
                  </a:cubicBezTo>
                  <a:cubicBezTo>
                    <a:pt x="1030" y="654"/>
                    <a:pt x="1041" y="658"/>
                    <a:pt x="1055" y="657"/>
                  </a:cubicBezTo>
                  <a:cubicBezTo>
                    <a:pt x="1081" y="664"/>
                    <a:pt x="1082" y="669"/>
                    <a:pt x="1086" y="669"/>
                  </a:cubicBezTo>
                  <a:cubicBezTo>
                    <a:pt x="1132" y="679"/>
                    <a:pt x="1144" y="674"/>
                    <a:pt x="1150" y="680"/>
                  </a:cubicBezTo>
                  <a:cubicBezTo>
                    <a:pt x="1113" y="682"/>
                    <a:pt x="1114" y="674"/>
                    <a:pt x="1107" y="676"/>
                  </a:cubicBezTo>
                  <a:cubicBezTo>
                    <a:pt x="1093" y="674"/>
                    <a:pt x="1086" y="677"/>
                    <a:pt x="1082" y="674"/>
                  </a:cubicBezTo>
                  <a:cubicBezTo>
                    <a:pt x="1026" y="662"/>
                    <a:pt x="1023" y="659"/>
                    <a:pt x="1022" y="659"/>
                  </a:cubicBezTo>
                  <a:cubicBezTo>
                    <a:pt x="1001" y="653"/>
                    <a:pt x="992" y="651"/>
                    <a:pt x="984" y="648"/>
                  </a:cubicBezTo>
                  <a:cubicBezTo>
                    <a:pt x="948" y="631"/>
                    <a:pt x="942" y="632"/>
                    <a:pt x="939" y="629"/>
                  </a:cubicBezTo>
                  <a:cubicBezTo>
                    <a:pt x="916" y="615"/>
                    <a:pt x="910" y="616"/>
                    <a:pt x="907" y="613"/>
                  </a:cubicBezTo>
                  <a:cubicBezTo>
                    <a:pt x="873" y="593"/>
                    <a:pt x="869" y="590"/>
                    <a:pt x="865" y="589"/>
                  </a:cubicBezTo>
                  <a:cubicBezTo>
                    <a:pt x="832" y="568"/>
                    <a:pt x="826" y="569"/>
                    <a:pt x="823" y="566"/>
                  </a:cubicBezTo>
                  <a:cubicBezTo>
                    <a:pt x="784" y="554"/>
                    <a:pt x="782" y="548"/>
                    <a:pt x="776" y="550"/>
                  </a:cubicBezTo>
                  <a:cubicBezTo>
                    <a:pt x="733" y="548"/>
                    <a:pt x="728" y="546"/>
                    <a:pt x="720" y="547"/>
                  </a:cubicBezTo>
                  <a:cubicBezTo>
                    <a:pt x="750" y="554"/>
                    <a:pt x="764" y="549"/>
                    <a:pt x="771" y="555"/>
                  </a:cubicBezTo>
                  <a:cubicBezTo>
                    <a:pt x="824" y="572"/>
                    <a:pt x="825" y="575"/>
                    <a:pt x="828" y="578"/>
                  </a:cubicBezTo>
                  <a:cubicBezTo>
                    <a:pt x="880" y="604"/>
                    <a:pt x="882" y="607"/>
                    <a:pt x="885" y="610"/>
                  </a:cubicBezTo>
                  <a:cubicBezTo>
                    <a:pt x="920" y="629"/>
                    <a:pt x="926" y="632"/>
                    <a:pt x="933" y="635"/>
                  </a:cubicBezTo>
                  <a:cubicBezTo>
                    <a:pt x="948" y="643"/>
                    <a:pt x="952" y="643"/>
                    <a:pt x="949" y="645"/>
                  </a:cubicBezTo>
                  <a:cubicBezTo>
                    <a:pt x="926" y="635"/>
                    <a:pt x="924" y="634"/>
                    <a:pt x="920" y="635"/>
                  </a:cubicBezTo>
                  <a:cubicBezTo>
                    <a:pt x="888" y="619"/>
                    <a:pt x="883" y="618"/>
                    <a:pt x="877" y="618"/>
                  </a:cubicBezTo>
                  <a:cubicBezTo>
                    <a:pt x="825" y="595"/>
                    <a:pt x="816" y="591"/>
                    <a:pt x="805" y="589"/>
                  </a:cubicBezTo>
                  <a:cubicBezTo>
                    <a:pt x="728" y="577"/>
                    <a:pt x="714" y="579"/>
                    <a:pt x="702" y="579"/>
                  </a:cubicBezTo>
                  <a:cubicBezTo>
                    <a:pt x="656" y="593"/>
                    <a:pt x="661" y="588"/>
                    <a:pt x="670" y="589"/>
                  </a:cubicBezTo>
                  <a:cubicBezTo>
                    <a:pt x="751" y="586"/>
                    <a:pt x="760" y="585"/>
                    <a:pt x="767" y="585"/>
                  </a:cubicBezTo>
                  <a:cubicBezTo>
                    <a:pt x="799" y="597"/>
                    <a:pt x="806" y="593"/>
                    <a:pt x="807" y="598"/>
                  </a:cubicBezTo>
                  <a:cubicBezTo>
                    <a:pt x="839" y="611"/>
                    <a:pt x="853" y="614"/>
                    <a:pt x="864" y="620"/>
                  </a:cubicBezTo>
                  <a:cubicBezTo>
                    <a:pt x="910" y="635"/>
                    <a:pt x="915" y="639"/>
                    <a:pt x="919" y="644"/>
                  </a:cubicBezTo>
                  <a:cubicBezTo>
                    <a:pt x="964" y="661"/>
                    <a:pt x="971" y="663"/>
                    <a:pt x="977" y="667"/>
                  </a:cubicBezTo>
                  <a:cubicBezTo>
                    <a:pt x="1030" y="682"/>
                    <a:pt x="1031" y="688"/>
                    <a:pt x="1038" y="684"/>
                  </a:cubicBezTo>
                  <a:cubicBezTo>
                    <a:pt x="1098" y="697"/>
                    <a:pt x="1102" y="695"/>
                    <a:pt x="1106" y="694"/>
                  </a:cubicBezTo>
                  <a:cubicBezTo>
                    <a:pt x="1130" y="698"/>
                    <a:pt x="1137" y="693"/>
                    <a:pt x="1137" y="697"/>
                  </a:cubicBezTo>
                  <a:cubicBezTo>
                    <a:pt x="1080" y="702"/>
                    <a:pt x="1065" y="702"/>
                    <a:pt x="1050" y="702"/>
                  </a:cubicBezTo>
                  <a:cubicBezTo>
                    <a:pt x="1023" y="698"/>
                    <a:pt x="1017" y="695"/>
                    <a:pt x="1009" y="696"/>
                  </a:cubicBezTo>
                  <a:cubicBezTo>
                    <a:pt x="947" y="677"/>
                    <a:pt x="942" y="673"/>
                    <a:pt x="934" y="674"/>
                  </a:cubicBezTo>
                  <a:cubicBezTo>
                    <a:pt x="905" y="660"/>
                    <a:pt x="898" y="657"/>
                    <a:pt x="888" y="656"/>
                  </a:cubicBezTo>
                  <a:cubicBezTo>
                    <a:pt x="852" y="636"/>
                    <a:pt x="846" y="637"/>
                    <a:pt x="841" y="638"/>
                  </a:cubicBezTo>
                  <a:cubicBezTo>
                    <a:pt x="789" y="618"/>
                    <a:pt x="781" y="623"/>
                    <a:pt x="780" y="618"/>
                  </a:cubicBezTo>
                  <a:cubicBezTo>
                    <a:pt x="751" y="609"/>
                    <a:pt x="743" y="614"/>
                    <a:pt x="741" y="609"/>
                  </a:cubicBezTo>
                  <a:cubicBezTo>
                    <a:pt x="676" y="616"/>
                    <a:pt x="678" y="620"/>
                    <a:pt x="671" y="620"/>
                  </a:cubicBezTo>
                  <a:cubicBezTo>
                    <a:pt x="744" y="619"/>
                    <a:pt x="751" y="618"/>
                    <a:pt x="754" y="623"/>
                  </a:cubicBezTo>
                  <a:cubicBezTo>
                    <a:pt x="793" y="629"/>
                    <a:pt x="797" y="632"/>
                    <a:pt x="802" y="634"/>
                  </a:cubicBezTo>
                  <a:cubicBezTo>
                    <a:pt x="822" y="641"/>
                    <a:pt x="832" y="637"/>
                    <a:pt x="833" y="644"/>
                  </a:cubicBezTo>
                  <a:cubicBezTo>
                    <a:pt x="906" y="668"/>
                    <a:pt x="914" y="676"/>
                    <a:pt x="926" y="678"/>
                  </a:cubicBezTo>
                  <a:cubicBezTo>
                    <a:pt x="975" y="698"/>
                    <a:pt x="984" y="694"/>
                    <a:pt x="987" y="700"/>
                  </a:cubicBezTo>
                  <a:cubicBezTo>
                    <a:pt x="898" y="678"/>
                    <a:pt x="894" y="673"/>
                    <a:pt x="887" y="674"/>
                  </a:cubicBezTo>
                  <a:cubicBezTo>
                    <a:pt x="847" y="666"/>
                    <a:pt x="846" y="659"/>
                    <a:pt x="838" y="661"/>
                  </a:cubicBezTo>
                  <a:cubicBezTo>
                    <a:pt x="783" y="644"/>
                    <a:pt x="776" y="646"/>
                    <a:pt x="771" y="644"/>
                  </a:cubicBezTo>
                  <a:cubicBezTo>
                    <a:pt x="696" y="645"/>
                    <a:pt x="694" y="643"/>
                    <a:pt x="678" y="645"/>
                  </a:cubicBezTo>
                  <a:cubicBezTo>
                    <a:pt x="632" y="654"/>
                    <a:pt x="621" y="657"/>
                    <a:pt x="610" y="660"/>
                  </a:cubicBezTo>
                  <a:cubicBezTo>
                    <a:pt x="603" y="670"/>
                    <a:pt x="617" y="662"/>
                    <a:pt x="634" y="657"/>
                  </a:cubicBezTo>
                  <a:cubicBezTo>
                    <a:pt x="721" y="644"/>
                    <a:pt x="727" y="653"/>
                    <a:pt x="736" y="648"/>
                  </a:cubicBezTo>
                  <a:cubicBezTo>
                    <a:pt x="762" y="649"/>
                    <a:pt x="765" y="650"/>
                    <a:pt x="768" y="651"/>
                  </a:cubicBezTo>
                  <a:cubicBezTo>
                    <a:pt x="809" y="662"/>
                    <a:pt x="824" y="664"/>
                    <a:pt x="837" y="667"/>
                  </a:cubicBezTo>
                  <a:cubicBezTo>
                    <a:pt x="880" y="682"/>
                    <a:pt x="887" y="682"/>
                    <a:pt x="893" y="684"/>
                  </a:cubicBezTo>
                  <a:cubicBezTo>
                    <a:pt x="935" y="697"/>
                    <a:pt x="939" y="697"/>
                    <a:pt x="941" y="700"/>
                  </a:cubicBezTo>
                  <a:cubicBezTo>
                    <a:pt x="1001" y="712"/>
                    <a:pt x="1009" y="716"/>
                    <a:pt x="1019" y="717"/>
                  </a:cubicBezTo>
                  <a:cubicBezTo>
                    <a:pt x="1062" y="726"/>
                    <a:pt x="1073" y="716"/>
                    <a:pt x="1073" y="722"/>
                  </a:cubicBezTo>
                  <a:cubicBezTo>
                    <a:pt x="1019" y="731"/>
                    <a:pt x="1005" y="730"/>
                    <a:pt x="991" y="731"/>
                  </a:cubicBezTo>
                  <a:cubicBezTo>
                    <a:pt x="961" y="724"/>
                    <a:pt x="955" y="728"/>
                    <a:pt x="954" y="724"/>
                  </a:cubicBezTo>
                  <a:cubicBezTo>
                    <a:pt x="897" y="710"/>
                    <a:pt x="893" y="708"/>
                    <a:pt x="887" y="707"/>
                  </a:cubicBezTo>
                  <a:cubicBezTo>
                    <a:pt x="834" y="695"/>
                    <a:pt x="833" y="688"/>
                    <a:pt x="826" y="689"/>
                  </a:cubicBezTo>
                  <a:cubicBezTo>
                    <a:pt x="742" y="668"/>
                    <a:pt x="733" y="668"/>
                    <a:pt x="726" y="665"/>
                  </a:cubicBezTo>
                  <a:cubicBezTo>
                    <a:pt x="702" y="662"/>
                    <a:pt x="695" y="667"/>
                    <a:pt x="695" y="662"/>
                  </a:cubicBezTo>
                  <a:cubicBezTo>
                    <a:pt x="668" y="661"/>
                    <a:pt x="660" y="667"/>
                    <a:pt x="659" y="662"/>
                  </a:cubicBezTo>
                  <a:cubicBezTo>
                    <a:pt x="649" y="666"/>
                    <a:pt x="680" y="667"/>
                    <a:pt x="709" y="670"/>
                  </a:cubicBezTo>
                  <a:cubicBezTo>
                    <a:pt x="800" y="689"/>
                    <a:pt x="805" y="689"/>
                    <a:pt x="809" y="692"/>
                  </a:cubicBezTo>
                  <a:cubicBezTo>
                    <a:pt x="834" y="697"/>
                    <a:pt x="839" y="703"/>
                    <a:pt x="848" y="703"/>
                  </a:cubicBezTo>
                  <a:cubicBezTo>
                    <a:pt x="904" y="721"/>
                    <a:pt x="912" y="724"/>
                    <a:pt x="919" y="728"/>
                  </a:cubicBezTo>
                  <a:cubicBezTo>
                    <a:pt x="958" y="739"/>
                    <a:pt x="967" y="732"/>
                    <a:pt x="968" y="739"/>
                  </a:cubicBezTo>
                  <a:cubicBezTo>
                    <a:pt x="1005" y="741"/>
                    <a:pt x="1005" y="737"/>
                    <a:pt x="1008" y="743"/>
                  </a:cubicBezTo>
                  <a:cubicBezTo>
                    <a:pt x="897" y="732"/>
                    <a:pt x="889" y="732"/>
                    <a:pt x="884" y="728"/>
                  </a:cubicBezTo>
                  <a:cubicBezTo>
                    <a:pt x="849" y="719"/>
                    <a:pt x="834" y="716"/>
                    <a:pt x="819" y="713"/>
                  </a:cubicBezTo>
                  <a:cubicBezTo>
                    <a:pt x="752" y="692"/>
                    <a:pt x="741" y="696"/>
                    <a:pt x="735" y="692"/>
                  </a:cubicBezTo>
                  <a:cubicBezTo>
                    <a:pt x="661" y="682"/>
                    <a:pt x="653" y="680"/>
                    <a:pt x="645" y="680"/>
                  </a:cubicBezTo>
                  <a:cubicBezTo>
                    <a:pt x="612" y="688"/>
                    <a:pt x="628" y="691"/>
                    <a:pt x="648" y="686"/>
                  </a:cubicBezTo>
                  <a:cubicBezTo>
                    <a:pt x="712" y="690"/>
                    <a:pt x="713" y="700"/>
                    <a:pt x="723" y="697"/>
                  </a:cubicBezTo>
                  <a:cubicBezTo>
                    <a:pt x="771" y="710"/>
                    <a:pt x="786" y="709"/>
                    <a:pt x="797" y="715"/>
                  </a:cubicBezTo>
                  <a:cubicBezTo>
                    <a:pt x="838" y="727"/>
                    <a:pt x="845" y="727"/>
                    <a:pt x="851" y="729"/>
                  </a:cubicBezTo>
                  <a:cubicBezTo>
                    <a:pt x="876" y="735"/>
                    <a:pt x="880" y="740"/>
                    <a:pt x="888" y="738"/>
                  </a:cubicBezTo>
                  <a:cubicBezTo>
                    <a:pt x="945" y="756"/>
                    <a:pt x="955" y="746"/>
                    <a:pt x="955" y="753"/>
                  </a:cubicBezTo>
                  <a:cubicBezTo>
                    <a:pt x="974" y="755"/>
                    <a:pt x="970" y="759"/>
                    <a:pt x="956" y="761"/>
                  </a:cubicBezTo>
                  <a:cubicBezTo>
                    <a:pt x="909" y="757"/>
                    <a:pt x="908" y="754"/>
                    <a:pt x="904" y="755"/>
                  </a:cubicBezTo>
                  <a:cubicBezTo>
                    <a:pt x="885" y="748"/>
                    <a:pt x="880" y="752"/>
                    <a:pt x="879" y="749"/>
                  </a:cubicBezTo>
                  <a:cubicBezTo>
                    <a:pt x="859" y="745"/>
                    <a:pt x="858" y="743"/>
                    <a:pt x="853" y="744"/>
                  </a:cubicBezTo>
                  <a:cubicBezTo>
                    <a:pt x="800" y="729"/>
                    <a:pt x="793" y="730"/>
                    <a:pt x="790" y="725"/>
                  </a:cubicBezTo>
                  <a:cubicBezTo>
                    <a:pt x="720" y="706"/>
                    <a:pt x="714" y="706"/>
                    <a:pt x="707" y="706"/>
                  </a:cubicBezTo>
                  <a:cubicBezTo>
                    <a:pt x="736" y="712"/>
                    <a:pt x="742" y="721"/>
                    <a:pt x="756" y="720"/>
                  </a:cubicBezTo>
                  <a:cubicBezTo>
                    <a:pt x="822" y="744"/>
                    <a:pt x="826" y="747"/>
                    <a:pt x="832" y="748"/>
                  </a:cubicBezTo>
                  <a:cubicBezTo>
                    <a:pt x="860" y="754"/>
                    <a:pt x="872" y="756"/>
                    <a:pt x="881" y="761"/>
                  </a:cubicBezTo>
                  <a:cubicBezTo>
                    <a:pt x="921" y="767"/>
                    <a:pt x="925" y="770"/>
                    <a:pt x="933" y="768"/>
                  </a:cubicBezTo>
                  <a:cubicBezTo>
                    <a:pt x="905" y="774"/>
                    <a:pt x="897" y="771"/>
                    <a:pt x="885" y="774"/>
                  </a:cubicBezTo>
                  <a:cubicBezTo>
                    <a:pt x="841" y="759"/>
                    <a:pt x="836" y="760"/>
                    <a:pt x="832" y="759"/>
                  </a:cubicBezTo>
                  <a:cubicBezTo>
                    <a:pt x="803" y="756"/>
                    <a:pt x="801" y="752"/>
                    <a:pt x="797" y="752"/>
                  </a:cubicBezTo>
                  <a:cubicBezTo>
                    <a:pt x="747" y="739"/>
                    <a:pt x="735" y="743"/>
                    <a:pt x="730" y="738"/>
                  </a:cubicBezTo>
                  <a:cubicBezTo>
                    <a:pt x="659" y="735"/>
                    <a:pt x="646" y="737"/>
                    <a:pt x="633" y="740"/>
                  </a:cubicBezTo>
                  <a:cubicBezTo>
                    <a:pt x="595" y="753"/>
                    <a:pt x="594" y="757"/>
                    <a:pt x="585" y="757"/>
                  </a:cubicBezTo>
                  <a:cubicBezTo>
                    <a:pt x="592" y="764"/>
                    <a:pt x="594" y="760"/>
                    <a:pt x="599" y="757"/>
                  </a:cubicBezTo>
                  <a:cubicBezTo>
                    <a:pt x="676" y="741"/>
                    <a:pt x="681" y="740"/>
                    <a:pt x="686" y="739"/>
                  </a:cubicBezTo>
                  <a:cubicBezTo>
                    <a:pt x="717" y="743"/>
                    <a:pt x="723" y="747"/>
                    <a:pt x="732" y="746"/>
                  </a:cubicBezTo>
                  <a:cubicBezTo>
                    <a:pt x="805" y="765"/>
                    <a:pt x="814" y="764"/>
                    <a:pt x="822" y="765"/>
                  </a:cubicBezTo>
                  <a:cubicBezTo>
                    <a:pt x="873" y="775"/>
                    <a:pt x="873" y="782"/>
                    <a:pt x="880" y="779"/>
                  </a:cubicBezTo>
                  <a:cubicBezTo>
                    <a:pt x="911" y="788"/>
                    <a:pt x="921" y="782"/>
                    <a:pt x="921" y="790"/>
                  </a:cubicBezTo>
                  <a:cubicBezTo>
                    <a:pt x="835" y="786"/>
                    <a:pt x="826" y="783"/>
                    <a:pt x="816" y="782"/>
                  </a:cubicBezTo>
                  <a:cubicBezTo>
                    <a:pt x="785" y="775"/>
                    <a:pt x="780" y="775"/>
                    <a:pt x="775" y="776"/>
                  </a:cubicBezTo>
                  <a:cubicBezTo>
                    <a:pt x="743" y="770"/>
                    <a:pt x="740" y="766"/>
                    <a:pt x="734" y="768"/>
                  </a:cubicBezTo>
                  <a:cubicBezTo>
                    <a:pt x="682" y="767"/>
                    <a:pt x="662" y="763"/>
                    <a:pt x="640" y="765"/>
                  </a:cubicBezTo>
                  <a:cubicBezTo>
                    <a:pt x="565" y="784"/>
                    <a:pt x="556" y="782"/>
                    <a:pt x="557" y="786"/>
                  </a:cubicBezTo>
                  <a:cubicBezTo>
                    <a:pt x="577" y="785"/>
                    <a:pt x="588" y="780"/>
                    <a:pt x="600" y="777"/>
                  </a:cubicBezTo>
                  <a:cubicBezTo>
                    <a:pt x="661" y="772"/>
                    <a:pt x="665" y="773"/>
                    <a:pt x="670" y="773"/>
                  </a:cubicBezTo>
                  <a:cubicBezTo>
                    <a:pt x="700" y="775"/>
                    <a:pt x="709" y="770"/>
                    <a:pt x="710" y="774"/>
                  </a:cubicBezTo>
                  <a:cubicBezTo>
                    <a:pt x="785" y="785"/>
                    <a:pt x="805" y="787"/>
                    <a:pt x="822" y="792"/>
                  </a:cubicBezTo>
                  <a:cubicBezTo>
                    <a:pt x="875" y="802"/>
                    <a:pt x="871" y="803"/>
                    <a:pt x="870" y="801"/>
                  </a:cubicBezTo>
                  <a:cubicBezTo>
                    <a:pt x="835" y="799"/>
                    <a:pt x="823" y="799"/>
                    <a:pt x="812" y="798"/>
                  </a:cubicBezTo>
                  <a:cubicBezTo>
                    <a:pt x="723" y="795"/>
                    <a:pt x="722" y="790"/>
                    <a:pt x="716" y="791"/>
                  </a:cubicBezTo>
                  <a:cubicBezTo>
                    <a:pt x="565" y="816"/>
                    <a:pt x="556" y="818"/>
                    <a:pt x="550" y="821"/>
                  </a:cubicBezTo>
                  <a:cubicBezTo>
                    <a:pt x="525" y="836"/>
                    <a:pt x="519" y="840"/>
                    <a:pt x="512" y="843"/>
                  </a:cubicBezTo>
                  <a:cubicBezTo>
                    <a:pt x="509" y="851"/>
                    <a:pt x="521" y="844"/>
                    <a:pt x="531" y="836"/>
                  </a:cubicBezTo>
                  <a:cubicBezTo>
                    <a:pt x="561" y="823"/>
                    <a:pt x="562" y="823"/>
                    <a:pt x="564" y="821"/>
                  </a:cubicBezTo>
                  <a:cubicBezTo>
                    <a:pt x="582" y="818"/>
                    <a:pt x="590" y="814"/>
                    <a:pt x="604" y="811"/>
                  </a:cubicBezTo>
                  <a:cubicBezTo>
                    <a:pt x="711" y="803"/>
                    <a:pt x="718" y="799"/>
                    <a:pt x="720" y="802"/>
                  </a:cubicBezTo>
                  <a:cubicBezTo>
                    <a:pt x="744" y="804"/>
                    <a:pt x="749" y="803"/>
                    <a:pt x="753" y="802"/>
                  </a:cubicBezTo>
                  <a:cubicBezTo>
                    <a:pt x="782" y="805"/>
                    <a:pt x="791" y="803"/>
                    <a:pt x="796" y="808"/>
                  </a:cubicBezTo>
                  <a:cubicBezTo>
                    <a:pt x="731" y="806"/>
                    <a:pt x="726" y="807"/>
                    <a:pt x="723" y="805"/>
                  </a:cubicBezTo>
                  <a:cubicBezTo>
                    <a:pt x="601" y="827"/>
                    <a:pt x="581" y="835"/>
                    <a:pt x="552" y="843"/>
                  </a:cubicBezTo>
                  <a:cubicBezTo>
                    <a:pt x="527" y="859"/>
                    <a:pt x="517" y="860"/>
                    <a:pt x="512" y="866"/>
                  </a:cubicBezTo>
                  <a:cubicBezTo>
                    <a:pt x="492" y="890"/>
                    <a:pt x="495" y="878"/>
                    <a:pt x="509" y="873"/>
                  </a:cubicBezTo>
                  <a:cubicBezTo>
                    <a:pt x="538" y="857"/>
                    <a:pt x="541" y="856"/>
                    <a:pt x="543" y="853"/>
                  </a:cubicBezTo>
                  <a:cubicBezTo>
                    <a:pt x="585" y="838"/>
                    <a:pt x="594" y="840"/>
                    <a:pt x="593" y="835"/>
                  </a:cubicBezTo>
                  <a:cubicBezTo>
                    <a:pt x="643" y="824"/>
                    <a:pt x="645" y="820"/>
                    <a:pt x="652" y="820"/>
                  </a:cubicBezTo>
                  <a:cubicBezTo>
                    <a:pt x="735" y="816"/>
                    <a:pt x="734" y="814"/>
                    <a:pt x="740" y="816"/>
                  </a:cubicBezTo>
                  <a:cubicBezTo>
                    <a:pt x="772" y="814"/>
                    <a:pt x="780" y="819"/>
                    <a:pt x="793" y="817"/>
                  </a:cubicBezTo>
                  <a:cubicBezTo>
                    <a:pt x="806" y="832"/>
                    <a:pt x="790" y="824"/>
                    <a:pt x="771" y="826"/>
                  </a:cubicBezTo>
                  <a:cubicBezTo>
                    <a:pt x="622" y="843"/>
                    <a:pt x="616" y="845"/>
                    <a:pt x="608" y="846"/>
                  </a:cubicBezTo>
                  <a:cubicBezTo>
                    <a:pt x="586" y="855"/>
                    <a:pt x="571" y="858"/>
                    <a:pt x="560" y="864"/>
                  </a:cubicBezTo>
                  <a:cubicBezTo>
                    <a:pt x="510" y="894"/>
                    <a:pt x="499" y="893"/>
                    <a:pt x="498" y="899"/>
                  </a:cubicBezTo>
                  <a:cubicBezTo>
                    <a:pt x="574" y="863"/>
                    <a:pt x="584" y="863"/>
                    <a:pt x="588" y="858"/>
                  </a:cubicBezTo>
                  <a:cubicBezTo>
                    <a:pt x="618" y="851"/>
                    <a:pt x="633" y="846"/>
                    <a:pt x="650" y="843"/>
                  </a:cubicBezTo>
                  <a:cubicBezTo>
                    <a:pt x="740" y="832"/>
                    <a:pt x="743" y="835"/>
                    <a:pt x="750" y="834"/>
                  </a:cubicBezTo>
                  <a:cubicBezTo>
                    <a:pt x="697" y="845"/>
                    <a:pt x="697" y="848"/>
                    <a:pt x="693" y="849"/>
                  </a:cubicBezTo>
                  <a:cubicBezTo>
                    <a:pt x="668" y="855"/>
                    <a:pt x="669" y="851"/>
                    <a:pt x="665" y="856"/>
                  </a:cubicBezTo>
                  <a:cubicBezTo>
                    <a:pt x="608" y="876"/>
                    <a:pt x="598" y="884"/>
                    <a:pt x="582" y="888"/>
                  </a:cubicBezTo>
                  <a:cubicBezTo>
                    <a:pt x="531" y="919"/>
                    <a:pt x="517" y="917"/>
                    <a:pt x="521" y="926"/>
                  </a:cubicBezTo>
                  <a:cubicBezTo>
                    <a:pt x="537" y="913"/>
                    <a:pt x="547" y="912"/>
                    <a:pt x="550" y="907"/>
                  </a:cubicBezTo>
                  <a:cubicBezTo>
                    <a:pt x="673" y="868"/>
                    <a:pt x="675" y="858"/>
                    <a:pt x="679" y="860"/>
                  </a:cubicBezTo>
                  <a:cubicBezTo>
                    <a:pt x="709" y="856"/>
                    <a:pt x="717" y="850"/>
                    <a:pt x="718" y="855"/>
                  </a:cubicBezTo>
                  <a:cubicBezTo>
                    <a:pt x="642" y="891"/>
                    <a:pt x="630" y="890"/>
                    <a:pt x="628" y="896"/>
                  </a:cubicBezTo>
                  <a:cubicBezTo>
                    <a:pt x="589" y="916"/>
                    <a:pt x="579" y="917"/>
                    <a:pt x="580" y="924"/>
                  </a:cubicBezTo>
                  <a:cubicBezTo>
                    <a:pt x="653" y="887"/>
                    <a:pt x="676" y="880"/>
                    <a:pt x="694" y="870"/>
                  </a:cubicBezTo>
                  <a:cubicBezTo>
                    <a:pt x="784" y="845"/>
                    <a:pt x="785" y="839"/>
                    <a:pt x="795" y="839"/>
                  </a:cubicBezTo>
                  <a:cubicBezTo>
                    <a:pt x="808" y="838"/>
                    <a:pt x="802" y="843"/>
                    <a:pt x="789" y="844"/>
                  </a:cubicBezTo>
                  <a:cubicBezTo>
                    <a:pt x="718" y="886"/>
                    <a:pt x="706" y="885"/>
                    <a:pt x="705" y="891"/>
                  </a:cubicBezTo>
                  <a:cubicBezTo>
                    <a:pt x="634" y="921"/>
                    <a:pt x="626" y="929"/>
                    <a:pt x="613" y="934"/>
                  </a:cubicBezTo>
                  <a:cubicBezTo>
                    <a:pt x="588" y="952"/>
                    <a:pt x="581" y="951"/>
                    <a:pt x="581" y="955"/>
                  </a:cubicBezTo>
                  <a:cubicBezTo>
                    <a:pt x="530" y="987"/>
                    <a:pt x="527" y="988"/>
                    <a:pt x="526" y="992"/>
                  </a:cubicBezTo>
                  <a:cubicBezTo>
                    <a:pt x="539" y="987"/>
                    <a:pt x="552" y="979"/>
                    <a:pt x="564" y="971"/>
                  </a:cubicBezTo>
                  <a:cubicBezTo>
                    <a:pt x="592" y="956"/>
                    <a:pt x="598" y="951"/>
                    <a:pt x="604" y="946"/>
                  </a:cubicBezTo>
                  <a:cubicBezTo>
                    <a:pt x="687" y="910"/>
                    <a:pt x="696" y="903"/>
                    <a:pt x="708" y="899"/>
                  </a:cubicBezTo>
                  <a:cubicBezTo>
                    <a:pt x="733" y="884"/>
                    <a:pt x="745" y="882"/>
                    <a:pt x="744" y="886"/>
                  </a:cubicBezTo>
                  <a:cubicBezTo>
                    <a:pt x="722" y="905"/>
                    <a:pt x="719" y="906"/>
                    <a:pt x="714" y="907"/>
                  </a:cubicBezTo>
                  <a:cubicBezTo>
                    <a:pt x="684" y="934"/>
                    <a:pt x="678" y="937"/>
                    <a:pt x="676" y="942"/>
                  </a:cubicBezTo>
                  <a:cubicBezTo>
                    <a:pt x="614" y="990"/>
                    <a:pt x="592" y="1003"/>
                    <a:pt x="572" y="1016"/>
                  </a:cubicBezTo>
                  <a:cubicBezTo>
                    <a:pt x="535" y="1045"/>
                    <a:pt x="522" y="1039"/>
                    <a:pt x="524" y="1045"/>
                  </a:cubicBezTo>
                  <a:cubicBezTo>
                    <a:pt x="515" y="1047"/>
                    <a:pt x="532" y="1049"/>
                    <a:pt x="535" y="1041"/>
                  </a:cubicBezTo>
                  <a:cubicBezTo>
                    <a:pt x="570" y="1023"/>
                    <a:pt x="572" y="1024"/>
                    <a:pt x="574" y="1023"/>
                  </a:cubicBezTo>
                  <a:cubicBezTo>
                    <a:pt x="599" y="1005"/>
                    <a:pt x="603" y="1002"/>
                    <a:pt x="607" y="999"/>
                  </a:cubicBezTo>
                  <a:cubicBezTo>
                    <a:pt x="687" y="947"/>
                    <a:pt x="688" y="940"/>
                    <a:pt x="696" y="939"/>
                  </a:cubicBezTo>
                  <a:cubicBezTo>
                    <a:pt x="718" y="923"/>
                    <a:pt x="719" y="913"/>
                    <a:pt x="721" y="919"/>
                  </a:cubicBezTo>
                  <a:cubicBezTo>
                    <a:pt x="696" y="949"/>
                    <a:pt x="682" y="951"/>
                    <a:pt x="680" y="962"/>
                  </a:cubicBezTo>
                  <a:cubicBezTo>
                    <a:pt x="620" y="1003"/>
                    <a:pt x="616" y="1012"/>
                    <a:pt x="603" y="1015"/>
                  </a:cubicBezTo>
                  <a:cubicBezTo>
                    <a:pt x="568" y="1039"/>
                    <a:pt x="559" y="1044"/>
                    <a:pt x="549" y="1049"/>
                  </a:cubicBezTo>
                  <a:cubicBezTo>
                    <a:pt x="538" y="1063"/>
                    <a:pt x="550" y="1055"/>
                    <a:pt x="565" y="1049"/>
                  </a:cubicBezTo>
                  <a:cubicBezTo>
                    <a:pt x="590" y="1034"/>
                    <a:pt x="595" y="1029"/>
                    <a:pt x="603" y="1026"/>
                  </a:cubicBezTo>
                  <a:cubicBezTo>
                    <a:pt x="660" y="985"/>
                    <a:pt x="670" y="984"/>
                    <a:pt x="671" y="976"/>
                  </a:cubicBezTo>
                  <a:cubicBezTo>
                    <a:pt x="721" y="934"/>
                    <a:pt x="724" y="932"/>
                    <a:pt x="728" y="931"/>
                  </a:cubicBezTo>
                  <a:cubicBezTo>
                    <a:pt x="753" y="903"/>
                    <a:pt x="759" y="899"/>
                    <a:pt x="765" y="895"/>
                  </a:cubicBezTo>
                  <a:cubicBezTo>
                    <a:pt x="803" y="865"/>
                    <a:pt x="806" y="861"/>
                    <a:pt x="810" y="858"/>
                  </a:cubicBezTo>
                  <a:cubicBezTo>
                    <a:pt x="833" y="845"/>
                    <a:pt x="838" y="840"/>
                    <a:pt x="846" y="839"/>
                  </a:cubicBezTo>
                  <a:cubicBezTo>
                    <a:pt x="816" y="870"/>
                    <a:pt x="806" y="871"/>
                    <a:pt x="804" y="877"/>
                  </a:cubicBezTo>
                  <a:cubicBezTo>
                    <a:pt x="761" y="922"/>
                    <a:pt x="758" y="927"/>
                    <a:pt x="752" y="931"/>
                  </a:cubicBezTo>
                  <a:cubicBezTo>
                    <a:pt x="698" y="979"/>
                    <a:pt x="690" y="988"/>
                    <a:pt x="677" y="995"/>
                  </a:cubicBezTo>
                  <a:cubicBezTo>
                    <a:pt x="654" y="1010"/>
                    <a:pt x="653" y="1016"/>
                    <a:pt x="643" y="1017"/>
                  </a:cubicBezTo>
                  <a:cubicBezTo>
                    <a:pt x="603" y="1041"/>
                    <a:pt x="602" y="1046"/>
                    <a:pt x="593" y="1046"/>
                  </a:cubicBezTo>
                  <a:cubicBezTo>
                    <a:pt x="604" y="1044"/>
                    <a:pt x="612" y="1046"/>
                    <a:pt x="612" y="1042"/>
                  </a:cubicBezTo>
                  <a:cubicBezTo>
                    <a:pt x="636" y="1032"/>
                    <a:pt x="635" y="1028"/>
                    <a:pt x="641" y="1028"/>
                  </a:cubicBezTo>
                  <a:cubicBezTo>
                    <a:pt x="677" y="1001"/>
                    <a:pt x="688" y="1001"/>
                    <a:pt x="690" y="995"/>
                  </a:cubicBezTo>
                  <a:cubicBezTo>
                    <a:pt x="719" y="977"/>
                    <a:pt x="726" y="966"/>
                    <a:pt x="737" y="958"/>
                  </a:cubicBezTo>
                  <a:cubicBezTo>
                    <a:pt x="755" y="940"/>
                    <a:pt x="761" y="937"/>
                    <a:pt x="766" y="933"/>
                  </a:cubicBezTo>
                  <a:cubicBezTo>
                    <a:pt x="776" y="914"/>
                    <a:pt x="782" y="914"/>
                    <a:pt x="784" y="912"/>
                  </a:cubicBezTo>
                  <a:cubicBezTo>
                    <a:pt x="844" y="864"/>
                    <a:pt x="829" y="869"/>
                    <a:pt x="825" y="882"/>
                  </a:cubicBezTo>
                  <a:cubicBezTo>
                    <a:pt x="800" y="903"/>
                    <a:pt x="804" y="910"/>
                    <a:pt x="797" y="909"/>
                  </a:cubicBezTo>
                  <a:cubicBezTo>
                    <a:pt x="763" y="949"/>
                    <a:pt x="758" y="950"/>
                    <a:pt x="758" y="954"/>
                  </a:cubicBezTo>
                  <a:cubicBezTo>
                    <a:pt x="726" y="987"/>
                    <a:pt x="718" y="990"/>
                    <a:pt x="715" y="995"/>
                  </a:cubicBezTo>
                  <a:cubicBezTo>
                    <a:pt x="647" y="1048"/>
                    <a:pt x="644" y="1049"/>
                    <a:pt x="643" y="1052"/>
                  </a:cubicBezTo>
                  <a:cubicBezTo>
                    <a:pt x="622" y="1066"/>
                    <a:pt x="617" y="1067"/>
                    <a:pt x="615" y="1071"/>
                  </a:cubicBezTo>
                  <a:cubicBezTo>
                    <a:pt x="668" y="1047"/>
                    <a:pt x="671" y="1033"/>
                    <a:pt x="688" y="1029"/>
                  </a:cubicBezTo>
                  <a:cubicBezTo>
                    <a:pt x="721" y="1000"/>
                    <a:pt x="725" y="994"/>
                    <a:pt x="732" y="992"/>
                  </a:cubicBezTo>
                  <a:cubicBezTo>
                    <a:pt x="764" y="960"/>
                    <a:pt x="769" y="956"/>
                    <a:pt x="773" y="951"/>
                  </a:cubicBezTo>
                  <a:cubicBezTo>
                    <a:pt x="860" y="860"/>
                    <a:pt x="862" y="851"/>
                    <a:pt x="872" y="847"/>
                  </a:cubicBezTo>
                  <a:cubicBezTo>
                    <a:pt x="904" y="817"/>
                    <a:pt x="905" y="812"/>
                    <a:pt x="912" y="811"/>
                  </a:cubicBezTo>
                  <a:cubicBezTo>
                    <a:pt x="931" y="798"/>
                    <a:pt x="932" y="793"/>
                    <a:pt x="934" y="796"/>
                  </a:cubicBezTo>
                  <a:cubicBezTo>
                    <a:pt x="913" y="818"/>
                    <a:pt x="904" y="821"/>
                    <a:pt x="899" y="827"/>
                  </a:cubicBezTo>
                  <a:cubicBezTo>
                    <a:pt x="866" y="862"/>
                    <a:pt x="863" y="864"/>
                    <a:pt x="860" y="867"/>
                  </a:cubicBezTo>
                  <a:cubicBezTo>
                    <a:pt x="833" y="899"/>
                    <a:pt x="826" y="904"/>
                    <a:pt x="824" y="911"/>
                  </a:cubicBezTo>
                  <a:cubicBezTo>
                    <a:pt x="798" y="940"/>
                    <a:pt x="789" y="952"/>
                    <a:pt x="777" y="962"/>
                  </a:cubicBezTo>
                  <a:cubicBezTo>
                    <a:pt x="730" y="1003"/>
                    <a:pt x="724" y="1018"/>
                    <a:pt x="709" y="1025"/>
                  </a:cubicBezTo>
                  <a:cubicBezTo>
                    <a:pt x="680" y="1051"/>
                    <a:pt x="672" y="1050"/>
                    <a:pt x="673" y="1056"/>
                  </a:cubicBezTo>
                  <a:cubicBezTo>
                    <a:pt x="707" y="1032"/>
                    <a:pt x="718" y="1028"/>
                    <a:pt x="724" y="1020"/>
                  </a:cubicBezTo>
                  <a:cubicBezTo>
                    <a:pt x="781" y="965"/>
                    <a:pt x="790" y="965"/>
                    <a:pt x="790" y="959"/>
                  </a:cubicBezTo>
                  <a:cubicBezTo>
                    <a:pt x="833" y="912"/>
                    <a:pt x="834" y="907"/>
                    <a:pt x="840" y="906"/>
                  </a:cubicBezTo>
                  <a:cubicBezTo>
                    <a:pt x="852" y="891"/>
                    <a:pt x="857" y="890"/>
                    <a:pt x="857" y="885"/>
                  </a:cubicBezTo>
                  <a:cubicBezTo>
                    <a:pt x="890" y="856"/>
                    <a:pt x="890" y="847"/>
                    <a:pt x="898" y="843"/>
                  </a:cubicBezTo>
                  <a:cubicBezTo>
                    <a:pt x="913" y="829"/>
                    <a:pt x="914" y="825"/>
                    <a:pt x="915" y="828"/>
                  </a:cubicBezTo>
                  <a:cubicBezTo>
                    <a:pt x="899" y="848"/>
                    <a:pt x="895" y="850"/>
                    <a:pt x="893" y="852"/>
                  </a:cubicBezTo>
                  <a:cubicBezTo>
                    <a:pt x="874" y="873"/>
                    <a:pt x="868" y="888"/>
                    <a:pt x="854" y="897"/>
                  </a:cubicBezTo>
                  <a:cubicBezTo>
                    <a:pt x="844" y="921"/>
                    <a:pt x="833" y="921"/>
                    <a:pt x="834" y="929"/>
                  </a:cubicBezTo>
                  <a:cubicBezTo>
                    <a:pt x="813" y="953"/>
                    <a:pt x="808" y="954"/>
                    <a:pt x="808" y="958"/>
                  </a:cubicBezTo>
                  <a:cubicBezTo>
                    <a:pt x="747" y="1019"/>
                    <a:pt x="741" y="1023"/>
                    <a:pt x="738" y="1029"/>
                  </a:cubicBezTo>
                  <a:cubicBezTo>
                    <a:pt x="686" y="1073"/>
                    <a:pt x="678" y="1075"/>
                    <a:pt x="672" y="1078"/>
                  </a:cubicBezTo>
                  <a:cubicBezTo>
                    <a:pt x="643" y="1098"/>
                    <a:pt x="634" y="1096"/>
                    <a:pt x="634" y="1101"/>
                  </a:cubicBezTo>
                  <a:cubicBezTo>
                    <a:pt x="626" y="1110"/>
                    <a:pt x="641" y="1101"/>
                    <a:pt x="654" y="1099"/>
                  </a:cubicBezTo>
                  <a:cubicBezTo>
                    <a:pt x="703" y="1066"/>
                    <a:pt x="716" y="1058"/>
                    <a:pt x="727" y="1048"/>
                  </a:cubicBezTo>
                  <a:cubicBezTo>
                    <a:pt x="768" y="1009"/>
                    <a:pt x="781" y="1000"/>
                    <a:pt x="789" y="988"/>
                  </a:cubicBezTo>
                  <a:cubicBezTo>
                    <a:pt x="809" y="969"/>
                    <a:pt x="815" y="964"/>
                    <a:pt x="819" y="959"/>
                  </a:cubicBezTo>
                  <a:cubicBezTo>
                    <a:pt x="853" y="916"/>
                    <a:pt x="854" y="912"/>
                    <a:pt x="859" y="912"/>
                  </a:cubicBezTo>
                  <a:cubicBezTo>
                    <a:pt x="891" y="872"/>
                    <a:pt x="894" y="865"/>
                    <a:pt x="899" y="860"/>
                  </a:cubicBezTo>
                  <a:cubicBezTo>
                    <a:pt x="977" y="782"/>
                    <a:pt x="978" y="780"/>
                    <a:pt x="979" y="777"/>
                  </a:cubicBezTo>
                  <a:cubicBezTo>
                    <a:pt x="1002" y="772"/>
                    <a:pt x="996" y="775"/>
                    <a:pt x="993" y="779"/>
                  </a:cubicBezTo>
                  <a:cubicBezTo>
                    <a:pt x="966" y="808"/>
                    <a:pt x="964" y="814"/>
                    <a:pt x="957" y="816"/>
                  </a:cubicBezTo>
                  <a:cubicBezTo>
                    <a:pt x="927" y="858"/>
                    <a:pt x="930" y="866"/>
                    <a:pt x="922" y="867"/>
                  </a:cubicBezTo>
                  <a:cubicBezTo>
                    <a:pt x="911" y="890"/>
                    <a:pt x="905" y="890"/>
                    <a:pt x="907" y="894"/>
                  </a:cubicBezTo>
                  <a:cubicBezTo>
                    <a:pt x="875" y="937"/>
                    <a:pt x="869" y="939"/>
                    <a:pt x="868" y="946"/>
                  </a:cubicBezTo>
                  <a:cubicBezTo>
                    <a:pt x="839" y="976"/>
                    <a:pt x="839" y="983"/>
                    <a:pt x="833" y="985"/>
                  </a:cubicBezTo>
                  <a:cubicBezTo>
                    <a:pt x="794" y="1031"/>
                    <a:pt x="787" y="1033"/>
                    <a:pt x="784" y="1038"/>
                  </a:cubicBezTo>
                  <a:cubicBezTo>
                    <a:pt x="739" y="1079"/>
                    <a:pt x="732" y="1081"/>
                    <a:pt x="729" y="1086"/>
                  </a:cubicBezTo>
                  <a:cubicBezTo>
                    <a:pt x="678" y="1120"/>
                    <a:pt x="674" y="1119"/>
                    <a:pt x="673" y="1122"/>
                  </a:cubicBezTo>
                  <a:cubicBezTo>
                    <a:pt x="712" y="1106"/>
                    <a:pt x="716" y="1102"/>
                    <a:pt x="720" y="1098"/>
                  </a:cubicBezTo>
                  <a:cubicBezTo>
                    <a:pt x="753" y="1075"/>
                    <a:pt x="759" y="1072"/>
                    <a:pt x="761" y="1067"/>
                  </a:cubicBezTo>
                  <a:cubicBezTo>
                    <a:pt x="794" y="1044"/>
                    <a:pt x="790" y="1035"/>
                    <a:pt x="800" y="1035"/>
                  </a:cubicBezTo>
                  <a:cubicBezTo>
                    <a:pt x="840" y="991"/>
                    <a:pt x="849" y="984"/>
                    <a:pt x="855" y="974"/>
                  </a:cubicBezTo>
                  <a:cubicBezTo>
                    <a:pt x="869" y="952"/>
                    <a:pt x="876" y="953"/>
                    <a:pt x="875" y="949"/>
                  </a:cubicBezTo>
                  <a:cubicBezTo>
                    <a:pt x="901" y="921"/>
                    <a:pt x="899" y="914"/>
                    <a:pt x="906" y="912"/>
                  </a:cubicBezTo>
                  <a:cubicBezTo>
                    <a:pt x="920" y="888"/>
                    <a:pt x="926" y="879"/>
                    <a:pt x="931" y="870"/>
                  </a:cubicBezTo>
                  <a:cubicBezTo>
                    <a:pt x="960" y="824"/>
                    <a:pt x="979" y="811"/>
                    <a:pt x="993" y="794"/>
                  </a:cubicBezTo>
                  <a:cubicBezTo>
                    <a:pt x="1033" y="757"/>
                    <a:pt x="1033" y="750"/>
                    <a:pt x="1043" y="750"/>
                  </a:cubicBezTo>
                  <a:cubicBezTo>
                    <a:pt x="969" y="857"/>
                    <a:pt x="957" y="865"/>
                    <a:pt x="955" y="879"/>
                  </a:cubicBezTo>
                  <a:cubicBezTo>
                    <a:pt x="940" y="896"/>
                    <a:pt x="939" y="900"/>
                    <a:pt x="940" y="904"/>
                  </a:cubicBezTo>
                  <a:cubicBezTo>
                    <a:pt x="920" y="929"/>
                    <a:pt x="921" y="937"/>
                    <a:pt x="913" y="937"/>
                  </a:cubicBezTo>
                  <a:cubicBezTo>
                    <a:pt x="896" y="970"/>
                    <a:pt x="891" y="970"/>
                    <a:pt x="890" y="972"/>
                  </a:cubicBezTo>
                  <a:cubicBezTo>
                    <a:pt x="873" y="997"/>
                    <a:pt x="870" y="1002"/>
                    <a:pt x="865" y="1006"/>
                  </a:cubicBezTo>
                  <a:cubicBezTo>
                    <a:pt x="826" y="1052"/>
                    <a:pt x="816" y="1059"/>
                    <a:pt x="810" y="1069"/>
                  </a:cubicBezTo>
                  <a:cubicBezTo>
                    <a:pt x="791" y="1083"/>
                    <a:pt x="787" y="1087"/>
                    <a:pt x="783" y="1091"/>
                  </a:cubicBezTo>
                  <a:cubicBezTo>
                    <a:pt x="752" y="1117"/>
                    <a:pt x="746" y="1120"/>
                    <a:pt x="742" y="1123"/>
                  </a:cubicBezTo>
                  <a:cubicBezTo>
                    <a:pt x="734" y="1133"/>
                    <a:pt x="740" y="1131"/>
                    <a:pt x="743" y="1127"/>
                  </a:cubicBezTo>
                  <a:cubicBezTo>
                    <a:pt x="792" y="1095"/>
                    <a:pt x="795" y="1085"/>
                    <a:pt x="805" y="1081"/>
                  </a:cubicBezTo>
                  <a:cubicBezTo>
                    <a:pt x="852" y="1033"/>
                    <a:pt x="856" y="1030"/>
                    <a:pt x="860" y="1027"/>
                  </a:cubicBezTo>
                  <a:cubicBezTo>
                    <a:pt x="879" y="1009"/>
                    <a:pt x="881" y="999"/>
                    <a:pt x="889" y="993"/>
                  </a:cubicBezTo>
                  <a:cubicBezTo>
                    <a:pt x="903" y="971"/>
                    <a:pt x="904" y="969"/>
                    <a:pt x="907" y="967"/>
                  </a:cubicBezTo>
                  <a:cubicBezTo>
                    <a:pt x="925" y="938"/>
                    <a:pt x="930" y="935"/>
                    <a:pt x="934" y="931"/>
                  </a:cubicBezTo>
                  <a:cubicBezTo>
                    <a:pt x="943" y="908"/>
                    <a:pt x="949" y="909"/>
                    <a:pt x="947" y="905"/>
                  </a:cubicBezTo>
                  <a:cubicBezTo>
                    <a:pt x="957" y="887"/>
                    <a:pt x="960" y="887"/>
                    <a:pt x="961" y="887"/>
                  </a:cubicBezTo>
                  <a:cubicBezTo>
                    <a:pt x="972" y="860"/>
                    <a:pt x="975" y="857"/>
                    <a:pt x="980" y="854"/>
                  </a:cubicBezTo>
                  <a:cubicBezTo>
                    <a:pt x="998" y="823"/>
                    <a:pt x="997" y="817"/>
                    <a:pt x="1003" y="815"/>
                  </a:cubicBezTo>
                  <a:cubicBezTo>
                    <a:pt x="1025" y="782"/>
                    <a:pt x="1032" y="774"/>
                    <a:pt x="1039" y="766"/>
                  </a:cubicBezTo>
                  <a:cubicBezTo>
                    <a:pt x="1077" y="742"/>
                    <a:pt x="1068" y="742"/>
                    <a:pt x="1069" y="747"/>
                  </a:cubicBezTo>
                  <a:cubicBezTo>
                    <a:pt x="1047" y="774"/>
                    <a:pt x="1045" y="779"/>
                    <a:pt x="1040" y="782"/>
                  </a:cubicBezTo>
                  <a:cubicBezTo>
                    <a:pt x="1028" y="806"/>
                    <a:pt x="1026" y="807"/>
                    <a:pt x="1025" y="809"/>
                  </a:cubicBezTo>
                  <a:cubicBezTo>
                    <a:pt x="1015" y="834"/>
                    <a:pt x="1007" y="838"/>
                    <a:pt x="1007" y="847"/>
                  </a:cubicBezTo>
                  <a:cubicBezTo>
                    <a:pt x="993" y="869"/>
                    <a:pt x="994" y="871"/>
                    <a:pt x="994" y="872"/>
                  </a:cubicBezTo>
                  <a:cubicBezTo>
                    <a:pt x="989" y="885"/>
                    <a:pt x="986" y="887"/>
                    <a:pt x="984" y="891"/>
                  </a:cubicBezTo>
                  <a:cubicBezTo>
                    <a:pt x="971" y="922"/>
                    <a:pt x="966" y="929"/>
                    <a:pt x="966" y="939"/>
                  </a:cubicBezTo>
                  <a:cubicBezTo>
                    <a:pt x="956" y="957"/>
                    <a:pt x="957" y="960"/>
                    <a:pt x="954" y="961"/>
                  </a:cubicBezTo>
                  <a:cubicBezTo>
                    <a:pt x="920" y="1037"/>
                    <a:pt x="921" y="1048"/>
                    <a:pt x="913" y="1052"/>
                  </a:cubicBezTo>
                  <a:cubicBezTo>
                    <a:pt x="882" y="1101"/>
                    <a:pt x="877" y="1107"/>
                    <a:pt x="874" y="1115"/>
                  </a:cubicBezTo>
                  <a:cubicBezTo>
                    <a:pt x="855" y="1137"/>
                    <a:pt x="852" y="1140"/>
                    <a:pt x="850" y="1144"/>
                  </a:cubicBezTo>
                  <a:cubicBezTo>
                    <a:pt x="834" y="1167"/>
                    <a:pt x="824" y="1166"/>
                    <a:pt x="824" y="1170"/>
                  </a:cubicBezTo>
                  <a:cubicBezTo>
                    <a:pt x="858" y="1143"/>
                    <a:pt x="863" y="1134"/>
                    <a:pt x="871" y="1126"/>
                  </a:cubicBezTo>
                  <a:cubicBezTo>
                    <a:pt x="891" y="1097"/>
                    <a:pt x="896" y="1098"/>
                    <a:pt x="894" y="1094"/>
                  </a:cubicBezTo>
                  <a:cubicBezTo>
                    <a:pt x="911" y="1072"/>
                    <a:pt x="913" y="1070"/>
                    <a:pt x="916" y="1070"/>
                  </a:cubicBezTo>
                  <a:cubicBezTo>
                    <a:pt x="929" y="1042"/>
                    <a:pt x="932" y="1038"/>
                    <a:pt x="934" y="1033"/>
                  </a:cubicBezTo>
                  <a:cubicBezTo>
                    <a:pt x="958" y="976"/>
                    <a:pt x="965" y="968"/>
                    <a:pt x="964" y="955"/>
                  </a:cubicBezTo>
                  <a:cubicBezTo>
                    <a:pt x="985" y="915"/>
                    <a:pt x="989" y="909"/>
                    <a:pt x="991" y="903"/>
                  </a:cubicBezTo>
                  <a:cubicBezTo>
                    <a:pt x="1000" y="878"/>
                    <a:pt x="1004" y="873"/>
                    <a:pt x="1006" y="867"/>
                  </a:cubicBezTo>
                  <a:cubicBezTo>
                    <a:pt x="1015" y="842"/>
                    <a:pt x="1024" y="840"/>
                    <a:pt x="1024" y="833"/>
                  </a:cubicBezTo>
                  <a:cubicBezTo>
                    <a:pt x="1042" y="806"/>
                    <a:pt x="1046" y="795"/>
                    <a:pt x="1051" y="784"/>
                  </a:cubicBezTo>
                  <a:cubicBezTo>
                    <a:pt x="1073" y="764"/>
                    <a:pt x="1071" y="758"/>
                    <a:pt x="1073" y="756"/>
                  </a:cubicBezTo>
                  <a:cubicBezTo>
                    <a:pt x="1093" y="740"/>
                    <a:pt x="1094" y="733"/>
                    <a:pt x="1101" y="731"/>
                  </a:cubicBezTo>
                  <a:cubicBezTo>
                    <a:pt x="1090" y="749"/>
                    <a:pt x="1092" y="751"/>
                    <a:pt x="1092" y="752"/>
                  </a:cubicBezTo>
                  <a:cubicBezTo>
                    <a:pt x="1069" y="793"/>
                    <a:pt x="1066" y="799"/>
                    <a:pt x="1061" y="804"/>
                  </a:cubicBezTo>
                  <a:cubicBezTo>
                    <a:pt x="1050" y="836"/>
                    <a:pt x="1049" y="839"/>
                    <a:pt x="1046" y="842"/>
                  </a:cubicBezTo>
                  <a:cubicBezTo>
                    <a:pt x="1029" y="888"/>
                    <a:pt x="1026" y="895"/>
                    <a:pt x="1021" y="900"/>
                  </a:cubicBezTo>
                  <a:cubicBezTo>
                    <a:pt x="996" y="970"/>
                    <a:pt x="1001" y="978"/>
                    <a:pt x="995" y="978"/>
                  </a:cubicBezTo>
                  <a:cubicBezTo>
                    <a:pt x="981" y="1020"/>
                    <a:pt x="975" y="1026"/>
                    <a:pt x="972" y="1033"/>
                  </a:cubicBezTo>
                  <a:cubicBezTo>
                    <a:pt x="954" y="1067"/>
                    <a:pt x="951" y="1070"/>
                    <a:pt x="951" y="1075"/>
                  </a:cubicBezTo>
                  <a:cubicBezTo>
                    <a:pt x="916" y="1125"/>
                    <a:pt x="909" y="1125"/>
                    <a:pt x="907" y="1129"/>
                  </a:cubicBezTo>
                  <a:cubicBezTo>
                    <a:pt x="919" y="1122"/>
                    <a:pt x="920" y="1117"/>
                    <a:pt x="925" y="1115"/>
                  </a:cubicBezTo>
                  <a:cubicBezTo>
                    <a:pt x="935" y="1099"/>
                    <a:pt x="943" y="1099"/>
                    <a:pt x="940" y="1092"/>
                  </a:cubicBezTo>
                  <a:cubicBezTo>
                    <a:pt x="963" y="1066"/>
                    <a:pt x="962" y="1060"/>
                    <a:pt x="968" y="1058"/>
                  </a:cubicBezTo>
                  <a:cubicBezTo>
                    <a:pt x="976" y="1041"/>
                    <a:pt x="979" y="1037"/>
                    <a:pt x="983" y="1033"/>
                  </a:cubicBezTo>
                  <a:cubicBezTo>
                    <a:pt x="1007" y="981"/>
                    <a:pt x="1003" y="971"/>
                    <a:pt x="1009" y="969"/>
                  </a:cubicBezTo>
                  <a:cubicBezTo>
                    <a:pt x="1016" y="940"/>
                    <a:pt x="1022" y="940"/>
                    <a:pt x="1018" y="934"/>
                  </a:cubicBezTo>
                  <a:cubicBezTo>
                    <a:pt x="1059" y="844"/>
                    <a:pt x="1057" y="833"/>
                    <a:pt x="1066" y="830"/>
                  </a:cubicBezTo>
                  <a:cubicBezTo>
                    <a:pt x="1083" y="786"/>
                    <a:pt x="1082" y="782"/>
                    <a:pt x="1084" y="780"/>
                  </a:cubicBezTo>
                  <a:cubicBezTo>
                    <a:pt x="1108" y="739"/>
                    <a:pt x="1112" y="730"/>
                    <a:pt x="1120" y="723"/>
                  </a:cubicBezTo>
                  <a:cubicBezTo>
                    <a:pt x="1119" y="735"/>
                    <a:pt x="1117" y="738"/>
                    <a:pt x="1114" y="742"/>
                  </a:cubicBezTo>
                  <a:cubicBezTo>
                    <a:pt x="1099" y="768"/>
                    <a:pt x="1096" y="772"/>
                    <a:pt x="1094" y="776"/>
                  </a:cubicBezTo>
                  <a:cubicBezTo>
                    <a:pt x="1068" y="830"/>
                    <a:pt x="1067" y="841"/>
                    <a:pt x="1060" y="847"/>
                  </a:cubicBezTo>
                  <a:cubicBezTo>
                    <a:pt x="1046" y="905"/>
                    <a:pt x="1042" y="907"/>
                    <a:pt x="1043" y="912"/>
                  </a:cubicBezTo>
                  <a:cubicBezTo>
                    <a:pt x="1031" y="937"/>
                    <a:pt x="1035" y="944"/>
                    <a:pt x="1031" y="945"/>
                  </a:cubicBezTo>
                  <a:cubicBezTo>
                    <a:pt x="1019" y="1007"/>
                    <a:pt x="1016" y="1012"/>
                    <a:pt x="1013" y="1017"/>
                  </a:cubicBezTo>
                  <a:cubicBezTo>
                    <a:pt x="987" y="1086"/>
                    <a:pt x="985" y="1088"/>
                    <a:pt x="987" y="1092"/>
                  </a:cubicBezTo>
                  <a:cubicBezTo>
                    <a:pt x="975" y="1110"/>
                    <a:pt x="973" y="1113"/>
                    <a:pt x="971" y="1115"/>
                  </a:cubicBezTo>
                  <a:cubicBezTo>
                    <a:pt x="952" y="1150"/>
                    <a:pt x="944" y="1151"/>
                    <a:pt x="943" y="1158"/>
                  </a:cubicBezTo>
                  <a:cubicBezTo>
                    <a:pt x="967" y="1126"/>
                    <a:pt x="978" y="1125"/>
                    <a:pt x="978" y="1114"/>
                  </a:cubicBezTo>
                  <a:cubicBezTo>
                    <a:pt x="999" y="1084"/>
                    <a:pt x="996" y="1078"/>
                    <a:pt x="1002" y="1079"/>
                  </a:cubicBezTo>
                  <a:cubicBezTo>
                    <a:pt x="1010" y="1051"/>
                    <a:pt x="1016" y="1046"/>
                    <a:pt x="1017" y="1036"/>
                  </a:cubicBezTo>
                  <a:cubicBezTo>
                    <a:pt x="1038" y="980"/>
                    <a:pt x="1035" y="968"/>
                    <a:pt x="1041" y="961"/>
                  </a:cubicBezTo>
                  <a:cubicBezTo>
                    <a:pt x="1053" y="887"/>
                    <a:pt x="1065" y="874"/>
                    <a:pt x="1066" y="854"/>
                  </a:cubicBezTo>
                  <a:cubicBezTo>
                    <a:pt x="1085" y="822"/>
                    <a:pt x="1082" y="817"/>
                    <a:pt x="1088" y="817"/>
                  </a:cubicBezTo>
                  <a:cubicBezTo>
                    <a:pt x="1101" y="773"/>
                    <a:pt x="1111" y="775"/>
                    <a:pt x="1110" y="769"/>
                  </a:cubicBezTo>
                  <a:cubicBezTo>
                    <a:pt x="1139" y="732"/>
                    <a:pt x="1135" y="724"/>
                    <a:pt x="1142" y="723"/>
                  </a:cubicBezTo>
                  <a:cubicBezTo>
                    <a:pt x="1161" y="699"/>
                    <a:pt x="1162" y="697"/>
                    <a:pt x="1166" y="697"/>
                  </a:cubicBezTo>
                  <a:cubicBezTo>
                    <a:pt x="1159" y="709"/>
                    <a:pt x="1160" y="711"/>
                    <a:pt x="1158" y="712"/>
                  </a:cubicBezTo>
                  <a:cubicBezTo>
                    <a:pt x="1141" y="738"/>
                    <a:pt x="1136" y="751"/>
                    <a:pt x="1127" y="761"/>
                  </a:cubicBezTo>
                  <a:cubicBezTo>
                    <a:pt x="1121" y="793"/>
                    <a:pt x="1110" y="795"/>
                    <a:pt x="1113" y="806"/>
                  </a:cubicBezTo>
                  <a:cubicBezTo>
                    <a:pt x="1103" y="835"/>
                    <a:pt x="1100" y="842"/>
                    <a:pt x="1096" y="849"/>
                  </a:cubicBezTo>
                  <a:cubicBezTo>
                    <a:pt x="1080" y="911"/>
                    <a:pt x="1073" y="923"/>
                    <a:pt x="1073" y="942"/>
                  </a:cubicBezTo>
                  <a:cubicBezTo>
                    <a:pt x="1060" y="978"/>
                    <a:pt x="1052" y="985"/>
                    <a:pt x="1052" y="997"/>
                  </a:cubicBezTo>
                  <a:cubicBezTo>
                    <a:pt x="1033" y="1040"/>
                    <a:pt x="1031" y="1045"/>
                    <a:pt x="1031" y="1051"/>
                  </a:cubicBezTo>
                  <a:cubicBezTo>
                    <a:pt x="1015" y="1085"/>
                    <a:pt x="1013" y="1087"/>
                    <a:pt x="1011" y="1088"/>
                  </a:cubicBezTo>
                  <a:cubicBezTo>
                    <a:pt x="1000" y="1110"/>
                    <a:pt x="995" y="1119"/>
                    <a:pt x="989" y="1125"/>
                  </a:cubicBezTo>
                  <a:cubicBezTo>
                    <a:pt x="967" y="1154"/>
                    <a:pt x="967" y="1162"/>
                    <a:pt x="958" y="1164"/>
                  </a:cubicBezTo>
                  <a:cubicBezTo>
                    <a:pt x="952" y="1177"/>
                    <a:pt x="959" y="1178"/>
                    <a:pt x="960" y="1175"/>
                  </a:cubicBezTo>
                  <a:cubicBezTo>
                    <a:pt x="980" y="1143"/>
                    <a:pt x="988" y="1142"/>
                    <a:pt x="988" y="1136"/>
                  </a:cubicBezTo>
                  <a:cubicBezTo>
                    <a:pt x="1025" y="1081"/>
                    <a:pt x="1033" y="1061"/>
                    <a:pt x="1042" y="1043"/>
                  </a:cubicBezTo>
                  <a:cubicBezTo>
                    <a:pt x="1058" y="1003"/>
                    <a:pt x="1060" y="992"/>
                    <a:pt x="1065" y="983"/>
                  </a:cubicBezTo>
                  <a:cubicBezTo>
                    <a:pt x="1090" y="912"/>
                    <a:pt x="1093" y="902"/>
                    <a:pt x="1095" y="891"/>
                  </a:cubicBezTo>
                  <a:cubicBezTo>
                    <a:pt x="1106" y="849"/>
                    <a:pt x="1113" y="841"/>
                    <a:pt x="1115" y="830"/>
                  </a:cubicBezTo>
                  <a:cubicBezTo>
                    <a:pt x="1133" y="782"/>
                    <a:pt x="1135" y="777"/>
                    <a:pt x="1135" y="771"/>
                  </a:cubicBezTo>
                  <a:cubicBezTo>
                    <a:pt x="1158" y="727"/>
                    <a:pt x="1161" y="726"/>
                    <a:pt x="1162" y="724"/>
                  </a:cubicBezTo>
                  <a:cubicBezTo>
                    <a:pt x="1180" y="705"/>
                    <a:pt x="1180" y="702"/>
                    <a:pt x="1182" y="700"/>
                  </a:cubicBezTo>
                  <a:cubicBezTo>
                    <a:pt x="1181" y="710"/>
                    <a:pt x="1176" y="710"/>
                    <a:pt x="1176" y="715"/>
                  </a:cubicBezTo>
                  <a:cubicBezTo>
                    <a:pt x="1159" y="758"/>
                    <a:pt x="1151" y="757"/>
                    <a:pt x="1154" y="763"/>
                  </a:cubicBezTo>
                  <a:cubicBezTo>
                    <a:pt x="1138" y="798"/>
                    <a:pt x="1138" y="808"/>
                    <a:pt x="1134" y="813"/>
                  </a:cubicBezTo>
                  <a:cubicBezTo>
                    <a:pt x="1116" y="867"/>
                    <a:pt x="1120" y="884"/>
                    <a:pt x="1111" y="893"/>
                  </a:cubicBezTo>
                  <a:cubicBezTo>
                    <a:pt x="1105" y="951"/>
                    <a:pt x="1098" y="960"/>
                    <a:pt x="1096" y="973"/>
                  </a:cubicBezTo>
                  <a:cubicBezTo>
                    <a:pt x="1082" y="1032"/>
                    <a:pt x="1081" y="1036"/>
                    <a:pt x="1082" y="1040"/>
                  </a:cubicBezTo>
                  <a:cubicBezTo>
                    <a:pt x="1066" y="1090"/>
                    <a:pt x="1059" y="1092"/>
                    <a:pt x="1059" y="1099"/>
                  </a:cubicBezTo>
                  <a:cubicBezTo>
                    <a:pt x="1043" y="1137"/>
                    <a:pt x="1041" y="1139"/>
                    <a:pt x="1040" y="1143"/>
                  </a:cubicBezTo>
                  <a:cubicBezTo>
                    <a:pt x="1048" y="1132"/>
                    <a:pt x="1053" y="1128"/>
                    <a:pt x="1054" y="1122"/>
                  </a:cubicBezTo>
                  <a:cubicBezTo>
                    <a:pt x="1081" y="1072"/>
                    <a:pt x="1077" y="1062"/>
                    <a:pt x="1083" y="1060"/>
                  </a:cubicBezTo>
                  <a:cubicBezTo>
                    <a:pt x="1094" y="1013"/>
                    <a:pt x="1105" y="1016"/>
                    <a:pt x="1101" y="1010"/>
                  </a:cubicBezTo>
                  <a:cubicBezTo>
                    <a:pt x="1105" y="959"/>
                    <a:pt x="1115" y="958"/>
                    <a:pt x="1111" y="946"/>
                  </a:cubicBezTo>
                  <a:cubicBezTo>
                    <a:pt x="1121" y="896"/>
                    <a:pt x="1124" y="893"/>
                    <a:pt x="1123" y="886"/>
                  </a:cubicBezTo>
                  <a:cubicBezTo>
                    <a:pt x="1141" y="821"/>
                    <a:pt x="1145" y="814"/>
                    <a:pt x="1148" y="806"/>
                  </a:cubicBezTo>
                  <a:cubicBezTo>
                    <a:pt x="1167" y="741"/>
                    <a:pt x="1179" y="744"/>
                    <a:pt x="1176" y="737"/>
                  </a:cubicBezTo>
                  <a:cubicBezTo>
                    <a:pt x="1187" y="722"/>
                    <a:pt x="1185" y="718"/>
                    <a:pt x="1188" y="717"/>
                  </a:cubicBezTo>
                  <a:cubicBezTo>
                    <a:pt x="1213" y="683"/>
                    <a:pt x="1210" y="686"/>
                    <a:pt x="1209" y="691"/>
                  </a:cubicBezTo>
                  <a:cubicBezTo>
                    <a:pt x="1193" y="714"/>
                    <a:pt x="1194" y="718"/>
                    <a:pt x="1192" y="719"/>
                  </a:cubicBezTo>
                  <a:cubicBezTo>
                    <a:pt x="1178" y="739"/>
                    <a:pt x="1179" y="745"/>
                    <a:pt x="1175" y="748"/>
                  </a:cubicBezTo>
                  <a:cubicBezTo>
                    <a:pt x="1162" y="793"/>
                    <a:pt x="1155" y="794"/>
                    <a:pt x="1156" y="800"/>
                  </a:cubicBezTo>
                  <a:cubicBezTo>
                    <a:pt x="1139" y="843"/>
                    <a:pt x="1142" y="851"/>
                    <a:pt x="1139" y="854"/>
                  </a:cubicBezTo>
                  <a:cubicBezTo>
                    <a:pt x="1131" y="894"/>
                    <a:pt x="1131" y="904"/>
                    <a:pt x="1130" y="914"/>
                  </a:cubicBezTo>
                  <a:cubicBezTo>
                    <a:pt x="1123" y="960"/>
                    <a:pt x="1123" y="965"/>
                    <a:pt x="1120" y="969"/>
                  </a:cubicBezTo>
                  <a:cubicBezTo>
                    <a:pt x="1106" y="1031"/>
                    <a:pt x="1109" y="1038"/>
                    <a:pt x="1106" y="1042"/>
                  </a:cubicBezTo>
                  <a:cubicBezTo>
                    <a:pt x="1094" y="1088"/>
                    <a:pt x="1085" y="1087"/>
                    <a:pt x="1087" y="1094"/>
                  </a:cubicBezTo>
                  <a:cubicBezTo>
                    <a:pt x="1090" y="1098"/>
                    <a:pt x="1092" y="1092"/>
                    <a:pt x="1094" y="1086"/>
                  </a:cubicBezTo>
                  <a:cubicBezTo>
                    <a:pt x="1114" y="1043"/>
                    <a:pt x="1117" y="1037"/>
                    <a:pt x="1117" y="1029"/>
                  </a:cubicBezTo>
                  <a:cubicBezTo>
                    <a:pt x="1129" y="1007"/>
                    <a:pt x="1124" y="995"/>
                    <a:pt x="1128" y="989"/>
                  </a:cubicBezTo>
                  <a:cubicBezTo>
                    <a:pt x="1141" y="920"/>
                    <a:pt x="1137" y="911"/>
                    <a:pt x="1140" y="908"/>
                  </a:cubicBezTo>
                  <a:cubicBezTo>
                    <a:pt x="1152" y="848"/>
                    <a:pt x="1154" y="836"/>
                    <a:pt x="1158" y="824"/>
                  </a:cubicBezTo>
                  <a:cubicBezTo>
                    <a:pt x="1190" y="748"/>
                    <a:pt x="1191" y="736"/>
                    <a:pt x="1198" y="726"/>
                  </a:cubicBezTo>
                  <a:cubicBezTo>
                    <a:pt x="1211" y="708"/>
                    <a:pt x="1212" y="702"/>
                    <a:pt x="1215" y="697"/>
                  </a:cubicBezTo>
                  <a:cubicBezTo>
                    <a:pt x="1239" y="665"/>
                    <a:pt x="1240" y="659"/>
                    <a:pt x="1243" y="654"/>
                  </a:cubicBezTo>
                  <a:cubicBezTo>
                    <a:pt x="1258" y="655"/>
                    <a:pt x="1254" y="659"/>
                    <a:pt x="1248" y="662"/>
                  </a:cubicBezTo>
                  <a:cubicBezTo>
                    <a:pt x="1240" y="680"/>
                    <a:pt x="1238" y="682"/>
                    <a:pt x="1234" y="682"/>
                  </a:cubicBezTo>
                  <a:cubicBezTo>
                    <a:pt x="1221" y="708"/>
                    <a:pt x="1220" y="710"/>
                    <a:pt x="1218" y="712"/>
                  </a:cubicBezTo>
                  <a:cubicBezTo>
                    <a:pt x="1202" y="738"/>
                    <a:pt x="1207" y="748"/>
                    <a:pt x="1200" y="750"/>
                  </a:cubicBezTo>
                  <a:cubicBezTo>
                    <a:pt x="1185" y="789"/>
                    <a:pt x="1183" y="795"/>
                    <a:pt x="1180" y="801"/>
                  </a:cubicBezTo>
                  <a:cubicBezTo>
                    <a:pt x="1167" y="863"/>
                    <a:pt x="1160" y="866"/>
                    <a:pt x="1165" y="876"/>
                  </a:cubicBezTo>
                  <a:cubicBezTo>
                    <a:pt x="1163" y="1011"/>
                    <a:pt x="1159" y="1003"/>
                    <a:pt x="1161" y="999"/>
                  </a:cubicBezTo>
                  <a:cubicBezTo>
                    <a:pt x="1178" y="946"/>
                    <a:pt x="1180" y="935"/>
                    <a:pt x="1185" y="926"/>
                  </a:cubicBezTo>
                  <a:cubicBezTo>
                    <a:pt x="1211" y="816"/>
                    <a:pt x="1215" y="806"/>
                    <a:pt x="1217" y="794"/>
                  </a:cubicBezTo>
                  <a:cubicBezTo>
                    <a:pt x="1232" y="751"/>
                    <a:pt x="1236" y="740"/>
                    <a:pt x="1241" y="730"/>
                  </a:cubicBezTo>
                  <a:cubicBezTo>
                    <a:pt x="1259" y="690"/>
                    <a:pt x="1261" y="688"/>
                    <a:pt x="1264" y="686"/>
                  </a:cubicBezTo>
                  <a:cubicBezTo>
                    <a:pt x="1274" y="666"/>
                    <a:pt x="1277" y="662"/>
                    <a:pt x="1278" y="657"/>
                  </a:cubicBezTo>
                  <a:cubicBezTo>
                    <a:pt x="1292" y="642"/>
                    <a:pt x="1292" y="639"/>
                    <a:pt x="1295" y="638"/>
                  </a:cubicBezTo>
                  <a:cubicBezTo>
                    <a:pt x="1309" y="633"/>
                    <a:pt x="1300" y="643"/>
                    <a:pt x="1291" y="654"/>
                  </a:cubicBezTo>
                  <a:cubicBezTo>
                    <a:pt x="1256" y="708"/>
                    <a:pt x="1257" y="716"/>
                    <a:pt x="1252" y="719"/>
                  </a:cubicBezTo>
                  <a:cubicBezTo>
                    <a:pt x="1238" y="762"/>
                    <a:pt x="1233" y="771"/>
                    <a:pt x="1233" y="784"/>
                  </a:cubicBezTo>
                  <a:cubicBezTo>
                    <a:pt x="1213" y="855"/>
                    <a:pt x="1210" y="860"/>
                    <a:pt x="1210" y="866"/>
                  </a:cubicBezTo>
                  <a:cubicBezTo>
                    <a:pt x="1198" y="895"/>
                    <a:pt x="1199" y="911"/>
                    <a:pt x="1193" y="922"/>
                  </a:cubicBezTo>
                  <a:cubicBezTo>
                    <a:pt x="1183" y="968"/>
                    <a:pt x="1179" y="972"/>
                    <a:pt x="1179" y="980"/>
                  </a:cubicBezTo>
                  <a:cubicBezTo>
                    <a:pt x="1167" y="1022"/>
                    <a:pt x="1159" y="1024"/>
                    <a:pt x="1160" y="1032"/>
                  </a:cubicBezTo>
                  <a:cubicBezTo>
                    <a:pt x="1147" y="1053"/>
                    <a:pt x="1144" y="1058"/>
                    <a:pt x="1139" y="1063"/>
                  </a:cubicBezTo>
                  <a:cubicBezTo>
                    <a:pt x="1103" y="1109"/>
                    <a:pt x="1097" y="1109"/>
                    <a:pt x="1100" y="1114"/>
                  </a:cubicBezTo>
                  <a:cubicBezTo>
                    <a:pt x="1117" y="1102"/>
                    <a:pt x="1120" y="1098"/>
                    <a:pt x="1123" y="1095"/>
                  </a:cubicBezTo>
                  <a:cubicBezTo>
                    <a:pt x="1134" y="1078"/>
                    <a:pt x="1140" y="1077"/>
                    <a:pt x="1141" y="1071"/>
                  </a:cubicBezTo>
                  <a:cubicBezTo>
                    <a:pt x="1160" y="1043"/>
                    <a:pt x="1163" y="1039"/>
                    <a:pt x="1167" y="1035"/>
                  </a:cubicBezTo>
                  <a:close/>
                  <a:moveTo>
                    <a:pt x="1298" y="888"/>
                  </a:moveTo>
                  <a:cubicBezTo>
                    <a:pt x="1303" y="888"/>
                    <a:pt x="1297" y="894"/>
                    <a:pt x="1297" y="897"/>
                  </a:cubicBezTo>
                  <a:cubicBezTo>
                    <a:pt x="1274" y="925"/>
                    <a:pt x="1278" y="933"/>
                    <a:pt x="1271" y="933"/>
                  </a:cubicBezTo>
                  <a:cubicBezTo>
                    <a:pt x="1286" y="888"/>
                    <a:pt x="1290" y="887"/>
                    <a:pt x="1288" y="883"/>
                  </a:cubicBezTo>
                  <a:cubicBezTo>
                    <a:pt x="1314" y="790"/>
                    <a:pt x="1323" y="785"/>
                    <a:pt x="1319" y="771"/>
                  </a:cubicBezTo>
                  <a:cubicBezTo>
                    <a:pt x="1331" y="742"/>
                    <a:pt x="1332" y="735"/>
                    <a:pt x="1336" y="728"/>
                  </a:cubicBezTo>
                  <a:cubicBezTo>
                    <a:pt x="1348" y="700"/>
                    <a:pt x="1349" y="692"/>
                    <a:pt x="1355" y="687"/>
                  </a:cubicBezTo>
                  <a:cubicBezTo>
                    <a:pt x="1361" y="672"/>
                    <a:pt x="1362" y="668"/>
                    <a:pt x="1364" y="665"/>
                  </a:cubicBezTo>
                  <a:cubicBezTo>
                    <a:pt x="1384" y="634"/>
                    <a:pt x="1379" y="625"/>
                    <a:pt x="1386" y="626"/>
                  </a:cubicBezTo>
                  <a:cubicBezTo>
                    <a:pt x="1389" y="623"/>
                    <a:pt x="1390" y="628"/>
                    <a:pt x="1389" y="632"/>
                  </a:cubicBezTo>
                  <a:cubicBezTo>
                    <a:pt x="1373" y="657"/>
                    <a:pt x="1377" y="665"/>
                    <a:pt x="1371" y="666"/>
                  </a:cubicBezTo>
                  <a:cubicBezTo>
                    <a:pt x="1354" y="708"/>
                    <a:pt x="1353" y="717"/>
                    <a:pt x="1348" y="722"/>
                  </a:cubicBezTo>
                  <a:cubicBezTo>
                    <a:pt x="1339" y="752"/>
                    <a:pt x="1343" y="758"/>
                    <a:pt x="1339" y="759"/>
                  </a:cubicBezTo>
                  <a:cubicBezTo>
                    <a:pt x="1327" y="795"/>
                    <a:pt x="1331" y="802"/>
                    <a:pt x="1327" y="803"/>
                  </a:cubicBezTo>
                  <a:cubicBezTo>
                    <a:pt x="1316" y="841"/>
                    <a:pt x="1311" y="851"/>
                    <a:pt x="1309" y="864"/>
                  </a:cubicBezTo>
                  <a:cubicBezTo>
                    <a:pt x="1294" y="891"/>
                    <a:pt x="1298" y="891"/>
                    <a:pt x="1298" y="888"/>
                  </a:cubicBezTo>
                  <a:close/>
                  <a:moveTo>
                    <a:pt x="1128" y="298"/>
                  </a:moveTo>
                  <a:cubicBezTo>
                    <a:pt x="1135" y="295"/>
                    <a:pt x="1138" y="299"/>
                    <a:pt x="1145" y="297"/>
                  </a:cubicBezTo>
                  <a:cubicBezTo>
                    <a:pt x="1200" y="305"/>
                    <a:pt x="1202" y="309"/>
                    <a:pt x="1209" y="308"/>
                  </a:cubicBezTo>
                  <a:cubicBezTo>
                    <a:pt x="1259" y="319"/>
                    <a:pt x="1262" y="324"/>
                    <a:pt x="1269" y="321"/>
                  </a:cubicBezTo>
                  <a:cubicBezTo>
                    <a:pt x="1319" y="336"/>
                    <a:pt x="1319" y="345"/>
                    <a:pt x="1326" y="342"/>
                  </a:cubicBezTo>
                  <a:cubicBezTo>
                    <a:pt x="1370" y="363"/>
                    <a:pt x="1376" y="363"/>
                    <a:pt x="1377" y="368"/>
                  </a:cubicBezTo>
                  <a:cubicBezTo>
                    <a:pt x="1399" y="372"/>
                    <a:pt x="1398" y="381"/>
                    <a:pt x="1406" y="379"/>
                  </a:cubicBezTo>
                  <a:cubicBezTo>
                    <a:pt x="1438" y="399"/>
                    <a:pt x="1450" y="399"/>
                    <a:pt x="1457" y="405"/>
                  </a:cubicBezTo>
                  <a:cubicBezTo>
                    <a:pt x="1505" y="423"/>
                    <a:pt x="1514" y="418"/>
                    <a:pt x="1517" y="421"/>
                  </a:cubicBezTo>
                  <a:cubicBezTo>
                    <a:pt x="1552" y="430"/>
                    <a:pt x="1562" y="425"/>
                    <a:pt x="1563" y="430"/>
                  </a:cubicBezTo>
                  <a:cubicBezTo>
                    <a:pt x="1548" y="440"/>
                    <a:pt x="1546" y="436"/>
                    <a:pt x="1542" y="434"/>
                  </a:cubicBezTo>
                  <a:cubicBezTo>
                    <a:pt x="1497" y="430"/>
                    <a:pt x="1492" y="426"/>
                    <a:pt x="1485" y="424"/>
                  </a:cubicBezTo>
                  <a:cubicBezTo>
                    <a:pt x="1420" y="406"/>
                    <a:pt x="1422" y="396"/>
                    <a:pt x="1416" y="399"/>
                  </a:cubicBezTo>
                  <a:cubicBezTo>
                    <a:pt x="1386" y="385"/>
                    <a:pt x="1384" y="381"/>
                    <a:pt x="1380" y="381"/>
                  </a:cubicBezTo>
                  <a:cubicBezTo>
                    <a:pt x="1352" y="366"/>
                    <a:pt x="1348" y="368"/>
                    <a:pt x="1348" y="365"/>
                  </a:cubicBezTo>
                  <a:cubicBezTo>
                    <a:pt x="1329" y="356"/>
                    <a:pt x="1323" y="352"/>
                    <a:pt x="1316" y="351"/>
                  </a:cubicBezTo>
                  <a:cubicBezTo>
                    <a:pt x="1293" y="337"/>
                    <a:pt x="1283" y="340"/>
                    <a:pt x="1278" y="335"/>
                  </a:cubicBezTo>
                  <a:cubicBezTo>
                    <a:pt x="1231" y="321"/>
                    <a:pt x="1225" y="318"/>
                    <a:pt x="1219" y="315"/>
                  </a:cubicBezTo>
                  <a:cubicBezTo>
                    <a:pt x="1146" y="305"/>
                    <a:pt x="1141" y="305"/>
                    <a:pt x="1135" y="306"/>
                  </a:cubicBezTo>
                  <a:cubicBezTo>
                    <a:pt x="1113" y="294"/>
                    <a:pt x="1121" y="302"/>
                    <a:pt x="1128" y="298"/>
                  </a:cubicBezTo>
                  <a:close/>
                  <a:moveTo>
                    <a:pt x="1562" y="448"/>
                  </a:moveTo>
                  <a:cubicBezTo>
                    <a:pt x="1562" y="453"/>
                    <a:pt x="1557" y="454"/>
                    <a:pt x="1554" y="452"/>
                  </a:cubicBezTo>
                  <a:cubicBezTo>
                    <a:pt x="1554" y="449"/>
                    <a:pt x="1559" y="449"/>
                    <a:pt x="1562" y="448"/>
                  </a:cubicBezTo>
                  <a:close/>
                  <a:moveTo>
                    <a:pt x="1161" y="323"/>
                  </a:moveTo>
                  <a:cubicBezTo>
                    <a:pt x="1158" y="318"/>
                    <a:pt x="1149" y="322"/>
                    <a:pt x="1145" y="320"/>
                  </a:cubicBezTo>
                  <a:cubicBezTo>
                    <a:pt x="1044" y="299"/>
                    <a:pt x="1053" y="303"/>
                    <a:pt x="1057" y="302"/>
                  </a:cubicBezTo>
                  <a:cubicBezTo>
                    <a:pt x="1096" y="303"/>
                    <a:pt x="1100" y="306"/>
                    <a:pt x="1105" y="307"/>
                  </a:cubicBezTo>
                  <a:cubicBezTo>
                    <a:pt x="1159" y="310"/>
                    <a:pt x="1159" y="317"/>
                    <a:pt x="1166" y="316"/>
                  </a:cubicBezTo>
                  <a:cubicBezTo>
                    <a:pt x="1236" y="328"/>
                    <a:pt x="1243" y="335"/>
                    <a:pt x="1254" y="335"/>
                  </a:cubicBezTo>
                  <a:cubicBezTo>
                    <a:pt x="1298" y="351"/>
                    <a:pt x="1300" y="354"/>
                    <a:pt x="1304" y="353"/>
                  </a:cubicBezTo>
                  <a:cubicBezTo>
                    <a:pt x="1328" y="367"/>
                    <a:pt x="1333" y="368"/>
                    <a:pt x="1337" y="369"/>
                  </a:cubicBezTo>
                  <a:cubicBezTo>
                    <a:pt x="1353" y="382"/>
                    <a:pt x="1360" y="379"/>
                    <a:pt x="1364" y="382"/>
                  </a:cubicBezTo>
                  <a:cubicBezTo>
                    <a:pt x="1382" y="391"/>
                    <a:pt x="1385" y="396"/>
                    <a:pt x="1391" y="395"/>
                  </a:cubicBezTo>
                  <a:cubicBezTo>
                    <a:pt x="1451" y="427"/>
                    <a:pt x="1466" y="423"/>
                    <a:pt x="1473" y="431"/>
                  </a:cubicBezTo>
                  <a:cubicBezTo>
                    <a:pt x="1511" y="440"/>
                    <a:pt x="1519" y="441"/>
                    <a:pt x="1526" y="444"/>
                  </a:cubicBezTo>
                  <a:cubicBezTo>
                    <a:pt x="1544" y="450"/>
                    <a:pt x="1537" y="455"/>
                    <a:pt x="1536" y="451"/>
                  </a:cubicBezTo>
                  <a:cubicBezTo>
                    <a:pt x="1507" y="449"/>
                    <a:pt x="1501" y="448"/>
                    <a:pt x="1495" y="447"/>
                  </a:cubicBezTo>
                  <a:cubicBezTo>
                    <a:pt x="1473" y="443"/>
                    <a:pt x="1466" y="442"/>
                    <a:pt x="1463" y="437"/>
                  </a:cubicBezTo>
                  <a:cubicBezTo>
                    <a:pt x="1408" y="426"/>
                    <a:pt x="1407" y="417"/>
                    <a:pt x="1398" y="420"/>
                  </a:cubicBezTo>
                  <a:cubicBezTo>
                    <a:pt x="1351" y="397"/>
                    <a:pt x="1347" y="394"/>
                    <a:pt x="1342" y="393"/>
                  </a:cubicBezTo>
                  <a:cubicBezTo>
                    <a:pt x="1320" y="378"/>
                    <a:pt x="1308" y="378"/>
                    <a:pt x="1300" y="371"/>
                  </a:cubicBezTo>
                  <a:cubicBezTo>
                    <a:pt x="1263" y="350"/>
                    <a:pt x="1257" y="354"/>
                    <a:pt x="1257" y="350"/>
                  </a:cubicBezTo>
                  <a:cubicBezTo>
                    <a:pt x="1236" y="343"/>
                    <a:pt x="1233" y="340"/>
                    <a:pt x="1226" y="340"/>
                  </a:cubicBezTo>
                  <a:cubicBezTo>
                    <a:pt x="1192" y="327"/>
                    <a:pt x="1185" y="327"/>
                    <a:pt x="1179" y="327"/>
                  </a:cubicBezTo>
                  <a:close/>
                  <a:moveTo>
                    <a:pt x="1541" y="481"/>
                  </a:moveTo>
                  <a:cubicBezTo>
                    <a:pt x="1537" y="481"/>
                    <a:pt x="1540" y="487"/>
                    <a:pt x="1534" y="487"/>
                  </a:cubicBezTo>
                  <a:cubicBezTo>
                    <a:pt x="1538" y="482"/>
                    <a:pt x="1538" y="475"/>
                    <a:pt x="1547" y="473"/>
                  </a:cubicBezTo>
                  <a:cubicBezTo>
                    <a:pt x="1549" y="479"/>
                    <a:pt x="1543" y="478"/>
                    <a:pt x="1541" y="481"/>
                  </a:cubicBezTo>
                  <a:close/>
                  <a:moveTo>
                    <a:pt x="1517" y="470"/>
                  </a:moveTo>
                  <a:cubicBezTo>
                    <a:pt x="1514" y="466"/>
                    <a:pt x="1506" y="468"/>
                    <a:pt x="1501" y="466"/>
                  </a:cubicBezTo>
                  <a:cubicBezTo>
                    <a:pt x="1473" y="464"/>
                    <a:pt x="1468" y="466"/>
                    <a:pt x="1467" y="463"/>
                  </a:cubicBezTo>
                  <a:cubicBezTo>
                    <a:pt x="1432" y="454"/>
                    <a:pt x="1427" y="454"/>
                    <a:pt x="1423" y="451"/>
                  </a:cubicBezTo>
                  <a:cubicBezTo>
                    <a:pt x="1347" y="419"/>
                    <a:pt x="1343" y="415"/>
                    <a:pt x="1339" y="413"/>
                  </a:cubicBezTo>
                  <a:cubicBezTo>
                    <a:pt x="1281" y="385"/>
                    <a:pt x="1275" y="389"/>
                    <a:pt x="1274" y="385"/>
                  </a:cubicBezTo>
                  <a:cubicBezTo>
                    <a:pt x="1255" y="374"/>
                    <a:pt x="1253" y="373"/>
                    <a:pt x="1250" y="374"/>
                  </a:cubicBezTo>
                  <a:cubicBezTo>
                    <a:pt x="1213" y="356"/>
                    <a:pt x="1211" y="349"/>
                    <a:pt x="1203" y="351"/>
                  </a:cubicBezTo>
                  <a:cubicBezTo>
                    <a:pt x="1165" y="325"/>
                    <a:pt x="1169" y="333"/>
                    <a:pt x="1173" y="330"/>
                  </a:cubicBezTo>
                  <a:cubicBezTo>
                    <a:pt x="1209" y="345"/>
                    <a:pt x="1224" y="344"/>
                    <a:pt x="1234" y="350"/>
                  </a:cubicBezTo>
                  <a:cubicBezTo>
                    <a:pt x="1263" y="362"/>
                    <a:pt x="1265" y="364"/>
                    <a:pt x="1266" y="366"/>
                  </a:cubicBezTo>
                  <a:cubicBezTo>
                    <a:pt x="1320" y="388"/>
                    <a:pt x="1320" y="394"/>
                    <a:pt x="1324" y="394"/>
                  </a:cubicBezTo>
                  <a:cubicBezTo>
                    <a:pt x="1351" y="410"/>
                    <a:pt x="1359" y="409"/>
                    <a:pt x="1363" y="413"/>
                  </a:cubicBezTo>
                  <a:cubicBezTo>
                    <a:pt x="1409" y="429"/>
                    <a:pt x="1416" y="439"/>
                    <a:pt x="1432" y="436"/>
                  </a:cubicBezTo>
                  <a:cubicBezTo>
                    <a:pt x="1485" y="455"/>
                    <a:pt x="1486" y="457"/>
                    <a:pt x="1488" y="457"/>
                  </a:cubicBezTo>
                  <a:cubicBezTo>
                    <a:pt x="1519" y="456"/>
                    <a:pt x="1533" y="460"/>
                    <a:pt x="1541" y="463"/>
                  </a:cubicBezTo>
                  <a:cubicBezTo>
                    <a:pt x="1539" y="471"/>
                    <a:pt x="1525" y="464"/>
                    <a:pt x="1517" y="470"/>
                  </a:cubicBezTo>
                  <a:close/>
                  <a:moveTo>
                    <a:pt x="1517" y="527"/>
                  </a:moveTo>
                  <a:cubicBezTo>
                    <a:pt x="1520" y="517"/>
                    <a:pt x="1527" y="511"/>
                    <a:pt x="1532" y="502"/>
                  </a:cubicBezTo>
                  <a:cubicBezTo>
                    <a:pt x="1566" y="475"/>
                    <a:pt x="1563" y="477"/>
                    <a:pt x="1563" y="479"/>
                  </a:cubicBezTo>
                  <a:cubicBezTo>
                    <a:pt x="1552" y="496"/>
                    <a:pt x="1552" y="500"/>
                    <a:pt x="1550" y="504"/>
                  </a:cubicBezTo>
                  <a:cubicBezTo>
                    <a:pt x="1526" y="537"/>
                    <a:pt x="1530" y="549"/>
                    <a:pt x="1523" y="553"/>
                  </a:cubicBezTo>
                  <a:cubicBezTo>
                    <a:pt x="1495" y="607"/>
                    <a:pt x="1496" y="612"/>
                    <a:pt x="1495" y="615"/>
                  </a:cubicBezTo>
                  <a:cubicBezTo>
                    <a:pt x="1460" y="694"/>
                    <a:pt x="1451" y="698"/>
                    <a:pt x="1449" y="708"/>
                  </a:cubicBezTo>
                  <a:cubicBezTo>
                    <a:pt x="1432" y="738"/>
                    <a:pt x="1427" y="745"/>
                    <a:pt x="1422" y="753"/>
                  </a:cubicBezTo>
                  <a:cubicBezTo>
                    <a:pt x="1412" y="767"/>
                    <a:pt x="1410" y="771"/>
                    <a:pt x="1408" y="775"/>
                  </a:cubicBezTo>
                  <a:cubicBezTo>
                    <a:pt x="1378" y="807"/>
                    <a:pt x="1376" y="811"/>
                    <a:pt x="1373" y="814"/>
                  </a:cubicBezTo>
                  <a:cubicBezTo>
                    <a:pt x="1380" y="793"/>
                    <a:pt x="1382" y="787"/>
                    <a:pt x="1385" y="781"/>
                  </a:cubicBezTo>
                  <a:cubicBezTo>
                    <a:pt x="1406" y="743"/>
                    <a:pt x="1405" y="735"/>
                    <a:pt x="1409" y="730"/>
                  </a:cubicBezTo>
                  <a:cubicBezTo>
                    <a:pt x="1439" y="671"/>
                    <a:pt x="1441" y="657"/>
                    <a:pt x="1447" y="646"/>
                  </a:cubicBezTo>
                  <a:cubicBezTo>
                    <a:pt x="1458" y="617"/>
                    <a:pt x="1464" y="618"/>
                    <a:pt x="1464" y="614"/>
                  </a:cubicBezTo>
                  <a:cubicBezTo>
                    <a:pt x="1478" y="587"/>
                    <a:pt x="1475" y="581"/>
                    <a:pt x="1480" y="580"/>
                  </a:cubicBezTo>
                  <a:cubicBezTo>
                    <a:pt x="1495" y="554"/>
                    <a:pt x="1497" y="552"/>
                    <a:pt x="1496" y="549"/>
                  </a:cubicBezTo>
                  <a:close/>
                  <a:moveTo>
                    <a:pt x="1490" y="530"/>
                  </a:moveTo>
                  <a:cubicBezTo>
                    <a:pt x="1494" y="529"/>
                    <a:pt x="1496" y="527"/>
                    <a:pt x="1496" y="524"/>
                  </a:cubicBezTo>
                  <a:cubicBezTo>
                    <a:pt x="1515" y="520"/>
                    <a:pt x="1504" y="519"/>
                    <a:pt x="1503" y="525"/>
                  </a:cubicBezTo>
                  <a:cubicBezTo>
                    <a:pt x="1474" y="564"/>
                    <a:pt x="1477" y="570"/>
                    <a:pt x="1473" y="570"/>
                  </a:cubicBezTo>
                  <a:cubicBezTo>
                    <a:pt x="1460" y="602"/>
                    <a:pt x="1451" y="608"/>
                    <a:pt x="1452" y="621"/>
                  </a:cubicBezTo>
                  <a:cubicBezTo>
                    <a:pt x="1419" y="681"/>
                    <a:pt x="1418" y="691"/>
                    <a:pt x="1412" y="697"/>
                  </a:cubicBezTo>
                  <a:cubicBezTo>
                    <a:pt x="1388" y="746"/>
                    <a:pt x="1388" y="753"/>
                    <a:pt x="1385" y="757"/>
                  </a:cubicBezTo>
                  <a:cubicBezTo>
                    <a:pt x="1374" y="779"/>
                    <a:pt x="1375" y="783"/>
                    <a:pt x="1372" y="784"/>
                  </a:cubicBezTo>
                  <a:cubicBezTo>
                    <a:pt x="1357" y="815"/>
                    <a:pt x="1357" y="820"/>
                    <a:pt x="1355" y="824"/>
                  </a:cubicBezTo>
                  <a:cubicBezTo>
                    <a:pt x="1336" y="853"/>
                    <a:pt x="1332" y="858"/>
                    <a:pt x="1324" y="861"/>
                  </a:cubicBezTo>
                  <a:cubicBezTo>
                    <a:pt x="1306" y="895"/>
                    <a:pt x="1307" y="893"/>
                    <a:pt x="1308" y="893"/>
                  </a:cubicBezTo>
                  <a:cubicBezTo>
                    <a:pt x="1327" y="845"/>
                    <a:pt x="1335" y="839"/>
                    <a:pt x="1338" y="830"/>
                  </a:cubicBezTo>
                  <a:cubicBezTo>
                    <a:pt x="1359" y="799"/>
                    <a:pt x="1359" y="787"/>
                    <a:pt x="1365" y="781"/>
                  </a:cubicBezTo>
                  <a:cubicBezTo>
                    <a:pt x="1379" y="750"/>
                    <a:pt x="1376" y="742"/>
                    <a:pt x="1380" y="738"/>
                  </a:cubicBezTo>
                  <a:cubicBezTo>
                    <a:pt x="1384" y="718"/>
                    <a:pt x="1393" y="719"/>
                    <a:pt x="1390" y="712"/>
                  </a:cubicBezTo>
                  <a:cubicBezTo>
                    <a:pt x="1410" y="669"/>
                    <a:pt x="1406" y="661"/>
                    <a:pt x="1412" y="659"/>
                  </a:cubicBezTo>
                  <a:cubicBezTo>
                    <a:pt x="1422" y="643"/>
                    <a:pt x="1420" y="634"/>
                    <a:pt x="1427" y="632"/>
                  </a:cubicBezTo>
                  <a:cubicBezTo>
                    <a:pt x="1437" y="611"/>
                    <a:pt x="1436" y="604"/>
                    <a:pt x="1439" y="599"/>
                  </a:cubicBezTo>
                  <a:cubicBezTo>
                    <a:pt x="1450" y="587"/>
                    <a:pt x="1449" y="582"/>
                    <a:pt x="1453" y="581"/>
                  </a:cubicBezTo>
                  <a:cubicBezTo>
                    <a:pt x="1479" y="545"/>
                    <a:pt x="1487" y="539"/>
                    <a:pt x="1490" y="530"/>
                  </a:cubicBezTo>
                  <a:close/>
                  <a:moveTo>
                    <a:pt x="1418" y="596"/>
                  </a:moveTo>
                  <a:cubicBezTo>
                    <a:pt x="1421" y="592"/>
                    <a:pt x="1426" y="590"/>
                    <a:pt x="1425" y="584"/>
                  </a:cubicBezTo>
                  <a:cubicBezTo>
                    <a:pt x="1455" y="546"/>
                    <a:pt x="1461" y="544"/>
                    <a:pt x="1463" y="539"/>
                  </a:cubicBezTo>
                  <a:cubicBezTo>
                    <a:pt x="1482" y="529"/>
                    <a:pt x="1473" y="534"/>
                    <a:pt x="1474" y="537"/>
                  </a:cubicBezTo>
                  <a:cubicBezTo>
                    <a:pt x="1464" y="551"/>
                    <a:pt x="1460" y="550"/>
                    <a:pt x="1461" y="553"/>
                  </a:cubicBezTo>
                  <a:cubicBezTo>
                    <a:pt x="1444" y="569"/>
                    <a:pt x="1447" y="575"/>
                    <a:pt x="1443" y="576"/>
                  </a:cubicBezTo>
                  <a:cubicBezTo>
                    <a:pt x="1416" y="623"/>
                    <a:pt x="1419" y="631"/>
                    <a:pt x="1412" y="633"/>
                  </a:cubicBezTo>
                  <a:cubicBezTo>
                    <a:pt x="1399" y="665"/>
                    <a:pt x="1395" y="668"/>
                    <a:pt x="1394" y="673"/>
                  </a:cubicBezTo>
                  <a:cubicBezTo>
                    <a:pt x="1379" y="713"/>
                    <a:pt x="1378" y="726"/>
                    <a:pt x="1370" y="735"/>
                  </a:cubicBezTo>
                  <a:cubicBezTo>
                    <a:pt x="1367" y="757"/>
                    <a:pt x="1361" y="757"/>
                    <a:pt x="1362" y="761"/>
                  </a:cubicBezTo>
                  <a:cubicBezTo>
                    <a:pt x="1339" y="810"/>
                    <a:pt x="1337" y="822"/>
                    <a:pt x="1330" y="831"/>
                  </a:cubicBezTo>
                  <a:cubicBezTo>
                    <a:pt x="1331" y="819"/>
                    <a:pt x="1331" y="815"/>
                    <a:pt x="1335" y="812"/>
                  </a:cubicBezTo>
                  <a:cubicBezTo>
                    <a:pt x="1345" y="779"/>
                    <a:pt x="1346" y="770"/>
                    <a:pt x="1348" y="761"/>
                  </a:cubicBezTo>
                  <a:cubicBezTo>
                    <a:pt x="1363" y="711"/>
                    <a:pt x="1364" y="704"/>
                    <a:pt x="1368" y="700"/>
                  </a:cubicBezTo>
                  <a:cubicBezTo>
                    <a:pt x="1376" y="676"/>
                    <a:pt x="1381" y="673"/>
                    <a:pt x="1385" y="668"/>
                  </a:cubicBezTo>
                  <a:cubicBezTo>
                    <a:pt x="1390" y="652"/>
                    <a:pt x="1389" y="650"/>
                    <a:pt x="1390" y="648"/>
                  </a:cubicBezTo>
                  <a:cubicBezTo>
                    <a:pt x="1396" y="633"/>
                    <a:pt x="1401" y="627"/>
                    <a:pt x="1405" y="618"/>
                  </a:cubicBezTo>
                  <a:close/>
                  <a:moveTo>
                    <a:pt x="1412" y="584"/>
                  </a:moveTo>
                  <a:cubicBezTo>
                    <a:pt x="1417" y="583"/>
                    <a:pt x="1413" y="591"/>
                    <a:pt x="1411" y="591"/>
                  </a:cubicBezTo>
                  <a:cubicBezTo>
                    <a:pt x="1407" y="592"/>
                    <a:pt x="1410" y="599"/>
                    <a:pt x="1403" y="599"/>
                  </a:cubicBezTo>
                  <a:cubicBezTo>
                    <a:pt x="1403" y="591"/>
                    <a:pt x="1412" y="591"/>
                    <a:pt x="1412" y="584"/>
                  </a:cubicBezTo>
                  <a:close/>
                  <a:moveTo>
                    <a:pt x="965" y="653"/>
                  </a:moveTo>
                  <a:cubicBezTo>
                    <a:pt x="963" y="651"/>
                    <a:pt x="959" y="650"/>
                    <a:pt x="956" y="648"/>
                  </a:cubicBezTo>
                  <a:cubicBezTo>
                    <a:pt x="958" y="641"/>
                    <a:pt x="962" y="652"/>
                    <a:pt x="967" y="648"/>
                  </a:cubicBezTo>
                  <a:cubicBezTo>
                    <a:pt x="969" y="651"/>
                    <a:pt x="973" y="652"/>
                    <a:pt x="977" y="653"/>
                  </a:cubicBezTo>
                  <a:cubicBezTo>
                    <a:pt x="975" y="661"/>
                    <a:pt x="971" y="650"/>
                    <a:pt x="965" y="653"/>
                  </a:cubicBezTo>
                  <a:close/>
                  <a:moveTo>
                    <a:pt x="994" y="661"/>
                  </a:moveTo>
                  <a:cubicBezTo>
                    <a:pt x="989" y="660"/>
                    <a:pt x="984" y="659"/>
                    <a:pt x="980" y="657"/>
                  </a:cubicBezTo>
                  <a:cubicBezTo>
                    <a:pt x="981" y="652"/>
                    <a:pt x="987" y="661"/>
                    <a:pt x="993" y="657"/>
                  </a:cubicBezTo>
                  <a:cubicBezTo>
                    <a:pt x="996" y="661"/>
                    <a:pt x="1001" y="663"/>
                    <a:pt x="1007" y="663"/>
                  </a:cubicBezTo>
                  <a:cubicBezTo>
                    <a:pt x="1006" y="669"/>
                    <a:pt x="996" y="663"/>
                    <a:pt x="994" y="661"/>
                  </a:cubicBezTo>
                  <a:close/>
                  <a:moveTo>
                    <a:pt x="1034" y="674"/>
                  </a:moveTo>
                  <a:cubicBezTo>
                    <a:pt x="1027" y="671"/>
                    <a:pt x="1037" y="673"/>
                    <a:pt x="1040" y="673"/>
                  </a:cubicBezTo>
                  <a:cubicBezTo>
                    <a:pt x="1039" y="677"/>
                    <a:pt x="1036" y="674"/>
                    <a:pt x="1034" y="674"/>
                  </a:cubicBezTo>
                  <a:close/>
                  <a:moveTo>
                    <a:pt x="992" y="704"/>
                  </a:moveTo>
                  <a:cubicBezTo>
                    <a:pt x="992" y="698"/>
                    <a:pt x="999" y="702"/>
                    <a:pt x="1001" y="702"/>
                  </a:cubicBezTo>
                  <a:cubicBezTo>
                    <a:pt x="1001" y="709"/>
                    <a:pt x="996" y="701"/>
                    <a:pt x="992" y="704"/>
                  </a:cubicBezTo>
                  <a:close/>
                  <a:moveTo>
                    <a:pt x="1026" y="709"/>
                  </a:moveTo>
                  <a:cubicBezTo>
                    <a:pt x="1020" y="706"/>
                    <a:pt x="1030" y="708"/>
                    <a:pt x="1033" y="707"/>
                  </a:cubicBezTo>
                  <a:cubicBezTo>
                    <a:pt x="1032" y="712"/>
                    <a:pt x="1029" y="708"/>
                    <a:pt x="1026" y="709"/>
                  </a:cubicBezTo>
                  <a:close/>
                  <a:moveTo>
                    <a:pt x="729" y="915"/>
                  </a:moveTo>
                  <a:cubicBezTo>
                    <a:pt x="728" y="915"/>
                    <a:pt x="726" y="916"/>
                    <a:pt x="725" y="916"/>
                  </a:cubicBezTo>
                  <a:cubicBezTo>
                    <a:pt x="723" y="911"/>
                    <a:pt x="727" y="911"/>
                    <a:pt x="730" y="910"/>
                  </a:cubicBezTo>
                  <a:cubicBezTo>
                    <a:pt x="730" y="912"/>
                    <a:pt x="729" y="913"/>
                    <a:pt x="729" y="915"/>
                  </a:cubicBezTo>
                  <a:close/>
                  <a:moveTo>
                    <a:pt x="750" y="896"/>
                  </a:moveTo>
                  <a:cubicBezTo>
                    <a:pt x="744" y="895"/>
                    <a:pt x="754" y="890"/>
                    <a:pt x="753" y="886"/>
                  </a:cubicBezTo>
                  <a:cubicBezTo>
                    <a:pt x="756" y="886"/>
                    <a:pt x="759" y="886"/>
                    <a:pt x="759" y="883"/>
                  </a:cubicBezTo>
                  <a:cubicBezTo>
                    <a:pt x="766" y="887"/>
                    <a:pt x="750" y="890"/>
                    <a:pt x="750" y="896"/>
                  </a:cubicBezTo>
                  <a:close/>
                  <a:moveTo>
                    <a:pt x="836" y="818"/>
                  </a:moveTo>
                  <a:cubicBezTo>
                    <a:pt x="838" y="815"/>
                    <a:pt x="837" y="812"/>
                    <a:pt x="834" y="810"/>
                  </a:cubicBezTo>
                  <a:cubicBezTo>
                    <a:pt x="824" y="813"/>
                    <a:pt x="818" y="810"/>
                    <a:pt x="810" y="810"/>
                  </a:cubicBezTo>
                  <a:cubicBezTo>
                    <a:pt x="802" y="810"/>
                    <a:pt x="815" y="803"/>
                    <a:pt x="814" y="809"/>
                  </a:cubicBezTo>
                  <a:cubicBezTo>
                    <a:pt x="830" y="805"/>
                    <a:pt x="840" y="812"/>
                    <a:pt x="854" y="811"/>
                  </a:cubicBezTo>
                  <a:cubicBezTo>
                    <a:pt x="852" y="816"/>
                    <a:pt x="839" y="814"/>
                    <a:pt x="836" y="818"/>
                  </a:cubicBezTo>
                  <a:close/>
                  <a:moveTo>
                    <a:pt x="860" y="829"/>
                  </a:moveTo>
                  <a:cubicBezTo>
                    <a:pt x="861" y="825"/>
                    <a:pt x="865" y="823"/>
                    <a:pt x="869" y="821"/>
                  </a:cubicBezTo>
                  <a:cubicBezTo>
                    <a:pt x="869" y="826"/>
                    <a:pt x="865" y="828"/>
                    <a:pt x="860" y="829"/>
                  </a:cubicBezTo>
                  <a:close/>
                  <a:moveTo>
                    <a:pt x="1010" y="743"/>
                  </a:moveTo>
                  <a:cubicBezTo>
                    <a:pt x="1012" y="736"/>
                    <a:pt x="1019" y="744"/>
                    <a:pt x="1025" y="740"/>
                  </a:cubicBezTo>
                  <a:cubicBezTo>
                    <a:pt x="1025" y="748"/>
                    <a:pt x="1015" y="744"/>
                    <a:pt x="1010" y="743"/>
                  </a:cubicBezTo>
                  <a:close/>
                  <a:moveTo>
                    <a:pt x="1248" y="686"/>
                  </a:moveTo>
                  <a:cubicBezTo>
                    <a:pt x="1250" y="691"/>
                    <a:pt x="1248" y="692"/>
                    <a:pt x="1248" y="695"/>
                  </a:cubicBezTo>
                  <a:cubicBezTo>
                    <a:pt x="1244" y="699"/>
                    <a:pt x="1241" y="703"/>
                    <a:pt x="1239" y="708"/>
                  </a:cubicBezTo>
                  <a:cubicBezTo>
                    <a:pt x="1239" y="714"/>
                    <a:pt x="1234" y="717"/>
                    <a:pt x="1233" y="722"/>
                  </a:cubicBezTo>
                  <a:cubicBezTo>
                    <a:pt x="1230" y="727"/>
                    <a:pt x="1230" y="733"/>
                    <a:pt x="1226" y="737"/>
                  </a:cubicBezTo>
                  <a:cubicBezTo>
                    <a:pt x="1224" y="747"/>
                    <a:pt x="1217" y="755"/>
                    <a:pt x="1216" y="767"/>
                  </a:cubicBezTo>
                  <a:cubicBezTo>
                    <a:pt x="1210" y="775"/>
                    <a:pt x="1211" y="789"/>
                    <a:pt x="1204" y="796"/>
                  </a:cubicBezTo>
                  <a:cubicBezTo>
                    <a:pt x="1203" y="820"/>
                    <a:pt x="1198" y="841"/>
                    <a:pt x="1189" y="859"/>
                  </a:cubicBezTo>
                  <a:cubicBezTo>
                    <a:pt x="1190" y="871"/>
                    <a:pt x="1185" y="879"/>
                    <a:pt x="1185" y="890"/>
                  </a:cubicBezTo>
                  <a:cubicBezTo>
                    <a:pt x="1180" y="897"/>
                    <a:pt x="1182" y="909"/>
                    <a:pt x="1177" y="916"/>
                  </a:cubicBezTo>
                  <a:cubicBezTo>
                    <a:pt x="1176" y="927"/>
                    <a:pt x="1172" y="935"/>
                    <a:pt x="1171" y="946"/>
                  </a:cubicBezTo>
                  <a:cubicBezTo>
                    <a:pt x="1170" y="956"/>
                    <a:pt x="1164" y="962"/>
                    <a:pt x="1165" y="974"/>
                  </a:cubicBezTo>
                  <a:cubicBezTo>
                    <a:pt x="1156" y="967"/>
                    <a:pt x="1168" y="960"/>
                    <a:pt x="1163" y="950"/>
                  </a:cubicBezTo>
                  <a:cubicBezTo>
                    <a:pt x="1164" y="942"/>
                    <a:pt x="1165" y="934"/>
                    <a:pt x="1163" y="923"/>
                  </a:cubicBezTo>
                  <a:cubicBezTo>
                    <a:pt x="1166" y="920"/>
                    <a:pt x="1164" y="912"/>
                    <a:pt x="1166" y="907"/>
                  </a:cubicBezTo>
                  <a:cubicBezTo>
                    <a:pt x="1166" y="902"/>
                    <a:pt x="1168" y="897"/>
                    <a:pt x="1170" y="893"/>
                  </a:cubicBezTo>
                  <a:cubicBezTo>
                    <a:pt x="1169" y="881"/>
                    <a:pt x="1175" y="874"/>
                    <a:pt x="1174" y="862"/>
                  </a:cubicBezTo>
                  <a:cubicBezTo>
                    <a:pt x="1179" y="853"/>
                    <a:pt x="1178" y="841"/>
                    <a:pt x="1181" y="831"/>
                  </a:cubicBezTo>
                  <a:cubicBezTo>
                    <a:pt x="1185" y="823"/>
                    <a:pt x="1189" y="814"/>
                    <a:pt x="1190" y="803"/>
                  </a:cubicBezTo>
                  <a:cubicBezTo>
                    <a:pt x="1193" y="799"/>
                    <a:pt x="1193" y="793"/>
                    <a:pt x="1196" y="789"/>
                  </a:cubicBezTo>
                  <a:cubicBezTo>
                    <a:pt x="1197" y="787"/>
                    <a:pt x="1197" y="784"/>
                    <a:pt x="1197" y="780"/>
                  </a:cubicBezTo>
                  <a:cubicBezTo>
                    <a:pt x="1200" y="780"/>
                    <a:pt x="1200" y="777"/>
                    <a:pt x="1200" y="775"/>
                  </a:cubicBezTo>
                  <a:cubicBezTo>
                    <a:pt x="1205" y="767"/>
                    <a:pt x="1206" y="757"/>
                    <a:pt x="1213" y="750"/>
                  </a:cubicBezTo>
                  <a:cubicBezTo>
                    <a:pt x="1212" y="744"/>
                    <a:pt x="1217" y="741"/>
                    <a:pt x="1220" y="738"/>
                  </a:cubicBezTo>
                  <a:cubicBezTo>
                    <a:pt x="1219" y="734"/>
                    <a:pt x="1222" y="733"/>
                    <a:pt x="1221" y="729"/>
                  </a:cubicBezTo>
                  <a:cubicBezTo>
                    <a:pt x="1224" y="729"/>
                    <a:pt x="1224" y="727"/>
                    <a:pt x="1224" y="724"/>
                  </a:cubicBezTo>
                  <a:cubicBezTo>
                    <a:pt x="1230" y="722"/>
                    <a:pt x="1226" y="714"/>
                    <a:pt x="1231" y="712"/>
                  </a:cubicBezTo>
                  <a:cubicBezTo>
                    <a:pt x="1231" y="706"/>
                    <a:pt x="1236" y="704"/>
                    <a:pt x="1235" y="698"/>
                  </a:cubicBezTo>
                  <a:cubicBezTo>
                    <a:pt x="1242" y="693"/>
                    <a:pt x="1246" y="687"/>
                    <a:pt x="1249" y="680"/>
                  </a:cubicBezTo>
                  <a:cubicBezTo>
                    <a:pt x="1255" y="679"/>
                    <a:pt x="1251" y="687"/>
                    <a:pt x="1248" y="686"/>
                  </a:cubicBezTo>
                  <a:close/>
                  <a:moveTo>
                    <a:pt x="2599" y="2155"/>
                  </a:moveTo>
                  <a:cubicBezTo>
                    <a:pt x="2602" y="2139"/>
                    <a:pt x="2583" y="2121"/>
                    <a:pt x="2584" y="2104"/>
                  </a:cubicBezTo>
                  <a:cubicBezTo>
                    <a:pt x="2579" y="2100"/>
                    <a:pt x="2576" y="2095"/>
                    <a:pt x="2577" y="2090"/>
                  </a:cubicBezTo>
                  <a:cubicBezTo>
                    <a:pt x="2565" y="2073"/>
                    <a:pt x="2553" y="2054"/>
                    <a:pt x="2544" y="2042"/>
                  </a:cubicBezTo>
                  <a:cubicBezTo>
                    <a:pt x="2532" y="2031"/>
                    <a:pt x="2514" y="2017"/>
                    <a:pt x="2498" y="2003"/>
                  </a:cubicBezTo>
                  <a:cubicBezTo>
                    <a:pt x="2491" y="2003"/>
                    <a:pt x="2484" y="1996"/>
                    <a:pt x="2477" y="1992"/>
                  </a:cubicBezTo>
                  <a:cubicBezTo>
                    <a:pt x="2470" y="1993"/>
                    <a:pt x="2463" y="1981"/>
                    <a:pt x="2455" y="1983"/>
                  </a:cubicBezTo>
                  <a:cubicBezTo>
                    <a:pt x="2458" y="1987"/>
                    <a:pt x="2462" y="1985"/>
                    <a:pt x="2465" y="1991"/>
                  </a:cubicBezTo>
                  <a:cubicBezTo>
                    <a:pt x="2469" y="1990"/>
                    <a:pt x="2472" y="1999"/>
                    <a:pt x="2476" y="1997"/>
                  </a:cubicBezTo>
                  <a:cubicBezTo>
                    <a:pt x="2479" y="2001"/>
                    <a:pt x="2482" y="2003"/>
                    <a:pt x="2486" y="2002"/>
                  </a:cubicBezTo>
                  <a:cubicBezTo>
                    <a:pt x="2486" y="2006"/>
                    <a:pt x="2491" y="2009"/>
                    <a:pt x="2495" y="2009"/>
                  </a:cubicBezTo>
                  <a:cubicBezTo>
                    <a:pt x="2509" y="2021"/>
                    <a:pt x="2523" y="2032"/>
                    <a:pt x="2537" y="2044"/>
                  </a:cubicBezTo>
                  <a:cubicBezTo>
                    <a:pt x="2539" y="2046"/>
                    <a:pt x="2537" y="2048"/>
                    <a:pt x="2540" y="2051"/>
                  </a:cubicBezTo>
                  <a:cubicBezTo>
                    <a:pt x="2541" y="2053"/>
                    <a:pt x="2545" y="2051"/>
                    <a:pt x="2543" y="2054"/>
                  </a:cubicBezTo>
                  <a:cubicBezTo>
                    <a:pt x="2545" y="2058"/>
                    <a:pt x="2554" y="2063"/>
                    <a:pt x="2551" y="2067"/>
                  </a:cubicBezTo>
                  <a:cubicBezTo>
                    <a:pt x="2555" y="2071"/>
                    <a:pt x="2560" y="2076"/>
                    <a:pt x="2560" y="2080"/>
                  </a:cubicBezTo>
                  <a:cubicBezTo>
                    <a:pt x="2560" y="2084"/>
                    <a:pt x="2568" y="2089"/>
                    <a:pt x="2566" y="2094"/>
                  </a:cubicBezTo>
                  <a:cubicBezTo>
                    <a:pt x="2579" y="2112"/>
                    <a:pt x="2580" y="2129"/>
                    <a:pt x="2589" y="2147"/>
                  </a:cubicBezTo>
                  <a:cubicBezTo>
                    <a:pt x="2590" y="2151"/>
                    <a:pt x="2591" y="2155"/>
                    <a:pt x="2593" y="2160"/>
                  </a:cubicBezTo>
                  <a:cubicBezTo>
                    <a:pt x="2604" y="2160"/>
                    <a:pt x="2604" y="2160"/>
                    <a:pt x="2604" y="2160"/>
                  </a:cubicBezTo>
                  <a:cubicBezTo>
                    <a:pt x="2603" y="2158"/>
                    <a:pt x="2602" y="2157"/>
                    <a:pt x="2599" y="2155"/>
                  </a:cubicBezTo>
                  <a:close/>
                  <a:moveTo>
                    <a:pt x="2578" y="2150"/>
                  </a:moveTo>
                  <a:cubicBezTo>
                    <a:pt x="2570" y="2138"/>
                    <a:pt x="2566" y="2125"/>
                    <a:pt x="2559" y="2112"/>
                  </a:cubicBezTo>
                  <a:cubicBezTo>
                    <a:pt x="2538" y="2084"/>
                    <a:pt x="2523" y="2066"/>
                    <a:pt x="2505" y="2044"/>
                  </a:cubicBezTo>
                  <a:cubicBezTo>
                    <a:pt x="2496" y="2036"/>
                    <a:pt x="2486" y="2027"/>
                    <a:pt x="2477" y="2019"/>
                  </a:cubicBezTo>
                  <a:cubicBezTo>
                    <a:pt x="2474" y="2019"/>
                    <a:pt x="2470" y="2015"/>
                    <a:pt x="2467" y="2013"/>
                  </a:cubicBezTo>
                  <a:cubicBezTo>
                    <a:pt x="2463" y="2018"/>
                    <a:pt x="2460" y="2003"/>
                    <a:pt x="2456" y="2008"/>
                  </a:cubicBezTo>
                  <a:cubicBezTo>
                    <a:pt x="2449" y="2002"/>
                    <a:pt x="2442" y="1996"/>
                    <a:pt x="2434" y="1996"/>
                  </a:cubicBezTo>
                  <a:cubicBezTo>
                    <a:pt x="2427" y="1987"/>
                    <a:pt x="2419" y="1987"/>
                    <a:pt x="2412" y="1980"/>
                  </a:cubicBezTo>
                  <a:cubicBezTo>
                    <a:pt x="2404" y="1979"/>
                    <a:pt x="2397" y="1964"/>
                    <a:pt x="2389" y="1971"/>
                  </a:cubicBezTo>
                  <a:cubicBezTo>
                    <a:pt x="2398" y="1978"/>
                    <a:pt x="2406" y="1981"/>
                    <a:pt x="2414" y="1990"/>
                  </a:cubicBezTo>
                  <a:cubicBezTo>
                    <a:pt x="2419" y="1991"/>
                    <a:pt x="2423" y="1996"/>
                    <a:pt x="2428" y="1998"/>
                  </a:cubicBezTo>
                  <a:cubicBezTo>
                    <a:pt x="2432" y="1995"/>
                    <a:pt x="2436" y="2005"/>
                    <a:pt x="2441" y="2004"/>
                  </a:cubicBezTo>
                  <a:cubicBezTo>
                    <a:pt x="2449" y="2014"/>
                    <a:pt x="2458" y="2014"/>
                    <a:pt x="2466" y="2022"/>
                  </a:cubicBezTo>
                  <a:cubicBezTo>
                    <a:pt x="2469" y="2021"/>
                    <a:pt x="2470" y="2029"/>
                    <a:pt x="2477" y="2028"/>
                  </a:cubicBezTo>
                  <a:cubicBezTo>
                    <a:pt x="2481" y="2034"/>
                    <a:pt x="2485" y="2036"/>
                    <a:pt x="2490" y="2039"/>
                  </a:cubicBezTo>
                  <a:cubicBezTo>
                    <a:pt x="2494" y="2046"/>
                    <a:pt x="2500" y="2059"/>
                    <a:pt x="2511" y="2064"/>
                  </a:cubicBezTo>
                  <a:cubicBezTo>
                    <a:pt x="2509" y="2069"/>
                    <a:pt x="2519" y="2074"/>
                    <a:pt x="2521" y="2079"/>
                  </a:cubicBezTo>
                  <a:cubicBezTo>
                    <a:pt x="2526" y="2084"/>
                    <a:pt x="2531" y="2090"/>
                    <a:pt x="2535" y="2095"/>
                  </a:cubicBezTo>
                  <a:cubicBezTo>
                    <a:pt x="2537" y="2101"/>
                    <a:pt x="2544" y="2108"/>
                    <a:pt x="2550" y="2115"/>
                  </a:cubicBezTo>
                  <a:cubicBezTo>
                    <a:pt x="2553" y="2122"/>
                    <a:pt x="2557" y="2130"/>
                    <a:pt x="2562" y="2139"/>
                  </a:cubicBezTo>
                  <a:cubicBezTo>
                    <a:pt x="2561" y="2143"/>
                    <a:pt x="2566" y="2147"/>
                    <a:pt x="2567" y="2151"/>
                  </a:cubicBezTo>
                  <a:cubicBezTo>
                    <a:pt x="2568" y="2154"/>
                    <a:pt x="2571" y="2157"/>
                    <a:pt x="2572" y="2160"/>
                  </a:cubicBezTo>
                  <a:cubicBezTo>
                    <a:pt x="2580" y="2160"/>
                    <a:pt x="2580" y="2160"/>
                    <a:pt x="2580" y="2160"/>
                  </a:cubicBezTo>
                  <a:cubicBezTo>
                    <a:pt x="2579" y="2157"/>
                    <a:pt x="2577" y="2153"/>
                    <a:pt x="2578" y="2150"/>
                  </a:cubicBezTo>
                  <a:close/>
                  <a:moveTo>
                    <a:pt x="1912" y="204"/>
                  </a:moveTo>
                  <a:cubicBezTo>
                    <a:pt x="1913" y="200"/>
                    <a:pt x="1917" y="198"/>
                    <a:pt x="1916" y="191"/>
                  </a:cubicBezTo>
                  <a:cubicBezTo>
                    <a:pt x="1945" y="147"/>
                    <a:pt x="1955" y="144"/>
                    <a:pt x="1958" y="134"/>
                  </a:cubicBezTo>
                  <a:cubicBezTo>
                    <a:pt x="1977" y="109"/>
                    <a:pt x="1980" y="106"/>
                    <a:pt x="1982" y="102"/>
                  </a:cubicBezTo>
                  <a:cubicBezTo>
                    <a:pt x="2012" y="60"/>
                    <a:pt x="2023" y="58"/>
                    <a:pt x="2028" y="49"/>
                  </a:cubicBezTo>
                  <a:cubicBezTo>
                    <a:pt x="2056" y="19"/>
                    <a:pt x="2067" y="12"/>
                    <a:pt x="2075" y="0"/>
                  </a:cubicBezTo>
                  <a:cubicBezTo>
                    <a:pt x="2056" y="8"/>
                    <a:pt x="2053" y="16"/>
                    <a:pt x="2047" y="19"/>
                  </a:cubicBezTo>
                  <a:cubicBezTo>
                    <a:pt x="2032" y="34"/>
                    <a:pt x="2030" y="36"/>
                    <a:pt x="2028" y="38"/>
                  </a:cubicBezTo>
                  <a:cubicBezTo>
                    <a:pt x="2010" y="54"/>
                    <a:pt x="2012" y="60"/>
                    <a:pt x="2006" y="58"/>
                  </a:cubicBezTo>
                  <a:cubicBezTo>
                    <a:pt x="1976" y="91"/>
                    <a:pt x="1978" y="102"/>
                    <a:pt x="1971" y="104"/>
                  </a:cubicBezTo>
                  <a:cubicBezTo>
                    <a:pt x="1955" y="132"/>
                    <a:pt x="1949" y="132"/>
                    <a:pt x="1951" y="139"/>
                  </a:cubicBezTo>
                  <a:cubicBezTo>
                    <a:pt x="1930" y="176"/>
                    <a:pt x="1920" y="171"/>
                    <a:pt x="1923" y="178"/>
                  </a:cubicBezTo>
                  <a:cubicBezTo>
                    <a:pt x="1915" y="199"/>
                    <a:pt x="1906" y="202"/>
                    <a:pt x="1912" y="204"/>
                  </a:cubicBezTo>
                  <a:close/>
                  <a:moveTo>
                    <a:pt x="2692" y="2129"/>
                  </a:moveTo>
                  <a:cubicBezTo>
                    <a:pt x="2687" y="2123"/>
                    <a:pt x="2692" y="2118"/>
                    <a:pt x="2687" y="2113"/>
                  </a:cubicBezTo>
                  <a:cubicBezTo>
                    <a:pt x="2680" y="2063"/>
                    <a:pt x="2671" y="2058"/>
                    <a:pt x="2673" y="2053"/>
                  </a:cubicBezTo>
                  <a:cubicBezTo>
                    <a:pt x="2634" y="1979"/>
                    <a:pt x="2640" y="1984"/>
                    <a:pt x="2641" y="1988"/>
                  </a:cubicBezTo>
                  <a:cubicBezTo>
                    <a:pt x="2658" y="2024"/>
                    <a:pt x="2656" y="2029"/>
                    <a:pt x="2663" y="2036"/>
                  </a:cubicBezTo>
                  <a:cubicBezTo>
                    <a:pt x="2667" y="2061"/>
                    <a:pt x="2668" y="2065"/>
                    <a:pt x="2672" y="2069"/>
                  </a:cubicBezTo>
                  <a:cubicBezTo>
                    <a:pt x="2669" y="2066"/>
                    <a:pt x="2661" y="2061"/>
                    <a:pt x="2665" y="2057"/>
                  </a:cubicBezTo>
                  <a:cubicBezTo>
                    <a:pt x="2613" y="1979"/>
                    <a:pt x="2615" y="1967"/>
                    <a:pt x="2605" y="1973"/>
                  </a:cubicBezTo>
                  <a:cubicBezTo>
                    <a:pt x="2629" y="2011"/>
                    <a:pt x="2638" y="2015"/>
                    <a:pt x="2639" y="2019"/>
                  </a:cubicBezTo>
                  <a:cubicBezTo>
                    <a:pt x="2654" y="2063"/>
                    <a:pt x="2659" y="2068"/>
                    <a:pt x="2661" y="2072"/>
                  </a:cubicBezTo>
                  <a:cubicBezTo>
                    <a:pt x="2666" y="2103"/>
                    <a:pt x="2668" y="2105"/>
                    <a:pt x="2664" y="2107"/>
                  </a:cubicBezTo>
                  <a:cubicBezTo>
                    <a:pt x="2672" y="2129"/>
                    <a:pt x="2671" y="2131"/>
                    <a:pt x="2670" y="2133"/>
                  </a:cubicBezTo>
                  <a:cubicBezTo>
                    <a:pt x="2659" y="2103"/>
                    <a:pt x="2656" y="2097"/>
                    <a:pt x="2655" y="2092"/>
                  </a:cubicBezTo>
                  <a:cubicBezTo>
                    <a:pt x="2648" y="2074"/>
                    <a:pt x="2644" y="2071"/>
                    <a:pt x="2645" y="2068"/>
                  </a:cubicBezTo>
                  <a:cubicBezTo>
                    <a:pt x="2586" y="2000"/>
                    <a:pt x="2581" y="1996"/>
                    <a:pt x="2576" y="1990"/>
                  </a:cubicBezTo>
                  <a:cubicBezTo>
                    <a:pt x="2637" y="2075"/>
                    <a:pt x="2644" y="2086"/>
                    <a:pt x="2650" y="2096"/>
                  </a:cubicBezTo>
                  <a:cubicBezTo>
                    <a:pt x="2656" y="2123"/>
                    <a:pt x="2654" y="2123"/>
                    <a:pt x="2654" y="2125"/>
                  </a:cubicBezTo>
                  <a:cubicBezTo>
                    <a:pt x="2658" y="2143"/>
                    <a:pt x="2662" y="2145"/>
                    <a:pt x="2662" y="2147"/>
                  </a:cubicBezTo>
                  <a:cubicBezTo>
                    <a:pt x="2672" y="2160"/>
                    <a:pt x="2672" y="2160"/>
                    <a:pt x="2672" y="2160"/>
                  </a:cubicBezTo>
                  <a:cubicBezTo>
                    <a:pt x="2673" y="2147"/>
                    <a:pt x="2673" y="2154"/>
                    <a:pt x="2673" y="2160"/>
                  </a:cubicBezTo>
                  <a:cubicBezTo>
                    <a:pt x="2681" y="2157"/>
                    <a:pt x="2682" y="2154"/>
                    <a:pt x="2681" y="2153"/>
                  </a:cubicBezTo>
                  <a:cubicBezTo>
                    <a:pt x="2676" y="2102"/>
                    <a:pt x="2673" y="2093"/>
                    <a:pt x="2671" y="2084"/>
                  </a:cubicBezTo>
                  <a:cubicBezTo>
                    <a:pt x="2681" y="2106"/>
                    <a:pt x="2677" y="2111"/>
                    <a:pt x="2682" y="2117"/>
                  </a:cubicBezTo>
                  <a:cubicBezTo>
                    <a:pt x="2684" y="2154"/>
                    <a:pt x="2686" y="2157"/>
                    <a:pt x="2687" y="2160"/>
                  </a:cubicBezTo>
                  <a:cubicBezTo>
                    <a:pt x="2695" y="2148"/>
                    <a:pt x="2690" y="2138"/>
                    <a:pt x="2692" y="2129"/>
                  </a:cubicBezTo>
                  <a:close/>
                  <a:moveTo>
                    <a:pt x="2726" y="2157"/>
                  </a:moveTo>
                  <a:cubicBezTo>
                    <a:pt x="2723" y="2141"/>
                    <a:pt x="2718" y="2125"/>
                    <a:pt x="2715" y="2109"/>
                  </a:cubicBezTo>
                  <a:cubicBezTo>
                    <a:pt x="2713" y="2105"/>
                    <a:pt x="2717" y="2102"/>
                    <a:pt x="2711" y="2097"/>
                  </a:cubicBezTo>
                  <a:cubicBezTo>
                    <a:pt x="2715" y="2094"/>
                    <a:pt x="2707" y="2089"/>
                    <a:pt x="2709" y="2085"/>
                  </a:cubicBezTo>
                  <a:cubicBezTo>
                    <a:pt x="2708" y="2077"/>
                    <a:pt x="2705" y="2068"/>
                    <a:pt x="2702" y="2060"/>
                  </a:cubicBezTo>
                  <a:cubicBezTo>
                    <a:pt x="2702" y="2056"/>
                    <a:pt x="2699" y="2052"/>
                    <a:pt x="2698" y="2049"/>
                  </a:cubicBezTo>
                  <a:cubicBezTo>
                    <a:pt x="2697" y="2047"/>
                    <a:pt x="2699" y="2044"/>
                    <a:pt x="2698" y="2043"/>
                  </a:cubicBezTo>
                  <a:cubicBezTo>
                    <a:pt x="2697" y="2040"/>
                    <a:pt x="2693" y="2038"/>
                    <a:pt x="2695" y="2036"/>
                  </a:cubicBezTo>
                  <a:cubicBezTo>
                    <a:pt x="2690" y="2032"/>
                    <a:pt x="2693" y="2028"/>
                    <a:pt x="2687" y="2023"/>
                  </a:cubicBezTo>
                  <a:cubicBezTo>
                    <a:pt x="2689" y="2019"/>
                    <a:pt x="2686" y="2013"/>
                    <a:pt x="2681" y="2017"/>
                  </a:cubicBezTo>
                  <a:cubicBezTo>
                    <a:pt x="2686" y="2024"/>
                    <a:pt x="2681" y="2031"/>
                    <a:pt x="2689" y="2039"/>
                  </a:cubicBezTo>
                  <a:cubicBezTo>
                    <a:pt x="2687" y="2041"/>
                    <a:pt x="2690" y="2042"/>
                    <a:pt x="2690" y="2044"/>
                  </a:cubicBezTo>
                  <a:cubicBezTo>
                    <a:pt x="2691" y="2045"/>
                    <a:pt x="2689" y="2048"/>
                    <a:pt x="2690" y="2050"/>
                  </a:cubicBezTo>
                  <a:cubicBezTo>
                    <a:pt x="2690" y="2051"/>
                    <a:pt x="2692" y="2052"/>
                    <a:pt x="2693" y="2053"/>
                  </a:cubicBezTo>
                  <a:cubicBezTo>
                    <a:pt x="2695" y="2057"/>
                    <a:pt x="2691" y="2059"/>
                    <a:pt x="2695" y="2062"/>
                  </a:cubicBezTo>
                  <a:cubicBezTo>
                    <a:pt x="2700" y="2070"/>
                    <a:pt x="2695" y="2078"/>
                    <a:pt x="2701" y="2086"/>
                  </a:cubicBezTo>
                  <a:cubicBezTo>
                    <a:pt x="2702" y="2094"/>
                    <a:pt x="2703" y="2102"/>
                    <a:pt x="2708" y="2110"/>
                  </a:cubicBezTo>
                  <a:cubicBezTo>
                    <a:pt x="2705" y="2117"/>
                    <a:pt x="2709" y="2124"/>
                    <a:pt x="2709" y="2131"/>
                  </a:cubicBezTo>
                  <a:cubicBezTo>
                    <a:pt x="2713" y="2135"/>
                    <a:pt x="2711" y="2139"/>
                    <a:pt x="2713" y="2142"/>
                  </a:cubicBezTo>
                  <a:cubicBezTo>
                    <a:pt x="2711" y="2144"/>
                    <a:pt x="2714" y="2147"/>
                    <a:pt x="2716" y="2149"/>
                  </a:cubicBezTo>
                  <a:cubicBezTo>
                    <a:pt x="2718" y="2151"/>
                    <a:pt x="2714" y="2153"/>
                    <a:pt x="2715" y="2155"/>
                  </a:cubicBezTo>
                  <a:cubicBezTo>
                    <a:pt x="2716" y="2157"/>
                    <a:pt x="2717" y="2158"/>
                    <a:pt x="2717" y="2160"/>
                  </a:cubicBezTo>
                  <a:cubicBezTo>
                    <a:pt x="2726" y="2160"/>
                    <a:pt x="2726" y="2160"/>
                    <a:pt x="2726" y="2160"/>
                  </a:cubicBezTo>
                  <a:cubicBezTo>
                    <a:pt x="2726" y="2159"/>
                    <a:pt x="2726" y="2158"/>
                    <a:pt x="2726" y="2157"/>
                  </a:cubicBezTo>
                  <a:close/>
                  <a:moveTo>
                    <a:pt x="1860" y="551"/>
                  </a:moveTo>
                  <a:cubicBezTo>
                    <a:pt x="1863" y="545"/>
                    <a:pt x="1862" y="534"/>
                    <a:pt x="1866" y="529"/>
                  </a:cubicBezTo>
                  <a:cubicBezTo>
                    <a:pt x="1886" y="481"/>
                    <a:pt x="1890" y="475"/>
                    <a:pt x="1892" y="468"/>
                  </a:cubicBezTo>
                  <a:cubicBezTo>
                    <a:pt x="1931" y="415"/>
                    <a:pt x="1936" y="411"/>
                    <a:pt x="1938" y="409"/>
                  </a:cubicBezTo>
                  <a:cubicBezTo>
                    <a:pt x="1954" y="398"/>
                    <a:pt x="1950" y="389"/>
                    <a:pt x="1956" y="389"/>
                  </a:cubicBezTo>
                  <a:cubicBezTo>
                    <a:pt x="1991" y="364"/>
                    <a:pt x="1989" y="357"/>
                    <a:pt x="1993" y="357"/>
                  </a:cubicBezTo>
                  <a:cubicBezTo>
                    <a:pt x="2038" y="321"/>
                    <a:pt x="2046" y="319"/>
                    <a:pt x="2047" y="311"/>
                  </a:cubicBezTo>
                  <a:cubicBezTo>
                    <a:pt x="2085" y="287"/>
                    <a:pt x="2081" y="278"/>
                    <a:pt x="2086" y="278"/>
                  </a:cubicBezTo>
                  <a:cubicBezTo>
                    <a:pt x="2129" y="237"/>
                    <a:pt x="2125" y="228"/>
                    <a:pt x="2132" y="230"/>
                  </a:cubicBezTo>
                  <a:cubicBezTo>
                    <a:pt x="2148" y="210"/>
                    <a:pt x="2150" y="210"/>
                    <a:pt x="2150" y="206"/>
                  </a:cubicBezTo>
                  <a:cubicBezTo>
                    <a:pt x="2170" y="180"/>
                    <a:pt x="2174" y="179"/>
                    <a:pt x="2176" y="176"/>
                  </a:cubicBezTo>
                  <a:cubicBezTo>
                    <a:pt x="2191" y="153"/>
                    <a:pt x="2195" y="151"/>
                    <a:pt x="2198" y="147"/>
                  </a:cubicBezTo>
                  <a:cubicBezTo>
                    <a:pt x="2206" y="140"/>
                    <a:pt x="2199" y="150"/>
                    <a:pt x="2193" y="161"/>
                  </a:cubicBezTo>
                  <a:cubicBezTo>
                    <a:pt x="2156" y="212"/>
                    <a:pt x="2153" y="219"/>
                    <a:pt x="2150" y="226"/>
                  </a:cubicBezTo>
                  <a:cubicBezTo>
                    <a:pt x="2130" y="255"/>
                    <a:pt x="2121" y="251"/>
                    <a:pt x="2121" y="256"/>
                  </a:cubicBezTo>
                  <a:cubicBezTo>
                    <a:pt x="2080" y="292"/>
                    <a:pt x="2080" y="297"/>
                    <a:pt x="2075" y="298"/>
                  </a:cubicBezTo>
                  <a:cubicBezTo>
                    <a:pt x="2054" y="317"/>
                    <a:pt x="2052" y="323"/>
                    <a:pt x="2047" y="328"/>
                  </a:cubicBezTo>
                  <a:cubicBezTo>
                    <a:pt x="2023" y="352"/>
                    <a:pt x="2019" y="354"/>
                    <a:pt x="2017" y="357"/>
                  </a:cubicBezTo>
                  <a:cubicBezTo>
                    <a:pt x="1998" y="373"/>
                    <a:pt x="1996" y="375"/>
                    <a:pt x="1995" y="379"/>
                  </a:cubicBezTo>
                  <a:cubicBezTo>
                    <a:pt x="1974" y="393"/>
                    <a:pt x="1978" y="402"/>
                    <a:pt x="1971" y="400"/>
                  </a:cubicBezTo>
                  <a:cubicBezTo>
                    <a:pt x="1947" y="449"/>
                    <a:pt x="1936" y="450"/>
                    <a:pt x="1936" y="464"/>
                  </a:cubicBezTo>
                  <a:cubicBezTo>
                    <a:pt x="1912" y="524"/>
                    <a:pt x="1908" y="527"/>
                    <a:pt x="1908" y="533"/>
                  </a:cubicBezTo>
                  <a:cubicBezTo>
                    <a:pt x="1922" y="513"/>
                    <a:pt x="1921" y="508"/>
                    <a:pt x="1921" y="505"/>
                  </a:cubicBezTo>
                  <a:cubicBezTo>
                    <a:pt x="1929" y="485"/>
                    <a:pt x="1933" y="485"/>
                    <a:pt x="1932" y="479"/>
                  </a:cubicBezTo>
                  <a:cubicBezTo>
                    <a:pt x="1963" y="428"/>
                    <a:pt x="1968" y="422"/>
                    <a:pt x="1971" y="413"/>
                  </a:cubicBezTo>
                  <a:cubicBezTo>
                    <a:pt x="2003" y="375"/>
                    <a:pt x="2012" y="379"/>
                    <a:pt x="2010" y="372"/>
                  </a:cubicBezTo>
                  <a:cubicBezTo>
                    <a:pt x="2041" y="347"/>
                    <a:pt x="2042" y="338"/>
                    <a:pt x="2052" y="337"/>
                  </a:cubicBezTo>
                  <a:cubicBezTo>
                    <a:pt x="2091" y="296"/>
                    <a:pt x="2103" y="287"/>
                    <a:pt x="2115" y="278"/>
                  </a:cubicBezTo>
                  <a:cubicBezTo>
                    <a:pt x="2145" y="236"/>
                    <a:pt x="2155" y="242"/>
                    <a:pt x="2152" y="235"/>
                  </a:cubicBezTo>
                  <a:cubicBezTo>
                    <a:pt x="2169" y="215"/>
                    <a:pt x="2172" y="209"/>
                    <a:pt x="2176" y="204"/>
                  </a:cubicBezTo>
                  <a:cubicBezTo>
                    <a:pt x="2198" y="167"/>
                    <a:pt x="2204" y="169"/>
                    <a:pt x="2202" y="163"/>
                  </a:cubicBezTo>
                  <a:cubicBezTo>
                    <a:pt x="2208" y="169"/>
                    <a:pt x="2204" y="175"/>
                    <a:pt x="2200" y="182"/>
                  </a:cubicBezTo>
                  <a:cubicBezTo>
                    <a:pt x="2183" y="215"/>
                    <a:pt x="2171" y="225"/>
                    <a:pt x="2165" y="241"/>
                  </a:cubicBezTo>
                  <a:cubicBezTo>
                    <a:pt x="2151" y="254"/>
                    <a:pt x="2148" y="257"/>
                    <a:pt x="2145" y="261"/>
                  </a:cubicBezTo>
                  <a:cubicBezTo>
                    <a:pt x="2121" y="282"/>
                    <a:pt x="2120" y="288"/>
                    <a:pt x="2115" y="289"/>
                  </a:cubicBezTo>
                  <a:cubicBezTo>
                    <a:pt x="2092" y="312"/>
                    <a:pt x="2090" y="316"/>
                    <a:pt x="2084" y="318"/>
                  </a:cubicBezTo>
                  <a:cubicBezTo>
                    <a:pt x="2074" y="333"/>
                    <a:pt x="2067" y="333"/>
                    <a:pt x="2067" y="339"/>
                  </a:cubicBezTo>
                  <a:cubicBezTo>
                    <a:pt x="2043" y="368"/>
                    <a:pt x="2040" y="368"/>
                    <a:pt x="2038" y="370"/>
                  </a:cubicBezTo>
                  <a:cubicBezTo>
                    <a:pt x="2006" y="405"/>
                    <a:pt x="2008" y="414"/>
                    <a:pt x="2001" y="413"/>
                  </a:cubicBezTo>
                  <a:cubicBezTo>
                    <a:pt x="1977" y="455"/>
                    <a:pt x="1972" y="456"/>
                    <a:pt x="1971" y="461"/>
                  </a:cubicBezTo>
                  <a:cubicBezTo>
                    <a:pt x="1951" y="488"/>
                    <a:pt x="1955" y="499"/>
                    <a:pt x="1949" y="501"/>
                  </a:cubicBezTo>
                  <a:cubicBezTo>
                    <a:pt x="1926" y="563"/>
                    <a:pt x="1926" y="569"/>
                    <a:pt x="1925" y="575"/>
                  </a:cubicBezTo>
                  <a:cubicBezTo>
                    <a:pt x="1915" y="604"/>
                    <a:pt x="1917" y="608"/>
                    <a:pt x="1916" y="612"/>
                  </a:cubicBezTo>
                  <a:cubicBezTo>
                    <a:pt x="1928" y="576"/>
                    <a:pt x="1931" y="572"/>
                    <a:pt x="1932" y="564"/>
                  </a:cubicBezTo>
                  <a:cubicBezTo>
                    <a:pt x="1948" y="529"/>
                    <a:pt x="1946" y="523"/>
                    <a:pt x="1949" y="522"/>
                  </a:cubicBezTo>
                  <a:cubicBezTo>
                    <a:pt x="1972" y="476"/>
                    <a:pt x="1974" y="469"/>
                    <a:pt x="1977" y="464"/>
                  </a:cubicBezTo>
                  <a:cubicBezTo>
                    <a:pt x="2016" y="413"/>
                    <a:pt x="2020" y="408"/>
                    <a:pt x="2023" y="403"/>
                  </a:cubicBezTo>
                  <a:cubicBezTo>
                    <a:pt x="2041" y="388"/>
                    <a:pt x="2035" y="377"/>
                    <a:pt x="2043" y="381"/>
                  </a:cubicBezTo>
                  <a:cubicBezTo>
                    <a:pt x="2056" y="362"/>
                    <a:pt x="2059" y="361"/>
                    <a:pt x="2062" y="359"/>
                  </a:cubicBezTo>
                  <a:cubicBezTo>
                    <a:pt x="2143" y="272"/>
                    <a:pt x="2150" y="275"/>
                    <a:pt x="2150" y="270"/>
                  </a:cubicBezTo>
                  <a:cubicBezTo>
                    <a:pt x="2163" y="254"/>
                    <a:pt x="2164" y="254"/>
                    <a:pt x="2165" y="252"/>
                  </a:cubicBezTo>
                  <a:cubicBezTo>
                    <a:pt x="2124" y="317"/>
                    <a:pt x="2109" y="330"/>
                    <a:pt x="2097" y="346"/>
                  </a:cubicBezTo>
                  <a:cubicBezTo>
                    <a:pt x="2079" y="362"/>
                    <a:pt x="2078" y="364"/>
                    <a:pt x="2078" y="368"/>
                  </a:cubicBezTo>
                  <a:cubicBezTo>
                    <a:pt x="2052" y="390"/>
                    <a:pt x="2055" y="400"/>
                    <a:pt x="2047" y="398"/>
                  </a:cubicBezTo>
                  <a:cubicBezTo>
                    <a:pt x="2026" y="424"/>
                    <a:pt x="2028" y="430"/>
                    <a:pt x="2025" y="431"/>
                  </a:cubicBezTo>
                  <a:cubicBezTo>
                    <a:pt x="2011" y="455"/>
                    <a:pt x="2005" y="455"/>
                    <a:pt x="2006" y="464"/>
                  </a:cubicBezTo>
                  <a:cubicBezTo>
                    <a:pt x="1975" y="530"/>
                    <a:pt x="1967" y="535"/>
                    <a:pt x="1966" y="549"/>
                  </a:cubicBezTo>
                  <a:cubicBezTo>
                    <a:pt x="1954" y="591"/>
                    <a:pt x="1952" y="603"/>
                    <a:pt x="1949" y="614"/>
                  </a:cubicBezTo>
                  <a:cubicBezTo>
                    <a:pt x="1942" y="675"/>
                    <a:pt x="1940" y="688"/>
                    <a:pt x="1945" y="690"/>
                  </a:cubicBezTo>
                  <a:cubicBezTo>
                    <a:pt x="1958" y="602"/>
                    <a:pt x="1958" y="599"/>
                    <a:pt x="1960" y="597"/>
                  </a:cubicBezTo>
                  <a:cubicBezTo>
                    <a:pt x="1981" y="535"/>
                    <a:pt x="1983" y="528"/>
                    <a:pt x="1986" y="520"/>
                  </a:cubicBezTo>
                  <a:cubicBezTo>
                    <a:pt x="2004" y="484"/>
                    <a:pt x="2011" y="470"/>
                    <a:pt x="2019" y="457"/>
                  </a:cubicBezTo>
                  <a:cubicBezTo>
                    <a:pt x="2042" y="428"/>
                    <a:pt x="2042" y="423"/>
                    <a:pt x="2045" y="420"/>
                  </a:cubicBezTo>
                  <a:cubicBezTo>
                    <a:pt x="2067" y="389"/>
                    <a:pt x="2074" y="390"/>
                    <a:pt x="2073" y="383"/>
                  </a:cubicBezTo>
                  <a:cubicBezTo>
                    <a:pt x="2108" y="350"/>
                    <a:pt x="2108" y="344"/>
                    <a:pt x="2113" y="344"/>
                  </a:cubicBezTo>
                  <a:cubicBezTo>
                    <a:pt x="2129" y="322"/>
                    <a:pt x="2132" y="319"/>
                    <a:pt x="2134" y="315"/>
                  </a:cubicBezTo>
                  <a:cubicBezTo>
                    <a:pt x="2165" y="278"/>
                    <a:pt x="2166" y="274"/>
                    <a:pt x="2169" y="272"/>
                  </a:cubicBezTo>
                  <a:cubicBezTo>
                    <a:pt x="2182" y="249"/>
                    <a:pt x="2185" y="249"/>
                    <a:pt x="2185" y="246"/>
                  </a:cubicBezTo>
                  <a:cubicBezTo>
                    <a:pt x="2164" y="302"/>
                    <a:pt x="2159" y="308"/>
                    <a:pt x="2156" y="318"/>
                  </a:cubicBezTo>
                  <a:cubicBezTo>
                    <a:pt x="2123" y="360"/>
                    <a:pt x="2123" y="366"/>
                    <a:pt x="2119" y="368"/>
                  </a:cubicBezTo>
                  <a:cubicBezTo>
                    <a:pt x="2094" y="401"/>
                    <a:pt x="2091" y="403"/>
                    <a:pt x="2089" y="407"/>
                  </a:cubicBezTo>
                  <a:cubicBezTo>
                    <a:pt x="2071" y="421"/>
                    <a:pt x="2069" y="430"/>
                    <a:pt x="2062" y="435"/>
                  </a:cubicBezTo>
                  <a:cubicBezTo>
                    <a:pt x="2047" y="458"/>
                    <a:pt x="2043" y="457"/>
                    <a:pt x="2043" y="459"/>
                  </a:cubicBezTo>
                  <a:cubicBezTo>
                    <a:pt x="2027" y="482"/>
                    <a:pt x="2022" y="489"/>
                    <a:pt x="2017" y="496"/>
                  </a:cubicBezTo>
                  <a:cubicBezTo>
                    <a:pt x="1983" y="556"/>
                    <a:pt x="1974" y="571"/>
                    <a:pt x="1969" y="590"/>
                  </a:cubicBezTo>
                  <a:cubicBezTo>
                    <a:pt x="1982" y="565"/>
                    <a:pt x="1986" y="561"/>
                    <a:pt x="1988" y="553"/>
                  </a:cubicBezTo>
                  <a:cubicBezTo>
                    <a:pt x="2015" y="517"/>
                    <a:pt x="2014" y="510"/>
                    <a:pt x="2017" y="507"/>
                  </a:cubicBezTo>
                  <a:cubicBezTo>
                    <a:pt x="2037" y="487"/>
                    <a:pt x="2037" y="481"/>
                    <a:pt x="2041" y="479"/>
                  </a:cubicBezTo>
                  <a:cubicBezTo>
                    <a:pt x="2071" y="450"/>
                    <a:pt x="2067" y="440"/>
                    <a:pt x="2073" y="440"/>
                  </a:cubicBezTo>
                  <a:cubicBezTo>
                    <a:pt x="2085" y="428"/>
                    <a:pt x="2085" y="422"/>
                    <a:pt x="2089" y="420"/>
                  </a:cubicBezTo>
                  <a:cubicBezTo>
                    <a:pt x="2127" y="381"/>
                    <a:pt x="2124" y="372"/>
                    <a:pt x="2130" y="372"/>
                  </a:cubicBezTo>
                  <a:cubicBezTo>
                    <a:pt x="2136" y="374"/>
                    <a:pt x="2127" y="381"/>
                    <a:pt x="2121" y="392"/>
                  </a:cubicBezTo>
                  <a:cubicBezTo>
                    <a:pt x="2101" y="427"/>
                    <a:pt x="2095" y="430"/>
                    <a:pt x="2093" y="435"/>
                  </a:cubicBezTo>
                  <a:cubicBezTo>
                    <a:pt x="2077" y="459"/>
                    <a:pt x="2069" y="467"/>
                    <a:pt x="2065" y="479"/>
                  </a:cubicBezTo>
                  <a:cubicBezTo>
                    <a:pt x="2038" y="506"/>
                    <a:pt x="2036" y="518"/>
                    <a:pt x="2028" y="522"/>
                  </a:cubicBezTo>
                  <a:cubicBezTo>
                    <a:pt x="2009" y="559"/>
                    <a:pt x="2003" y="567"/>
                    <a:pt x="1997" y="575"/>
                  </a:cubicBezTo>
                  <a:cubicBezTo>
                    <a:pt x="1976" y="631"/>
                    <a:pt x="1976" y="636"/>
                    <a:pt x="1973" y="638"/>
                  </a:cubicBezTo>
                  <a:cubicBezTo>
                    <a:pt x="1963" y="678"/>
                    <a:pt x="1961" y="696"/>
                    <a:pt x="1958" y="712"/>
                  </a:cubicBezTo>
                  <a:cubicBezTo>
                    <a:pt x="1951" y="755"/>
                    <a:pt x="1947" y="756"/>
                    <a:pt x="1953" y="758"/>
                  </a:cubicBezTo>
                  <a:cubicBezTo>
                    <a:pt x="1959" y="713"/>
                    <a:pt x="1965" y="700"/>
                    <a:pt x="1966" y="688"/>
                  </a:cubicBezTo>
                  <a:cubicBezTo>
                    <a:pt x="1984" y="631"/>
                    <a:pt x="1986" y="625"/>
                    <a:pt x="1986" y="618"/>
                  </a:cubicBezTo>
                  <a:cubicBezTo>
                    <a:pt x="2013" y="570"/>
                    <a:pt x="2012" y="562"/>
                    <a:pt x="2017" y="560"/>
                  </a:cubicBezTo>
                  <a:cubicBezTo>
                    <a:pt x="2035" y="525"/>
                    <a:pt x="2042" y="524"/>
                    <a:pt x="2043" y="518"/>
                  </a:cubicBezTo>
                  <a:cubicBezTo>
                    <a:pt x="2075" y="478"/>
                    <a:pt x="2075" y="473"/>
                    <a:pt x="2080" y="472"/>
                  </a:cubicBezTo>
                  <a:cubicBezTo>
                    <a:pt x="2099" y="450"/>
                    <a:pt x="2096" y="442"/>
                    <a:pt x="2102" y="442"/>
                  </a:cubicBezTo>
                  <a:cubicBezTo>
                    <a:pt x="2131" y="393"/>
                    <a:pt x="2136" y="387"/>
                    <a:pt x="2141" y="381"/>
                  </a:cubicBezTo>
                  <a:cubicBezTo>
                    <a:pt x="2171" y="332"/>
                    <a:pt x="2172" y="321"/>
                    <a:pt x="2178" y="315"/>
                  </a:cubicBezTo>
                  <a:cubicBezTo>
                    <a:pt x="2161" y="360"/>
                    <a:pt x="2157" y="362"/>
                    <a:pt x="2154" y="365"/>
                  </a:cubicBezTo>
                  <a:cubicBezTo>
                    <a:pt x="2123" y="421"/>
                    <a:pt x="2122" y="432"/>
                    <a:pt x="2115" y="437"/>
                  </a:cubicBezTo>
                  <a:cubicBezTo>
                    <a:pt x="2084" y="494"/>
                    <a:pt x="2076" y="498"/>
                    <a:pt x="2073" y="507"/>
                  </a:cubicBezTo>
                  <a:cubicBezTo>
                    <a:pt x="2047" y="542"/>
                    <a:pt x="2046" y="548"/>
                    <a:pt x="2043" y="551"/>
                  </a:cubicBezTo>
                  <a:cubicBezTo>
                    <a:pt x="2031" y="563"/>
                    <a:pt x="2030" y="568"/>
                    <a:pt x="2028" y="573"/>
                  </a:cubicBezTo>
                  <a:cubicBezTo>
                    <a:pt x="2008" y="615"/>
                    <a:pt x="1998" y="630"/>
                    <a:pt x="1995" y="651"/>
                  </a:cubicBezTo>
                  <a:cubicBezTo>
                    <a:pt x="1984" y="690"/>
                    <a:pt x="1981" y="699"/>
                    <a:pt x="1980" y="710"/>
                  </a:cubicBezTo>
                  <a:cubicBezTo>
                    <a:pt x="1983" y="745"/>
                    <a:pt x="1979" y="735"/>
                    <a:pt x="1984" y="734"/>
                  </a:cubicBezTo>
                  <a:cubicBezTo>
                    <a:pt x="1989" y="685"/>
                    <a:pt x="1996" y="669"/>
                    <a:pt x="1999" y="649"/>
                  </a:cubicBezTo>
                  <a:cubicBezTo>
                    <a:pt x="2020" y="611"/>
                    <a:pt x="2017" y="602"/>
                    <a:pt x="2021" y="601"/>
                  </a:cubicBezTo>
                  <a:cubicBezTo>
                    <a:pt x="2035" y="568"/>
                    <a:pt x="2045" y="565"/>
                    <a:pt x="2047" y="555"/>
                  </a:cubicBezTo>
                  <a:cubicBezTo>
                    <a:pt x="2071" y="521"/>
                    <a:pt x="2075" y="519"/>
                    <a:pt x="2078" y="516"/>
                  </a:cubicBezTo>
                  <a:cubicBezTo>
                    <a:pt x="2098" y="490"/>
                    <a:pt x="2097" y="486"/>
                    <a:pt x="2099" y="485"/>
                  </a:cubicBezTo>
                  <a:cubicBezTo>
                    <a:pt x="2124" y="444"/>
                    <a:pt x="2125" y="433"/>
                    <a:pt x="2132" y="429"/>
                  </a:cubicBezTo>
                  <a:cubicBezTo>
                    <a:pt x="2158" y="388"/>
                    <a:pt x="2156" y="392"/>
                    <a:pt x="2154" y="396"/>
                  </a:cubicBezTo>
                  <a:cubicBezTo>
                    <a:pt x="2145" y="424"/>
                    <a:pt x="2141" y="431"/>
                    <a:pt x="2141" y="440"/>
                  </a:cubicBezTo>
                  <a:cubicBezTo>
                    <a:pt x="2112" y="478"/>
                    <a:pt x="2107" y="490"/>
                    <a:pt x="2097" y="498"/>
                  </a:cubicBezTo>
                  <a:cubicBezTo>
                    <a:pt x="2076" y="536"/>
                    <a:pt x="2071" y="540"/>
                    <a:pt x="2069" y="546"/>
                  </a:cubicBezTo>
                  <a:cubicBezTo>
                    <a:pt x="2057" y="564"/>
                    <a:pt x="2059" y="570"/>
                    <a:pt x="2056" y="570"/>
                  </a:cubicBezTo>
                  <a:cubicBezTo>
                    <a:pt x="2039" y="601"/>
                    <a:pt x="2037" y="608"/>
                    <a:pt x="2034" y="614"/>
                  </a:cubicBezTo>
                  <a:cubicBezTo>
                    <a:pt x="2017" y="657"/>
                    <a:pt x="2011" y="686"/>
                    <a:pt x="2008" y="717"/>
                  </a:cubicBezTo>
                  <a:cubicBezTo>
                    <a:pt x="2015" y="730"/>
                    <a:pt x="2011" y="714"/>
                    <a:pt x="2017" y="697"/>
                  </a:cubicBezTo>
                  <a:cubicBezTo>
                    <a:pt x="2050" y="594"/>
                    <a:pt x="2055" y="594"/>
                    <a:pt x="2056" y="590"/>
                  </a:cubicBezTo>
                  <a:cubicBezTo>
                    <a:pt x="2078" y="556"/>
                    <a:pt x="2076" y="547"/>
                    <a:pt x="2082" y="546"/>
                  </a:cubicBezTo>
                  <a:cubicBezTo>
                    <a:pt x="2114" y="493"/>
                    <a:pt x="2116" y="491"/>
                    <a:pt x="2117" y="488"/>
                  </a:cubicBezTo>
                  <a:cubicBezTo>
                    <a:pt x="2120" y="498"/>
                    <a:pt x="2112" y="508"/>
                    <a:pt x="2108" y="522"/>
                  </a:cubicBezTo>
                  <a:cubicBezTo>
                    <a:pt x="2079" y="576"/>
                    <a:pt x="2079" y="578"/>
                    <a:pt x="2078" y="581"/>
                  </a:cubicBezTo>
                  <a:cubicBezTo>
                    <a:pt x="2065" y="601"/>
                    <a:pt x="2065" y="608"/>
                    <a:pt x="2060" y="614"/>
                  </a:cubicBezTo>
                  <a:cubicBezTo>
                    <a:pt x="2049" y="667"/>
                    <a:pt x="2051" y="663"/>
                    <a:pt x="2052" y="658"/>
                  </a:cubicBezTo>
                  <a:cubicBezTo>
                    <a:pt x="2088" y="586"/>
                    <a:pt x="2085" y="575"/>
                    <a:pt x="2091" y="573"/>
                  </a:cubicBezTo>
                  <a:cubicBezTo>
                    <a:pt x="2122" y="520"/>
                    <a:pt x="2121" y="511"/>
                    <a:pt x="2126" y="507"/>
                  </a:cubicBezTo>
                  <a:cubicBezTo>
                    <a:pt x="2136" y="479"/>
                    <a:pt x="2141" y="472"/>
                    <a:pt x="2137" y="472"/>
                  </a:cubicBezTo>
                  <a:cubicBezTo>
                    <a:pt x="2127" y="519"/>
                    <a:pt x="2129" y="575"/>
                    <a:pt x="2117" y="616"/>
                  </a:cubicBezTo>
                  <a:cubicBezTo>
                    <a:pt x="2092" y="752"/>
                    <a:pt x="2090" y="760"/>
                    <a:pt x="2089" y="767"/>
                  </a:cubicBezTo>
                  <a:cubicBezTo>
                    <a:pt x="2097" y="764"/>
                    <a:pt x="2102" y="734"/>
                    <a:pt x="2110" y="708"/>
                  </a:cubicBezTo>
                  <a:cubicBezTo>
                    <a:pt x="2137" y="549"/>
                    <a:pt x="2136" y="541"/>
                    <a:pt x="2139" y="536"/>
                  </a:cubicBezTo>
                  <a:cubicBezTo>
                    <a:pt x="2144" y="513"/>
                    <a:pt x="2144" y="515"/>
                    <a:pt x="2145" y="507"/>
                  </a:cubicBezTo>
                  <a:cubicBezTo>
                    <a:pt x="2155" y="467"/>
                    <a:pt x="2151" y="456"/>
                    <a:pt x="2156" y="455"/>
                  </a:cubicBezTo>
                  <a:cubicBezTo>
                    <a:pt x="2158" y="481"/>
                    <a:pt x="2153" y="480"/>
                    <a:pt x="2154" y="485"/>
                  </a:cubicBezTo>
                  <a:cubicBezTo>
                    <a:pt x="2155" y="552"/>
                    <a:pt x="2154" y="561"/>
                    <a:pt x="2156" y="573"/>
                  </a:cubicBezTo>
                  <a:cubicBezTo>
                    <a:pt x="2132" y="695"/>
                    <a:pt x="2136" y="704"/>
                    <a:pt x="2134" y="708"/>
                  </a:cubicBezTo>
                  <a:cubicBezTo>
                    <a:pt x="2116" y="773"/>
                    <a:pt x="2116" y="781"/>
                    <a:pt x="2115" y="788"/>
                  </a:cubicBezTo>
                  <a:cubicBezTo>
                    <a:pt x="2119" y="795"/>
                    <a:pt x="2121" y="776"/>
                    <a:pt x="2128" y="762"/>
                  </a:cubicBezTo>
                  <a:cubicBezTo>
                    <a:pt x="2136" y="732"/>
                    <a:pt x="2132" y="723"/>
                    <a:pt x="2137" y="723"/>
                  </a:cubicBezTo>
                  <a:cubicBezTo>
                    <a:pt x="2151" y="641"/>
                    <a:pt x="2156" y="626"/>
                    <a:pt x="2161" y="610"/>
                  </a:cubicBezTo>
                  <a:cubicBezTo>
                    <a:pt x="2165" y="541"/>
                    <a:pt x="2162" y="517"/>
                    <a:pt x="2163" y="474"/>
                  </a:cubicBezTo>
                  <a:cubicBezTo>
                    <a:pt x="2164" y="421"/>
                    <a:pt x="2169" y="422"/>
                    <a:pt x="2167" y="416"/>
                  </a:cubicBezTo>
                  <a:cubicBezTo>
                    <a:pt x="2170" y="395"/>
                    <a:pt x="2167" y="393"/>
                    <a:pt x="2167" y="394"/>
                  </a:cubicBezTo>
                  <a:cubicBezTo>
                    <a:pt x="2176" y="375"/>
                    <a:pt x="2179" y="390"/>
                    <a:pt x="2178" y="407"/>
                  </a:cubicBezTo>
                  <a:cubicBezTo>
                    <a:pt x="2180" y="484"/>
                    <a:pt x="2182" y="494"/>
                    <a:pt x="2178" y="498"/>
                  </a:cubicBezTo>
                  <a:cubicBezTo>
                    <a:pt x="2181" y="536"/>
                    <a:pt x="2178" y="556"/>
                    <a:pt x="2182" y="568"/>
                  </a:cubicBezTo>
                  <a:cubicBezTo>
                    <a:pt x="2180" y="639"/>
                    <a:pt x="2174" y="653"/>
                    <a:pt x="2176" y="673"/>
                  </a:cubicBezTo>
                  <a:cubicBezTo>
                    <a:pt x="2173" y="708"/>
                    <a:pt x="2179" y="696"/>
                    <a:pt x="2178" y="677"/>
                  </a:cubicBezTo>
                  <a:cubicBezTo>
                    <a:pt x="2185" y="654"/>
                    <a:pt x="2181" y="646"/>
                    <a:pt x="2182" y="642"/>
                  </a:cubicBezTo>
                  <a:cubicBezTo>
                    <a:pt x="2188" y="565"/>
                    <a:pt x="2189" y="548"/>
                    <a:pt x="2189" y="531"/>
                  </a:cubicBezTo>
                  <a:cubicBezTo>
                    <a:pt x="2189" y="476"/>
                    <a:pt x="2188" y="474"/>
                    <a:pt x="2187" y="472"/>
                  </a:cubicBezTo>
                  <a:cubicBezTo>
                    <a:pt x="2187" y="439"/>
                    <a:pt x="2183" y="438"/>
                    <a:pt x="2185" y="431"/>
                  </a:cubicBezTo>
                  <a:cubicBezTo>
                    <a:pt x="2185" y="410"/>
                    <a:pt x="2184" y="405"/>
                    <a:pt x="2187" y="405"/>
                  </a:cubicBezTo>
                  <a:cubicBezTo>
                    <a:pt x="2190" y="420"/>
                    <a:pt x="2193" y="424"/>
                    <a:pt x="2193" y="431"/>
                  </a:cubicBezTo>
                  <a:cubicBezTo>
                    <a:pt x="2201" y="578"/>
                    <a:pt x="2206" y="577"/>
                    <a:pt x="2204" y="584"/>
                  </a:cubicBezTo>
                  <a:cubicBezTo>
                    <a:pt x="2202" y="676"/>
                    <a:pt x="2203" y="682"/>
                    <a:pt x="2202" y="699"/>
                  </a:cubicBezTo>
                  <a:cubicBezTo>
                    <a:pt x="2198" y="726"/>
                    <a:pt x="2202" y="720"/>
                    <a:pt x="2204" y="712"/>
                  </a:cubicBezTo>
                  <a:cubicBezTo>
                    <a:pt x="2211" y="627"/>
                    <a:pt x="2211" y="627"/>
                    <a:pt x="2211" y="627"/>
                  </a:cubicBezTo>
                  <a:cubicBezTo>
                    <a:pt x="2210" y="568"/>
                    <a:pt x="2211" y="566"/>
                    <a:pt x="2208" y="555"/>
                  </a:cubicBezTo>
                  <a:cubicBezTo>
                    <a:pt x="2198" y="402"/>
                    <a:pt x="2196" y="388"/>
                    <a:pt x="2195" y="368"/>
                  </a:cubicBezTo>
                  <a:cubicBezTo>
                    <a:pt x="2195" y="317"/>
                    <a:pt x="2191" y="312"/>
                    <a:pt x="2198" y="311"/>
                  </a:cubicBezTo>
                  <a:cubicBezTo>
                    <a:pt x="2209" y="405"/>
                    <a:pt x="2214" y="407"/>
                    <a:pt x="2213" y="416"/>
                  </a:cubicBezTo>
                  <a:cubicBezTo>
                    <a:pt x="2224" y="566"/>
                    <a:pt x="2224" y="585"/>
                    <a:pt x="2224" y="601"/>
                  </a:cubicBezTo>
                  <a:cubicBezTo>
                    <a:pt x="2221" y="620"/>
                    <a:pt x="2224" y="621"/>
                    <a:pt x="2224" y="621"/>
                  </a:cubicBezTo>
                  <a:cubicBezTo>
                    <a:pt x="2222" y="654"/>
                    <a:pt x="2227" y="654"/>
                    <a:pt x="2226" y="647"/>
                  </a:cubicBezTo>
                  <a:cubicBezTo>
                    <a:pt x="2226" y="608"/>
                    <a:pt x="2235" y="602"/>
                    <a:pt x="2228" y="599"/>
                  </a:cubicBezTo>
                  <a:cubicBezTo>
                    <a:pt x="2216" y="397"/>
                    <a:pt x="2219" y="390"/>
                    <a:pt x="2217" y="385"/>
                  </a:cubicBezTo>
                  <a:cubicBezTo>
                    <a:pt x="2206" y="298"/>
                    <a:pt x="2206" y="298"/>
                    <a:pt x="2206" y="298"/>
                  </a:cubicBezTo>
                  <a:cubicBezTo>
                    <a:pt x="2209" y="233"/>
                    <a:pt x="2210" y="229"/>
                    <a:pt x="2213" y="226"/>
                  </a:cubicBezTo>
                  <a:cubicBezTo>
                    <a:pt x="2221" y="273"/>
                    <a:pt x="2220" y="280"/>
                    <a:pt x="2224" y="283"/>
                  </a:cubicBezTo>
                  <a:cubicBezTo>
                    <a:pt x="2231" y="331"/>
                    <a:pt x="2238" y="346"/>
                    <a:pt x="2241" y="365"/>
                  </a:cubicBezTo>
                  <a:cubicBezTo>
                    <a:pt x="2260" y="435"/>
                    <a:pt x="2256" y="445"/>
                    <a:pt x="2261" y="446"/>
                  </a:cubicBezTo>
                  <a:cubicBezTo>
                    <a:pt x="2270" y="590"/>
                    <a:pt x="2270" y="590"/>
                    <a:pt x="2270" y="590"/>
                  </a:cubicBezTo>
                  <a:cubicBezTo>
                    <a:pt x="2270" y="618"/>
                    <a:pt x="2273" y="615"/>
                    <a:pt x="2274" y="610"/>
                  </a:cubicBezTo>
                  <a:cubicBezTo>
                    <a:pt x="2274" y="557"/>
                    <a:pt x="2273" y="554"/>
                    <a:pt x="2274" y="549"/>
                  </a:cubicBezTo>
                  <a:cubicBezTo>
                    <a:pt x="2268" y="469"/>
                    <a:pt x="2271" y="456"/>
                    <a:pt x="2267" y="448"/>
                  </a:cubicBezTo>
                  <a:cubicBezTo>
                    <a:pt x="2258" y="404"/>
                    <a:pt x="2259" y="397"/>
                    <a:pt x="2259" y="392"/>
                  </a:cubicBezTo>
                  <a:cubicBezTo>
                    <a:pt x="2248" y="345"/>
                    <a:pt x="2241" y="330"/>
                    <a:pt x="2239" y="309"/>
                  </a:cubicBezTo>
                  <a:cubicBezTo>
                    <a:pt x="2222" y="224"/>
                    <a:pt x="2222" y="224"/>
                    <a:pt x="2222" y="224"/>
                  </a:cubicBezTo>
                  <a:cubicBezTo>
                    <a:pt x="2251" y="334"/>
                    <a:pt x="2261" y="357"/>
                    <a:pt x="2267" y="383"/>
                  </a:cubicBezTo>
                  <a:cubicBezTo>
                    <a:pt x="2291" y="481"/>
                    <a:pt x="2283" y="496"/>
                    <a:pt x="2289" y="496"/>
                  </a:cubicBezTo>
                  <a:cubicBezTo>
                    <a:pt x="2287" y="419"/>
                    <a:pt x="2280" y="404"/>
                    <a:pt x="2278" y="383"/>
                  </a:cubicBezTo>
                  <a:cubicBezTo>
                    <a:pt x="2270" y="353"/>
                    <a:pt x="2266" y="344"/>
                    <a:pt x="2263" y="335"/>
                  </a:cubicBezTo>
                  <a:cubicBezTo>
                    <a:pt x="2256" y="313"/>
                    <a:pt x="2256" y="307"/>
                    <a:pt x="2259" y="307"/>
                  </a:cubicBezTo>
                  <a:cubicBezTo>
                    <a:pt x="2278" y="358"/>
                    <a:pt x="2280" y="360"/>
                    <a:pt x="2283" y="361"/>
                  </a:cubicBezTo>
                  <a:cubicBezTo>
                    <a:pt x="2293" y="392"/>
                    <a:pt x="2296" y="396"/>
                    <a:pt x="2298" y="403"/>
                  </a:cubicBezTo>
                  <a:cubicBezTo>
                    <a:pt x="2325" y="478"/>
                    <a:pt x="2328" y="488"/>
                    <a:pt x="2331" y="498"/>
                  </a:cubicBezTo>
                  <a:cubicBezTo>
                    <a:pt x="2338" y="508"/>
                    <a:pt x="2334" y="491"/>
                    <a:pt x="2331" y="472"/>
                  </a:cubicBezTo>
                  <a:cubicBezTo>
                    <a:pt x="2311" y="413"/>
                    <a:pt x="2307" y="406"/>
                    <a:pt x="2304" y="398"/>
                  </a:cubicBezTo>
                  <a:cubicBezTo>
                    <a:pt x="2290" y="367"/>
                    <a:pt x="2289" y="357"/>
                    <a:pt x="2285" y="350"/>
                  </a:cubicBezTo>
                  <a:cubicBezTo>
                    <a:pt x="2267" y="309"/>
                    <a:pt x="2268" y="300"/>
                    <a:pt x="2263" y="298"/>
                  </a:cubicBezTo>
                  <a:cubicBezTo>
                    <a:pt x="2256" y="266"/>
                    <a:pt x="2251" y="256"/>
                    <a:pt x="2248" y="243"/>
                  </a:cubicBezTo>
                  <a:cubicBezTo>
                    <a:pt x="2239" y="223"/>
                    <a:pt x="2242" y="212"/>
                    <a:pt x="2237" y="208"/>
                  </a:cubicBezTo>
                  <a:cubicBezTo>
                    <a:pt x="2234" y="166"/>
                    <a:pt x="2230" y="158"/>
                    <a:pt x="2235" y="158"/>
                  </a:cubicBezTo>
                  <a:cubicBezTo>
                    <a:pt x="2239" y="170"/>
                    <a:pt x="2243" y="172"/>
                    <a:pt x="2241" y="180"/>
                  </a:cubicBezTo>
                  <a:cubicBezTo>
                    <a:pt x="2249" y="202"/>
                    <a:pt x="2251" y="207"/>
                    <a:pt x="2252" y="213"/>
                  </a:cubicBezTo>
                  <a:cubicBezTo>
                    <a:pt x="2275" y="265"/>
                    <a:pt x="2275" y="274"/>
                    <a:pt x="2280" y="276"/>
                  </a:cubicBezTo>
                  <a:cubicBezTo>
                    <a:pt x="2308" y="328"/>
                    <a:pt x="2303" y="329"/>
                    <a:pt x="2309" y="335"/>
                  </a:cubicBezTo>
                  <a:cubicBezTo>
                    <a:pt x="2332" y="387"/>
                    <a:pt x="2333" y="394"/>
                    <a:pt x="2335" y="400"/>
                  </a:cubicBezTo>
                  <a:cubicBezTo>
                    <a:pt x="2347" y="416"/>
                    <a:pt x="2340" y="405"/>
                    <a:pt x="2337" y="389"/>
                  </a:cubicBezTo>
                  <a:cubicBezTo>
                    <a:pt x="2316" y="338"/>
                    <a:pt x="2316" y="332"/>
                    <a:pt x="2313" y="331"/>
                  </a:cubicBezTo>
                  <a:cubicBezTo>
                    <a:pt x="2290" y="282"/>
                    <a:pt x="2286" y="276"/>
                    <a:pt x="2285" y="267"/>
                  </a:cubicBezTo>
                  <a:cubicBezTo>
                    <a:pt x="2250" y="182"/>
                    <a:pt x="2253" y="175"/>
                    <a:pt x="2250" y="174"/>
                  </a:cubicBezTo>
                  <a:cubicBezTo>
                    <a:pt x="2239" y="89"/>
                    <a:pt x="2239" y="89"/>
                    <a:pt x="2239" y="89"/>
                  </a:cubicBezTo>
                  <a:cubicBezTo>
                    <a:pt x="2242" y="83"/>
                    <a:pt x="2245" y="92"/>
                    <a:pt x="2248" y="102"/>
                  </a:cubicBezTo>
                  <a:cubicBezTo>
                    <a:pt x="2260" y="158"/>
                    <a:pt x="2256" y="162"/>
                    <a:pt x="2259" y="169"/>
                  </a:cubicBezTo>
                  <a:cubicBezTo>
                    <a:pt x="2276" y="216"/>
                    <a:pt x="2279" y="222"/>
                    <a:pt x="2283" y="228"/>
                  </a:cubicBezTo>
                  <a:cubicBezTo>
                    <a:pt x="2307" y="276"/>
                    <a:pt x="2309" y="280"/>
                    <a:pt x="2311" y="283"/>
                  </a:cubicBezTo>
                  <a:cubicBezTo>
                    <a:pt x="2328" y="325"/>
                    <a:pt x="2338" y="319"/>
                    <a:pt x="2335" y="326"/>
                  </a:cubicBezTo>
                  <a:cubicBezTo>
                    <a:pt x="2367" y="382"/>
                    <a:pt x="2372" y="395"/>
                    <a:pt x="2379" y="407"/>
                  </a:cubicBezTo>
                  <a:cubicBezTo>
                    <a:pt x="2390" y="433"/>
                    <a:pt x="2389" y="444"/>
                    <a:pt x="2396" y="446"/>
                  </a:cubicBezTo>
                  <a:cubicBezTo>
                    <a:pt x="2383" y="398"/>
                    <a:pt x="2378" y="394"/>
                    <a:pt x="2376" y="387"/>
                  </a:cubicBezTo>
                  <a:cubicBezTo>
                    <a:pt x="2366" y="361"/>
                    <a:pt x="2362" y="356"/>
                    <a:pt x="2359" y="350"/>
                  </a:cubicBezTo>
                  <a:cubicBezTo>
                    <a:pt x="2339" y="309"/>
                    <a:pt x="2332" y="306"/>
                    <a:pt x="2331" y="298"/>
                  </a:cubicBezTo>
                  <a:cubicBezTo>
                    <a:pt x="2307" y="252"/>
                    <a:pt x="2301" y="254"/>
                    <a:pt x="2302" y="248"/>
                  </a:cubicBezTo>
                  <a:cubicBezTo>
                    <a:pt x="2283" y="204"/>
                    <a:pt x="2278" y="200"/>
                    <a:pt x="2278" y="191"/>
                  </a:cubicBezTo>
                  <a:cubicBezTo>
                    <a:pt x="2267" y="166"/>
                    <a:pt x="2267" y="157"/>
                    <a:pt x="2263" y="152"/>
                  </a:cubicBezTo>
                  <a:cubicBezTo>
                    <a:pt x="2251" y="76"/>
                    <a:pt x="2255" y="67"/>
                    <a:pt x="2250" y="67"/>
                  </a:cubicBezTo>
                  <a:cubicBezTo>
                    <a:pt x="2257" y="67"/>
                    <a:pt x="2254" y="69"/>
                    <a:pt x="2254" y="69"/>
                  </a:cubicBezTo>
                  <a:cubicBezTo>
                    <a:pt x="2268" y="115"/>
                    <a:pt x="2274" y="129"/>
                    <a:pt x="2276" y="147"/>
                  </a:cubicBezTo>
                  <a:cubicBezTo>
                    <a:pt x="2288" y="177"/>
                    <a:pt x="2296" y="180"/>
                    <a:pt x="2296" y="191"/>
                  </a:cubicBezTo>
                  <a:cubicBezTo>
                    <a:pt x="2319" y="237"/>
                    <a:pt x="2320" y="240"/>
                    <a:pt x="2320" y="246"/>
                  </a:cubicBezTo>
                  <a:cubicBezTo>
                    <a:pt x="2346" y="278"/>
                    <a:pt x="2348" y="286"/>
                    <a:pt x="2352" y="291"/>
                  </a:cubicBezTo>
                  <a:cubicBezTo>
                    <a:pt x="2366" y="302"/>
                    <a:pt x="2361" y="300"/>
                    <a:pt x="2359" y="294"/>
                  </a:cubicBezTo>
                  <a:cubicBezTo>
                    <a:pt x="2344" y="265"/>
                    <a:pt x="2334" y="258"/>
                    <a:pt x="2331" y="243"/>
                  </a:cubicBezTo>
                  <a:cubicBezTo>
                    <a:pt x="2314" y="218"/>
                    <a:pt x="2317" y="211"/>
                    <a:pt x="2313" y="211"/>
                  </a:cubicBezTo>
                  <a:cubicBezTo>
                    <a:pt x="2288" y="150"/>
                    <a:pt x="2278" y="125"/>
                    <a:pt x="2274" y="95"/>
                  </a:cubicBezTo>
                  <a:cubicBezTo>
                    <a:pt x="2262" y="50"/>
                    <a:pt x="2253" y="44"/>
                    <a:pt x="2259" y="38"/>
                  </a:cubicBezTo>
                  <a:cubicBezTo>
                    <a:pt x="2274" y="70"/>
                    <a:pt x="2276" y="86"/>
                    <a:pt x="2280" y="99"/>
                  </a:cubicBezTo>
                  <a:cubicBezTo>
                    <a:pt x="2305" y="148"/>
                    <a:pt x="2303" y="167"/>
                    <a:pt x="2313" y="176"/>
                  </a:cubicBezTo>
                  <a:cubicBezTo>
                    <a:pt x="2338" y="219"/>
                    <a:pt x="2340" y="227"/>
                    <a:pt x="2344" y="235"/>
                  </a:cubicBezTo>
                  <a:cubicBezTo>
                    <a:pt x="2359" y="266"/>
                    <a:pt x="2368" y="271"/>
                    <a:pt x="2370" y="283"/>
                  </a:cubicBezTo>
                  <a:cubicBezTo>
                    <a:pt x="2380" y="300"/>
                    <a:pt x="2380" y="307"/>
                    <a:pt x="2385" y="309"/>
                  </a:cubicBezTo>
                  <a:cubicBezTo>
                    <a:pt x="2400" y="342"/>
                    <a:pt x="2399" y="349"/>
                    <a:pt x="2405" y="350"/>
                  </a:cubicBezTo>
                  <a:cubicBezTo>
                    <a:pt x="2393" y="318"/>
                    <a:pt x="2393" y="308"/>
                    <a:pt x="2387" y="304"/>
                  </a:cubicBezTo>
                  <a:cubicBezTo>
                    <a:pt x="2374" y="271"/>
                    <a:pt x="2365" y="260"/>
                    <a:pt x="2361" y="246"/>
                  </a:cubicBezTo>
                  <a:cubicBezTo>
                    <a:pt x="2339" y="201"/>
                    <a:pt x="2331" y="200"/>
                    <a:pt x="2331" y="191"/>
                  </a:cubicBezTo>
                  <a:cubicBezTo>
                    <a:pt x="2314" y="161"/>
                    <a:pt x="2314" y="156"/>
                    <a:pt x="2311" y="154"/>
                  </a:cubicBezTo>
                  <a:cubicBezTo>
                    <a:pt x="2283" y="77"/>
                    <a:pt x="2279" y="62"/>
                    <a:pt x="2272" y="49"/>
                  </a:cubicBezTo>
                  <a:cubicBezTo>
                    <a:pt x="2263" y="8"/>
                    <a:pt x="2262" y="4"/>
                    <a:pt x="2261" y="0"/>
                  </a:cubicBezTo>
                  <a:cubicBezTo>
                    <a:pt x="2237" y="26"/>
                    <a:pt x="2228" y="31"/>
                    <a:pt x="2230" y="36"/>
                  </a:cubicBezTo>
                  <a:cubicBezTo>
                    <a:pt x="2215" y="56"/>
                    <a:pt x="2214" y="58"/>
                    <a:pt x="2213" y="60"/>
                  </a:cubicBezTo>
                  <a:cubicBezTo>
                    <a:pt x="2198" y="81"/>
                    <a:pt x="2200" y="87"/>
                    <a:pt x="2198" y="89"/>
                  </a:cubicBezTo>
                  <a:cubicBezTo>
                    <a:pt x="2171" y="128"/>
                    <a:pt x="2162" y="138"/>
                    <a:pt x="2154" y="150"/>
                  </a:cubicBezTo>
                  <a:cubicBezTo>
                    <a:pt x="2136" y="169"/>
                    <a:pt x="2134" y="170"/>
                    <a:pt x="2134" y="174"/>
                  </a:cubicBezTo>
                  <a:cubicBezTo>
                    <a:pt x="2115" y="188"/>
                    <a:pt x="2117" y="195"/>
                    <a:pt x="2110" y="193"/>
                  </a:cubicBezTo>
                  <a:cubicBezTo>
                    <a:pt x="2094" y="217"/>
                    <a:pt x="2084" y="217"/>
                    <a:pt x="2082" y="224"/>
                  </a:cubicBezTo>
                  <a:cubicBezTo>
                    <a:pt x="2041" y="255"/>
                    <a:pt x="2044" y="266"/>
                    <a:pt x="2036" y="265"/>
                  </a:cubicBezTo>
                  <a:cubicBezTo>
                    <a:pt x="2014" y="293"/>
                    <a:pt x="2007" y="294"/>
                    <a:pt x="2004" y="298"/>
                  </a:cubicBezTo>
                  <a:cubicBezTo>
                    <a:pt x="1966" y="340"/>
                    <a:pt x="1961" y="350"/>
                    <a:pt x="1953" y="357"/>
                  </a:cubicBezTo>
                  <a:cubicBezTo>
                    <a:pt x="1931" y="393"/>
                    <a:pt x="1929" y="394"/>
                    <a:pt x="1929" y="398"/>
                  </a:cubicBezTo>
                  <a:cubicBezTo>
                    <a:pt x="1915" y="411"/>
                    <a:pt x="1919" y="423"/>
                    <a:pt x="1914" y="427"/>
                  </a:cubicBezTo>
                  <a:cubicBezTo>
                    <a:pt x="1891" y="465"/>
                    <a:pt x="1885" y="467"/>
                    <a:pt x="1884" y="474"/>
                  </a:cubicBezTo>
                  <a:cubicBezTo>
                    <a:pt x="1863" y="515"/>
                    <a:pt x="1863" y="524"/>
                    <a:pt x="1862" y="531"/>
                  </a:cubicBezTo>
                  <a:close/>
                  <a:moveTo>
                    <a:pt x="2182" y="235"/>
                  </a:moveTo>
                  <a:cubicBezTo>
                    <a:pt x="2179" y="238"/>
                    <a:pt x="2176" y="243"/>
                    <a:pt x="2174" y="248"/>
                  </a:cubicBezTo>
                  <a:cubicBezTo>
                    <a:pt x="2167" y="244"/>
                    <a:pt x="2178" y="240"/>
                    <a:pt x="2178" y="235"/>
                  </a:cubicBezTo>
                  <a:cubicBezTo>
                    <a:pt x="2182" y="231"/>
                    <a:pt x="2183" y="225"/>
                    <a:pt x="2187" y="222"/>
                  </a:cubicBezTo>
                  <a:cubicBezTo>
                    <a:pt x="2193" y="225"/>
                    <a:pt x="2182" y="230"/>
                    <a:pt x="2182" y="235"/>
                  </a:cubicBezTo>
                  <a:close/>
                  <a:moveTo>
                    <a:pt x="2187" y="357"/>
                  </a:moveTo>
                  <a:cubicBezTo>
                    <a:pt x="2185" y="361"/>
                    <a:pt x="2184" y="355"/>
                    <a:pt x="2185" y="352"/>
                  </a:cubicBezTo>
                  <a:cubicBezTo>
                    <a:pt x="2186" y="348"/>
                    <a:pt x="2187" y="354"/>
                    <a:pt x="2187" y="357"/>
                  </a:cubicBezTo>
                  <a:close/>
                  <a:moveTo>
                    <a:pt x="2219" y="145"/>
                  </a:moveTo>
                  <a:cubicBezTo>
                    <a:pt x="2214" y="140"/>
                    <a:pt x="2220" y="127"/>
                    <a:pt x="2222" y="121"/>
                  </a:cubicBezTo>
                  <a:cubicBezTo>
                    <a:pt x="2226" y="126"/>
                    <a:pt x="2217" y="135"/>
                    <a:pt x="2219" y="145"/>
                  </a:cubicBezTo>
                  <a:close/>
                  <a:moveTo>
                    <a:pt x="2224" y="178"/>
                  </a:moveTo>
                  <a:cubicBezTo>
                    <a:pt x="2215" y="176"/>
                    <a:pt x="2223" y="170"/>
                    <a:pt x="2222" y="163"/>
                  </a:cubicBezTo>
                  <a:cubicBezTo>
                    <a:pt x="2226" y="164"/>
                    <a:pt x="2222" y="173"/>
                    <a:pt x="2224" y="178"/>
                  </a:cubicBezTo>
                  <a:close/>
                  <a:moveTo>
                    <a:pt x="2224" y="108"/>
                  </a:moveTo>
                  <a:cubicBezTo>
                    <a:pt x="2214" y="104"/>
                    <a:pt x="2228" y="98"/>
                    <a:pt x="2226" y="89"/>
                  </a:cubicBezTo>
                  <a:cubicBezTo>
                    <a:pt x="2234" y="95"/>
                    <a:pt x="2220" y="99"/>
                    <a:pt x="2224" y="108"/>
                  </a:cubicBezTo>
                  <a:close/>
                  <a:moveTo>
                    <a:pt x="1936" y="394"/>
                  </a:moveTo>
                  <a:cubicBezTo>
                    <a:pt x="1942" y="395"/>
                    <a:pt x="1938" y="386"/>
                    <a:pt x="1942" y="385"/>
                  </a:cubicBezTo>
                  <a:cubicBezTo>
                    <a:pt x="1960" y="361"/>
                    <a:pt x="1960" y="359"/>
                    <a:pt x="1962" y="359"/>
                  </a:cubicBezTo>
                  <a:cubicBezTo>
                    <a:pt x="1986" y="332"/>
                    <a:pt x="1983" y="324"/>
                    <a:pt x="1990" y="326"/>
                  </a:cubicBezTo>
                  <a:cubicBezTo>
                    <a:pt x="2018" y="297"/>
                    <a:pt x="2025" y="294"/>
                    <a:pt x="2028" y="287"/>
                  </a:cubicBezTo>
                  <a:cubicBezTo>
                    <a:pt x="2057" y="259"/>
                    <a:pt x="2065" y="253"/>
                    <a:pt x="2069" y="243"/>
                  </a:cubicBezTo>
                  <a:cubicBezTo>
                    <a:pt x="2089" y="229"/>
                    <a:pt x="2091" y="223"/>
                    <a:pt x="2095" y="219"/>
                  </a:cubicBezTo>
                  <a:cubicBezTo>
                    <a:pt x="2122" y="195"/>
                    <a:pt x="2125" y="194"/>
                    <a:pt x="2128" y="191"/>
                  </a:cubicBezTo>
                  <a:cubicBezTo>
                    <a:pt x="2158" y="150"/>
                    <a:pt x="2172" y="150"/>
                    <a:pt x="2171" y="137"/>
                  </a:cubicBezTo>
                  <a:cubicBezTo>
                    <a:pt x="2214" y="85"/>
                    <a:pt x="2219" y="63"/>
                    <a:pt x="2232" y="49"/>
                  </a:cubicBezTo>
                  <a:cubicBezTo>
                    <a:pt x="2223" y="76"/>
                    <a:pt x="2223" y="85"/>
                    <a:pt x="2217" y="86"/>
                  </a:cubicBezTo>
                  <a:cubicBezTo>
                    <a:pt x="2188" y="142"/>
                    <a:pt x="2188" y="148"/>
                    <a:pt x="2185" y="150"/>
                  </a:cubicBezTo>
                  <a:cubicBezTo>
                    <a:pt x="2156" y="180"/>
                    <a:pt x="2157" y="192"/>
                    <a:pt x="2150" y="195"/>
                  </a:cubicBezTo>
                  <a:cubicBezTo>
                    <a:pt x="2129" y="217"/>
                    <a:pt x="2128" y="226"/>
                    <a:pt x="2119" y="228"/>
                  </a:cubicBezTo>
                  <a:cubicBezTo>
                    <a:pt x="2083" y="268"/>
                    <a:pt x="2080" y="275"/>
                    <a:pt x="2073" y="278"/>
                  </a:cubicBezTo>
                  <a:cubicBezTo>
                    <a:pt x="2055" y="295"/>
                    <a:pt x="2054" y="297"/>
                    <a:pt x="2052" y="298"/>
                  </a:cubicBezTo>
                  <a:cubicBezTo>
                    <a:pt x="2027" y="319"/>
                    <a:pt x="2016" y="328"/>
                    <a:pt x="2004" y="337"/>
                  </a:cubicBezTo>
                  <a:cubicBezTo>
                    <a:pt x="1958" y="377"/>
                    <a:pt x="1956" y="381"/>
                    <a:pt x="1953" y="383"/>
                  </a:cubicBezTo>
                  <a:cubicBezTo>
                    <a:pt x="1937" y="401"/>
                    <a:pt x="1934" y="402"/>
                    <a:pt x="1934" y="405"/>
                  </a:cubicBezTo>
                  <a:close/>
                  <a:moveTo>
                    <a:pt x="26" y="1668"/>
                  </a:moveTo>
                  <a:cubicBezTo>
                    <a:pt x="28" y="1662"/>
                    <a:pt x="33" y="1659"/>
                    <a:pt x="33" y="1652"/>
                  </a:cubicBezTo>
                  <a:cubicBezTo>
                    <a:pt x="46" y="1613"/>
                    <a:pt x="53" y="1613"/>
                    <a:pt x="52" y="1605"/>
                  </a:cubicBezTo>
                  <a:cubicBezTo>
                    <a:pt x="74" y="1552"/>
                    <a:pt x="74" y="1545"/>
                    <a:pt x="76" y="1540"/>
                  </a:cubicBezTo>
                  <a:cubicBezTo>
                    <a:pt x="83" y="1465"/>
                    <a:pt x="85" y="1463"/>
                    <a:pt x="85" y="1447"/>
                  </a:cubicBezTo>
                  <a:cubicBezTo>
                    <a:pt x="81" y="1401"/>
                    <a:pt x="79" y="1389"/>
                    <a:pt x="78" y="1378"/>
                  </a:cubicBezTo>
                  <a:cubicBezTo>
                    <a:pt x="68" y="1370"/>
                    <a:pt x="74" y="1384"/>
                    <a:pt x="77" y="1402"/>
                  </a:cubicBezTo>
                  <a:cubicBezTo>
                    <a:pt x="81" y="1490"/>
                    <a:pt x="72" y="1495"/>
                    <a:pt x="76" y="1505"/>
                  </a:cubicBezTo>
                  <a:cubicBezTo>
                    <a:pt x="71" y="1530"/>
                    <a:pt x="71" y="1533"/>
                    <a:pt x="69" y="1536"/>
                  </a:cubicBezTo>
                  <a:cubicBezTo>
                    <a:pt x="53" y="1576"/>
                    <a:pt x="50" y="1591"/>
                    <a:pt x="45" y="1603"/>
                  </a:cubicBezTo>
                  <a:cubicBezTo>
                    <a:pt x="26" y="1644"/>
                    <a:pt x="25" y="1651"/>
                    <a:pt x="23" y="1657"/>
                  </a:cubicBezTo>
                  <a:cubicBezTo>
                    <a:pt x="6" y="1698"/>
                    <a:pt x="5" y="1701"/>
                    <a:pt x="2" y="1702"/>
                  </a:cubicBezTo>
                  <a:cubicBezTo>
                    <a:pt x="6" y="1719"/>
                    <a:pt x="13" y="1701"/>
                    <a:pt x="20" y="1684"/>
                  </a:cubicBezTo>
                  <a:close/>
                  <a:moveTo>
                    <a:pt x="23" y="1719"/>
                  </a:moveTo>
                  <a:cubicBezTo>
                    <a:pt x="24" y="1711"/>
                    <a:pt x="28" y="1707"/>
                    <a:pt x="28" y="1698"/>
                  </a:cubicBezTo>
                  <a:cubicBezTo>
                    <a:pt x="45" y="1672"/>
                    <a:pt x="49" y="1664"/>
                    <a:pt x="51" y="1655"/>
                  </a:cubicBezTo>
                  <a:cubicBezTo>
                    <a:pt x="75" y="1621"/>
                    <a:pt x="74" y="1616"/>
                    <a:pt x="74" y="1610"/>
                  </a:cubicBezTo>
                  <a:cubicBezTo>
                    <a:pt x="99" y="1561"/>
                    <a:pt x="96" y="1552"/>
                    <a:pt x="101" y="1551"/>
                  </a:cubicBezTo>
                  <a:cubicBezTo>
                    <a:pt x="113" y="1524"/>
                    <a:pt x="109" y="1515"/>
                    <a:pt x="113" y="1513"/>
                  </a:cubicBezTo>
                  <a:cubicBezTo>
                    <a:pt x="114" y="1449"/>
                    <a:pt x="109" y="1450"/>
                    <a:pt x="111" y="1443"/>
                  </a:cubicBezTo>
                  <a:cubicBezTo>
                    <a:pt x="103" y="1515"/>
                    <a:pt x="103" y="1522"/>
                    <a:pt x="99" y="1525"/>
                  </a:cubicBezTo>
                  <a:cubicBezTo>
                    <a:pt x="88" y="1563"/>
                    <a:pt x="85" y="1567"/>
                    <a:pt x="82" y="1572"/>
                  </a:cubicBezTo>
                  <a:cubicBezTo>
                    <a:pt x="73" y="1591"/>
                    <a:pt x="77" y="1601"/>
                    <a:pt x="69" y="1602"/>
                  </a:cubicBezTo>
                  <a:cubicBezTo>
                    <a:pt x="37" y="1672"/>
                    <a:pt x="28" y="1678"/>
                    <a:pt x="25" y="1690"/>
                  </a:cubicBezTo>
                  <a:cubicBezTo>
                    <a:pt x="1" y="1736"/>
                    <a:pt x="2" y="1742"/>
                    <a:pt x="0" y="1745"/>
                  </a:cubicBezTo>
                  <a:cubicBezTo>
                    <a:pt x="16" y="1729"/>
                    <a:pt x="21" y="1725"/>
                    <a:pt x="23" y="1719"/>
                  </a:cubicBezTo>
                  <a:close/>
                  <a:moveTo>
                    <a:pt x="19" y="1542"/>
                  </a:moveTo>
                  <a:cubicBezTo>
                    <a:pt x="17" y="1531"/>
                    <a:pt x="26" y="1530"/>
                    <a:pt x="24" y="1520"/>
                  </a:cubicBezTo>
                  <a:cubicBezTo>
                    <a:pt x="30" y="1515"/>
                    <a:pt x="27" y="1504"/>
                    <a:pt x="31" y="1499"/>
                  </a:cubicBezTo>
                  <a:cubicBezTo>
                    <a:pt x="34" y="1484"/>
                    <a:pt x="42" y="1473"/>
                    <a:pt x="44" y="1457"/>
                  </a:cubicBezTo>
                  <a:cubicBezTo>
                    <a:pt x="50" y="1453"/>
                    <a:pt x="46" y="1441"/>
                    <a:pt x="51" y="1437"/>
                  </a:cubicBezTo>
                  <a:cubicBezTo>
                    <a:pt x="50" y="1426"/>
                    <a:pt x="53" y="1419"/>
                    <a:pt x="54" y="1410"/>
                  </a:cubicBezTo>
                  <a:cubicBezTo>
                    <a:pt x="53" y="1396"/>
                    <a:pt x="52" y="1381"/>
                    <a:pt x="51" y="1367"/>
                  </a:cubicBezTo>
                  <a:cubicBezTo>
                    <a:pt x="47" y="1366"/>
                    <a:pt x="50" y="1357"/>
                    <a:pt x="45" y="1356"/>
                  </a:cubicBezTo>
                  <a:cubicBezTo>
                    <a:pt x="49" y="1377"/>
                    <a:pt x="45" y="1393"/>
                    <a:pt x="47" y="1413"/>
                  </a:cubicBezTo>
                  <a:cubicBezTo>
                    <a:pt x="46" y="1426"/>
                    <a:pt x="40" y="1435"/>
                    <a:pt x="41" y="1451"/>
                  </a:cubicBezTo>
                  <a:cubicBezTo>
                    <a:pt x="36" y="1454"/>
                    <a:pt x="38" y="1463"/>
                    <a:pt x="33" y="1466"/>
                  </a:cubicBezTo>
                  <a:cubicBezTo>
                    <a:pt x="36" y="1477"/>
                    <a:pt x="26" y="1477"/>
                    <a:pt x="28" y="1486"/>
                  </a:cubicBezTo>
                  <a:cubicBezTo>
                    <a:pt x="24" y="1490"/>
                    <a:pt x="26" y="1499"/>
                    <a:pt x="21" y="1502"/>
                  </a:cubicBezTo>
                  <a:cubicBezTo>
                    <a:pt x="21" y="1511"/>
                    <a:pt x="18" y="1516"/>
                    <a:pt x="16" y="1522"/>
                  </a:cubicBezTo>
                  <a:cubicBezTo>
                    <a:pt x="10" y="1533"/>
                    <a:pt x="9" y="1548"/>
                    <a:pt x="3" y="1558"/>
                  </a:cubicBezTo>
                  <a:cubicBezTo>
                    <a:pt x="2" y="1561"/>
                    <a:pt x="1" y="1564"/>
                    <a:pt x="0" y="1566"/>
                  </a:cubicBezTo>
                  <a:cubicBezTo>
                    <a:pt x="0" y="1587"/>
                    <a:pt x="0" y="1587"/>
                    <a:pt x="0" y="1587"/>
                  </a:cubicBezTo>
                  <a:cubicBezTo>
                    <a:pt x="1" y="1585"/>
                    <a:pt x="1" y="1582"/>
                    <a:pt x="2" y="1580"/>
                  </a:cubicBezTo>
                  <a:cubicBezTo>
                    <a:pt x="10" y="1569"/>
                    <a:pt x="11" y="1552"/>
                    <a:pt x="19" y="1542"/>
                  </a:cubicBezTo>
                  <a:close/>
                  <a:moveTo>
                    <a:pt x="14" y="1619"/>
                  </a:moveTo>
                  <a:cubicBezTo>
                    <a:pt x="16" y="1615"/>
                    <a:pt x="18" y="1610"/>
                    <a:pt x="19" y="1605"/>
                  </a:cubicBezTo>
                  <a:cubicBezTo>
                    <a:pt x="18" y="1597"/>
                    <a:pt x="25" y="1597"/>
                    <a:pt x="25" y="1589"/>
                  </a:cubicBezTo>
                  <a:cubicBezTo>
                    <a:pt x="30" y="1580"/>
                    <a:pt x="34" y="1571"/>
                    <a:pt x="40" y="1562"/>
                  </a:cubicBezTo>
                  <a:cubicBezTo>
                    <a:pt x="41" y="1544"/>
                    <a:pt x="46" y="1529"/>
                    <a:pt x="52" y="1515"/>
                  </a:cubicBezTo>
                  <a:cubicBezTo>
                    <a:pt x="55" y="1508"/>
                    <a:pt x="56" y="1499"/>
                    <a:pt x="59" y="1493"/>
                  </a:cubicBezTo>
                  <a:cubicBezTo>
                    <a:pt x="54" y="1493"/>
                    <a:pt x="61" y="1487"/>
                    <a:pt x="61" y="1484"/>
                  </a:cubicBezTo>
                  <a:cubicBezTo>
                    <a:pt x="62" y="1480"/>
                    <a:pt x="61" y="1475"/>
                    <a:pt x="65" y="1473"/>
                  </a:cubicBezTo>
                  <a:cubicBezTo>
                    <a:pt x="65" y="1470"/>
                    <a:pt x="61" y="1462"/>
                    <a:pt x="66" y="1462"/>
                  </a:cubicBezTo>
                  <a:cubicBezTo>
                    <a:pt x="67" y="1459"/>
                    <a:pt x="63" y="1451"/>
                    <a:pt x="67" y="1451"/>
                  </a:cubicBezTo>
                  <a:cubicBezTo>
                    <a:pt x="68" y="1448"/>
                    <a:pt x="64" y="1440"/>
                    <a:pt x="69" y="1440"/>
                  </a:cubicBezTo>
                  <a:cubicBezTo>
                    <a:pt x="70" y="1436"/>
                    <a:pt x="65" y="1427"/>
                    <a:pt x="70" y="1427"/>
                  </a:cubicBezTo>
                  <a:cubicBezTo>
                    <a:pt x="68" y="1417"/>
                    <a:pt x="73" y="1413"/>
                    <a:pt x="71" y="1403"/>
                  </a:cubicBezTo>
                  <a:cubicBezTo>
                    <a:pt x="71" y="1394"/>
                    <a:pt x="73" y="1386"/>
                    <a:pt x="67" y="1381"/>
                  </a:cubicBezTo>
                  <a:cubicBezTo>
                    <a:pt x="67" y="1416"/>
                    <a:pt x="63" y="1447"/>
                    <a:pt x="56" y="1476"/>
                  </a:cubicBezTo>
                  <a:cubicBezTo>
                    <a:pt x="53" y="1491"/>
                    <a:pt x="50" y="1506"/>
                    <a:pt x="44" y="1518"/>
                  </a:cubicBezTo>
                  <a:cubicBezTo>
                    <a:pt x="40" y="1532"/>
                    <a:pt x="32" y="1543"/>
                    <a:pt x="31" y="1561"/>
                  </a:cubicBezTo>
                  <a:cubicBezTo>
                    <a:pt x="27" y="1563"/>
                    <a:pt x="27" y="1569"/>
                    <a:pt x="23" y="1572"/>
                  </a:cubicBezTo>
                  <a:cubicBezTo>
                    <a:pt x="23" y="1575"/>
                    <a:pt x="24" y="1580"/>
                    <a:pt x="20" y="1579"/>
                  </a:cubicBezTo>
                  <a:cubicBezTo>
                    <a:pt x="20" y="1582"/>
                    <a:pt x="20" y="1586"/>
                    <a:pt x="16" y="1586"/>
                  </a:cubicBezTo>
                  <a:cubicBezTo>
                    <a:pt x="16" y="1596"/>
                    <a:pt x="10" y="1601"/>
                    <a:pt x="9" y="1610"/>
                  </a:cubicBezTo>
                  <a:cubicBezTo>
                    <a:pt x="4" y="1615"/>
                    <a:pt x="3" y="1623"/>
                    <a:pt x="0" y="1629"/>
                  </a:cubicBezTo>
                  <a:cubicBezTo>
                    <a:pt x="0" y="1650"/>
                    <a:pt x="0" y="1650"/>
                    <a:pt x="0" y="1650"/>
                  </a:cubicBezTo>
                  <a:cubicBezTo>
                    <a:pt x="0" y="1649"/>
                    <a:pt x="0" y="1649"/>
                    <a:pt x="0" y="1648"/>
                  </a:cubicBezTo>
                  <a:cubicBezTo>
                    <a:pt x="6" y="1639"/>
                    <a:pt x="9" y="1628"/>
                    <a:pt x="14" y="1619"/>
                  </a:cubicBezTo>
                  <a:close/>
                  <a:moveTo>
                    <a:pt x="17" y="1487"/>
                  </a:moveTo>
                  <a:cubicBezTo>
                    <a:pt x="19" y="1482"/>
                    <a:pt x="20" y="1476"/>
                    <a:pt x="21" y="1469"/>
                  </a:cubicBezTo>
                  <a:cubicBezTo>
                    <a:pt x="21" y="1465"/>
                    <a:pt x="28" y="1455"/>
                    <a:pt x="22" y="1452"/>
                  </a:cubicBezTo>
                  <a:cubicBezTo>
                    <a:pt x="15" y="1460"/>
                    <a:pt x="20" y="1478"/>
                    <a:pt x="11" y="1483"/>
                  </a:cubicBezTo>
                  <a:cubicBezTo>
                    <a:pt x="11" y="1498"/>
                    <a:pt x="2" y="1503"/>
                    <a:pt x="2" y="1517"/>
                  </a:cubicBezTo>
                  <a:cubicBezTo>
                    <a:pt x="1" y="1517"/>
                    <a:pt x="1" y="1518"/>
                    <a:pt x="0" y="1519"/>
                  </a:cubicBezTo>
                  <a:cubicBezTo>
                    <a:pt x="0" y="1534"/>
                    <a:pt x="0" y="1534"/>
                    <a:pt x="0" y="1534"/>
                  </a:cubicBezTo>
                  <a:cubicBezTo>
                    <a:pt x="2" y="1529"/>
                    <a:pt x="5" y="1524"/>
                    <a:pt x="7" y="1519"/>
                  </a:cubicBezTo>
                  <a:cubicBezTo>
                    <a:pt x="10" y="1508"/>
                    <a:pt x="14" y="1498"/>
                    <a:pt x="17" y="1487"/>
                  </a:cubicBezTo>
                  <a:close/>
                  <a:moveTo>
                    <a:pt x="2304" y="36"/>
                  </a:moveTo>
                  <a:cubicBezTo>
                    <a:pt x="2311" y="38"/>
                    <a:pt x="2309" y="48"/>
                    <a:pt x="2313" y="51"/>
                  </a:cubicBezTo>
                  <a:cubicBezTo>
                    <a:pt x="2337" y="115"/>
                    <a:pt x="2345" y="114"/>
                    <a:pt x="2344" y="123"/>
                  </a:cubicBezTo>
                  <a:cubicBezTo>
                    <a:pt x="2355" y="147"/>
                    <a:pt x="2359" y="152"/>
                    <a:pt x="2361" y="158"/>
                  </a:cubicBezTo>
                  <a:cubicBezTo>
                    <a:pt x="2371" y="182"/>
                    <a:pt x="2374" y="187"/>
                    <a:pt x="2376" y="193"/>
                  </a:cubicBezTo>
                  <a:cubicBezTo>
                    <a:pt x="2400" y="231"/>
                    <a:pt x="2405" y="235"/>
                    <a:pt x="2407" y="241"/>
                  </a:cubicBezTo>
                  <a:cubicBezTo>
                    <a:pt x="2451" y="290"/>
                    <a:pt x="2442" y="289"/>
                    <a:pt x="2442" y="280"/>
                  </a:cubicBezTo>
                  <a:cubicBezTo>
                    <a:pt x="2419" y="242"/>
                    <a:pt x="2413" y="243"/>
                    <a:pt x="2413" y="239"/>
                  </a:cubicBezTo>
                  <a:cubicBezTo>
                    <a:pt x="2398" y="221"/>
                    <a:pt x="2400" y="213"/>
                    <a:pt x="2396" y="213"/>
                  </a:cubicBezTo>
                  <a:cubicBezTo>
                    <a:pt x="2383" y="192"/>
                    <a:pt x="2383" y="183"/>
                    <a:pt x="2379" y="178"/>
                  </a:cubicBezTo>
                  <a:cubicBezTo>
                    <a:pt x="2367" y="146"/>
                    <a:pt x="2361" y="139"/>
                    <a:pt x="2357" y="130"/>
                  </a:cubicBezTo>
                  <a:cubicBezTo>
                    <a:pt x="2336" y="82"/>
                    <a:pt x="2326" y="64"/>
                    <a:pt x="2320" y="43"/>
                  </a:cubicBezTo>
                  <a:cubicBezTo>
                    <a:pt x="2308" y="8"/>
                    <a:pt x="2307" y="4"/>
                    <a:pt x="2305" y="0"/>
                  </a:cubicBezTo>
                  <a:cubicBezTo>
                    <a:pt x="2301" y="22"/>
                    <a:pt x="2306" y="26"/>
                    <a:pt x="2304" y="36"/>
                  </a:cubicBezTo>
                  <a:close/>
                  <a:moveTo>
                    <a:pt x="2324" y="4"/>
                  </a:moveTo>
                  <a:cubicBezTo>
                    <a:pt x="2324" y="9"/>
                    <a:pt x="2325" y="13"/>
                    <a:pt x="2328" y="14"/>
                  </a:cubicBezTo>
                  <a:cubicBezTo>
                    <a:pt x="2353" y="57"/>
                    <a:pt x="2352" y="67"/>
                    <a:pt x="2359" y="71"/>
                  </a:cubicBezTo>
                  <a:cubicBezTo>
                    <a:pt x="2382" y="114"/>
                    <a:pt x="2383" y="123"/>
                    <a:pt x="2387" y="128"/>
                  </a:cubicBezTo>
                  <a:cubicBezTo>
                    <a:pt x="2401" y="152"/>
                    <a:pt x="2404" y="159"/>
                    <a:pt x="2409" y="163"/>
                  </a:cubicBezTo>
                  <a:cubicBezTo>
                    <a:pt x="2431" y="203"/>
                    <a:pt x="2429" y="210"/>
                    <a:pt x="2433" y="211"/>
                  </a:cubicBezTo>
                  <a:cubicBezTo>
                    <a:pt x="2430" y="204"/>
                    <a:pt x="2431" y="199"/>
                    <a:pt x="2431" y="193"/>
                  </a:cubicBezTo>
                  <a:cubicBezTo>
                    <a:pt x="2398" y="141"/>
                    <a:pt x="2401" y="132"/>
                    <a:pt x="2396" y="130"/>
                  </a:cubicBezTo>
                  <a:cubicBezTo>
                    <a:pt x="2374" y="92"/>
                    <a:pt x="2375" y="90"/>
                    <a:pt x="2374" y="89"/>
                  </a:cubicBezTo>
                  <a:cubicBezTo>
                    <a:pt x="2366" y="61"/>
                    <a:pt x="2358" y="63"/>
                    <a:pt x="2359" y="56"/>
                  </a:cubicBezTo>
                  <a:cubicBezTo>
                    <a:pt x="2336" y="15"/>
                    <a:pt x="2343" y="13"/>
                    <a:pt x="2335" y="12"/>
                  </a:cubicBezTo>
                  <a:cubicBezTo>
                    <a:pt x="2320" y="2"/>
                    <a:pt x="2322" y="3"/>
                    <a:pt x="2324" y="4"/>
                  </a:cubicBezTo>
                  <a:close/>
                  <a:moveTo>
                    <a:pt x="2200" y="34"/>
                  </a:moveTo>
                  <a:cubicBezTo>
                    <a:pt x="2193" y="40"/>
                    <a:pt x="2190" y="50"/>
                    <a:pt x="2182" y="56"/>
                  </a:cubicBezTo>
                  <a:cubicBezTo>
                    <a:pt x="2156" y="99"/>
                    <a:pt x="2151" y="112"/>
                    <a:pt x="2141" y="119"/>
                  </a:cubicBezTo>
                  <a:cubicBezTo>
                    <a:pt x="2108" y="156"/>
                    <a:pt x="2111" y="163"/>
                    <a:pt x="2106" y="163"/>
                  </a:cubicBezTo>
                  <a:cubicBezTo>
                    <a:pt x="2092" y="179"/>
                    <a:pt x="2087" y="183"/>
                    <a:pt x="2084" y="189"/>
                  </a:cubicBezTo>
                  <a:cubicBezTo>
                    <a:pt x="2065" y="199"/>
                    <a:pt x="2069" y="208"/>
                    <a:pt x="2062" y="206"/>
                  </a:cubicBezTo>
                  <a:cubicBezTo>
                    <a:pt x="2039" y="224"/>
                    <a:pt x="2044" y="234"/>
                    <a:pt x="2036" y="232"/>
                  </a:cubicBezTo>
                  <a:cubicBezTo>
                    <a:pt x="2012" y="258"/>
                    <a:pt x="2011" y="260"/>
                    <a:pt x="2010" y="261"/>
                  </a:cubicBezTo>
                  <a:cubicBezTo>
                    <a:pt x="1993" y="277"/>
                    <a:pt x="1990" y="284"/>
                    <a:pt x="1986" y="289"/>
                  </a:cubicBezTo>
                  <a:cubicBezTo>
                    <a:pt x="1978" y="303"/>
                    <a:pt x="1981" y="303"/>
                    <a:pt x="1982" y="300"/>
                  </a:cubicBezTo>
                  <a:cubicBezTo>
                    <a:pt x="2017" y="265"/>
                    <a:pt x="2019" y="260"/>
                    <a:pt x="2023" y="256"/>
                  </a:cubicBezTo>
                  <a:cubicBezTo>
                    <a:pt x="2038" y="239"/>
                    <a:pt x="2043" y="237"/>
                    <a:pt x="2047" y="232"/>
                  </a:cubicBezTo>
                  <a:cubicBezTo>
                    <a:pt x="2068" y="214"/>
                    <a:pt x="2075" y="206"/>
                    <a:pt x="2084" y="200"/>
                  </a:cubicBezTo>
                  <a:cubicBezTo>
                    <a:pt x="2132" y="144"/>
                    <a:pt x="2138" y="136"/>
                    <a:pt x="2145" y="130"/>
                  </a:cubicBezTo>
                  <a:cubicBezTo>
                    <a:pt x="2188" y="76"/>
                    <a:pt x="2191" y="65"/>
                    <a:pt x="2195" y="56"/>
                  </a:cubicBezTo>
                  <a:cubicBezTo>
                    <a:pt x="2208" y="35"/>
                    <a:pt x="2209" y="32"/>
                    <a:pt x="2211" y="30"/>
                  </a:cubicBezTo>
                  <a:cubicBezTo>
                    <a:pt x="2226" y="2"/>
                    <a:pt x="2226" y="1"/>
                    <a:pt x="2227" y="0"/>
                  </a:cubicBezTo>
                  <a:cubicBezTo>
                    <a:pt x="2213" y="12"/>
                    <a:pt x="2207" y="13"/>
                    <a:pt x="2206" y="19"/>
                  </a:cubicBezTo>
                  <a:close/>
                  <a:moveTo>
                    <a:pt x="2278" y="25"/>
                  </a:moveTo>
                  <a:cubicBezTo>
                    <a:pt x="2279" y="28"/>
                    <a:pt x="2281" y="30"/>
                    <a:pt x="2280" y="34"/>
                  </a:cubicBezTo>
                  <a:cubicBezTo>
                    <a:pt x="2292" y="65"/>
                    <a:pt x="2296" y="73"/>
                    <a:pt x="2300" y="80"/>
                  </a:cubicBezTo>
                  <a:cubicBezTo>
                    <a:pt x="2322" y="129"/>
                    <a:pt x="2322" y="135"/>
                    <a:pt x="2324" y="141"/>
                  </a:cubicBezTo>
                  <a:cubicBezTo>
                    <a:pt x="2347" y="174"/>
                    <a:pt x="2346" y="177"/>
                    <a:pt x="2348" y="178"/>
                  </a:cubicBezTo>
                  <a:cubicBezTo>
                    <a:pt x="2371" y="216"/>
                    <a:pt x="2373" y="226"/>
                    <a:pt x="2381" y="230"/>
                  </a:cubicBezTo>
                  <a:cubicBezTo>
                    <a:pt x="2404" y="266"/>
                    <a:pt x="2403" y="273"/>
                    <a:pt x="2407" y="276"/>
                  </a:cubicBezTo>
                  <a:cubicBezTo>
                    <a:pt x="2434" y="313"/>
                    <a:pt x="2428" y="310"/>
                    <a:pt x="2427" y="302"/>
                  </a:cubicBezTo>
                  <a:cubicBezTo>
                    <a:pt x="2404" y="258"/>
                    <a:pt x="2402" y="250"/>
                    <a:pt x="2396" y="246"/>
                  </a:cubicBezTo>
                  <a:cubicBezTo>
                    <a:pt x="2372" y="203"/>
                    <a:pt x="2367" y="199"/>
                    <a:pt x="2365" y="191"/>
                  </a:cubicBezTo>
                  <a:cubicBezTo>
                    <a:pt x="2358" y="178"/>
                    <a:pt x="2353" y="178"/>
                    <a:pt x="2352" y="174"/>
                  </a:cubicBezTo>
                  <a:cubicBezTo>
                    <a:pt x="2324" y="125"/>
                    <a:pt x="2323" y="107"/>
                    <a:pt x="2315" y="95"/>
                  </a:cubicBezTo>
                  <a:cubicBezTo>
                    <a:pt x="2292" y="40"/>
                    <a:pt x="2291" y="22"/>
                    <a:pt x="2283" y="10"/>
                  </a:cubicBezTo>
                  <a:cubicBezTo>
                    <a:pt x="2272" y="3"/>
                    <a:pt x="2272" y="6"/>
                    <a:pt x="2274" y="8"/>
                  </a:cubicBezTo>
                  <a:close/>
                  <a:moveTo>
                    <a:pt x="2446" y="10"/>
                  </a:moveTo>
                  <a:cubicBezTo>
                    <a:pt x="2446" y="20"/>
                    <a:pt x="2450" y="25"/>
                    <a:pt x="2453" y="32"/>
                  </a:cubicBezTo>
                  <a:cubicBezTo>
                    <a:pt x="2451" y="39"/>
                    <a:pt x="2456" y="38"/>
                    <a:pt x="2455" y="45"/>
                  </a:cubicBezTo>
                  <a:cubicBezTo>
                    <a:pt x="2455" y="51"/>
                    <a:pt x="2456" y="55"/>
                    <a:pt x="2459" y="58"/>
                  </a:cubicBezTo>
                  <a:cubicBezTo>
                    <a:pt x="2460" y="42"/>
                    <a:pt x="2454" y="34"/>
                    <a:pt x="2453" y="21"/>
                  </a:cubicBezTo>
                  <a:cubicBezTo>
                    <a:pt x="2452" y="15"/>
                    <a:pt x="2449" y="10"/>
                    <a:pt x="2448" y="4"/>
                  </a:cubicBezTo>
                  <a:cubicBezTo>
                    <a:pt x="2449" y="2"/>
                    <a:pt x="2448" y="1"/>
                    <a:pt x="2448" y="0"/>
                  </a:cubicBezTo>
                  <a:cubicBezTo>
                    <a:pt x="2443" y="0"/>
                    <a:pt x="2443" y="0"/>
                    <a:pt x="2443" y="0"/>
                  </a:cubicBezTo>
                  <a:cubicBezTo>
                    <a:pt x="2445" y="2"/>
                    <a:pt x="2442" y="10"/>
                    <a:pt x="2446" y="10"/>
                  </a:cubicBezTo>
                  <a:close/>
                  <a:moveTo>
                    <a:pt x="2387" y="45"/>
                  </a:moveTo>
                  <a:cubicBezTo>
                    <a:pt x="2387" y="52"/>
                    <a:pt x="2389" y="56"/>
                    <a:pt x="2394" y="58"/>
                  </a:cubicBezTo>
                  <a:cubicBezTo>
                    <a:pt x="2392" y="67"/>
                    <a:pt x="2398" y="68"/>
                    <a:pt x="2398" y="75"/>
                  </a:cubicBezTo>
                  <a:cubicBezTo>
                    <a:pt x="2403" y="77"/>
                    <a:pt x="2400" y="87"/>
                    <a:pt x="2405" y="89"/>
                  </a:cubicBezTo>
                  <a:cubicBezTo>
                    <a:pt x="2406" y="94"/>
                    <a:pt x="2407" y="100"/>
                    <a:pt x="2409" y="104"/>
                  </a:cubicBezTo>
                  <a:cubicBezTo>
                    <a:pt x="2412" y="114"/>
                    <a:pt x="2416" y="123"/>
                    <a:pt x="2418" y="134"/>
                  </a:cubicBezTo>
                  <a:cubicBezTo>
                    <a:pt x="2421" y="138"/>
                    <a:pt x="2421" y="144"/>
                    <a:pt x="2422" y="150"/>
                  </a:cubicBezTo>
                  <a:cubicBezTo>
                    <a:pt x="2424" y="154"/>
                    <a:pt x="2427" y="158"/>
                    <a:pt x="2427" y="165"/>
                  </a:cubicBezTo>
                  <a:cubicBezTo>
                    <a:pt x="2429" y="169"/>
                    <a:pt x="2429" y="175"/>
                    <a:pt x="2431" y="180"/>
                  </a:cubicBezTo>
                  <a:cubicBezTo>
                    <a:pt x="2435" y="184"/>
                    <a:pt x="2430" y="196"/>
                    <a:pt x="2437" y="195"/>
                  </a:cubicBezTo>
                  <a:cubicBezTo>
                    <a:pt x="2436" y="175"/>
                    <a:pt x="2429" y="160"/>
                    <a:pt x="2427" y="141"/>
                  </a:cubicBezTo>
                  <a:cubicBezTo>
                    <a:pt x="2421" y="124"/>
                    <a:pt x="2416" y="107"/>
                    <a:pt x="2411" y="89"/>
                  </a:cubicBezTo>
                  <a:cubicBezTo>
                    <a:pt x="2412" y="83"/>
                    <a:pt x="2415" y="80"/>
                    <a:pt x="2413" y="73"/>
                  </a:cubicBezTo>
                  <a:cubicBezTo>
                    <a:pt x="2409" y="58"/>
                    <a:pt x="2405" y="42"/>
                    <a:pt x="2400" y="28"/>
                  </a:cubicBezTo>
                  <a:cubicBezTo>
                    <a:pt x="2398" y="25"/>
                    <a:pt x="2398" y="19"/>
                    <a:pt x="2396" y="17"/>
                  </a:cubicBezTo>
                  <a:cubicBezTo>
                    <a:pt x="2395" y="13"/>
                    <a:pt x="2395" y="8"/>
                    <a:pt x="2392" y="6"/>
                  </a:cubicBezTo>
                  <a:cubicBezTo>
                    <a:pt x="2391" y="4"/>
                    <a:pt x="2391" y="2"/>
                    <a:pt x="2391" y="0"/>
                  </a:cubicBezTo>
                  <a:cubicBezTo>
                    <a:pt x="2384" y="0"/>
                    <a:pt x="2384" y="0"/>
                    <a:pt x="2384" y="0"/>
                  </a:cubicBezTo>
                  <a:cubicBezTo>
                    <a:pt x="2385" y="3"/>
                    <a:pt x="2386" y="7"/>
                    <a:pt x="2387" y="10"/>
                  </a:cubicBezTo>
                  <a:cubicBezTo>
                    <a:pt x="2391" y="14"/>
                    <a:pt x="2392" y="21"/>
                    <a:pt x="2394" y="28"/>
                  </a:cubicBezTo>
                  <a:cubicBezTo>
                    <a:pt x="2397" y="31"/>
                    <a:pt x="2396" y="40"/>
                    <a:pt x="2400" y="43"/>
                  </a:cubicBezTo>
                  <a:cubicBezTo>
                    <a:pt x="2402" y="56"/>
                    <a:pt x="2408" y="64"/>
                    <a:pt x="2409" y="78"/>
                  </a:cubicBezTo>
                  <a:cubicBezTo>
                    <a:pt x="2400" y="69"/>
                    <a:pt x="2402" y="50"/>
                    <a:pt x="2392" y="43"/>
                  </a:cubicBezTo>
                  <a:cubicBezTo>
                    <a:pt x="2393" y="33"/>
                    <a:pt x="2386" y="31"/>
                    <a:pt x="2383" y="25"/>
                  </a:cubicBezTo>
                  <a:cubicBezTo>
                    <a:pt x="2381" y="19"/>
                    <a:pt x="2376" y="16"/>
                    <a:pt x="2374" y="10"/>
                  </a:cubicBezTo>
                  <a:cubicBezTo>
                    <a:pt x="2372" y="7"/>
                    <a:pt x="2370" y="4"/>
                    <a:pt x="2369" y="0"/>
                  </a:cubicBezTo>
                  <a:cubicBezTo>
                    <a:pt x="2359" y="0"/>
                    <a:pt x="2359" y="0"/>
                    <a:pt x="2359" y="0"/>
                  </a:cubicBezTo>
                  <a:cubicBezTo>
                    <a:pt x="2364" y="7"/>
                    <a:pt x="2367" y="15"/>
                    <a:pt x="2372" y="21"/>
                  </a:cubicBezTo>
                  <a:cubicBezTo>
                    <a:pt x="2377" y="29"/>
                    <a:pt x="2380" y="40"/>
                    <a:pt x="2387" y="45"/>
                  </a:cubicBezTo>
                  <a:close/>
                  <a:moveTo>
                    <a:pt x="2163" y="58"/>
                  </a:moveTo>
                  <a:cubicBezTo>
                    <a:pt x="2160" y="58"/>
                    <a:pt x="2160" y="61"/>
                    <a:pt x="2161" y="65"/>
                  </a:cubicBezTo>
                  <a:cubicBezTo>
                    <a:pt x="2143" y="86"/>
                    <a:pt x="2141" y="91"/>
                    <a:pt x="2137" y="93"/>
                  </a:cubicBezTo>
                  <a:cubicBezTo>
                    <a:pt x="2107" y="133"/>
                    <a:pt x="2102" y="135"/>
                    <a:pt x="2102" y="141"/>
                  </a:cubicBezTo>
                  <a:cubicBezTo>
                    <a:pt x="2067" y="176"/>
                    <a:pt x="2063" y="180"/>
                    <a:pt x="2060" y="184"/>
                  </a:cubicBezTo>
                  <a:cubicBezTo>
                    <a:pt x="2035" y="207"/>
                    <a:pt x="2037" y="212"/>
                    <a:pt x="2032" y="211"/>
                  </a:cubicBezTo>
                  <a:cubicBezTo>
                    <a:pt x="2001" y="240"/>
                    <a:pt x="1999" y="242"/>
                    <a:pt x="1999" y="246"/>
                  </a:cubicBezTo>
                  <a:cubicBezTo>
                    <a:pt x="1973" y="268"/>
                    <a:pt x="1972" y="281"/>
                    <a:pt x="1960" y="285"/>
                  </a:cubicBezTo>
                  <a:cubicBezTo>
                    <a:pt x="1938" y="324"/>
                    <a:pt x="1939" y="328"/>
                    <a:pt x="1936" y="328"/>
                  </a:cubicBezTo>
                  <a:cubicBezTo>
                    <a:pt x="1955" y="304"/>
                    <a:pt x="1963" y="300"/>
                    <a:pt x="1964" y="289"/>
                  </a:cubicBezTo>
                  <a:cubicBezTo>
                    <a:pt x="1986" y="267"/>
                    <a:pt x="1987" y="264"/>
                    <a:pt x="1990" y="265"/>
                  </a:cubicBezTo>
                  <a:cubicBezTo>
                    <a:pt x="2007" y="243"/>
                    <a:pt x="2012" y="241"/>
                    <a:pt x="2017" y="239"/>
                  </a:cubicBezTo>
                  <a:cubicBezTo>
                    <a:pt x="2040" y="213"/>
                    <a:pt x="2046" y="212"/>
                    <a:pt x="2049" y="208"/>
                  </a:cubicBezTo>
                  <a:cubicBezTo>
                    <a:pt x="2069" y="187"/>
                    <a:pt x="2071" y="184"/>
                    <a:pt x="2073" y="182"/>
                  </a:cubicBezTo>
                  <a:cubicBezTo>
                    <a:pt x="2086" y="165"/>
                    <a:pt x="2092" y="166"/>
                    <a:pt x="2091" y="161"/>
                  </a:cubicBezTo>
                  <a:cubicBezTo>
                    <a:pt x="2111" y="135"/>
                    <a:pt x="2122" y="137"/>
                    <a:pt x="2121" y="128"/>
                  </a:cubicBezTo>
                  <a:cubicBezTo>
                    <a:pt x="2157" y="79"/>
                    <a:pt x="2162" y="74"/>
                    <a:pt x="2167" y="71"/>
                  </a:cubicBezTo>
                  <a:cubicBezTo>
                    <a:pt x="2179" y="52"/>
                    <a:pt x="2180" y="49"/>
                    <a:pt x="2180" y="45"/>
                  </a:cubicBezTo>
                  <a:cubicBezTo>
                    <a:pt x="2209" y="6"/>
                    <a:pt x="2210" y="3"/>
                    <a:pt x="2211" y="0"/>
                  </a:cubicBezTo>
                  <a:cubicBezTo>
                    <a:pt x="2194" y="13"/>
                    <a:pt x="2189" y="15"/>
                    <a:pt x="2189" y="21"/>
                  </a:cubicBezTo>
                  <a:cubicBezTo>
                    <a:pt x="2173" y="40"/>
                    <a:pt x="2170" y="51"/>
                    <a:pt x="2163" y="58"/>
                  </a:cubicBezTo>
                  <a:close/>
                  <a:moveTo>
                    <a:pt x="2032" y="71"/>
                  </a:moveTo>
                  <a:cubicBezTo>
                    <a:pt x="2029" y="76"/>
                    <a:pt x="2026" y="79"/>
                    <a:pt x="2021" y="82"/>
                  </a:cubicBezTo>
                  <a:cubicBezTo>
                    <a:pt x="2019" y="88"/>
                    <a:pt x="2014" y="91"/>
                    <a:pt x="2010" y="95"/>
                  </a:cubicBezTo>
                  <a:cubicBezTo>
                    <a:pt x="2007" y="99"/>
                    <a:pt x="2001" y="101"/>
                    <a:pt x="1999" y="106"/>
                  </a:cubicBezTo>
                  <a:cubicBezTo>
                    <a:pt x="1997" y="112"/>
                    <a:pt x="1991" y="113"/>
                    <a:pt x="1988" y="119"/>
                  </a:cubicBezTo>
                  <a:cubicBezTo>
                    <a:pt x="1982" y="128"/>
                    <a:pt x="1975" y="136"/>
                    <a:pt x="1971" y="147"/>
                  </a:cubicBezTo>
                  <a:cubicBezTo>
                    <a:pt x="1966" y="150"/>
                    <a:pt x="1965" y="157"/>
                    <a:pt x="1962" y="163"/>
                  </a:cubicBezTo>
                  <a:cubicBezTo>
                    <a:pt x="1959" y="163"/>
                    <a:pt x="1961" y="169"/>
                    <a:pt x="1958" y="169"/>
                  </a:cubicBezTo>
                  <a:cubicBezTo>
                    <a:pt x="1956" y="172"/>
                    <a:pt x="1955" y="175"/>
                    <a:pt x="1956" y="180"/>
                  </a:cubicBezTo>
                  <a:cubicBezTo>
                    <a:pt x="1959" y="180"/>
                    <a:pt x="1961" y="178"/>
                    <a:pt x="1960" y="174"/>
                  </a:cubicBezTo>
                  <a:cubicBezTo>
                    <a:pt x="1963" y="173"/>
                    <a:pt x="1964" y="171"/>
                    <a:pt x="1964" y="167"/>
                  </a:cubicBezTo>
                  <a:cubicBezTo>
                    <a:pt x="1971" y="166"/>
                    <a:pt x="1969" y="155"/>
                    <a:pt x="1975" y="154"/>
                  </a:cubicBezTo>
                  <a:cubicBezTo>
                    <a:pt x="1978" y="141"/>
                    <a:pt x="1989" y="136"/>
                    <a:pt x="1993" y="123"/>
                  </a:cubicBezTo>
                  <a:cubicBezTo>
                    <a:pt x="2002" y="117"/>
                    <a:pt x="2007" y="108"/>
                    <a:pt x="2017" y="102"/>
                  </a:cubicBezTo>
                  <a:cubicBezTo>
                    <a:pt x="2018" y="96"/>
                    <a:pt x="2023" y="94"/>
                    <a:pt x="2028" y="91"/>
                  </a:cubicBezTo>
                  <a:cubicBezTo>
                    <a:pt x="2028" y="83"/>
                    <a:pt x="2037" y="84"/>
                    <a:pt x="2038" y="78"/>
                  </a:cubicBezTo>
                  <a:cubicBezTo>
                    <a:pt x="2043" y="75"/>
                    <a:pt x="2047" y="71"/>
                    <a:pt x="2049" y="67"/>
                  </a:cubicBezTo>
                  <a:cubicBezTo>
                    <a:pt x="2050" y="64"/>
                    <a:pt x="2054" y="64"/>
                    <a:pt x="2056" y="62"/>
                  </a:cubicBezTo>
                  <a:cubicBezTo>
                    <a:pt x="2053" y="55"/>
                    <a:pt x="2063" y="61"/>
                    <a:pt x="2060" y="54"/>
                  </a:cubicBezTo>
                  <a:cubicBezTo>
                    <a:pt x="2066" y="52"/>
                    <a:pt x="2069" y="47"/>
                    <a:pt x="2073" y="45"/>
                  </a:cubicBezTo>
                  <a:cubicBezTo>
                    <a:pt x="2072" y="36"/>
                    <a:pt x="2083" y="38"/>
                    <a:pt x="2084" y="32"/>
                  </a:cubicBezTo>
                  <a:cubicBezTo>
                    <a:pt x="2093" y="19"/>
                    <a:pt x="2106" y="10"/>
                    <a:pt x="2117" y="0"/>
                  </a:cubicBezTo>
                  <a:cubicBezTo>
                    <a:pt x="2103" y="0"/>
                    <a:pt x="2103" y="0"/>
                    <a:pt x="2103" y="0"/>
                  </a:cubicBezTo>
                  <a:cubicBezTo>
                    <a:pt x="2102" y="0"/>
                    <a:pt x="2101" y="1"/>
                    <a:pt x="2099" y="1"/>
                  </a:cubicBezTo>
                  <a:cubicBezTo>
                    <a:pt x="2100" y="5"/>
                    <a:pt x="2098" y="7"/>
                    <a:pt x="2095" y="8"/>
                  </a:cubicBezTo>
                  <a:cubicBezTo>
                    <a:pt x="2092" y="8"/>
                    <a:pt x="2093" y="13"/>
                    <a:pt x="2089" y="12"/>
                  </a:cubicBezTo>
                  <a:cubicBezTo>
                    <a:pt x="2088" y="15"/>
                    <a:pt x="2085" y="16"/>
                    <a:pt x="2084" y="19"/>
                  </a:cubicBezTo>
                  <a:cubicBezTo>
                    <a:pt x="2084" y="23"/>
                    <a:pt x="2077" y="20"/>
                    <a:pt x="2078" y="25"/>
                  </a:cubicBezTo>
                  <a:cubicBezTo>
                    <a:pt x="2062" y="40"/>
                    <a:pt x="2048" y="56"/>
                    <a:pt x="2032" y="71"/>
                  </a:cubicBezTo>
                  <a:close/>
                  <a:moveTo>
                    <a:pt x="1980" y="45"/>
                  </a:moveTo>
                  <a:cubicBezTo>
                    <a:pt x="1973" y="42"/>
                    <a:pt x="1974" y="48"/>
                    <a:pt x="1971" y="49"/>
                  </a:cubicBezTo>
                  <a:cubicBezTo>
                    <a:pt x="1971" y="52"/>
                    <a:pt x="1964" y="57"/>
                    <a:pt x="1969" y="58"/>
                  </a:cubicBezTo>
                  <a:cubicBezTo>
                    <a:pt x="1977" y="52"/>
                    <a:pt x="1983" y="43"/>
                    <a:pt x="1993" y="38"/>
                  </a:cubicBezTo>
                  <a:cubicBezTo>
                    <a:pt x="1992" y="31"/>
                    <a:pt x="2004" y="35"/>
                    <a:pt x="2004" y="28"/>
                  </a:cubicBezTo>
                  <a:cubicBezTo>
                    <a:pt x="2007" y="27"/>
                    <a:pt x="2007" y="24"/>
                    <a:pt x="2010" y="23"/>
                  </a:cubicBezTo>
                  <a:cubicBezTo>
                    <a:pt x="2014" y="23"/>
                    <a:pt x="2012" y="16"/>
                    <a:pt x="2017" y="17"/>
                  </a:cubicBezTo>
                  <a:cubicBezTo>
                    <a:pt x="2023" y="15"/>
                    <a:pt x="2022" y="8"/>
                    <a:pt x="2030" y="8"/>
                  </a:cubicBezTo>
                  <a:cubicBezTo>
                    <a:pt x="2030" y="4"/>
                    <a:pt x="2032" y="2"/>
                    <a:pt x="2034" y="0"/>
                  </a:cubicBezTo>
                  <a:cubicBezTo>
                    <a:pt x="2026" y="0"/>
                    <a:pt x="2026" y="0"/>
                    <a:pt x="2026" y="0"/>
                  </a:cubicBezTo>
                  <a:cubicBezTo>
                    <a:pt x="2024" y="2"/>
                    <a:pt x="2021" y="3"/>
                    <a:pt x="2021" y="6"/>
                  </a:cubicBezTo>
                  <a:cubicBezTo>
                    <a:pt x="2016" y="9"/>
                    <a:pt x="2011" y="14"/>
                    <a:pt x="2008" y="19"/>
                  </a:cubicBezTo>
                  <a:cubicBezTo>
                    <a:pt x="2000" y="20"/>
                    <a:pt x="2000" y="29"/>
                    <a:pt x="1993" y="32"/>
                  </a:cubicBezTo>
                  <a:cubicBezTo>
                    <a:pt x="1987" y="30"/>
                    <a:pt x="1988" y="36"/>
                    <a:pt x="1986" y="38"/>
                  </a:cubicBezTo>
                  <a:cubicBezTo>
                    <a:pt x="1981" y="38"/>
                    <a:pt x="1979" y="40"/>
                    <a:pt x="1980" y="45"/>
                  </a:cubicBezTo>
                  <a:close/>
                  <a:moveTo>
                    <a:pt x="1945" y="28"/>
                  </a:moveTo>
                  <a:cubicBezTo>
                    <a:pt x="1945" y="32"/>
                    <a:pt x="1942" y="32"/>
                    <a:pt x="1940" y="34"/>
                  </a:cubicBezTo>
                  <a:cubicBezTo>
                    <a:pt x="1937" y="38"/>
                    <a:pt x="1934" y="41"/>
                    <a:pt x="1932" y="45"/>
                  </a:cubicBezTo>
                  <a:cubicBezTo>
                    <a:pt x="1927" y="44"/>
                    <a:pt x="1925" y="57"/>
                    <a:pt x="1929" y="58"/>
                  </a:cubicBezTo>
                  <a:cubicBezTo>
                    <a:pt x="1934" y="43"/>
                    <a:pt x="1946" y="36"/>
                    <a:pt x="1956" y="25"/>
                  </a:cubicBezTo>
                  <a:cubicBezTo>
                    <a:pt x="1960" y="19"/>
                    <a:pt x="1965" y="14"/>
                    <a:pt x="1971" y="10"/>
                  </a:cubicBezTo>
                  <a:cubicBezTo>
                    <a:pt x="1973" y="7"/>
                    <a:pt x="1977" y="6"/>
                    <a:pt x="1977" y="1"/>
                  </a:cubicBezTo>
                  <a:cubicBezTo>
                    <a:pt x="1979" y="1"/>
                    <a:pt x="1981" y="1"/>
                    <a:pt x="1982" y="0"/>
                  </a:cubicBezTo>
                  <a:cubicBezTo>
                    <a:pt x="1974" y="0"/>
                    <a:pt x="1974" y="0"/>
                    <a:pt x="1974" y="0"/>
                  </a:cubicBezTo>
                  <a:cubicBezTo>
                    <a:pt x="1972" y="2"/>
                    <a:pt x="1969" y="2"/>
                    <a:pt x="1969" y="6"/>
                  </a:cubicBezTo>
                  <a:cubicBezTo>
                    <a:pt x="1963" y="7"/>
                    <a:pt x="1961" y="11"/>
                    <a:pt x="1958" y="14"/>
                  </a:cubicBezTo>
                  <a:cubicBezTo>
                    <a:pt x="1957" y="20"/>
                    <a:pt x="1950" y="18"/>
                    <a:pt x="1951" y="25"/>
                  </a:cubicBezTo>
                  <a:cubicBezTo>
                    <a:pt x="1948" y="25"/>
                    <a:pt x="1946" y="26"/>
                    <a:pt x="1945" y="28"/>
                  </a:cubicBezTo>
                  <a:close/>
                  <a:moveTo>
                    <a:pt x="2145" y="25"/>
                  </a:moveTo>
                  <a:cubicBezTo>
                    <a:pt x="2127" y="53"/>
                    <a:pt x="2104" y="76"/>
                    <a:pt x="2080" y="97"/>
                  </a:cubicBezTo>
                  <a:cubicBezTo>
                    <a:pt x="2055" y="130"/>
                    <a:pt x="2051" y="131"/>
                    <a:pt x="2052" y="137"/>
                  </a:cubicBezTo>
                  <a:cubicBezTo>
                    <a:pt x="2025" y="163"/>
                    <a:pt x="2025" y="169"/>
                    <a:pt x="2021" y="169"/>
                  </a:cubicBezTo>
                  <a:cubicBezTo>
                    <a:pt x="2012" y="182"/>
                    <a:pt x="2010" y="186"/>
                    <a:pt x="2008" y="189"/>
                  </a:cubicBezTo>
                  <a:cubicBezTo>
                    <a:pt x="2017" y="184"/>
                    <a:pt x="2019" y="179"/>
                    <a:pt x="2023" y="176"/>
                  </a:cubicBezTo>
                  <a:cubicBezTo>
                    <a:pt x="2068" y="129"/>
                    <a:pt x="2070" y="123"/>
                    <a:pt x="2073" y="119"/>
                  </a:cubicBezTo>
                  <a:cubicBezTo>
                    <a:pt x="2092" y="104"/>
                    <a:pt x="2090" y="98"/>
                    <a:pt x="2095" y="99"/>
                  </a:cubicBezTo>
                  <a:cubicBezTo>
                    <a:pt x="2129" y="64"/>
                    <a:pt x="2128" y="60"/>
                    <a:pt x="2130" y="58"/>
                  </a:cubicBezTo>
                  <a:cubicBezTo>
                    <a:pt x="2149" y="30"/>
                    <a:pt x="2160" y="27"/>
                    <a:pt x="2163" y="14"/>
                  </a:cubicBezTo>
                  <a:cubicBezTo>
                    <a:pt x="2177" y="5"/>
                    <a:pt x="2176" y="2"/>
                    <a:pt x="2177" y="0"/>
                  </a:cubicBezTo>
                  <a:cubicBezTo>
                    <a:pt x="2157" y="8"/>
                    <a:pt x="2157" y="13"/>
                    <a:pt x="2154" y="17"/>
                  </a:cubicBezTo>
                  <a:close/>
                  <a:moveTo>
                    <a:pt x="2102" y="34"/>
                  </a:moveTo>
                  <a:cubicBezTo>
                    <a:pt x="2100" y="39"/>
                    <a:pt x="2094" y="40"/>
                    <a:pt x="2093" y="45"/>
                  </a:cubicBezTo>
                  <a:cubicBezTo>
                    <a:pt x="2077" y="61"/>
                    <a:pt x="2072" y="60"/>
                    <a:pt x="2073" y="65"/>
                  </a:cubicBezTo>
                  <a:cubicBezTo>
                    <a:pt x="2057" y="80"/>
                    <a:pt x="2053" y="80"/>
                    <a:pt x="2052" y="82"/>
                  </a:cubicBezTo>
                  <a:cubicBezTo>
                    <a:pt x="2038" y="102"/>
                    <a:pt x="2028" y="106"/>
                    <a:pt x="2021" y="113"/>
                  </a:cubicBezTo>
                  <a:cubicBezTo>
                    <a:pt x="2008" y="131"/>
                    <a:pt x="2002" y="130"/>
                    <a:pt x="2004" y="134"/>
                  </a:cubicBezTo>
                  <a:cubicBezTo>
                    <a:pt x="1977" y="160"/>
                    <a:pt x="1976" y="172"/>
                    <a:pt x="1969" y="178"/>
                  </a:cubicBezTo>
                  <a:cubicBezTo>
                    <a:pt x="1949" y="218"/>
                    <a:pt x="1949" y="223"/>
                    <a:pt x="1945" y="224"/>
                  </a:cubicBezTo>
                  <a:cubicBezTo>
                    <a:pt x="1938" y="253"/>
                    <a:pt x="1929" y="258"/>
                    <a:pt x="1936" y="261"/>
                  </a:cubicBezTo>
                  <a:cubicBezTo>
                    <a:pt x="1960" y="199"/>
                    <a:pt x="1966" y="200"/>
                    <a:pt x="1966" y="195"/>
                  </a:cubicBezTo>
                  <a:cubicBezTo>
                    <a:pt x="1988" y="169"/>
                    <a:pt x="1984" y="160"/>
                    <a:pt x="1990" y="161"/>
                  </a:cubicBezTo>
                  <a:cubicBezTo>
                    <a:pt x="2014" y="140"/>
                    <a:pt x="2012" y="134"/>
                    <a:pt x="2014" y="132"/>
                  </a:cubicBezTo>
                  <a:cubicBezTo>
                    <a:pt x="2050" y="95"/>
                    <a:pt x="2057" y="93"/>
                    <a:pt x="2060" y="86"/>
                  </a:cubicBezTo>
                  <a:cubicBezTo>
                    <a:pt x="2089" y="64"/>
                    <a:pt x="2088" y="59"/>
                    <a:pt x="2093" y="58"/>
                  </a:cubicBezTo>
                  <a:cubicBezTo>
                    <a:pt x="2112" y="37"/>
                    <a:pt x="2117" y="32"/>
                    <a:pt x="2123" y="28"/>
                  </a:cubicBezTo>
                  <a:cubicBezTo>
                    <a:pt x="2139" y="8"/>
                    <a:pt x="2143" y="6"/>
                    <a:pt x="2145" y="4"/>
                  </a:cubicBezTo>
                  <a:cubicBezTo>
                    <a:pt x="2135" y="1"/>
                    <a:pt x="2134" y="3"/>
                    <a:pt x="2132" y="4"/>
                  </a:cubicBezTo>
                  <a:close/>
                  <a:moveTo>
                    <a:pt x="1929" y="19"/>
                  </a:moveTo>
                  <a:cubicBezTo>
                    <a:pt x="1940" y="20"/>
                    <a:pt x="1937" y="8"/>
                    <a:pt x="1945" y="6"/>
                  </a:cubicBezTo>
                  <a:cubicBezTo>
                    <a:pt x="1946" y="4"/>
                    <a:pt x="1948" y="2"/>
                    <a:pt x="1949" y="0"/>
                  </a:cubicBezTo>
                  <a:cubicBezTo>
                    <a:pt x="1943" y="0"/>
                    <a:pt x="1943" y="0"/>
                    <a:pt x="1943" y="0"/>
                  </a:cubicBezTo>
                  <a:cubicBezTo>
                    <a:pt x="1942" y="1"/>
                    <a:pt x="1941" y="2"/>
                    <a:pt x="1940" y="4"/>
                  </a:cubicBezTo>
                  <a:cubicBezTo>
                    <a:pt x="1938" y="4"/>
                    <a:pt x="1936" y="6"/>
                    <a:pt x="1936" y="10"/>
                  </a:cubicBezTo>
                  <a:cubicBezTo>
                    <a:pt x="1934" y="12"/>
                    <a:pt x="1932" y="14"/>
                    <a:pt x="1929" y="17"/>
                  </a:cubicBezTo>
                  <a:cubicBezTo>
                    <a:pt x="1926" y="17"/>
                    <a:pt x="1928" y="23"/>
                    <a:pt x="1925" y="23"/>
                  </a:cubicBezTo>
                  <a:cubicBezTo>
                    <a:pt x="1927" y="29"/>
                    <a:pt x="1921" y="28"/>
                    <a:pt x="1921" y="32"/>
                  </a:cubicBezTo>
                  <a:cubicBezTo>
                    <a:pt x="1928" y="32"/>
                    <a:pt x="1929" y="26"/>
                    <a:pt x="1929" y="19"/>
                  </a:cubicBezTo>
                  <a:close/>
                  <a:moveTo>
                    <a:pt x="2627" y="2113"/>
                  </a:moveTo>
                  <a:cubicBezTo>
                    <a:pt x="2628" y="2107"/>
                    <a:pt x="2620" y="2100"/>
                    <a:pt x="2621" y="2093"/>
                  </a:cubicBezTo>
                  <a:cubicBezTo>
                    <a:pt x="2609" y="2078"/>
                    <a:pt x="2604" y="2063"/>
                    <a:pt x="2593" y="2048"/>
                  </a:cubicBezTo>
                  <a:cubicBezTo>
                    <a:pt x="2587" y="2041"/>
                    <a:pt x="2581" y="2035"/>
                    <a:pt x="2575" y="2028"/>
                  </a:cubicBezTo>
                  <a:cubicBezTo>
                    <a:pt x="2570" y="2019"/>
                    <a:pt x="2568" y="2020"/>
                    <a:pt x="2560" y="2010"/>
                  </a:cubicBezTo>
                  <a:cubicBezTo>
                    <a:pt x="2553" y="2006"/>
                    <a:pt x="2557" y="2002"/>
                    <a:pt x="2551" y="1997"/>
                  </a:cubicBezTo>
                  <a:cubicBezTo>
                    <a:pt x="2545" y="1997"/>
                    <a:pt x="2547" y="1992"/>
                    <a:pt x="2545" y="1991"/>
                  </a:cubicBezTo>
                  <a:cubicBezTo>
                    <a:pt x="2545" y="1990"/>
                    <a:pt x="2544" y="1992"/>
                    <a:pt x="2542" y="1990"/>
                  </a:cubicBezTo>
                  <a:cubicBezTo>
                    <a:pt x="2539" y="1987"/>
                    <a:pt x="2536" y="1983"/>
                    <a:pt x="2531" y="1977"/>
                  </a:cubicBezTo>
                  <a:cubicBezTo>
                    <a:pt x="2527" y="1980"/>
                    <a:pt x="2523" y="1969"/>
                    <a:pt x="2519" y="1970"/>
                  </a:cubicBezTo>
                  <a:cubicBezTo>
                    <a:pt x="2515" y="1969"/>
                    <a:pt x="2511" y="1961"/>
                    <a:pt x="2507" y="1966"/>
                  </a:cubicBezTo>
                  <a:cubicBezTo>
                    <a:pt x="2516" y="1978"/>
                    <a:pt x="2525" y="1982"/>
                    <a:pt x="2535" y="1988"/>
                  </a:cubicBezTo>
                  <a:cubicBezTo>
                    <a:pt x="2539" y="1996"/>
                    <a:pt x="2540" y="1998"/>
                    <a:pt x="2549" y="2005"/>
                  </a:cubicBezTo>
                  <a:cubicBezTo>
                    <a:pt x="2553" y="2009"/>
                    <a:pt x="2551" y="2012"/>
                    <a:pt x="2556" y="2016"/>
                  </a:cubicBezTo>
                  <a:cubicBezTo>
                    <a:pt x="2569" y="2031"/>
                    <a:pt x="2583" y="2046"/>
                    <a:pt x="2589" y="2057"/>
                  </a:cubicBezTo>
                  <a:cubicBezTo>
                    <a:pt x="2596" y="2065"/>
                    <a:pt x="2600" y="2072"/>
                    <a:pt x="2603" y="2079"/>
                  </a:cubicBezTo>
                  <a:cubicBezTo>
                    <a:pt x="2607" y="2083"/>
                    <a:pt x="2610" y="2087"/>
                    <a:pt x="2607" y="2091"/>
                  </a:cubicBezTo>
                  <a:cubicBezTo>
                    <a:pt x="2611" y="2094"/>
                    <a:pt x="2614" y="2098"/>
                    <a:pt x="2614" y="2102"/>
                  </a:cubicBezTo>
                  <a:cubicBezTo>
                    <a:pt x="2620" y="2117"/>
                    <a:pt x="2627" y="2132"/>
                    <a:pt x="2632" y="2146"/>
                  </a:cubicBezTo>
                  <a:cubicBezTo>
                    <a:pt x="2634" y="2151"/>
                    <a:pt x="2635" y="2155"/>
                    <a:pt x="2636" y="2160"/>
                  </a:cubicBezTo>
                  <a:cubicBezTo>
                    <a:pt x="2646" y="2160"/>
                    <a:pt x="2646" y="2160"/>
                    <a:pt x="2646" y="2160"/>
                  </a:cubicBezTo>
                  <a:cubicBezTo>
                    <a:pt x="2643" y="2151"/>
                    <a:pt x="2639" y="2143"/>
                    <a:pt x="2639" y="2134"/>
                  </a:cubicBezTo>
                  <a:cubicBezTo>
                    <a:pt x="2633" y="2127"/>
                    <a:pt x="2634" y="2121"/>
                    <a:pt x="2627" y="2113"/>
                  </a:cubicBezTo>
                  <a:close/>
                  <a:moveTo>
                    <a:pt x="2185" y="2098"/>
                  </a:moveTo>
                  <a:cubicBezTo>
                    <a:pt x="2168" y="2081"/>
                    <a:pt x="2163" y="2066"/>
                    <a:pt x="2151" y="2049"/>
                  </a:cubicBezTo>
                  <a:cubicBezTo>
                    <a:pt x="2136" y="2025"/>
                    <a:pt x="2138" y="2021"/>
                    <a:pt x="2134" y="2017"/>
                  </a:cubicBezTo>
                  <a:cubicBezTo>
                    <a:pt x="2112" y="1973"/>
                    <a:pt x="2105" y="1964"/>
                    <a:pt x="2104" y="1957"/>
                  </a:cubicBezTo>
                  <a:cubicBezTo>
                    <a:pt x="2089" y="1930"/>
                    <a:pt x="2083" y="1936"/>
                    <a:pt x="2091" y="1942"/>
                  </a:cubicBezTo>
                  <a:cubicBezTo>
                    <a:pt x="2104" y="1978"/>
                    <a:pt x="2108" y="1981"/>
                    <a:pt x="2110" y="1983"/>
                  </a:cubicBezTo>
                  <a:cubicBezTo>
                    <a:pt x="2119" y="2011"/>
                    <a:pt x="2123" y="2014"/>
                    <a:pt x="2125" y="2017"/>
                  </a:cubicBezTo>
                  <a:cubicBezTo>
                    <a:pt x="2137" y="2038"/>
                    <a:pt x="2133" y="2040"/>
                    <a:pt x="2137" y="2044"/>
                  </a:cubicBezTo>
                  <a:cubicBezTo>
                    <a:pt x="2170" y="2100"/>
                    <a:pt x="2174" y="2102"/>
                    <a:pt x="2176" y="2105"/>
                  </a:cubicBezTo>
                  <a:cubicBezTo>
                    <a:pt x="2193" y="2132"/>
                    <a:pt x="2197" y="2135"/>
                    <a:pt x="2199" y="2138"/>
                  </a:cubicBezTo>
                  <a:cubicBezTo>
                    <a:pt x="2217" y="2154"/>
                    <a:pt x="2215" y="2156"/>
                    <a:pt x="2216" y="2157"/>
                  </a:cubicBezTo>
                  <a:cubicBezTo>
                    <a:pt x="2216" y="2144"/>
                    <a:pt x="2203" y="2129"/>
                    <a:pt x="2191" y="2112"/>
                  </a:cubicBezTo>
                  <a:close/>
                  <a:moveTo>
                    <a:pt x="2187" y="2067"/>
                  </a:moveTo>
                  <a:cubicBezTo>
                    <a:pt x="2184" y="2059"/>
                    <a:pt x="2179" y="2051"/>
                    <a:pt x="2171" y="2043"/>
                  </a:cubicBezTo>
                  <a:cubicBezTo>
                    <a:pt x="2168" y="2033"/>
                    <a:pt x="2163" y="2024"/>
                    <a:pt x="2155" y="2014"/>
                  </a:cubicBezTo>
                  <a:cubicBezTo>
                    <a:pt x="2150" y="2009"/>
                    <a:pt x="2156" y="2003"/>
                    <a:pt x="2148" y="2003"/>
                  </a:cubicBezTo>
                  <a:cubicBezTo>
                    <a:pt x="2152" y="1998"/>
                    <a:pt x="2136" y="1993"/>
                    <a:pt x="2141" y="1988"/>
                  </a:cubicBezTo>
                  <a:cubicBezTo>
                    <a:pt x="2133" y="1984"/>
                    <a:pt x="2129" y="1971"/>
                    <a:pt x="2121" y="1962"/>
                  </a:cubicBezTo>
                  <a:cubicBezTo>
                    <a:pt x="2115" y="1953"/>
                    <a:pt x="2107" y="1943"/>
                    <a:pt x="2101" y="1933"/>
                  </a:cubicBezTo>
                  <a:cubicBezTo>
                    <a:pt x="2095" y="1937"/>
                    <a:pt x="2099" y="1941"/>
                    <a:pt x="2103" y="1946"/>
                  </a:cubicBezTo>
                  <a:cubicBezTo>
                    <a:pt x="2103" y="1950"/>
                    <a:pt x="2108" y="1954"/>
                    <a:pt x="2112" y="1959"/>
                  </a:cubicBezTo>
                  <a:cubicBezTo>
                    <a:pt x="2116" y="1968"/>
                    <a:pt x="2122" y="1977"/>
                    <a:pt x="2130" y="1986"/>
                  </a:cubicBezTo>
                  <a:cubicBezTo>
                    <a:pt x="2128" y="1994"/>
                    <a:pt x="2141" y="2002"/>
                    <a:pt x="2142" y="2010"/>
                  </a:cubicBezTo>
                  <a:cubicBezTo>
                    <a:pt x="2146" y="2014"/>
                    <a:pt x="2144" y="2017"/>
                    <a:pt x="2149" y="2021"/>
                  </a:cubicBezTo>
                  <a:cubicBezTo>
                    <a:pt x="2147" y="2025"/>
                    <a:pt x="2158" y="2030"/>
                    <a:pt x="2155" y="2034"/>
                  </a:cubicBezTo>
                  <a:cubicBezTo>
                    <a:pt x="2168" y="2053"/>
                    <a:pt x="2174" y="2062"/>
                    <a:pt x="2184" y="2081"/>
                  </a:cubicBezTo>
                  <a:cubicBezTo>
                    <a:pt x="2211" y="2114"/>
                    <a:pt x="2222" y="2123"/>
                    <a:pt x="2245" y="2158"/>
                  </a:cubicBezTo>
                  <a:cubicBezTo>
                    <a:pt x="2246" y="2158"/>
                    <a:pt x="2247" y="2159"/>
                    <a:pt x="2249" y="2160"/>
                  </a:cubicBezTo>
                  <a:cubicBezTo>
                    <a:pt x="2262" y="2160"/>
                    <a:pt x="2262" y="2160"/>
                    <a:pt x="2262" y="2160"/>
                  </a:cubicBezTo>
                  <a:cubicBezTo>
                    <a:pt x="2243" y="2137"/>
                    <a:pt x="2229" y="2117"/>
                    <a:pt x="2208" y="2095"/>
                  </a:cubicBezTo>
                  <a:cubicBezTo>
                    <a:pt x="2204" y="2088"/>
                    <a:pt x="2197" y="2078"/>
                    <a:pt x="2187" y="2067"/>
                  </a:cubicBezTo>
                  <a:close/>
                  <a:moveTo>
                    <a:pt x="2188" y="2141"/>
                  </a:moveTo>
                  <a:cubicBezTo>
                    <a:pt x="2182" y="2137"/>
                    <a:pt x="2190" y="2134"/>
                    <a:pt x="2184" y="2130"/>
                  </a:cubicBezTo>
                  <a:cubicBezTo>
                    <a:pt x="2180" y="2134"/>
                    <a:pt x="2179" y="2125"/>
                    <a:pt x="2178" y="2124"/>
                  </a:cubicBezTo>
                  <a:cubicBezTo>
                    <a:pt x="2175" y="2119"/>
                    <a:pt x="2172" y="2123"/>
                    <a:pt x="2169" y="2117"/>
                  </a:cubicBezTo>
                  <a:cubicBezTo>
                    <a:pt x="2175" y="2114"/>
                    <a:pt x="2161" y="2110"/>
                    <a:pt x="2167" y="2108"/>
                  </a:cubicBezTo>
                  <a:cubicBezTo>
                    <a:pt x="2166" y="2104"/>
                    <a:pt x="2158" y="2101"/>
                    <a:pt x="2161" y="2098"/>
                  </a:cubicBezTo>
                  <a:cubicBezTo>
                    <a:pt x="2158" y="2092"/>
                    <a:pt x="2152" y="2085"/>
                    <a:pt x="2150" y="2079"/>
                  </a:cubicBezTo>
                  <a:cubicBezTo>
                    <a:pt x="2139" y="2065"/>
                    <a:pt x="2137" y="2052"/>
                    <a:pt x="2124" y="2038"/>
                  </a:cubicBezTo>
                  <a:cubicBezTo>
                    <a:pt x="2114" y="2017"/>
                    <a:pt x="2102" y="1996"/>
                    <a:pt x="2088" y="1974"/>
                  </a:cubicBezTo>
                  <a:cubicBezTo>
                    <a:pt x="2080" y="1969"/>
                    <a:pt x="2081" y="1967"/>
                    <a:pt x="2075" y="1959"/>
                  </a:cubicBezTo>
                  <a:cubicBezTo>
                    <a:pt x="2068" y="1954"/>
                    <a:pt x="2070" y="1956"/>
                    <a:pt x="2063" y="1949"/>
                  </a:cubicBezTo>
                  <a:cubicBezTo>
                    <a:pt x="2058" y="1943"/>
                    <a:pt x="2053" y="1937"/>
                    <a:pt x="2047" y="1931"/>
                  </a:cubicBezTo>
                  <a:cubicBezTo>
                    <a:pt x="2044" y="1930"/>
                    <a:pt x="2042" y="1921"/>
                    <a:pt x="2038" y="1924"/>
                  </a:cubicBezTo>
                  <a:cubicBezTo>
                    <a:pt x="2035" y="1923"/>
                    <a:pt x="2033" y="1914"/>
                    <a:pt x="2030" y="1918"/>
                  </a:cubicBezTo>
                  <a:cubicBezTo>
                    <a:pt x="2032" y="1927"/>
                    <a:pt x="2040" y="1930"/>
                    <a:pt x="2047" y="1937"/>
                  </a:cubicBezTo>
                  <a:cubicBezTo>
                    <a:pt x="2063" y="1955"/>
                    <a:pt x="2080" y="1976"/>
                    <a:pt x="2093" y="1993"/>
                  </a:cubicBezTo>
                  <a:cubicBezTo>
                    <a:pt x="2095" y="2003"/>
                    <a:pt x="2101" y="2010"/>
                    <a:pt x="2105" y="2017"/>
                  </a:cubicBezTo>
                  <a:cubicBezTo>
                    <a:pt x="2109" y="2026"/>
                    <a:pt x="2116" y="2036"/>
                    <a:pt x="2118" y="2046"/>
                  </a:cubicBezTo>
                  <a:cubicBezTo>
                    <a:pt x="2126" y="2052"/>
                    <a:pt x="2124" y="2057"/>
                    <a:pt x="2131" y="2063"/>
                  </a:cubicBezTo>
                  <a:cubicBezTo>
                    <a:pt x="2130" y="2070"/>
                    <a:pt x="2141" y="2076"/>
                    <a:pt x="2139" y="2083"/>
                  </a:cubicBezTo>
                  <a:cubicBezTo>
                    <a:pt x="2148" y="2095"/>
                    <a:pt x="2154" y="2107"/>
                    <a:pt x="2160" y="2119"/>
                  </a:cubicBezTo>
                  <a:cubicBezTo>
                    <a:pt x="2164" y="2124"/>
                    <a:pt x="2169" y="2129"/>
                    <a:pt x="2173" y="2134"/>
                  </a:cubicBezTo>
                  <a:cubicBezTo>
                    <a:pt x="2177" y="2143"/>
                    <a:pt x="2184" y="2151"/>
                    <a:pt x="2189" y="2160"/>
                  </a:cubicBezTo>
                  <a:cubicBezTo>
                    <a:pt x="2201" y="2160"/>
                    <a:pt x="2201" y="2160"/>
                    <a:pt x="2201" y="2160"/>
                  </a:cubicBezTo>
                  <a:cubicBezTo>
                    <a:pt x="2199" y="2157"/>
                    <a:pt x="2197" y="2155"/>
                    <a:pt x="2195" y="2153"/>
                  </a:cubicBezTo>
                  <a:cubicBezTo>
                    <a:pt x="2195" y="2149"/>
                    <a:pt x="2192" y="2145"/>
                    <a:pt x="2188" y="2141"/>
                  </a:cubicBezTo>
                  <a:close/>
                  <a:moveTo>
                    <a:pt x="2120" y="2070"/>
                  </a:moveTo>
                  <a:cubicBezTo>
                    <a:pt x="2120" y="2070"/>
                    <a:pt x="2118" y="2072"/>
                    <a:pt x="2118" y="2072"/>
                  </a:cubicBezTo>
                  <a:cubicBezTo>
                    <a:pt x="2118" y="2072"/>
                    <a:pt x="2113" y="2059"/>
                    <a:pt x="2113" y="2059"/>
                  </a:cubicBezTo>
                  <a:cubicBezTo>
                    <a:pt x="2112" y="2058"/>
                    <a:pt x="2111" y="2057"/>
                    <a:pt x="2110" y="2056"/>
                  </a:cubicBezTo>
                  <a:cubicBezTo>
                    <a:pt x="2100" y="2038"/>
                    <a:pt x="2090" y="2020"/>
                    <a:pt x="2075" y="1999"/>
                  </a:cubicBezTo>
                  <a:cubicBezTo>
                    <a:pt x="2054" y="1976"/>
                    <a:pt x="2047" y="1962"/>
                    <a:pt x="2024" y="1937"/>
                  </a:cubicBezTo>
                  <a:cubicBezTo>
                    <a:pt x="2016" y="1934"/>
                    <a:pt x="2009" y="1921"/>
                    <a:pt x="2002" y="1922"/>
                  </a:cubicBezTo>
                  <a:cubicBezTo>
                    <a:pt x="2003" y="1924"/>
                    <a:pt x="2005" y="1926"/>
                    <a:pt x="2007" y="1929"/>
                  </a:cubicBezTo>
                  <a:cubicBezTo>
                    <a:pt x="2009" y="1930"/>
                    <a:pt x="2012" y="1929"/>
                    <a:pt x="2010" y="1932"/>
                  </a:cubicBezTo>
                  <a:cubicBezTo>
                    <a:pt x="2015" y="1939"/>
                    <a:pt x="2014" y="1938"/>
                    <a:pt x="2020" y="1943"/>
                  </a:cubicBezTo>
                  <a:cubicBezTo>
                    <a:pt x="2029" y="1953"/>
                    <a:pt x="2037" y="1963"/>
                    <a:pt x="2046" y="1973"/>
                  </a:cubicBezTo>
                  <a:cubicBezTo>
                    <a:pt x="2045" y="1974"/>
                    <a:pt x="2045" y="1974"/>
                    <a:pt x="2046" y="1976"/>
                  </a:cubicBezTo>
                  <a:cubicBezTo>
                    <a:pt x="2048" y="1979"/>
                    <a:pt x="2053" y="1977"/>
                    <a:pt x="2052" y="1982"/>
                  </a:cubicBezTo>
                  <a:cubicBezTo>
                    <a:pt x="2056" y="1987"/>
                    <a:pt x="2060" y="1992"/>
                    <a:pt x="2065" y="1997"/>
                  </a:cubicBezTo>
                  <a:cubicBezTo>
                    <a:pt x="2062" y="2002"/>
                    <a:pt x="2072" y="2007"/>
                    <a:pt x="2074" y="2012"/>
                  </a:cubicBezTo>
                  <a:cubicBezTo>
                    <a:pt x="2072" y="2016"/>
                    <a:pt x="2082" y="2022"/>
                    <a:pt x="2084" y="2026"/>
                  </a:cubicBezTo>
                  <a:cubicBezTo>
                    <a:pt x="2089" y="2039"/>
                    <a:pt x="2100" y="2053"/>
                    <a:pt x="2105" y="2066"/>
                  </a:cubicBezTo>
                  <a:cubicBezTo>
                    <a:pt x="2110" y="2080"/>
                    <a:pt x="2125" y="2093"/>
                    <a:pt x="2128" y="2107"/>
                  </a:cubicBezTo>
                  <a:cubicBezTo>
                    <a:pt x="2134" y="2103"/>
                    <a:pt x="2130" y="2111"/>
                    <a:pt x="2134" y="2113"/>
                  </a:cubicBezTo>
                  <a:cubicBezTo>
                    <a:pt x="2138" y="2117"/>
                    <a:pt x="2134" y="2119"/>
                    <a:pt x="2140" y="2120"/>
                  </a:cubicBezTo>
                  <a:cubicBezTo>
                    <a:pt x="2136" y="2123"/>
                    <a:pt x="2144" y="2126"/>
                    <a:pt x="2145" y="2129"/>
                  </a:cubicBezTo>
                  <a:cubicBezTo>
                    <a:pt x="2151" y="2133"/>
                    <a:pt x="2149" y="2137"/>
                    <a:pt x="2152" y="2141"/>
                  </a:cubicBezTo>
                  <a:cubicBezTo>
                    <a:pt x="2157" y="2147"/>
                    <a:pt x="2162" y="2153"/>
                    <a:pt x="2167" y="2160"/>
                  </a:cubicBezTo>
                  <a:cubicBezTo>
                    <a:pt x="2180" y="2160"/>
                    <a:pt x="2180" y="2160"/>
                    <a:pt x="2180" y="2160"/>
                  </a:cubicBezTo>
                  <a:cubicBezTo>
                    <a:pt x="2164" y="2139"/>
                    <a:pt x="2147" y="2117"/>
                    <a:pt x="2135" y="2095"/>
                  </a:cubicBezTo>
                  <a:cubicBezTo>
                    <a:pt x="2127" y="2088"/>
                    <a:pt x="2125" y="2079"/>
                    <a:pt x="2120" y="2070"/>
                  </a:cubicBezTo>
                  <a:close/>
                  <a:moveTo>
                    <a:pt x="2323" y="2031"/>
                  </a:moveTo>
                  <a:cubicBezTo>
                    <a:pt x="2307" y="2019"/>
                    <a:pt x="2291" y="2001"/>
                    <a:pt x="2275" y="1987"/>
                  </a:cubicBezTo>
                  <a:cubicBezTo>
                    <a:pt x="2270" y="1986"/>
                    <a:pt x="2264" y="1980"/>
                    <a:pt x="2259" y="1978"/>
                  </a:cubicBezTo>
                  <a:cubicBezTo>
                    <a:pt x="2254" y="1970"/>
                    <a:pt x="2249" y="1972"/>
                    <a:pt x="2244" y="1964"/>
                  </a:cubicBezTo>
                  <a:cubicBezTo>
                    <a:pt x="2242" y="1961"/>
                    <a:pt x="2239" y="1962"/>
                    <a:pt x="2237" y="1959"/>
                  </a:cubicBezTo>
                  <a:cubicBezTo>
                    <a:pt x="2235" y="1961"/>
                    <a:pt x="2227" y="1955"/>
                    <a:pt x="2231" y="1962"/>
                  </a:cubicBezTo>
                  <a:cubicBezTo>
                    <a:pt x="2239" y="1962"/>
                    <a:pt x="2247" y="1974"/>
                    <a:pt x="2256" y="1978"/>
                  </a:cubicBezTo>
                  <a:cubicBezTo>
                    <a:pt x="2266" y="1991"/>
                    <a:pt x="2277" y="1991"/>
                    <a:pt x="2286" y="2006"/>
                  </a:cubicBezTo>
                  <a:cubicBezTo>
                    <a:pt x="2290" y="2004"/>
                    <a:pt x="2288" y="2009"/>
                    <a:pt x="2291" y="2008"/>
                  </a:cubicBezTo>
                  <a:cubicBezTo>
                    <a:pt x="2293" y="2010"/>
                    <a:pt x="2296" y="2013"/>
                    <a:pt x="2298" y="2016"/>
                  </a:cubicBezTo>
                  <a:cubicBezTo>
                    <a:pt x="2303" y="2024"/>
                    <a:pt x="2309" y="2026"/>
                    <a:pt x="2314" y="2031"/>
                  </a:cubicBezTo>
                  <a:cubicBezTo>
                    <a:pt x="2337" y="2057"/>
                    <a:pt x="2360" y="2083"/>
                    <a:pt x="2383" y="2110"/>
                  </a:cubicBezTo>
                  <a:cubicBezTo>
                    <a:pt x="2388" y="2118"/>
                    <a:pt x="2399" y="2136"/>
                    <a:pt x="2405" y="2145"/>
                  </a:cubicBezTo>
                  <a:cubicBezTo>
                    <a:pt x="2409" y="2150"/>
                    <a:pt x="2413" y="2155"/>
                    <a:pt x="2416" y="2160"/>
                  </a:cubicBezTo>
                  <a:cubicBezTo>
                    <a:pt x="2426" y="2160"/>
                    <a:pt x="2426" y="2160"/>
                    <a:pt x="2426" y="2160"/>
                  </a:cubicBezTo>
                  <a:cubicBezTo>
                    <a:pt x="2413" y="2140"/>
                    <a:pt x="2401" y="2120"/>
                    <a:pt x="2387" y="2101"/>
                  </a:cubicBezTo>
                  <a:cubicBezTo>
                    <a:pt x="2363" y="2071"/>
                    <a:pt x="2346" y="2059"/>
                    <a:pt x="2323" y="2031"/>
                  </a:cubicBezTo>
                  <a:close/>
                  <a:moveTo>
                    <a:pt x="2348" y="2103"/>
                  </a:moveTo>
                  <a:cubicBezTo>
                    <a:pt x="2336" y="2089"/>
                    <a:pt x="2324" y="2079"/>
                    <a:pt x="2318" y="2068"/>
                  </a:cubicBezTo>
                  <a:cubicBezTo>
                    <a:pt x="2266" y="2020"/>
                    <a:pt x="2251" y="2006"/>
                    <a:pt x="2236" y="1992"/>
                  </a:cubicBezTo>
                  <a:cubicBezTo>
                    <a:pt x="2205" y="1967"/>
                    <a:pt x="2197" y="1970"/>
                    <a:pt x="2189" y="1958"/>
                  </a:cubicBezTo>
                  <a:cubicBezTo>
                    <a:pt x="2146" y="1946"/>
                    <a:pt x="2163" y="1954"/>
                    <a:pt x="2173" y="1969"/>
                  </a:cubicBezTo>
                  <a:cubicBezTo>
                    <a:pt x="2197" y="1992"/>
                    <a:pt x="2201" y="1992"/>
                    <a:pt x="2199" y="1995"/>
                  </a:cubicBezTo>
                  <a:cubicBezTo>
                    <a:pt x="2215" y="2012"/>
                    <a:pt x="2224" y="2010"/>
                    <a:pt x="2224" y="2017"/>
                  </a:cubicBezTo>
                  <a:cubicBezTo>
                    <a:pt x="2299" y="2088"/>
                    <a:pt x="2305" y="2096"/>
                    <a:pt x="2324" y="2115"/>
                  </a:cubicBezTo>
                  <a:cubicBezTo>
                    <a:pt x="2368" y="2160"/>
                    <a:pt x="2368" y="2160"/>
                    <a:pt x="2368" y="2160"/>
                  </a:cubicBezTo>
                  <a:cubicBezTo>
                    <a:pt x="2281" y="2056"/>
                    <a:pt x="2269" y="2048"/>
                    <a:pt x="2258" y="2033"/>
                  </a:cubicBezTo>
                  <a:cubicBezTo>
                    <a:pt x="2233" y="2015"/>
                    <a:pt x="2234" y="2011"/>
                    <a:pt x="2228" y="2008"/>
                  </a:cubicBezTo>
                  <a:cubicBezTo>
                    <a:pt x="2184" y="1960"/>
                    <a:pt x="2186" y="1965"/>
                    <a:pt x="2189" y="1967"/>
                  </a:cubicBezTo>
                  <a:cubicBezTo>
                    <a:pt x="2237" y="2000"/>
                    <a:pt x="2254" y="2018"/>
                    <a:pt x="2271" y="2031"/>
                  </a:cubicBezTo>
                  <a:cubicBezTo>
                    <a:pt x="2316" y="2080"/>
                    <a:pt x="2322" y="2090"/>
                    <a:pt x="2334" y="2103"/>
                  </a:cubicBezTo>
                  <a:cubicBezTo>
                    <a:pt x="2337" y="2106"/>
                    <a:pt x="2340" y="2105"/>
                    <a:pt x="2340" y="2107"/>
                  </a:cubicBezTo>
                  <a:cubicBezTo>
                    <a:pt x="2370" y="2143"/>
                    <a:pt x="2376" y="2151"/>
                    <a:pt x="2382" y="2160"/>
                  </a:cubicBezTo>
                  <a:cubicBezTo>
                    <a:pt x="2360" y="2118"/>
                    <a:pt x="2355" y="2111"/>
                    <a:pt x="2348" y="2103"/>
                  </a:cubicBezTo>
                  <a:close/>
                  <a:moveTo>
                    <a:pt x="2287" y="2109"/>
                  </a:moveTo>
                  <a:cubicBezTo>
                    <a:pt x="2290" y="2104"/>
                    <a:pt x="2275" y="2097"/>
                    <a:pt x="2278" y="2092"/>
                  </a:cubicBezTo>
                  <a:cubicBezTo>
                    <a:pt x="2255" y="2071"/>
                    <a:pt x="2249" y="2065"/>
                    <a:pt x="2238" y="2057"/>
                  </a:cubicBezTo>
                  <a:cubicBezTo>
                    <a:pt x="2171" y="1981"/>
                    <a:pt x="2164" y="1971"/>
                    <a:pt x="2154" y="1960"/>
                  </a:cubicBezTo>
                  <a:cubicBezTo>
                    <a:pt x="2142" y="1931"/>
                    <a:pt x="2129" y="1927"/>
                    <a:pt x="2134" y="1925"/>
                  </a:cubicBezTo>
                  <a:cubicBezTo>
                    <a:pt x="2114" y="1892"/>
                    <a:pt x="2120" y="1880"/>
                    <a:pt x="2111" y="1884"/>
                  </a:cubicBezTo>
                  <a:cubicBezTo>
                    <a:pt x="2130" y="1947"/>
                    <a:pt x="2130" y="1956"/>
                    <a:pt x="2138" y="1965"/>
                  </a:cubicBezTo>
                  <a:cubicBezTo>
                    <a:pt x="2156" y="2001"/>
                    <a:pt x="2161" y="2009"/>
                    <a:pt x="2165" y="2016"/>
                  </a:cubicBezTo>
                  <a:cubicBezTo>
                    <a:pt x="2241" y="2106"/>
                    <a:pt x="2249" y="2115"/>
                    <a:pt x="2257" y="2124"/>
                  </a:cubicBezTo>
                  <a:cubicBezTo>
                    <a:pt x="2297" y="2157"/>
                    <a:pt x="2290" y="2154"/>
                    <a:pt x="2289" y="2151"/>
                  </a:cubicBezTo>
                  <a:cubicBezTo>
                    <a:pt x="2266" y="2122"/>
                    <a:pt x="2263" y="2119"/>
                    <a:pt x="2261" y="2115"/>
                  </a:cubicBezTo>
                  <a:cubicBezTo>
                    <a:pt x="2230" y="2077"/>
                    <a:pt x="2226" y="2072"/>
                    <a:pt x="2222" y="2068"/>
                  </a:cubicBezTo>
                  <a:cubicBezTo>
                    <a:pt x="2145" y="1970"/>
                    <a:pt x="2135" y="1952"/>
                    <a:pt x="2129" y="1932"/>
                  </a:cubicBezTo>
                  <a:cubicBezTo>
                    <a:pt x="2130" y="1930"/>
                    <a:pt x="2131" y="1933"/>
                    <a:pt x="2132" y="1935"/>
                  </a:cubicBezTo>
                  <a:cubicBezTo>
                    <a:pt x="2149" y="1960"/>
                    <a:pt x="2153" y="1970"/>
                    <a:pt x="2160" y="1980"/>
                  </a:cubicBezTo>
                  <a:cubicBezTo>
                    <a:pt x="2278" y="2109"/>
                    <a:pt x="2294" y="2127"/>
                    <a:pt x="2306" y="2137"/>
                  </a:cubicBezTo>
                  <a:cubicBezTo>
                    <a:pt x="2332" y="2156"/>
                    <a:pt x="2329" y="2152"/>
                    <a:pt x="2326" y="2148"/>
                  </a:cubicBezTo>
                  <a:close/>
                  <a:moveTo>
                    <a:pt x="2053" y="2152"/>
                  </a:moveTo>
                  <a:cubicBezTo>
                    <a:pt x="2050" y="2149"/>
                    <a:pt x="2047" y="2146"/>
                    <a:pt x="2044" y="2143"/>
                  </a:cubicBezTo>
                  <a:cubicBezTo>
                    <a:pt x="1998" y="2065"/>
                    <a:pt x="1997" y="2058"/>
                    <a:pt x="1990" y="2051"/>
                  </a:cubicBezTo>
                  <a:cubicBezTo>
                    <a:pt x="1985" y="2027"/>
                    <a:pt x="1976" y="2020"/>
                    <a:pt x="1977" y="2013"/>
                  </a:cubicBezTo>
                  <a:cubicBezTo>
                    <a:pt x="1954" y="1965"/>
                    <a:pt x="1949" y="1958"/>
                    <a:pt x="1946" y="1951"/>
                  </a:cubicBezTo>
                  <a:cubicBezTo>
                    <a:pt x="1914" y="1909"/>
                    <a:pt x="1916" y="1898"/>
                    <a:pt x="1909" y="1902"/>
                  </a:cubicBezTo>
                  <a:cubicBezTo>
                    <a:pt x="1964" y="2006"/>
                    <a:pt x="1964" y="2013"/>
                    <a:pt x="1969" y="2020"/>
                  </a:cubicBezTo>
                  <a:cubicBezTo>
                    <a:pt x="1975" y="2054"/>
                    <a:pt x="1980" y="2048"/>
                    <a:pt x="1973" y="2042"/>
                  </a:cubicBezTo>
                  <a:cubicBezTo>
                    <a:pt x="1958" y="1998"/>
                    <a:pt x="1946" y="1991"/>
                    <a:pt x="1946" y="1985"/>
                  </a:cubicBezTo>
                  <a:cubicBezTo>
                    <a:pt x="1938" y="1961"/>
                    <a:pt x="1933" y="1954"/>
                    <a:pt x="1932" y="1948"/>
                  </a:cubicBezTo>
                  <a:cubicBezTo>
                    <a:pt x="1894" y="1894"/>
                    <a:pt x="1887" y="1878"/>
                    <a:pt x="1871" y="1862"/>
                  </a:cubicBezTo>
                  <a:cubicBezTo>
                    <a:pt x="1891" y="1889"/>
                    <a:pt x="1892" y="1894"/>
                    <a:pt x="1892" y="1896"/>
                  </a:cubicBezTo>
                  <a:cubicBezTo>
                    <a:pt x="1909" y="1927"/>
                    <a:pt x="1919" y="1934"/>
                    <a:pt x="1920" y="1941"/>
                  </a:cubicBezTo>
                  <a:cubicBezTo>
                    <a:pt x="1933" y="1985"/>
                    <a:pt x="1947" y="1989"/>
                    <a:pt x="1941" y="1992"/>
                  </a:cubicBezTo>
                  <a:cubicBezTo>
                    <a:pt x="1959" y="2027"/>
                    <a:pt x="1955" y="2030"/>
                    <a:pt x="1960" y="2034"/>
                  </a:cubicBezTo>
                  <a:cubicBezTo>
                    <a:pt x="1971" y="2058"/>
                    <a:pt x="1975" y="2062"/>
                    <a:pt x="1973" y="2065"/>
                  </a:cubicBezTo>
                  <a:cubicBezTo>
                    <a:pt x="1988" y="2092"/>
                    <a:pt x="1993" y="2101"/>
                    <a:pt x="1997" y="2106"/>
                  </a:cubicBezTo>
                  <a:cubicBezTo>
                    <a:pt x="2007" y="2117"/>
                    <a:pt x="2003" y="2121"/>
                    <a:pt x="2008" y="2125"/>
                  </a:cubicBezTo>
                  <a:cubicBezTo>
                    <a:pt x="2032" y="2158"/>
                    <a:pt x="2033" y="2159"/>
                    <a:pt x="2033" y="2160"/>
                  </a:cubicBezTo>
                  <a:cubicBezTo>
                    <a:pt x="2054" y="2159"/>
                    <a:pt x="2055" y="2155"/>
                    <a:pt x="2053" y="2152"/>
                  </a:cubicBezTo>
                  <a:close/>
                  <a:moveTo>
                    <a:pt x="1986" y="2063"/>
                  </a:moveTo>
                  <a:cubicBezTo>
                    <a:pt x="1990" y="2061"/>
                    <a:pt x="1992" y="2073"/>
                    <a:pt x="1994" y="2076"/>
                  </a:cubicBezTo>
                  <a:cubicBezTo>
                    <a:pt x="1990" y="2078"/>
                    <a:pt x="1988" y="2066"/>
                    <a:pt x="1986" y="2063"/>
                  </a:cubicBezTo>
                  <a:close/>
                  <a:moveTo>
                    <a:pt x="1994" y="2082"/>
                  </a:moveTo>
                  <a:cubicBezTo>
                    <a:pt x="1998" y="2079"/>
                    <a:pt x="2001" y="2089"/>
                    <a:pt x="2001" y="2090"/>
                  </a:cubicBezTo>
                  <a:cubicBezTo>
                    <a:pt x="1997" y="2093"/>
                    <a:pt x="1994" y="2084"/>
                    <a:pt x="1994" y="2082"/>
                  </a:cubicBezTo>
                  <a:close/>
                  <a:moveTo>
                    <a:pt x="2131" y="2130"/>
                  </a:moveTo>
                  <a:cubicBezTo>
                    <a:pt x="2118" y="2116"/>
                    <a:pt x="2116" y="2103"/>
                    <a:pt x="2108" y="2093"/>
                  </a:cubicBezTo>
                  <a:cubicBezTo>
                    <a:pt x="2098" y="2069"/>
                    <a:pt x="2091" y="2065"/>
                    <a:pt x="2093" y="2062"/>
                  </a:cubicBezTo>
                  <a:cubicBezTo>
                    <a:pt x="2091" y="2052"/>
                    <a:pt x="2077" y="2048"/>
                    <a:pt x="2083" y="2045"/>
                  </a:cubicBezTo>
                  <a:cubicBezTo>
                    <a:pt x="2070" y="2022"/>
                    <a:pt x="2061" y="2018"/>
                    <a:pt x="2065" y="2014"/>
                  </a:cubicBezTo>
                  <a:cubicBezTo>
                    <a:pt x="2029" y="1967"/>
                    <a:pt x="2018" y="1954"/>
                    <a:pt x="2008" y="1942"/>
                  </a:cubicBezTo>
                  <a:cubicBezTo>
                    <a:pt x="1967" y="1911"/>
                    <a:pt x="1963" y="1895"/>
                    <a:pt x="1958" y="1899"/>
                  </a:cubicBezTo>
                  <a:cubicBezTo>
                    <a:pt x="1975" y="1915"/>
                    <a:pt x="1972" y="1915"/>
                    <a:pt x="1974" y="1917"/>
                  </a:cubicBezTo>
                  <a:cubicBezTo>
                    <a:pt x="1982" y="1923"/>
                    <a:pt x="1981" y="1926"/>
                    <a:pt x="1983" y="1927"/>
                  </a:cubicBezTo>
                  <a:cubicBezTo>
                    <a:pt x="1994" y="1939"/>
                    <a:pt x="2002" y="1942"/>
                    <a:pt x="2003" y="1947"/>
                  </a:cubicBezTo>
                  <a:cubicBezTo>
                    <a:pt x="2037" y="1994"/>
                    <a:pt x="2046" y="1999"/>
                    <a:pt x="2043" y="2002"/>
                  </a:cubicBezTo>
                  <a:cubicBezTo>
                    <a:pt x="2081" y="2062"/>
                    <a:pt x="2085" y="2066"/>
                    <a:pt x="2081" y="2069"/>
                  </a:cubicBezTo>
                  <a:cubicBezTo>
                    <a:pt x="2099" y="2104"/>
                    <a:pt x="2108" y="2108"/>
                    <a:pt x="2106" y="2111"/>
                  </a:cubicBezTo>
                  <a:cubicBezTo>
                    <a:pt x="2133" y="2152"/>
                    <a:pt x="2137" y="2156"/>
                    <a:pt x="2140" y="2160"/>
                  </a:cubicBezTo>
                  <a:cubicBezTo>
                    <a:pt x="2134" y="2139"/>
                    <a:pt x="2135" y="2135"/>
                    <a:pt x="2131" y="2130"/>
                  </a:cubicBezTo>
                  <a:close/>
                  <a:moveTo>
                    <a:pt x="1953" y="2098"/>
                  </a:moveTo>
                  <a:cubicBezTo>
                    <a:pt x="1948" y="2092"/>
                    <a:pt x="1950" y="2087"/>
                    <a:pt x="1945" y="2082"/>
                  </a:cubicBezTo>
                  <a:cubicBezTo>
                    <a:pt x="1929" y="2043"/>
                    <a:pt x="1925" y="2038"/>
                    <a:pt x="1922" y="2033"/>
                  </a:cubicBezTo>
                  <a:cubicBezTo>
                    <a:pt x="1895" y="1982"/>
                    <a:pt x="1887" y="1965"/>
                    <a:pt x="1879" y="1948"/>
                  </a:cubicBezTo>
                  <a:cubicBezTo>
                    <a:pt x="1818" y="1881"/>
                    <a:pt x="1815" y="1878"/>
                    <a:pt x="1812" y="1874"/>
                  </a:cubicBezTo>
                  <a:cubicBezTo>
                    <a:pt x="1782" y="1840"/>
                    <a:pt x="1776" y="1833"/>
                    <a:pt x="1770" y="1826"/>
                  </a:cubicBezTo>
                  <a:cubicBezTo>
                    <a:pt x="1762" y="1799"/>
                    <a:pt x="1761" y="1796"/>
                    <a:pt x="1758" y="1793"/>
                  </a:cubicBezTo>
                  <a:cubicBezTo>
                    <a:pt x="1765" y="1828"/>
                    <a:pt x="1769" y="1831"/>
                    <a:pt x="1771" y="1834"/>
                  </a:cubicBezTo>
                  <a:cubicBezTo>
                    <a:pt x="1787" y="1872"/>
                    <a:pt x="1798" y="1884"/>
                    <a:pt x="1805" y="1897"/>
                  </a:cubicBezTo>
                  <a:cubicBezTo>
                    <a:pt x="1855" y="1977"/>
                    <a:pt x="1865" y="1982"/>
                    <a:pt x="1858" y="1987"/>
                  </a:cubicBezTo>
                  <a:cubicBezTo>
                    <a:pt x="1871" y="2021"/>
                    <a:pt x="1882" y="2026"/>
                    <a:pt x="1878" y="2030"/>
                  </a:cubicBezTo>
                  <a:cubicBezTo>
                    <a:pt x="1897" y="2067"/>
                    <a:pt x="1895" y="2071"/>
                    <a:pt x="1895" y="2076"/>
                  </a:cubicBezTo>
                  <a:cubicBezTo>
                    <a:pt x="1916" y="2110"/>
                    <a:pt x="1914" y="2113"/>
                    <a:pt x="1917" y="2117"/>
                  </a:cubicBezTo>
                  <a:cubicBezTo>
                    <a:pt x="1930" y="2144"/>
                    <a:pt x="1944" y="2148"/>
                    <a:pt x="1938" y="2151"/>
                  </a:cubicBezTo>
                  <a:cubicBezTo>
                    <a:pt x="1908" y="2125"/>
                    <a:pt x="1906" y="2119"/>
                    <a:pt x="1902" y="2119"/>
                  </a:cubicBezTo>
                  <a:cubicBezTo>
                    <a:pt x="1880" y="2084"/>
                    <a:pt x="1881" y="2073"/>
                    <a:pt x="1872" y="2062"/>
                  </a:cubicBezTo>
                  <a:cubicBezTo>
                    <a:pt x="1844" y="1984"/>
                    <a:pt x="1839" y="1972"/>
                    <a:pt x="1835" y="1960"/>
                  </a:cubicBezTo>
                  <a:cubicBezTo>
                    <a:pt x="1801" y="1900"/>
                    <a:pt x="1797" y="1896"/>
                    <a:pt x="1793" y="1893"/>
                  </a:cubicBezTo>
                  <a:cubicBezTo>
                    <a:pt x="1774" y="1859"/>
                    <a:pt x="1767" y="1846"/>
                    <a:pt x="1762" y="1833"/>
                  </a:cubicBezTo>
                  <a:cubicBezTo>
                    <a:pt x="1750" y="1801"/>
                    <a:pt x="1755" y="1799"/>
                    <a:pt x="1749" y="1798"/>
                  </a:cubicBezTo>
                  <a:cubicBezTo>
                    <a:pt x="1756" y="1854"/>
                    <a:pt x="1767" y="1859"/>
                    <a:pt x="1764" y="1863"/>
                  </a:cubicBezTo>
                  <a:cubicBezTo>
                    <a:pt x="1814" y="1937"/>
                    <a:pt x="1812" y="1939"/>
                    <a:pt x="1813" y="1942"/>
                  </a:cubicBezTo>
                  <a:cubicBezTo>
                    <a:pt x="1829" y="1975"/>
                    <a:pt x="1835" y="1983"/>
                    <a:pt x="1836" y="1991"/>
                  </a:cubicBezTo>
                  <a:cubicBezTo>
                    <a:pt x="1844" y="2024"/>
                    <a:pt x="1855" y="2034"/>
                    <a:pt x="1853" y="2043"/>
                  </a:cubicBezTo>
                  <a:cubicBezTo>
                    <a:pt x="1864" y="2071"/>
                    <a:pt x="1874" y="2079"/>
                    <a:pt x="1873" y="2086"/>
                  </a:cubicBezTo>
                  <a:cubicBezTo>
                    <a:pt x="1891" y="2122"/>
                    <a:pt x="1900" y="2126"/>
                    <a:pt x="1897" y="2130"/>
                  </a:cubicBezTo>
                  <a:cubicBezTo>
                    <a:pt x="1882" y="2116"/>
                    <a:pt x="1872" y="2115"/>
                    <a:pt x="1867" y="2106"/>
                  </a:cubicBezTo>
                  <a:cubicBezTo>
                    <a:pt x="1838" y="2045"/>
                    <a:pt x="1844" y="2043"/>
                    <a:pt x="1841" y="2039"/>
                  </a:cubicBezTo>
                  <a:cubicBezTo>
                    <a:pt x="1833" y="2016"/>
                    <a:pt x="1826" y="2012"/>
                    <a:pt x="1829" y="2009"/>
                  </a:cubicBezTo>
                  <a:cubicBezTo>
                    <a:pt x="1816" y="1976"/>
                    <a:pt x="1808" y="1972"/>
                    <a:pt x="1811" y="1970"/>
                  </a:cubicBezTo>
                  <a:cubicBezTo>
                    <a:pt x="1790" y="1923"/>
                    <a:pt x="1781" y="1915"/>
                    <a:pt x="1781" y="1909"/>
                  </a:cubicBezTo>
                  <a:cubicBezTo>
                    <a:pt x="1766" y="1879"/>
                    <a:pt x="1766" y="1877"/>
                    <a:pt x="1763" y="1878"/>
                  </a:cubicBezTo>
                  <a:cubicBezTo>
                    <a:pt x="1742" y="1849"/>
                    <a:pt x="1740" y="1846"/>
                    <a:pt x="1733" y="1841"/>
                  </a:cubicBezTo>
                  <a:cubicBezTo>
                    <a:pt x="1715" y="1818"/>
                    <a:pt x="1714" y="1815"/>
                    <a:pt x="1714" y="1812"/>
                  </a:cubicBezTo>
                  <a:cubicBezTo>
                    <a:pt x="1727" y="1844"/>
                    <a:pt x="1742" y="1853"/>
                    <a:pt x="1743" y="1861"/>
                  </a:cubicBezTo>
                  <a:cubicBezTo>
                    <a:pt x="1757" y="1878"/>
                    <a:pt x="1754" y="1878"/>
                    <a:pt x="1760" y="1881"/>
                  </a:cubicBezTo>
                  <a:cubicBezTo>
                    <a:pt x="1776" y="1914"/>
                    <a:pt x="1774" y="1917"/>
                    <a:pt x="1778" y="1921"/>
                  </a:cubicBezTo>
                  <a:cubicBezTo>
                    <a:pt x="1797" y="1967"/>
                    <a:pt x="1804" y="1974"/>
                    <a:pt x="1803" y="1980"/>
                  </a:cubicBezTo>
                  <a:cubicBezTo>
                    <a:pt x="1816" y="2004"/>
                    <a:pt x="1818" y="2007"/>
                    <a:pt x="1818" y="2010"/>
                  </a:cubicBezTo>
                  <a:cubicBezTo>
                    <a:pt x="1839" y="2053"/>
                    <a:pt x="1837" y="2064"/>
                    <a:pt x="1844" y="2077"/>
                  </a:cubicBezTo>
                  <a:cubicBezTo>
                    <a:pt x="1851" y="2111"/>
                    <a:pt x="1845" y="2108"/>
                    <a:pt x="1840" y="2104"/>
                  </a:cubicBezTo>
                  <a:cubicBezTo>
                    <a:pt x="1828" y="2075"/>
                    <a:pt x="1822" y="2070"/>
                    <a:pt x="1824" y="2066"/>
                  </a:cubicBezTo>
                  <a:cubicBezTo>
                    <a:pt x="1808" y="2022"/>
                    <a:pt x="1804" y="2018"/>
                    <a:pt x="1804" y="2014"/>
                  </a:cubicBezTo>
                  <a:cubicBezTo>
                    <a:pt x="1785" y="1965"/>
                    <a:pt x="1784" y="1956"/>
                    <a:pt x="1777" y="1947"/>
                  </a:cubicBezTo>
                  <a:cubicBezTo>
                    <a:pt x="1709" y="1843"/>
                    <a:pt x="1702" y="1835"/>
                    <a:pt x="1696" y="1827"/>
                  </a:cubicBezTo>
                  <a:cubicBezTo>
                    <a:pt x="1678" y="1809"/>
                    <a:pt x="1683" y="1819"/>
                    <a:pt x="1694" y="1829"/>
                  </a:cubicBezTo>
                  <a:cubicBezTo>
                    <a:pt x="1774" y="1968"/>
                    <a:pt x="1780" y="1973"/>
                    <a:pt x="1778" y="1978"/>
                  </a:cubicBezTo>
                  <a:cubicBezTo>
                    <a:pt x="1798" y="2025"/>
                    <a:pt x="1796" y="2029"/>
                    <a:pt x="1801" y="2034"/>
                  </a:cubicBezTo>
                  <a:cubicBezTo>
                    <a:pt x="1816" y="2074"/>
                    <a:pt x="1818" y="2079"/>
                    <a:pt x="1818" y="2083"/>
                  </a:cubicBezTo>
                  <a:cubicBezTo>
                    <a:pt x="1807" y="2079"/>
                    <a:pt x="1798" y="2072"/>
                    <a:pt x="1800" y="2066"/>
                  </a:cubicBezTo>
                  <a:cubicBezTo>
                    <a:pt x="1777" y="2022"/>
                    <a:pt x="1771" y="2013"/>
                    <a:pt x="1772" y="2004"/>
                  </a:cubicBezTo>
                  <a:cubicBezTo>
                    <a:pt x="1744" y="1951"/>
                    <a:pt x="1749" y="1948"/>
                    <a:pt x="1747" y="1945"/>
                  </a:cubicBezTo>
                  <a:cubicBezTo>
                    <a:pt x="1686" y="1847"/>
                    <a:pt x="1680" y="1838"/>
                    <a:pt x="1674" y="1829"/>
                  </a:cubicBezTo>
                  <a:cubicBezTo>
                    <a:pt x="1622" y="1769"/>
                    <a:pt x="1618" y="1765"/>
                    <a:pt x="1615" y="1765"/>
                  </a:cubicBezTo>
                  <a:cubicBezTo>
                    <a:pt x="1609" y="1758"/>
                    <a:pt x="1612" y="1765"/>
                    <a:pt x="1613" y="1766"/>
                  </a:cubicBezTo>
                  <a:cubicBezTo>
                    <a:pt x="1624" y="1783"/>
                    <a:pt x="1626" y="1781"/>
                    <a:pt x="1628" y="1783"/>
                  </a:cubicBezTo>
                  <a:cubicBezTo>
                    <a:pt x="1674" y="1842"/>
                    <a:pt x="1678" y="1848"/>
                    <a:pt x="1682" y="1854"/>
                  </a:cubicBezTo>
                  <a:cubicBezTo>
                    <a:pt x="1701" y="1881"/>
                    <a:pt x="1707" y="1894"/>
                    <a:pt x="1715" y="1906"/>
                  </a:cubicBezTo>
                  <a:cubicBezTo>
                    <a:pt x="1727" y="1930"/>
                    <a:pt x="1729" y="1936"/>
                    <a:pt x="1736" y="1943"/>
                  </a:cubicBezTo>
                  <a:cubicBezTo>
                    <a:pt x="1744" y="1966"/>
                    <a:pt x="1743" y="1968"/>
                    <a:pt x="1747" y="1968"/>
                  </a:cubicBezTo>
                  <a:cubicBezTo>
                    <a:pt x="1770" y="2038"/>
                    <a:pt x="1776" y="2044"/>
                    <a:pt x="1778" y="2051"/>
                  </a:cubicBezTo>
                  <a:cubicBezTo>
                    <a:pt x="1771" y="2070"/>
                    <a:pt x="1774" y="2059"/>
                    <a:pt x="1769" y="2056"/>
                  </a:cubicBezTo>
                  <a:cubicBezTo>
                    <a:pt x="1747" y="2020"/>
                    <a:pt x="1752" y="2016"/>
                    <a:pt x="1745" y="2010"/>
                  </a:cubicBezTo>
                  <a:cubicBezTo>
                    <a:pt x="1715" y="1936"/>
                    <a:pt x="1713" y="1925"/>
                    <a:pt x="1702" y="1914"/>
                  </a:cubicBezTo>
                  <a:cubicBezTo>
                    <a:pt x="1630" y="1803"/>
                    <a:pt x="1634" y="1800"/>
                    <a:pt x="1628" y="1797"/>
                  </a:cubicBezTo>
                  <a:cubicBezTo>
                    <a:pt x="1600" y="1765"/>
                    <a:pt x="1599" y="1763"/>
                    <a:pt x="1597" y="1761"/>
                  </a:cubicBezTo>
                  <a:cubicBezTo>
                    <a:pt x="1566" y="1730"/>
                    <a:pt x="1561" y="1720"/>
                    <a:pt x="1556" y="1724"/>
                  </a:cubicBezTo>
                  <a:cubicBezTo>
                    <a:pt x="1586" y="1755"/>
                    <a:pt x="1586" y="1757"/>
                    <a:pt x="1586" y="1758"/>
                  </a:cubicBezTo>
                  <a:cubicBezTo>
                    <a:pt x="1615" y="1791"/>
                    <a:pt x="1614" y="1796"/>
                    <a:pt x="1620" y="1801"/>
                  </a:cubicBezTo>
                  <a:cubicBezTo>
                    <a:pt x="1654" y="1845"/>
                    <a:pt x="1656" y="1849"/>
                    <a:pt x="1658" y="1854"/>
                  </a:cubicBezTo>
                  <a:cubicBezTo>
                    <a:pt x="1689" y="1898"/>
                    <a:pt x="1690" y="1916"/>
                    <a:pt x="1706" y="1935"/>
                  </a:cubicBezTo>
                  <a:cubicBezTo>
                    <a:pt x="1722" y="1975"/>
                    <a:pt x="1720" y="1980"/>
                    <a:pt x="1727" y="1986"/>
                  </a:cubicBezTo>
                  <a:cubicBezTo>
                    <a:pt x="1749" y="2039"/>
                    <a:pt x="1747" y="2042"/>
                    <a:pt x="1751" y="2046"/>
                  </a:cubicBezTo>
                  <a:cubicBezTo>
                    <a:pt x="1731" y="2045"/>
                    <a:pt x="1736" y="2043"/>
                    <a:pt x="1736" y="2042"/>
                  </a:cubicBezTo>
                  <a:cubicBezTo>
                    <a:pt x="1729" y="2030"/>
                    <a:pt x="1722" y="2030"/>
                    <a:pt x="1721" y="2025"/>
                  </a:cubicBezTo>
                  <a:cubicBezTo>
                    <a:pt x="1705" y="1989"/>
                    <a:pt x="1703" y="1986"/>
                    <a:pt x="1701" y="1982"/>
                  </a:cubicBezTo>
                  <a:cubicBezTo>
                    <a:pt x="1678" y="1917"/>
                    <a:pt x="1672" y="1914"/>
                    <a:pt x="1673" y="1911"/>
                  </a:cubicBezTo>
                  <a:cubicBezTo>
                    <a:pt x="1649" y="1865"/>
                    <a:pt x="1643" y="1851"/>
                    <a:pt x="1635" y="1837"/>
                  </a:cubicBezTo>
                  <a:cubicBezTo>
                    <a:pt x="1559" y="1756"/>
                    <a:pt x="1556" y="1741"/>
                    <a:pt x="1551" y="1745"/>
                  </a:cubicBezTo>
                  <a:cubicBezTo>
                    <a:pt x="1597" y="1790"/>
                    <a:pt x="1595" y="1802"/>
                    <a:pt x="1601" y="1806"/>
                  </a:cubicBezTo>
                  <a:cubicBezTo>
                    <a:pt x="1633" y="1854"/>
                    <a:pt x="1637" y="1856"/>
                    <a:pt x="1640" y="1859"/>
                  </a:cubicBezTo>
                  <a:cubicBezTo>
                    <a:pt x="1659" y="1900"/>
                    <a:pt x="1663" y="1912"/>
                    <a:pt x="1668" y="1924"/>
                  </a:cubicBezTo>
                  <a:cubicBezTo>
                    <a:pt x="1678" y="1954"/>
                    <a:pt x="1685" y="1958"/>
                    <a:pt x="1682" y="1961"/>
                  </a:cubicBezTo>
                  <a:cubicBezTo>
                    <a:pt x="1703" y="2007"/>
                    <a:pt x="1705" y="2010"/>
                    <a:pt x="1705" y="2013"/>
                  </a:cubicBezTo>
                  <a:cubicBezTo>
                    <a:pt x="1678" y="2001"/>
                    <a:pt x="1677" y="1990"/>
                    <a:pt x="1672" y="1979"/>
                  </a:cubicBezTo>
                  <a:cubicBezTo>
                    <a:pt x="1652" y="1934"/>
                    <a:pt x="1653" y="1923"/>
                    <a:pt x="1645" y="1912"/>
                  </a:cubicBezTo>
                  <a:cubicBezTo>
                    <a:pt x="1599" y="1833"/>
                    <a:pt x="1593" y="1822"/>
                    <a:pt x="1586" y="1811"/>
                  </a:cubicBezTo>
                  <a:cubicBezTo>
                    <a:pt x="1536" y="1756"/>
                    <a:pt x="1532" y="1745"/>
                    <a:pt x="1528" y="1751"/>
                  </a:cubicBezTo>
                  <a:cubicBezTo>
                    <a:pt x="1611" y="1868"/>
                    <a:pt x="1622" y="1877"/>
                    <a:pt x="1621" y="1884"/>
                  </a:cubicBezTo>
                  <a:cubicBezTo>
                    <a:pt x="1657" y="1966"/>
                    <a:pt x="1659" y="1973"/>
                    <a:pt x="1661" y="1980"/>
                  </a:cubicBezTo>
                  <a:cubicBezTo>
                    <a:pt x="1659" y="1992"/>
                    <a:pt x="1650" y="1988"/>
                    <a:pt x="1654" y="1985"/>
                  </a:cubicBezTo>
                  <a:cubicBezTo>
                    <a:pt x="1639" y="1948"/>
                    <a:pt x="1637" y="1945"/>
                    <a:pt x="1637" y="1942"/>
                  </a:cubicBezTo>
                  <a:cubicBezTo>
                    <a:pt x="1617" y="1901"/>
                    <a:pt x="1611" y="1897"/>
                    <a:pt x="1611" y="1893"/>
                  </a:cubicBezTo>
                  <a:cubicBezTo>
                    <a:pt x="1598" y="1864"/>
                    <a:pt x="1591" y="1859"/>
                    <a:pt x="1592" y="1854"/>
                  </a:cubicBezTo>
                  <a:cubicBezTo>
                    <a:pt x="1557" y="1807"/>
                    <a:pt x="1547" y="1795"/>
                    <a:pt x="1534" y="1775"/>
                  </a:cubicBezTo>
                  <a:cubicBezTo>
                    <a:pt x="1499" y="1716"/>
                    <a:pt x="1487" y="1716"/>
                    <a:pt x="1490" y="1709"/>
                  </a:cubicBezTo>
                  <a:cubicBezTo>
                    <a:pt x="1471" y="1695"/>
                    <a:pt x="1481" y="1700"/>
                    <a:pt x="1478" y="1705"/>
                  </a:cubicBezTo>
                  <a:cubicBezTo>
                    <a:pt x="1495" y="1729"/>
                    <a:pt x="1497" y="1739"/>
                    <a:pt x="1509" y="1750"/>
                  </a:cubicBezTo>
                  <a:cubicBezTo>
                    <a:pt x="1567" y="1831"/>
                    <a:pt x="1575" y="1850"/>
                    <a:pt x="1591" y="1870"/>
                  </a:cubicBezTo>
                  <a:cubicBezTo>
                    <a:pt x="1604" y="1903"/>
                    <a:pt x="1608" y="1908"/>
                    <a:pt x="1611" y="1913"/>
                  </a:cubicBezTo>
                  <a:cubicBezTo>
                    <a:pt x="1624" y="1938"/>
                    <a:pt x="1630" y="1948"/>
                    <a:pt x="1633" y="1958"/>
                  </a:cubicBezTo>
                  <a:cubicBezTo>
                    <a:pt x="1642" y="1982"/>
                    <a:pt x="1642" y="1986"/>
                    <a:pt x="1639" y="1984"/>
                  </a:cubicBezTo>
                  <a:cubicBezTo>
                    <a:pt x="1625" y="1963"/>
                    <a:pt x="1617" y="1957"/>
                    <a:pt x="1613" y="1952"/>
                  </a:cubicBezTo>
                  <a:cubicBezTo>
                    <a:pt x="1560" y="1857"/>
                    <a:pt x="1565" y="1850"/>
                    <a:pt x="1558" y="1849"/>
                  </a:cubicBezTo>
                  <a:cubicBezTo>
                    <a:pt x="1547" y="1828"/>
                    <a:pt x="1545" y="1823"/>
                    <a:pt x="1542" y="1817"/>
                  </a:cubicBezTo>
                  <a:cubicBezTo>
                    <a:pt x="1489" y="1732"/>
                    <a:pt x="1485" y="1727"/>
                    <a:pt x="1482" y="1722"/>
                  </a:cubicBezTo>
                  <a:cubicBezTo>
                    <a:pt x="1513" y="1785"/>
                    <a:pt x="1517" y="1796"/>
                    <a:pt x="1524" y="1807"/>
                  </a:cubicBezTo>
                  <a:cubicBezTo>
                    <a:pt x="1541" y="1834"/>
                    <a:pt x="1545" y="1836"/>
                    <a:pt x="1544" y="1839"/>
                  </a:cubicBezTo>
                  <a:cubicBezTo>
                    <a:pt x="1569" y="1882"/>
                    <a:pt x="1568" y="1884"/>
                    <a:pt x="1571" y="1887"/>
                  </a:cubicBezTo>
                  <a:cubicBezTo>
                    <a:pt x="1586" y="1924"/>
                    <a:pt x="1598" y="1930"/>
                    <a:pt x="1593" y="1935"/>
                  </a:cubicBezTo>
                  <a:cubicBezTo>
                    <a:pt x="1607" y="1957"/>
                    <a:pt x="1611" y="1963"/>
                    <a:pt x="1611" y="1969"/>
                  </a:cubicBezTo>
                  <a:cubicBezTo>
                    <a:pt x="1597" y="1946"/>
                    <a:pt x="1587" y="1941"/>
                    <a:pt x="1585" y="1936"/>
                  </a:cubicBezTo>
                  <a:cubicBezTo>
                    <a:pt x="1566" y="1896"/>
                    <a:pt x="1559" y="1888"/>
                    <a:pt x="1558" y="1882"/>
                  </a:cubicBezTo>
                  <a:cubicBezTo>
                    <a:pt x="1519" y="1808"/>
                    <a:pt x="1519" y="1803"/>
                    <a:pt x="1509" y="1796"/>
                  </a:cubicBezTo>
                  <a:cubicBezTo>
                    <a:pt x="1461" y="1735"/>
                    <a:pt x="1463" y="1723"/>
                    <a:pt x="1453" y="1729"/>
                  </a:cubicBezTo>
                  <a:cubicBezTo>
                    <a:pt x="1493" y="1780"/>
                    <a:pt x="1495" y="1789"/>
                    <a:pt x="1510" y="1807"/>
                  </a:cubicBezTo>
                  <a:cubicBezTo>
                    <a:pt x="1534" y="1842"/>
                    <a:pt x="1531" y="1846"/>
                    <a:pt x="1537" y="1851"/>
                  </a:cubicBezTo>
                  <a:cubicBezTo>
                    <a:pt x="1567" y="1924"/>
                    <a:pt x="1569" y="1925"/>
                    <a:pt x="1571" y="1930"/>
                  </a:cubicBezTo>
                  <a:cubicBezTo>
                    <a:pt x="1564" y="1936"/>
                    <a:pt x="1565" y="1932"/>
                    <a:pt x="1559" y="1926"/>
                  </a:cubicBezTo>
                  <a:cubicBezTo>
                    <a:pt x="1546" y="1892"/>
                    <a:pt x="1538" y="1883"/>
                    <a:pt x="1535" y="1875"/>
                  </a:cubicBezTo>
                  <a:cubicBezTo>
                    <a:pt x="1519" y="1836"/>
                    <a:pt x="1508" y="1831"/>
                    <a:pt x="1510" y="1827"/>
                  </a:cubicBezTo>
                  <a:cubicBezTo>
                    <a:pt x="1469" y="1771"/>
                    <a:pt x="1465" y="1766"/>
                    <a:pt x="1461" y="1761"/>
                  </a:cubicBezTo>
                  <a:cubicBezTo>
                    <a:pt x="1444" y="1739"/>
                    <a:pt x="1431" y="1733"/>
                    <a:pt x="1428" y="1723"/>
                  </a:cubicBezTo>
                  <a:cubicBezTo>
                    <a:pt x="1425" y="1727"/>
                    <a:pt x="1434" y="1739"/>
                    <a:pt x="1453" y="1759"/>
                  </a:cubicBezTo>
                  <a:cubicBezTo>
                    <a:pt x="1523" y="1869"/>
                    <a:pt x="1526" y="1882"/>
                    <a:pt x="1534" y="1894"/>
                  </a:cubicBezTo>
                  <a:cubicBezTo>
                    <a:pt x="1549" y="1926"/>
                    <a:pt x="1556" y="1929"/>
                    <a:pt x="1550" y="1932"/>
                  </a:cubicBezTo>
                  <a:cubicBezTo>
                    <a:pt x="1542" y="1913"/>
                    <a:pt x="1534" y="1909"/>
                    <a:pt x="1533" y="1906"/>
                  </a:cubicBezTo>
                  <a:cubicBezTo>
                    <a:pt x="1495" y="1833"/>
                    <a:pt x="1476" y="1810"/>
                    <a:pt x="1459" y="1785"/>
                  </a:cubicBezTo>
                  <a:cubicBezTo>
                    <a:pt x="1417" y="1742"/>
                    <a:pt x="1414" y="1733"/>
                    <a:pt x="1410" y="1736"/>
                  </a:cubicBezTo>
                  <a:cubicBezTo>
                    <a:pt x="1394" y="1726"/>
                    <a:pt x="1394" y="1727"/>
                    <a:pt x="1402" y="1734"/>
                  </a:cubicBezTo>
                  <a:cubicBezTo>
                    <a:pt x="1439" y="1772"/>
                    <a:pt x="1445" y="1779"/>
                    <a:pt x="1451" y="1786"/>
                  </a:cubicBezTo>
                  <a:cubicBezTo>
                    <a:pt x="1508" y="1883"/>
                    <a:pt x="1516" y="1888"/>
                    <a:pt x="1515" y="1893"/>
                  </a:cubicBezTo>
                  <a:cubicBezTo>
                    <a:pt x="1504" y="1899"/>
                    <a:pt x="1504" y="1879"/>
                    <a:pt x="1491" y="1865"/>
                  </a:cubicBezTo>
                  <a:cubicBezTo>
                    <a:pt x="1444" y="1801"/>
                    <a:pt x="1434" y="1788"/>
                    <a:pt x="1426" y="1777"/>
                  </a:cubicBezTo>
                  <a:cubicBezTo>
                    <a:pt x="1377" y="1728"/>
                    <a:pt x="1370" y="1719"/>
                    <a:pt x="1362" y="1714"/>
                  </a:cubicBezTo>
                  <a:cubicBezTo>
                    <a:pt x="1346" y="1711"/>
                    <a:pt x="1356" y="1715"/>
                    <a:pt x="1366" y="1722"/>
                  </a:cubicBezTo>
                  <a:cubicBezTo>
                    <a:pt x="1407" y="1762"/>
                    <a:pt x="1407" y="1764"/>
                    <a:pt x="1408" y="1766"/>
                  </a:cubicBezTo>
                  <a:cubicBezTo>
                    <a:pt x="1428" y="1793"/>
                    <a:pt x="1434" y="1799"/>
                    <a:pt x="1437" y="1807"/>
                  </a:cubicBezTo>
                  <a:cubicBezTo>
                    <a:pt x="1487" y="1871"/>
                    <a:pt x="1483" y="1873"/>
                    <a:pt x="1487" y="1877"/>
                  </a:cubicBezTo>
                  <a:cubicBezTo>
                    <a:pt x="1476" y="1863"/>
                    <a:pt x="1472" y="1862"/>
                    <a:pt x="1468" y="1856"/>
                  </a:cubicBezTo>
                  <a:cubicBezTo>
                    <a:pt x="1427" y="1802"/>
                    <a:pt x="1420" y="1793"/>
                    <a:pt x="1413" y="1785"/>
                  </a:cubicBezTo>
                  <a:cubicBezTo>
                    <a:pt x="1367" y="1738"/>
                    <a:pt x="1363" y="1737"/>
                    <a:pt x="1359" y="1734"/>
                  </a:cubicBezTo>
                  <a:cubicBezTo>
                    <a:pt x="1354" y="1737"/>
                    <a:pt x="1364" y="1736"/>
                    <a:pt x="1360" y="1742"/>
                  </a:cubicBezTo>
                  <a:cubicBezTo>
                    <a:pt x="1397" y="1776"/>
                    <a:pt x="1401" y="1785"/>
                    <a:pt x="1407" y="1785"/>
                  </a:cubicBezTo>
                  <a:cubicBezTo>
                    <a:pt x="1423" y="1806"/>
                    <a:pt x="1419" y="1809"/>
                    <a:pt x="1425" y="1812"/>
                  </a:cubicBezTo>
                  <a:cubicBezTo>
                    <a:pt x="1406" y="1793"/>
                    <a:pt x="1402" y="1796"/>
                    <a:pt x="1399" y="1789"/>
                  </a:cubicBezTo>
                  <a:cubicBezTo>
                    <a:pt x="1348" y="1746"/>
                    <a:pt x="1344" y="1739"/>
                    <a:pt x="1339" y="1737"/>
                  </a:cubicBezTo>
                  <a:cubicBezTo>
                    <a:pt x="1363" y="1764"/>
                    <a:pt x="1373" y="1773"/>
                    <a:pt x="1384" y="1782"/>
                  </a:cubicBezTo>
                  <a:cubicBezTo>
                    <a:pt x="1426" y="1841"/>
                    <a:pt x="1439" y="1847"/>
                    <a:pt x="1436" y="1852"/>
                  </a:cubicBezTo>
                  <a:cubicBezTo>
                    <a:pt x="1387" y="1806"/>
                    <a:pt x="1370" y="1785"/>
                    <a:pt x="1346" y="1769"/>
                  </a:cubicBezTo>
                  <a:cubicBezTo>
                    <a:pt x="1360" y="1787"/>
                    <a:pt x="1371" y="1797"/>
                    <a:pt x="1382" y="1810"/>
                  </a:cubicBezTo>
                  <a:cubicBezTo>
                    <a:pt x="1406" y="1837"/>
                    <a:pt x="1399" y="1838"/>
                    <a:pt x="1397" y="1837"/>
                  </a:cubicBezTo>
                  <a:cubicBezTo>
                    <a:pt x="1375" y="1825"/>
                    <a:pt x="1370" y="1821"/>
                    <a:pt x="1364" y="1819"/>
                  </a:cubicBezTo>
                  <a:cubicBezTo>
                    <a:pt x="1320" y="1789"/>
                    <a:pt x="1322" y="1785"/>
                    <a:pt x="1315" y="1787"/>
                  </a:cubicBezTo>
                  <a:cubicBezTo>
                    <a:pt x="1340" y="1807"/>
                    <a:pt x="1342" y="1812"/>
                    <a:pt x="1345" y="1810"/>
                  </a:cubicBezTo>
                  <a:cubicBezTo>
                    <a:pt x="1368" y="1829"/>
                    <a:pt x="1363" y="1830"/>
                    <a:pt x="1362" y="1830"/>
                  </a:cubicBezTo>
                  <a:cubicBezTo>
                    <a:pt x="1356" y="1828"/>
                    <a:pt x="1352" y="1825"/>
                    <a:pt x="1351" y="1825"/>
                  </a:cubicBezTo>
                  <a:cubicBezTo>
                    <a:pt x="1327" y="1814"/>
                    <a:pt x="1316" y="1808"/>
                    <a:pt x="1305" y="1801"/>
                  </a:cubicBezTo>
                  <a:cubicBezTo>
                    <a:pt x="1262" y="1781"/>
                    <a:pt x="1259" y="1767"/>
                    <a:pt x="1256" y="1772"/>
                  </a:cubicBezTo>
                  <a:cubicBezTo>
                    <a:pt x="1310" y="1809"/>
                    <a:pt x="1312" y="1813"/>
                    <a:pt x="1315" y="1816"/>
                  </a:cubicBezTo>
                  <a:cubicBezTo>
                    <a:pt x="1348" y="1831"/>
                    <a:pt x="1354" y="1834"/>
                    <a:pt x="1360" y="1837"/>
                  </a:cubicBezTo>
                  <a:cubicBezTo>
                    <a:pt x="1335" y="1835"/>
                    <a:pt x="1324" y="1831"/>
                    <a:pt x="1313" y="1827"/>
                  </a:cubicBezTo>
                  <a:cubicBezTo>
                    <a:pt x="1261" y="1800"/>
                    <a:pt x="1258" y="1801"/>
                    <a:pt x="1256" y="1798"/>
                  </a:cubicBezTo>
                  <a:cubicBezTo>
                    <a:pt x="1273" y="1814"/>
                    <a:pt x="1277" y="1818"/>
                    <a:pt x="1281" y="1817"/>
                  </a:cubicBezTo>
                  <a:cubicBezTo>
                    <a:pt x="1357" y="1850"/>
                    <a:pt x="1373" y="1856"/>
                    <a:pt x="1389" y="1858"/>
                  </a:cubicBezTo>
                  <a:cubicBezTo>
                    <a:pt x="1405" y="1865"/>
                    <a:pt x="1410" y="1855"/>
                    <a:pt x="1414" y="1863"/>
                  </a:cubicBezTo>
                  <a:cubicBezTo>
                    <a:pt x="1444" y="1870"/>
                    <a:pt x="1451" y="1864"/>
                    <a:pt x="1456" y="1875"/>
                  </a:cubicBezTo>
                  <a:cubicBezTo>
                    <a:pt x="1436" y="1875"/>
                    <a:pt x="1434" y="1872"/>
                    <a:pt x="1432" y="1873"/>
                  </a:cubicBezTo>
                  <a:cubicBezTo>
                    <a:pt x="1374" y="1864"/>
                    <a:pt x="1366" y="1865"/>
                    <a:pt x="1358" y="1865"/>
                  </a:cubicBezTo>
                  <a:cubicBezTo>
                    <a:pt x="1291" y="1849"/>
                    <a:pt x="1274" y="1844"/>
                    <a:pt x="1258" y="1837"/>
                  </a:cubicBezTo>
                  <a:cubicBezTo>
                    <a:pt x="1235" y="1830"/>
                    <a:pt x="1245" y="1833"/>
                    <a:pt x="1254" y="1843"/>
                  </a:cubicBezTo>
                  <a:cubicBezTo>
                    <a:pt x="1297" y="1857"/>
                    <a:pt x="1302" y="1862"/>
                    <a:pt x="1309" y="1862"/>
                  </a:cubicBezTo>
                  <a:cubicBezTo>
                    <a:pt x="1370" y="1874"/>
                    <a:pt x="1373" y="1874"/>
                    <a:pt x="1376" y="1876"/>
                  </a:cubicBezTo>
                  <a:cubicBezTo>
                    <a:pt x="1408" y="1881"/>
                    <a:pt x="1411" y="1881"/>
                    <a:pt x="1414" y="1880"/>
                  </a:cubicBezTo>
                  <a:cubicBezTo>
                    <a:pt x="1453" y="1886"/>
                    <a:pt x="1460" y="1888"/>
                    <a:pt x="1468" y="1888"/>
                  </a:cubicBezTo>
                  <a:cubicBezTo>
                    <a:pt x="1485" y="1901"/>
                    <a:pt x="1482" y="1899"/>
                    <a:pt x="1480" y="1895"/>
                  </a:cubicBezTo>
                  <a:cubicBezTo>
                    <a:pt x="1446" y="1893"/>
                    <a:pt x="1439" y="1894"/>
                    <a:pt x="1433" y="1892"/>
                  </a:cubicBezTo>
                  <a:cubicBezTo>
                    <a:pt x="1389" y="1885"/>
                    <a:pt x="1383" y="1890"/>
                    <a:pt x="1377" y="1886"/>
                  </a:cubicBezTo>
                  <a:cubicBezTo>
                    <a:pt x="1312" y="1879"/>
                    <a:pt x="1305" y="1878"/>
                    <a:pt x="1298" y="1877"/>
                  </a:cubicBezTo>
                  <a:cubicBezTo>
                    <a:pt x="1251" y="1868"/>
                    <a:pt x="1244" y="1862"/>
                    <a:pt x="1238" y="1860"/>
                  </a:cubicBezTo>
                  <a:cubicBezTo>
                    <a:pt x="1194" y="1840"/>
                    <a:pt x="1191" y="1831"/>
                    <a:pt x="1187" y="1832"/>
                  </a:cubicBezTo>
                  <a:cubicBezTo>
                    <a:pt x="1191" y="1840"/>
                    <a:pt x="1193" y="1842"/>
                    <a:pt x="1196" y="1842"/>
                  </a:cubicBezTo>
                  <a:cubicBezTo>
                    <a:pt x="1235" y="1868"/>
                    <a:pt x="1231" y="1872"/>
                    <a:pt x="1237" y="1876"/>
                  </a:cubicBezTo>
                  <a:cubicBezTo>
                    <a:pt x="1277" y="1893"/>
                    <a:pt x="1287" y="1900"/>
                    <a:pt x="1297" y="1901"/>
                  </a:cubicBezTo>
                  <a:cubicBezTo>
                    <a:pt x="1344" y="1919"/>
                    <a:pt x="1345" y="1915"/>
                    <a:pt x="1347" y="1915"/>
                  </a:cubicBezTo>
                  <a:cubicBezTo>
                    <a:pt x="1368" y="1921"/>
                    <a:pt x="1378" y="1923"/>
                    <a:pt x="1388" y="1923"/>
                  </a:cubicBezTo>
                  <a:cubicBezTo>
                    <a:pt x="1424" y="1924"/>
                    <a:pt x="1429" y="1924"/>
                    <a:pt x="1434" y="1926"/>
                  </a:cubicBezTo>
                  <a:cubicBezTo>
                    <a:pt x="1471" y="1929"/>
                    <a:pt x="1476" y="1925"/>
                    <a:pt x="1482" y="1924"/>
                  </a:cubicBezTo>
                  <a:cubicBezTo>
                    <a:pt x="1534" y="1939"/>
                    <a:pt x="1537" y="1934"/>
                    <a:pt x="1540" y="1941"/>
                  </a:cubicBezTo>
                  <a:cubicBezTo>
                    <a:pt x="1500" y="1945"/>
                    <a:pt x="1498" y="1942"/>
                    <a:pt x="1495" y="1942"/>
                  </a:cubicBezTo>
                  <a:cubicBezTo>
                    <a:pt x="1459" y="1941"/>
                    <a:pt x="1454" y="1941"/>
                    <a:pt x="1449" y="1939"/>
                  </a:cubicBezTo>
                  <a:cubicBezTo>
                    <a:pt x="1431" y="1941"/>
                    <a:pt x="1428" y="1939"/>
                    <a:pt x="1426" y="1939"/>
                  </a:cubicBezTo>
                  <a:cubicBezTo>
                    <a:pt x="1378" y="1935"/>
                    <a:pt x="1368" y="1933"/>
                    <a:pt x="1358" y="1932"/>
                  </a:cubicBezTo>
                  <a:cubicBezTo>
                    <a:pt x="1308" y="1915"/>
                    <a:pt x="1302" y="1919"/>
                    <a:pt x="1298" y="1912"/>
                  </a:cubicBezTo>
                  <a:cubicBezTo>
                    <a:pt x="1255" y="1901"/>
                    <a:pt x="1252" y="1892"/>
                    <a:pt x="1248" y="1898"/>
                  </a:cubicBezTo>
                  <a:cubicBezTo>
                    <a:pt x="1315" y="1926"/>
                    <a:pt x="1322" y="1930"/>
                    <a:pt x="1329" y="1934"/>
                  </a:cubicBezTo>
                  <a:cubicBezTo>
                    <a:pt x="1363" y="1942"/>
                    <a:pt x="1366" y="1946"/>
                    <a:pt x="1370" y="1942"/>
                  </a:cubicBezTo>
                  <a:cubicBezTo>
                    <a:pt x="1405" y="1951"/>
                    <a:pt x="1409" y="1944"/>
                    <a:pt x="1412" y="1951"/>
                  </a:cubicBezTo>
                  <a:cubicBezTo>
                    <a:pt x="1436" y="1950"/>
                    <a:pt x="1440" y="1952"/>
                    <a:pt x="1443" y="1950"/>
                  </a:cubicBezTo>
                  <a:cubicBezTo>
                    <a:pt x="1503" y="1951"/>
                    <a:pt x="1509" y="1953"/>
                    <a:pt x="1516" y="1953"/>
                  </a:cubicBezTo>
                  <a:cubicBezTo>
                    <a:pt x="1533" y="1951"/>
                    <a:pt x="1535" y="1956"/>
                    <a:pt x="1538" y="1951"/>
                  </a:cubicBezTo>
                  <a:cubicBezTo>
                    <a:pt x="1563" y="1955"/>
                    <a:pt x="1566" y="1957"/>
                    <a:pt x="1570" y="1958"/>
                  </a:cubicBezTo>
                  <a:cubicBezTo>
                    <a:pt x="1559" y="1961"/>
                    <a:pt x="1554" y="1959"/>
                    <a:pt x="1548" y="1957"/>
                  </a:cubicBezTo>
                  <a:cubicBezTo>
                    <a:pt x="1508" y="1964"/>
                    <a:pt x="1503" y="1955"/>
                    <a:pt x="1497" y="1961"/>
                  </a:cubicBezTo>
                  <a:cubicBezTo>
                    <a:pt x="1474" y="1964"/>
                    <a:pt x="1469" y="1958"/>
                    <a:pt x="1463" y="1959"/>
                  </a:cubicBezTo>
                  <a:cubicBezTo>
                    <a:pt x="1409" y="1959"/>
                    <a:pt x="1407" y="1959"/>
                    <a:pt x="1404" y="1958"/>
                  </a:cubicBezTo>
                  <a:cubicBezTo>
                    <a:pt x="1376" y="1951"/>
                    <a:pt x="1373" y="1953"/>
                    <a:pt x="1371" y="1953"/>
                  </a:cubicBezTo>
                  <a:cubicBezTo>
                    <a:pt x="1342" y="1946"/>
                    <a:pt x="1340" y="1946"/>
                    <a:pt x="1337" y="1947"/>
                  </a:cubicBezTo>
                  <a:cubicBezTo>
                    <a:pt x="1306" y="1936"/>
                    <a:pt x="1300" y="1933"/>
                    <a:pt x="1295" y="1929"/>
                  </a:cubicBezTo>
                  <a:cubicBezTo>
                    <a:pt x="1311" y="1945"/>
                    <a:pt x="1321" y="1945"/>
                    <a:pt x="1330" y="1953"/>
                  </a:cubicBezTo>
                  <a:cubicBezTo>
                    <a:pt x="1406" y="1967"/>
                    <a:pt x="1412" y="1971"/>
                    <a:pt x="1417" y="1970"/>
                  </a:cubicBezTo>
                  <a:cubicBezTo>
                    <a:pt x="1439" y="1969"/>
                    <a:pt x="1441" y="1974"/>
                    <a:pt x="1444" y="1970"/>
                  </a:cubicBezTo>
                  <a:cubicBezTo>
                    <a:pt x="1465" y="1968"/>
                    <a:pt x="1468" y="1968"/>
                    <a:pt x="1471" y="1972"/>
                  </a:cubicBezTo>
                  <a:cubicBezTo>
                    <a:pt x="1495" y="1970"/>
                    <a:pt x="1501" y="1970"/>
                    <a:pt x="1507" y="1969"/>
                  </a:cubicBezTo>
                  <a:cubicBezTo>
                    <a:pt x="1590" y="1975"/>
                    <a:pt x="1601" y="1977"/>
                    <a:pt x="1613" y="1981"/>
                  </a:cubicBezTo>
                  <a:cubicBezTo>
                    <a:pt x="1550" y="1985"/>
                    <a:pt x="1546" y="1982"/>
                    <a:pt x="1542" y="1982"/>
                  </a:cubicBezTo>
                  <a:cubicBezTo>
                    <a:pt x="1459" y="1988"/>
                    <a:pt x="1455" y="1990"/>
                    <a:pt x="1452" y="1989"/>
                  </a:cubicBezTo>
                  <a:cubicBezTo>
                    <a:pt x="1436" y="1987"/>
                    <a:pt x="1432" y="1989"/>
                    <a:pt x="1428" y="1989"/>
                  </a:cubicBezTo>
                  <a:cubicBezTo>
                    <a:pt x="1385" y="1980"/>
                    <a:pt x="1377" y="1978"/>
                    <a:pt x="1369" y="1974"/>
                  </a:cubicBezTo>
                  <a:cubicBezTo>
                    <a:pt x="1327" y="1967"/>
                    <a:pt x="1332" y="1968"/>
                    <a:pt x="1337" y="1970"/>
                  </a:cubicBezTo>
                  <a:cubicBezTo>
                    <a:pt x="1394" y="1989"/>
                    <a:pt x="1400" y="1992"/>
                    <a:pt x="1407" y="1994"/>
                  </a:cubicBezTo>
                  <a:cubicBezTo>
                    <a:pt x="1442" y="2001"/>
                    <a:pt x="1447" y="1993"/>
                    <a:pt x="1451" y="1998"/>
                  </a:cubicBezTo>
                  <a:cubicBezTo>
                    <a:pt x="1487" y="1996"/>
                    <a:pt x="1495" y="1997"/>
                    <a:pt x="1504" y="1995"/>
                  </a:cubicBezTo>
                  <a:cubicBezTo>
                    <a:pt x="1559" y="1991"/>
                    <a:pt x="1563" y="1992"/>
                    <a:pt x="1568" y="1989"/>
                  </a:cubicBezTo>
                  <a:cubicBezTo>
                    <a:pt x="1606" y="1992"/>
                    <a:pt x="1610" y="1991"/>
                    <a:pt x="1613" y="1995"/>
                  </a:cubicBezTo>
                  <a:cubicBezTo>
                    <a:pt x="1597" y="1999"/>
                    <a:pt x="1593" y="1994"/>
                    <a:pt x="1589" y="1996"/>
                  </a:cubicBezTo>
                  <a:cubicBezTo>
                    <a:pt x="1540" y="1996"/>
                    <a:pt x="1530" y="2006"/>
                    <a:pt x="1522" y="2000"/>
                  </a:cubicBezTo>
                  <a:cubicBezTo>
                    <a:pt x="1435" y="2015"/>
                    <a:pt x="1427" y="2013"/>
                    <a:pt x="1419" y="2014"/>
                  </a:cubicBezTo>
                  <a:cubicBezTo>
                    <a:pt x="1387" y="2010"/>
                    <a:pt x="1380" y="2015"/>
                    <a:pt x="1373" y="2011"/>
                  </a:cubicBezTo>
                  <a:cubicBezTo>
                    <a:pt x="1321" y="2001"/>
                    <a:pt x="1314" y="1994"/>
                    <a:pt x="1306" y="1998"/>
                  </a:cubicBezTo>
                  <a:cubicBezTo>
                    <a:pt x="1360" y="2016"/>
                    <a:pt x="1363" y="2017"/>
                    <a:pt x="1366" y="2020"/>
                  </a:cubicBezTo>
                  <a:cubicBezTo>
                    <a:pt x="1460" y="2023"/>
                    <a:pt x="1472" y="2021"/>
                    <a:pt x="1484" y="2019"/>
                  </a:cubicBezTo>
                  <a:cubicBezTo>
                    <a:pt x="1525" y="2010"/>
                    <a:pt x="1531" y="2015"/>
                    <a:pt x="1537" y="2010"/>
                  </a:cubicBezTo>
                  <a:cubicBezTo>
                    <a:pt x="1568" y="2009"/>
                    <a:pt x="1580" y="2009"/>
                    <a:pt x="1593" y="2004"/>
                  </a:cubicBezTo>
                  <a:cubicBezTo>
                    <a:pt x="1659" y="2015"/>
                    <a:pt x="1655" y="2015"/>
                    <a:pt x="1652" y="2013"/>
                  </a:cubicBezTo>
                  <a:cubicBezTo>
                    <a:pt x="1627" y="2014"/>
                    <a:pt x="1624" y="2010"/>
                    <a:pt x="1620" y="2012"/>
                  </a:cubicBezTo>
                  <a:cubicBezTo>
                    <a:pt x="1560" y="2015"/>
                    <a:pt x="1558" y="2013"/>
                    <a:pt x="1555" y="2014"/>
                  </a:cubicBezTo>
                  <a:cubicBezTo>
                    <a:pt x="1496" y="2023"/>
                    <a:pt x="1475" y="2031"/>
                    <a:pt x="1455" y="2032"/>
                  </a:cubicBezTo>
                  <a:cubicBezTo>
                    <a:pt x="1436" y="2034"/>
                    <a:pt x="1431" y="2034"/>
                    <a:pt x="1425" y="2035"/>
                  </a:cubicBezTo>
                  <a:cubicBezTo>
                    <a:pt x="1408" y="2032"/>
                    <a:pt x="1405" y="2034"/>
                    <a:pt x="1402" y="2032"/>
                  </a:cubicBezTo>
                  <a:cubicBezTo>
                    <a:pt x="1354" y="2025"/>
                    <a:pt x="1344" y="2022"/>
                    <a:pt x="1334" y="2023"/>
                  </a:cubicBezTo>
                  <a:cubicBezTo>
                    <a:pt x="1379" y="2036"/>
                    <a:pt x="1386" y="2039"/>
                    <a:pt x="1393" y="2037"/>
                  </a:cubicBezTo>
                  <a:cubicBezTo>
                    <a:pt x="1421" y="2042"/>
                    <a:pt x="1429" y="2044"/>
                    <a:pt x="1437" y="2042"/>
                  </a:cubicBezTo>
                  <a:cubicBezTo>
                    <a:pt x="1470" y="2041"/>
                    <a:pt x="1479" y="2038"/>
                    <a:pt x="1487" y="2036"/>
                  </a:cubicBezTo>
                  <a:cubicBezTo>
                    <a:pt x="1527" y="2027"/>
                    <a:pt x="1530" y="2029"/>
                    <a:pt x="1534" y="2030"/>
                  </a:cubicBezTo>
                  <a:cubicBezTo>
                    <a:pt x="1579" y="2019"/>
                    <a:pt x="1581" y="2021"/>
                    <a:pt x="1584" y="2021"/>
                  </a:cubicBezTo>
                  <a:cubicBezTo>
                    <a:pt x="1624" y="2020"/>
                    <a:pt x="1628" y="2027"/>
                    <a:pt x="1633" y="2021"/>
                  </a:cubicBezTo>
                  <a:cubicBezTo>
                    <a:pt x="1660" y="2020"/>
                    <a:pt x="1662" y="2027"/>
                    <a:pt x="1666" y="2025"/>
                  </a:cubicBezTo>
                  <a:cubicBezTo>
                    <a:pt x="1674" y="2034"/>
                    <a:pt x="1666" y="2034"/>
                    <a:pt x="1659" y="2030"/>
                  </a:cubicBezTo>
                  <a:cubicBezTo>
                    <a:pt x="1620" y="2036"/>
                    <a:pt x="1616" y="2031"/>
                    <a:pt x="1612" y="2034"/>
                  </a:cubicBezTo>
                  <a:cubicBezTo>
                    <a:pt x="1572" y="2039"/>
                    <a:pt x="1567" y="2040"/>
                    <a:pt x="1563" y="2039"/>
                  </a:cubicBezTo>
                  <a:cubicBezTo>
                    <a:pt x="1523" y="2047"/>
                    <a:pt x="1514" y="2051"/>
                    <a:pt x="1505" y="2053"/>
                  </a:cubicBezTo>
                  <a:cubicBezTo>
                    <a:pt x="1459" y="2061"/>
                    <a:pt x="1457" y="2057"/>
                    <a:pt x="1455" y="2059"/>
                  </a:cubicBezTo>
                  <a:cubicBezTo>
                    <a:pt x="1413" y="2061"/>
                    <a:pt x="1408" y="2058"/>
                    <a:pt x="1404" y="2060"/>
                  </a:cubicBezTo>
                  <a:cubicBezTo>
                    <a:pt x="1384" y="2058"/>
                    <a:pt x="1379" y="2058"/>
                    <a:pt x="1375" y="2056"/>
                  </a:cubicBezTo>
                  <a:cubicBezTo>
                    <a:pt x="1369" y="2062"/>
                    <a:pt x="1374" y="2062"/>
                    <a:pt x="1379" y="2064"/>
                  </a:cubicBezTo>
                  <a:cubicBezTo>
                    <a:pt x="1401" y="2067"/>
                    <a:pt x="1404" y="2067"/>
                    <a:pt x="1406" y="2066"/>
                  </a:cubicBezTo>
                  <a:cubicBezTo>
                    <a:pt x="1450" y="2069"/>
                    <a:pt x="1452" y="2068"/>
                    <a:pt x="1454" y="2068"/>
                  </a:cubicBezTo>
                  <a:cubicBezTo>
                    <a:pt x="1479" y="2066"/>
                    <a:pt x="1481" y="2068"/>
                    <a:pt x="1484" y="2065"/>
                  </a:cubicBezTo>
                  <a:cubicBezTo>
                    <a:pt x="1510" y="2057"/>
                    <a:pt x="1515" y="2064"/>
                    <a:pt x="1520" y="2060"/>
                  </a:cubicBezTo>
                  <a:cubicBezTo>
                    <a:pt x="1573" y="2046"/>
                    <a:pt x="1583" y="2047"/>
                    <a:pt x="1593" y="2042"/>
                  </a:cubicBezTo>
                  <a:cubicBezTo>
                    <a:pt x="1612" y="2043"/>
                    <a:pt x="1614" y="2045"/>
                    <a:pt x="1617" y="2042"/>
                  </a:cubicBezTo>
                  <a:cubicBezTo>
                    <a:pt x="1655" y="2040"/>
                    <a:pt x="1659" y="2040"/>
                    <a:pt x="1663" y="2042"/>
                  </a:cubicBezTo>
                  <a:cubicBezTo>
                    <a:pt x="1683" y="2045"/>
                    <a:pt x="1686" y="2043"/>
                    <a:pt x="1684" y="2046"/>
                  </a:cubicBezTo>
                  <a:cubicBezTo>
                    <a:pt x="1632" y="2050"/>
                    <a:pt x="1619" y="2059"/>
                    <a:pt x="1606" y="2056"/>
                  </a:cubicBezTo>
                  <a:cubicBezTo>
                    <a:pt x="1581" y="2061"/>
                    <a:pt x="1574" y="2065"/>
                    <a:pt x="1567" y="2065"/>
                  </a:cubicBezTo>
                  <a:cubicBezTo>
                    <a:pt x="1520" y="2079"/>
                    <a:pt x="1514" y="2076"/>
                    <a:pt x="1507" y="2079"/>
                  </a:cubicBezTo>
                  <a:cubicBezTo>
                    <a:pt x="1442" y="2084"/>
                    <a:pt x="1436" y="2084"/>
                    <a:pt x="1430" y="2083"/>
                  </a:cubicBezTo>
                  <a:cubicBezTo>
                    <a:pt x="1403" y="2082"/>
                    <a:pt x="1396" y="2084"/>
                    <a:pt x="1390" y="2081"/>
                  </a:cubicBezTo>
                  <a:cubicBezTo>
                    <a:pt x="1375" y="2083"/>
                    <a:pt x="1378" y="2083"/>
                    <a:pt x="1380" y="2086"/>
                  </a:cubicBezTo>
                  <a:cubicBezTo>
                    <a:pt x="1410" y="2091"/>
                    <a:pt x="1416" y="2088"/>
                    <a:pt x="1422" y="2090"/>
                  </a:cubicBezTo>
                  <a:cubicBezTo>
                    <a:pt x="1444" y="2093"/>
                    <a:pt x="1449" y="2090"/>
                    <a:pt x="1454" y="2091"/>
                  </a:cubicBezTo>
                  <a:cubicBezTo>
                    <a:pt x="1474" y="2092"/>
                    <a:pt x="1476" y="2090"/>
                    <a:pt x="1479" y="2090"/>
                  </a:cubicBezTo>
                  <a:cubicBezTo>
                    <a:pt x="1499" y="2092"/>
                    <a:pt x="1502" y="2086"/>
                    <a:pt x="1505" y="2090"/>
                  </a:cubicBezTo>
                  <a:cubicBezTo>
                    <a:pt x="1530" y="2088"/>
                    <a:pt x="1523" y="2089"/>
                    <a:pt x="1519" y="2089"/>
                  </a:cubicBezTo>
                  <a:cubicBezTo>
                    <a:pt x="1499" y="2094"/>
                    <a:pt x="1496" y="2093"/>
                    <a:pt x="1494" y="2094"/>
                  </a:cubicBezTo>
                  <a:cubicBezTo>
                    <a:pt x="1424" y="2102"/>
                    <a:pt x="1408" y="2102"/>
                    <a:pt x="1392" y="2099"/>
                  </a:cubicBezTo>
                  <a:cubicBezTo>
                    <a:pt x="1350" y="2100"/>
                    <a:pt x="1347" y="2091"/>
                    <a:pt x="1342" y="2099"/>
                  </a:cubicBezTo>
                  <a:cubicBezTo>
                    <a:pt x="1393" y="2108"/>
                    <a:pt x="1398" y="2108"/>
                    <a:pt x="1403" y="2109"/>
                  </a:cubicBezTo>
                  <a:cubicBezTo>
                    <a:pt x="1445" y="2109"/>
                    <a:pt x="1447" y="2109"/>
                    <a:pt x="1450" y="2109"/>
                  </a:cubicBezTo>
                  <a:cubicBezTo>
                    <a:pt x="1483" y="2107"/>
                    <a:pt x="1486" y="2108"/>
                    <a:pt x="1489" y="2104"/>
                  </a:cubicBezTo>
                  <a:cubicBezTo>
                    <a:pt x="1507" y="2105"/>
                    <a:pt x="1510" y="2099"/>
                    <a:pt x="1512" y="2101"/>
                  </a:cubicBezTo>
                  <a:cubicBezTo>
                    <a:pt x="1571" y="2083"/>
                    <a:pt x="1581" y="2084"/>
                    <a:pt x="1593" y="2077"/>
                  </a:cubicBezTo>
                  <a:cubicBezTo>
                    <a:pt x="1647" y="2067"/>
                    <a:pt x="1652" y="2068"/>
                    <a:pt x="1658" y="2069"/>
                  </a:cubicBezTo>
                  <a:cubicBezTo>
                    <a:pt x="1693" y="2064"/>
                    <a:pt x="1696" y="2064"/>
                    <a:pt x="1698" y="2066"/>
                  </a:cubicBezTo>
                  <a:cubicBezTo>
                    <a:pt x="1717" y="2068"/>
                    <a:pt x="1725" y="2064"/>
                    <a:pt x="1721" y="2069"/>
                  </a:cubicBezTo>
                  <a:cubicBezTo>
                    <a:pt x="1669" y="2080"/>
                    <a:pt x="1665" y="2078"/>
                    <a:pt x="1660" y="2078"/>
                  </a:cubicBezTo>
                  <a:cubicBezTo>
                    <a:pt x="1614" y="2094"/>
                    <a:pt x="1604" y="2100"/>
                    <a:pt x="1596" y="2097"/>
                  </a:cubicBezTo>
                  <a:cubicBezTo>
                    <a:pt x="1557" y="2116"/>
                    <a:pt x="1553" y="2109"/>
                    <a:pt x="1548" y="2116"/>
                  </a:cubicBezTo>
                  <a:cubicBezTo>
                    <a:pt x="1445" y="2138"/>
                    <a:pt x="1438" y="2131"/>
                    <a:pt x="1429" y="2136"/>
                  </a:cubicBezTo>
                  <a:cubicBezTo>
                    <a:pt x="1420" y="2142"/>
                    <a:pt x="1430" y="2141"/>
                    <a:pt x="1440" y="2141"/>
                  </a:cubicBezTo>
                  <a:cubicBezTo>
                    <a:pt x="1461" y="2139"/>
                    <a:pt x="1466" y="2143"/>
                    <a:pt x="1471" y="2140"/>
                  </a:cubicBezTo>
                  <a:cubicBezTo>
                    <a:pt x="1507" y="2138"/>
                    <a:pt x="1513" y="2132"/>
                    <a:pt x="1518" y="2134"/>
                  </a:cubicBezTo>
                  <a:cubicBezTo>
                    <a:pt x="1553" y="2125"/>
                    <a:pt x="1558" y="2124"/>
                    <a:pt x="1563" y="2120"/>
                  </a:cubicBezTo>
                  <a:cubicBezTo>
                    <a:pt x="1600" y="2106"/>
                    <a:pt x="1607" y="2107"/>
                    <a:pt x="1614" y="2105"/>
                  </a:cubicBezTo>
                  <a:cubicBezTo>
                    <a:pt x="1634" y="2100"/>
                    <a:pt x="1638" y="2093"/>
                    <a:pt x="1641" y="2096"/>
                  </a:cubicBezTo>
                  <a:cubicBezTo>
                    <a:pt x="1680" y="2089"/>
                    <a:pt x="1688" y="2081"/>
                    <a:pt x="1694" y="2084"/>
                  </a:cubicBezTo>
                  <a:cubicBezTo>
                    <a:pt x="1728" y="2085"/>
                    <a:pt x="1733" y="2076"/>
                    <a:pt x="1736" y="2079"/>
                  </a:cubicBezTo>
                  <a:cubicBezTo>
                    <a:pt x="1753" y="2083"/>
                    <a:pt x="1748" y="2081"/>
                    <a:pt x="1744" y="2081"/>
                  </a:cubicBezTo>
                  <a:cubicBezTo>
                    <a:pt x="1711" y="2083"/>
                    <a:pt x="1705" y="2088"/>
                    <a:pt x="1700" y="2087"/>
                  </a:cubicBezTo>
                  <a:cubicBezTo>
                    <a:pt x="1635" y="2103"/>
                    <a:pt x="1629" y="2113"/>
                    <a:pt x="1624" y="2110"/>
                  </a:cubicBezTo>
                  <a:cubicBezTo>
                    <a:pt x="1587" y="2121"/>
                    <a:pt x="1585" y="2125"/>
                    <a:pt x="1585" y="2127"/>
                  </a:cubicBezTo>
                  <a:cubicBezTo>
                    <a:pt x="1565" y="2138"/>
                    <a:pt x="1558" y="2127"/>
                    <a:pt x="1561" y="2134"/>
                  </a:cubicBezTo>
                  <a:cubicBezTo>
                    <a:pt x="1521" y="2145"/>
                    <a:pt x="1515" y="2142"/>
                    <a:pt x="1509" y="2147"/>
                  </a:cubicBezTo>
                  <a:cubicBezTo>
                    <a:pt x="1471" y="2146"/>
                    <a:pt x="1465" y="2153"/>
                    <a:pt x="1459" y="2153"/>
                  </a:cubicBezTo>
                  <a:cubicBezTo>
                    <a:pt x="1437" y="2149"/>
                    <a:pt x="1431" y="2158"/>
                    <a:pt x="1425" y="2151"/>
                  </a:cubicBezTo>
                  <a:cubicBezTo>
                    <a:pt x="1386" y="2149"/>
                    <a:pt x="1381" y="2142"/>
                    <a:pt x="1375" y="2146"/>
                  </a:cubicBezTo>
                  <a:cubicBezTo>
                    <a:pt x="1415" y="2158"/>
                    <a:pt x="1423" y="2160"/>
                    <a:pt x="1431" y="2160"/>
                  </a:cubicBezTo>
                  <a:cubicBezTo>
                    <a:pt x="1439" y="2160"/>
                    <a:pt x="1439" y="2160"/>
                    <a:pt x="1439" y="2160"/>
                  </a:cubicBezTo>
                  <a:cubicBezTo>
                    <a:pt x="1511" y="2153"/>
                    <a:pt x="1516" y="2158"/>
                    <a:pt x="1521" y="2151"/>
                  </a:cubicBezTo>
                  <a:cubicBezTo>
                    <a:pt x="1584" y="2138"/>
                    <a:pt x="1595" y="2130"/>
                    <a:pt x="1606" y="2129"/>
                  </a:cubicBezTo>
                  <a:cubicBezTo>
                    <a:pt x="1656" y="2105"/>
                    <a:pt x="1669" y="2110"/>
                    <a:pt x="1684" y="2102"/>
                  </a:cubicBezTo>
                  <a:cubicBezTo>
                    <a:pt x="1733" y="2089"/>
                    <a:pt x="1739" y="2095"/>
                    <a:pt x="1746" y="2090"/>
                  </a:cubicBezTo>
                  <a:cubicBezTo>
                    <a:pt x="1782" y="2095"/>
                    <a:pt x="1786" y="2094"/>
                    <a:pt x="1789" y="2093"/>
                  </a:cubicBezTo>
                  <a:cubicBezTo>
                    <a:pt x="1806" y="2099"/>
                    <a:pt x="1809" y="2098"/>
                    <a:pt x="1807" y="2101"/>
                  </a:cubicBezTo>
                  <a:cubicBezTo>
                    <a:pt x="1749" y="2109"/>
                    <a:pt x="1745" y="2110"/>
                    <a:pt x="1742" y="2109"/>
                  </a:cubicBezTo>
                  <a:cubicBezTo>
                    <a:pt x="1689" y="2129"/>
                    <a:pt x="1681" y="2128"/>
                    <a:pt x="1674" y="2133"/>
                  </a:cubicBezTo>
                  <a:cubicBezTo>
                    <a:pt x="1644" y="2142"/>
                    <a:pt x="1636" y="2149"/>
                    <a:pt x="1628" y="2150"/>
                  </a:cubicBezTo>
                  <a:cubicBezTo>
                    <a:pt x="1608" y="2159"/>
                    <a:pt x="1608" y="2159"/>
                    <a:pt x="1607" y="2160"/>
                  </a:cubicBezTo>
                  <a:cubicBezTo>
                    <a:pt x="1648" y="2152"/>
                    <a:pt x="1658" y="2153"/>
                    <a:pt x="1668" y="2147"/>
                  </a:cubicBezTo>
                  <a:cubicBezTo>
                    <a:pt x="1748" y="2114"/>
                    <a:pt x="1753" y="2122"/>
                    <a:pt x="1759" y="2114"/>
                  </a:cubicBezTo>
                  <a:cubicBezTo>
                    <a:pt x="1784" y="2117"/>
                    <a:pt x="1781" y="2113"/>
                    <a:pt x="1777" y="2119"/>
                  </a:cubicBezTo>
                  <a:cubicBezTo>
                    <a:pt x="1751" y="2124"/>
                    <a:pt x="1748" y="2122"/>
                    <a:pt x="1744" y="2124"/>
                  </a:cubicBezTo>
                  <a:cubicBezTo>
                    <a:pt x="1696" y="2142"/>
                    <a:pt x="1692" y="2145"/>
                    <a:pt x="1688" y="2147"/>
                  </a:cubicBezTo>
                  <a:cubicBezTo>
                    <a:pt x="1681" y="2160"/>
                    <a:pt x="1681" y="2160"/>
                    <a:pt x="1681" y="2160"/>
                  </a:cubicBezTo>
                  <a:cubicBezTo>
                    <a:pt x="1723" y="2146"/>
                    <a:pt x="1728" y="2138"/>
                    <a:pt x="1732" y="2140"/>
                  </a:cubicBezTo>
                  <a:cubicBezTo>
                    <a:pt x="1800" y="2126"/>
                    <a:pt x="1805" y="2122"/>
                    <a:pt x="1809" y="2122"/>
                  </a:cubicBezTo>
                  <a:cubicBezTo>
                    <a:pt x="1859" y="2130"/>
                    <a:pt x="1849" y="2135"/>
                    <a:pt x="1839" y="2134"/>
                  </a:cubicBezTo>
                  <a:cubicBezTo>
                    <a:pt x="1796" y="2143"/>
                    <a:pt x="1782" y="2143"/>
                    <a:pt x="1769" y="2149"/>
                  </a:cubicBezTo>
                  <a:cubicBezTo>
                    <a:pt x="1776" y="2157"/>
                    <a:pt x="1784" y="2154"/>
                    <a:pt x="1792" y="2152"/>
                  </a:cubicBezTo>
                  <a:cubicBezTo>
                    <a:pt x="1836" y="2146"/>
                    <a:pt x="1848" y="2144"/>
                    <a:pt x="1860" y="2141"/>
                  </a:cubicBezTo>
                  <a:cubicBezTo>
                    <a:pt x="1890" y="2149"/>
                    <a:pt x="1883" y="2141"/>
                    <a:pt x="1875" y="2148"/>
                  </a:cubicBezTo>
                  <a:cubicBezTo>
                    <a:pt x="1809" y="2160"/>
                    <a:pt x="1809" y="2160"/>
                    <a:pt x="1809" y="2160"/>
                  </a:cubicBezTo>
                  <a:cubicBezTo>
                    <a:pt x="1855" y="2162"/>
                    <a:pt x="1860" y="2158"/>
                    <a:pt x="1864" y="2158"/>
                  </a:cubicBezTo>
                  <a:cubicBezTo>
                    <a:pt x="1880" y="2157"/>
                    <a:pt x="1882" y="2157"/>
                    <a:pt x="1884" y="2158"/>
                  </a:cubicBezTo>
                  <a:cubicBezTo>
                    <a:pt x="1900" y="2158"/>
                    <a:pt x="1895" y="2159"/>
                    <a:pt x="1890" y="2159"/>
                  </a:cubicBezTo>
                  <a:cubicBezTo>
                    <a:pt x="1969" y="2159"/>
                    <a:pt x="1968" y="2157"/>
                    <a:pt x="1966" y="2156"/>
                  </a:cubicBezTo>
                  <a:cubicBezTo>
                    <a:pt x="1951" y="2145"/>
                    <a:pt x="1947" y="2142"/>
                    <a:pt x="1942" y="2136"/>
                  </a:cubicBezTo>
                  <a:cubicBezTo>
                    <a:pt x="1928" y="2102"/>
                    <a:pt x="1921" y="2099"/>
                    <a:pt x="1919" y="2096"/>
                  </a:cubicBezTo>
                  <a:cubicBezTo>
                    <a:pt x="1906" y="2068"/>
                    <a:pt x="1903" y="2061"/>
                    <a:pt x="1900" y="2054"/>
                  </a:cubicBezTo>
                  <a:cubicBezTo>
                    <a:pt x="1884" y="2012"/>
                    <a:pt x="1880" y="2009"/>
                    <a:pt x="1880" y="2005"/>
                  </a:cubicBezTo>
                  <a:cubicBezTo>
                    <a:pt x="1870" y="1972"/>
                    <a:pt x="1863" y="1965"/>
                    <a:pt x="1863" y="1959"/>
                  </a:cubicBezTo>
                  <a:cubicBezTo>
                    <a:pt x="1799" y="1870"/>
                    <a:pt x="1800" y="1871"/>
                    <a:pt x="1801" y="1871"/>
                  </a:cubicBezTo>
                  <a:cubicBezTo>
                    <a:pt x="1846" y="1921"/>
                    <a:pt x="1856" y="1927"/>
                    <a:pt x="1867" y="1947"/>
                  </a:cubicBezTo>
                  <a:cubicBezTo>
                    <a:pt x="1895" y="2002"/>
                    <a:pt x="1899" y="2005"/>
                    <a:pt x="1901" y="2010"/>
                  </a:cubicBezTo>
                  <a:cubicBezTo>
                    <a:pt x="1908" y="2028"/>
                    <a:pt x="1914" y="2036"/>
                    <a:pt x="1916" y="2043"/>
                  </a:cubicBezTo>
                  <a:cubicBezTo>
                    <a:pt x="1949" y="2106"/>
                    <a:pt x="1957" y="2126"/>
                    <a:pt x="1968" y="2145"/>
                  </a:cubicBezTo>
                  <a:cubicBezTo>
                    <a:pt x="1993" y="2160"/>
                    <a:pt x="1993" y="2160"/>
                    <a:pt x="1993" y="2160"/>
                  </a:cubicBezTo>
                  <a:close/>
                  <a:moveTo>
                    <a:pt x="1432" y="1827"/>
                  </a:moveTo>
                  <a:cubicBezTo>
                    <a:pt x="1438" y="1821"/>
                    <a:pt x="1439" y="1838"/>
                    <a:pt x="1448" y="1842"/>
                  </a:cubicBezTo>
                  <a:cubicBezTo>
                    <a:pt x="1439" y="1846"/>
                    <a:pt x="1440" y="1832"/>
                    <a:pt x="1432" y="1827"/>
                  </a:cubicBezTo>
                  <a:close/>
                  <a:moveTo>
                    <a:pt x="1447" y="1848"/>
                  </a:moveTo>
                  <a:cubicBezTo>
                    <a:pt x="1453" y="1846"/>
                    <a:pt x="1456" y="1858"/>
                    <a:pt x="1459" y="1861"/>
                  </a:cubicBezTo>
                  <a:cubicBezTo>
                    <a:pt x="1452" y="1862"/>
                    <a:pt x="1449" y="1851"/>
                    <a:pt x="1447" y="1848"/>
                  </a:cubicBezTo>
                  <a:close/>
                  <a:moveTo>
                    <a:pt x="1239" y="1868"/>
                  </a:moveTo>
                  <a:cubicBezTo>
                    <a:pt x="1242" y="1867"/>
                    <a:pt x="1245" y="1869"/>
                    <a:pt x="1248" y="1872"/>
                  </a:cubicBezTo>
                  <a:cubicBezTo>
                    <a:pt x="1244" y="1878"/>
                    <a:pt x="1242" y="1871"/>
                    <a:pt x="1239" y="1868"/>
                  </a:cubicBezTo>
                  <a:close/>
                  <a:moveTo>
                    <a:pt x="1501" y="1919"/>
                  </a:moveTo>
                  <a:cubicBezTo>
                    <a:pt x="1497" y="1914"/>
                    <a:pt x="1493" y="1919"/>
                    <a:pt x="1489" y="1916"/>
                  </a:cubicBezTo>
                  <a:cubicBezTo>
                    <a:pt x="1435" y="1912"/>
                    <a:pt x="1432" y="1913"/>
                    <a:pt x="1430" y="1915"/>
                  </a:cubicBezTo>
                  <a:cubicBezTo>
                    <a:pt x="1404" y="1915"/>
                    <a:pt x="1397" y="1912"/>
                    <a:pt x="1389" y="1914"/>
                  </a:cubicBezTo>
                  <a:cubicBezTo>
                    <a:pt x="1360" y="1907"/>
                    <a:pt x="1356" y="1911"/>
                    <a:pt x="1352" y="1908"/>
                  </a:cubicBezTo>
                  <a:cubicBezTo>
                    <a:pt x="1313" y="1898"/>
                    <a:pt x="1309" y="1899"/>
                    <a:pt x="1305" y="1897"/>
                  </a:cubicBezTo>
                  <a:cubicBezTo>
                    <a:pt x="1253" y="1869"/>
                    <a:pt x="1256" y="1878"/>
                    <a:pt x="1260" y="1876"/>
                  </a:cubicBezTo>
                  <a:cubicBezTo>
                    <a:pt x="1307" y="1885"/>
                    <a:pt x="1326" y="1890"/>
                    <a:pt x="1345" y="1894"/>
                  </a:cubicBezTo>
                  <a:cubicBezTo>
                    <a:pt x="1379" y="1897"/>
                    <a:pt x="1384" y="1895"/>
                    <a:pt x="1388" y="1900"/>
                  </a:cubicBezTo>
                  <a:cubicBezTo>
                    <a:pt x="1422" y="1900"/>
                    <a:pt x="1426" y="1904"/>
                    <a:pt x="1431" y="1902"/>
                  </a:cubicBezTo>
                  <a:cubicBezTo>
                    <a:pt x="1464" y="1906"/>
                    <a:pt x="1469" y="1906"/>
                    <a:pt x="1474" y="1905"/>
                  </a:cubicBezTo>
                  <a:cubicBezTo>
                    <a:pt x="1493" y="1908"/>
                    <a:pt x="1497" y="1915"/>
                    <a:pt x="1501" y="1913"/>
                  </a:cubicBezTo>
                  <a:cubicBezTo>
                    <a:pt x="1510" y="1920"/>
                    <a:pt x="1506" y="1919"/>
                    <a:pt x="1501" y="1919"/>
                  </a:cubicBezTo>
                  <a:close/>
                  <a:moveTo>
                    <a:pt x="1546" y="1944"/>
                  </a:moveTo>
                  <a:cubicBezTo>
                    <a:pt x="1543" y="1939"/>
                    <a:pt x="1552" y="1938"/>
                    <a:pt x="1554" y="1943"/>
                  </a:cubicBezTo>
                  <a:cubicBezTo>
                    <a:pt x="1551" y="1944"/>
                    <a:pt x="1548" y="1942"/>
                    <a:pt x="1546" y="1944"/>
                  </a:cubicBezTo>
                  <a:close/>
                  <a:moveTo>
                    <a:pt x="1684" y="2032"/>
                  </a:moveTo>
                  <a:cubicBezTo>
                    <a:pt x="1688" y="2028"/>
                    <a:pt x="1691" y="2030"/>
                    <a:pt x="1694" y="2034"/>
                  </a:cubicBezTo>
                  <a:cubicBezTo>
                    <a:pt x="1691" y="2035"/>
                    <a:pt x="1687" y="2036"/>
                    <a:pt x="1684" y="2032"/>
                  </a:cubicBezTo>
                  <a:close/>
                  <a:moveTo>
                    <a:pt x="2011" y="2148"/>
                  </a:moveTo>
                  <a:cubicBezTo>
                    <a:pt x="2005" y="2140"/>
                    <a:pt x="2001" y="2132"/>
                    <a:pt x="1993" y="2124"/>
                  </a:cubicBezTo>
                  <a:cubicBezTo>
                    <a:pt x="1988" y="2113"/>
                    <a:pt x="1982" y="2101"/>
                    <a:pt x="1972" y="2090"/>
                  </a:cubicBezTo>
                  <a:cubicBezTo>
                    <a:pt x="1957" y="2060"/>
                    <a:pt x="1940" y="2030"/>
                    <a:pt x="1925" y="2000"/>
                  </a:cubicBezTo>
                  <a:cubicBezTo>
                    <a:pt x="1911" y="1971"/>
                    <a:pt x="1890" y="1940"/>
                    <a:pt x="1873" y="1910"/>
                  </a:cubicBezTo>
                  <a:cubicBezTo>
                    <a:pt x="1861" y="1900"/>
                    <a:pt x="1858" y="1893"/>
                    <a:pt x="1848" y="1885"/>
                  </a:cubicBezTo>
                  <a:cubicBezTo>
                    <a:pt x="1850" y="1882"/>
                    <a:pt x="1846" y="1884"/>
                    <a:pt x="1844" y="1881"/>
                  </a:cubicBezTo>
                  <a:cubicBezTo>
                    <a:pt x="1846" y="1878"/>
                    <a:pt x="1842" y="1876"/>
                    <a:pt x="1839" y="1876"/>
                  </a:cubicBezTo>
                  <a:cubicBezTo>
                    <a:pt x="1837" y="1871"/>
                    <a:pt x="1834" y="1864"/>
                    <a:pt x="1827" y="1869"/>
                  </a:cubicBezTo>
                  <a:cubicBezTo>
                    <a:pt x="1834" y="1873"/>
                    <a:pt x="1843" y="1891"/>
                    <a:pt x="1853" y="1895"/>
                  </a:cubicBezTo>
                  <a:cubicBezTo>
                    <a:pt x="1850" y="1899"/>
                    <a:pt x="1860" y="1904"/>
                    <a:pt x="1862" y="1908"/>
                  </a:cubicBezTo>
                  <a:cubicBezTo>
                    <a:pt x="1864" y="1913"/>
                    <a:pt x="1866" y="1918"/>
                    <a:pt x="1872" y="1923"/>
                  </a:cubicBezTo>
                  <a:cubicBezTo>
                    <a:pt x="1875" y="1932"/>
                    <a:pt x="1884" y="1941"/>
                    <a:pt x="1887" y="1950"/>
                  </a:cubicBezTo>
                  <a:cubicBezTo>
                    <a:pt x="1897" y="1968"/>
                    <a:pt x="1909" y="1986"/>
                    <a:pt x="1917" y="2004"/>
                  </a:cubicBezTo>
                  <a:cubicBezTo>
                    <a:pt x="1924" y="2014"/>
                    <a:pt x="1923" y="2022"/>
                    <a:pt x="1932" y="2032"/>
                  </a:cubicBezTo>
                  <a:cubicBezTo>
                    <a:pt x="1931" y="2040"/>
                    <a:pt x="1944" y="2050"/>
                    <a:pt x="1945" y="2059"/>
                  </a:cubicBezTo>
                  <a:cubicBezTo>
                    <a:pt x="1954" y="2068"/>
                    <a:pt x="1951" y="2077"/>
                    <a:pt x="1960" y="2086"/>
                  </a:cubicBezTo>
                  <a:cubicBezTo>
                    <a:pt x="1963" y="2095"/>
                    <a:pt x="1969" y="2104"/>
                    <a:pt x="1978" y="2114"/>
                  </a:cubicBezTo>
                  <a:cubicBezTo>
                    <a:pt x="1979" y="2119"/>
                    <a:pt x="1985" y="2124"/>
                    <a:pt x="1986" y="2130"/>
                  </a:cubicBezTo>
                  <a:cubicBezTo>
                    <a:pt x="1989" y="2132"/>
                    <a:pt x="1991" y="2135"/>
                    <a:pt x="1993" y="2138"/>
                  </a:cubicBezTo>
                  <a:cubicBezTo>
                    <a:pt x="1988" y="2140"/>
                    <a:pt x="2001" y="2144"/>
                    <a:pt x="1996" y="2147"/>
                  </a:cubicBezTo>
                  <a:cubicBezTo>
                    <a:pt x="2002" y="2150"/>
                    <a:pt x="2006" y="2155"/>
                    <a:pt x="2009" y="2160"/>
                  </a:cubicBezTo>
                  <a:cubicBezTo>
                    <a:pt x="2020" y="2160"/>
                    <a:pt x="2020" y="2160"/>
                    <a:pt x="2020" y="2160"/>
                  </a:cubicBezTo>
                  <a:cubicBezTo>
                    <a:pt x="2018" y="2157"/>
                    <a:pt x="2016" y="2153"/>
                    <a:pt x="2011" y="2148"/>
                  </a:cubicBezTo>
                  <a:close/>
                  <a:moveTo>
                    <a:pt x="2059" y="2103"/>
                  </a:moveTo>
                  <a:cubicBezTo>
                    <a:pt x="2045" y="2089"/>
                    <a:pt x="2040" y="2075"/>
                    <a:pt x="2028" y="2061"/>
                  </a:cubicBezTo>
                  <a:cubicBezTo>
                    <a:pt x="2030" y="2059"/>
                    <a:pt x="2026" y="2056"/>
                    <a:pt x="2024" y="2053"/>
                  </a:cubicBezTo>
                  <a:cubicBezTo>
                    <a:pt x="2025" y="2051"/>
                    <a:pt x="2025" y="2048"/>
                    <a:pt x="2023" y="2045"/>
                  </a:cubicBezTo>
                  <a:cubicBezTo>
                    <a:pt x="2012" y="2031"/>
                    <a:pt x="2008" y="2018"/>
                    <a:pt x="1998" y="2004"/>
                  </a:cubicBezTo>
                  <a:cubicBezTo>
                    <a:pt x="2003" y="2001"/>
                    <a:pt x="1990" y="1997"/>
                    <a:pt x="1995" y="1994"/>
                  </a:cubicBezTo>
                  <a:cubicBezTo>
                    <a:pt x="1994" y="1990"/>
                    <a:pt x="1985" y="1986"/>
                    <a:pt x="1988" y="1983"/>
                  </a:cubicBezTo>
                  <a:cubicBezTo>
                    <a:pt x="1981" y="1978"/>
                    <a:pt x="1982" y="1965"/>
                    <a:pt x="1972" y="1965"/>
                  </a:cubicBezTo>
                  <a:cubicBezTo>
                    <a:pt x="1974" y="1970"/>
                    <a:pt x="1977" y="1973"/>
                    <a:pt x="1984" y="1981"/>
                  </a:cubicBezTo>
                  <a:cubicBezTo>
                    <a:pt x="1985" y="1984"/>
                    <a:pt x="1980" y="1987"/>
                    <a:pt x="1986" y="1990"/>
                  </a:cubicBezTo>
                  <a:cubicBezTo>
                    <a:pt x="1986" y="1994"/>
                    <a:pt x="1988" y="1997"/>
                    <a:pt x="1992" y="2000"/>
                  </a:cubicBezTo>
                  <a:cubicBezTo>
                    <a:pt x="1991" y="2007"/>
                    <a:pt x="1999" y="2014"/>
                    <a:pt x="1998" y="2021"/>
                  </a:cubicBezTo>
                  <a:cubicBezTo>
                    <a:pt x="2003" y="2024"/>
                    <a:pt x="1999" y="2027"/>
                    <a:pt x="2004" y="2030"/>
                  </a:cubicBezTo>
                  <a:cubicBezTo>
                    <a:pt x="2005" y="2034"/>
                    <a:pt x="2009" y="2038"/>
                    <a:pt x="2008" y="2041"/>
                  </a:cubicBezTo>
                  <a:cubicBezTo>
                    <a:pt x="2013" y="2045"/>
                    <a:pt x="2009" y="2048"/>
                    <a:pt x="2013" y="2051"/>
                  </a:cubicBezTo>
                  <a:cubicBezTo>
                    <a:pt x="2011" y="2054"/>
                    <a:pt x="2020" y="2059"/>
                    <a:pt x="2017" y="2062"/>
                  </a:cubicBezTo>
                  <a:cubicBezTo>
                    <a:pt x="2030" y="2076"/>
                    <a:pt x="2030" y="2083"/>
                    <a:pt x="2044" y="2099"/>
                  </a:cubicBezTo>
                  <a:cubicBezTo>
                    <a:pt x="2052" y="2115"/>
                    <a:pt x="2060" y="2122"/>
                    <a:pt x="2069" y="2138"/>
                  </a:cubicBezTo>
                  <a:cubicBezTo>
                    <a:pt x="2077" y="2146"/>
                    <a:pt x="2081" y="2153"/>
                    <a:pt x="2086" y="2160"/>
                  </a:cubicBezTo>
                  <a:cubicBezTo>
                    <a:pt x="2099" y="2160"/>
                    <a:pt x="2099" y="2160"/>
                    <a:pt x="2099" y="2160"/>
                  </a:cubicBezTo>
                  <a:cubicBezTo>
                    <a:pt x="2091" y="2148"/>
                    <a:pt x="2081" y="2135"/>
                    <a:pt x="2070" y="2123"/>
                  </a:cubicBezTo>
                  <a:cubicBezTo>
                    <a:pt x="2066" y="2113"/>
                    <a:pt x="2063" y="2112"/>
                    <a:pt x="2059" y="2103"/>
                  </a:cubicBezTo>
                  <a:close/>
                  <a:moveTo>
                    <a:pt x="2096" y="2123"/>
                  </a:moveTo>
                  <a:cubicBezTo>
                    <a:pt x="2093" y="2118"/>
                    <a:pt x="2089" y="2113"/>
                    <a:pt x="2090" y="2109"/>
                  </a:cubicBezTo>
                  <a:cubicBezTo>
                    <a:pt x="2080" y="2105"/>
                    <a:pt x="2076" y="2091"/>
                    <a:pt x="2070" y="2083"/>
                  </a:cubicBezTo>
                  <a:cubicBezTo>
                    <a:pt x="2062" y="2079"/>
                    <a:pt x="2070" y="2069"/>
                    <a:pt x="2063" y="2071"/>
                  </a:cubicBezTo>
                  <a:cubicBezTo>
                    <a:pt x="2062" y="2067"/>
                    <a:pt x="2055" y="2061"/>
                    <a:pt x="2056" y="2057"/>
                  </a:cubicBezTo>
                  <a:cubicBezTo>
                    <a:pt x="2045" y="2047"/>
                    <a:pt x="2049" y="2038"/>
                    <a:pt x="2036" y="2028"/>
                  </a:cubicBezTo>
                  <a:cubicBezTo>
                    <a:pt x="2039" y="2023"/>
                    <a:pt x="2029" y="2017"/>
                    <a:pt x="2031" y="2012"/>
                  </a:cubicBezTo>
                  <a:cubicBezTo>
                    <a:pt x="2025" y="2006"/>
                    <a:pt x="2027" y="2001"/>
                    <a:pt x="2020" y="1996"/>
                  </a:cubicBezTo>
                  <a:cubicBezTo>
                    <a:pt x="2015" y="1985"/>
                    <a:pt x="2007" y="1973"/>
                    <a:pt x="2002" y="1962"/>
                  </a:cubicBezTo>
                  <a:cubicBezTo>
                    <a:pt x="1990" y="1948"/>
                    <a:pt x="1981" y="1934"/>
                    <a:pt x="1971" y="1920"/>
                  </a:cubicBezTo>
                  <a:cubicBezTo>
                    <a:pt x="1960" y="1914"/>
                    <a:pt x="1950" y="1898"/>
                    <a:pt x="1939" y="1887"/>
                  </a:cubicBezTo>
                  <a:cubicBezTo>
                    <a:pt x="1934" y="1882"/>
                    <a:pt x="1929" y="1881"/>
                    <a:pt x="1924" y="1874"/>
                  </a:cubicBezTo>
                  <a:cubicBezTo>
                    <a:pt x="1922" y="1871"/>
                    <a:pt x="1920" y="1868"/>
                    <a:pt x="1917" y="1865"/>
                  </a:cubicBezTo>
                  <a:cubicBezTo>
                    <a:pt x="1914" y="1869"/>
                    <a:pt x="1912" y="1857"/>
                    <a:pt x="1908" y="1865"/>
                  </a:cubicBezTo>
                  <a:cubicBezTo>
                    <a:pt x="1916" y="1870"/>
                    <a:pt x="1924" y="1882"/>
                    <a:pt x="1936" y="1890"/>
                  </a:cubicBezTo>
                  <a:cubicBezTo>
                    <a:pt x="1944" y="1902"/>
                    <a:pt x="1950" y="1909"/>
                    <a:pt x="1962" y="1919"/>
                  </a:cubicBezTo>
                  <a:cubicBezTo>
                    <a:pt x="1971" y="1936"/>
                    <a:pt x="1987" y="1953"/>
                    <a:pt x="1997" y="1970"/>
                  </a:cubicBezTo>
                  <a:cubicBezTo>
                    <a:pt x="2002" y="1978"/>
                    <a:pt x="2003" y="1986"/>
                    <a:pt x="2011" y="1995"/>
                  </a:cubicBezTo>
                  <a:cubicBezTo>
                    <a:pt x="2011" y="2003"/>
                    <a:pt x="2022" y="2012"/>
                    <a:pt x="2021" y="2021"/>
                  </a:cubicBezTo>
                  <a:cubicBezTo>
                    <a:pt x="2037" y="2038"/>
                    <a:pt x="2041" y="2055"/>
                    <a:pt x="2052" y="2072"/>
                  </a:cubicBezTo>
                  <a:cubicBezTo>
                    <a:pt x="2061" y="2082"/>
                    <a:pt x="2066" y="2093"/>
                    <a:pt x="2070" y="2103"/>
                  </a:cubicBezTo>
                  <a:cubicBezTo>
                    <a:pt x="2075" y="2104"/>
                    <a:pt x="2072" y="2105"/>
                    <a:pt x="2076" y="2109"/>
                  </a:cubicBezTo>
                  <a:cubicBezTo>
                    <a:pt x="2079" y="2113"/>
                    <a:pt x="2083" y="2117"/>
                    <a:pt x="2083" y="2121"/>
                  </a:cubicBezTo>
                  <a:cubicBezTo>
                    <a:pt x="2091" y="2124"/>
                    <a:pt x="2089" y="2132"/>
                    <a:pt x="2097" y="2140"/>
                  </a:cubicBezTo>
                  <a:cubicBezTo>
                    <a:pt x="2103" y="2148"/>
                    <a:pt x="2107" y="2154"/>
                    <a:pt x="2112" y="2160"/>
                  </a:cubicBezTo>
                  <a:cubicBezTo>
                    <a:pt x="2124" y="2160"/>
                    <a:pt x="2124" y="2160"/>
                    <a:pt x="2124" y="2160"/>
                  </a:cubicBezTo>
                  <a:cubicBezTo>
                    <a:pt x="2120" y="2153"/>
                    <a:pt x="2115" y="2147"/>
                    <a:pt x="2106" y="2137"/>
                  </a:cubicBezTo>
                  <a:cubicBezTo>
                    <a:pt x="2104" y="2133"/>
                    <a:pt x="2102" y="2128"/>
                    <a:pt x="2096" y="2123"/>
                  </a:cubicBezTo>
                  <a:close/>
                  <a:moveTo>
                    <a:pt x="190" y="2107"/>
                  </a:moveTo>
                  <a:cubicBezTo>
                    <a:pt x="192" y="2102"/>
                    <a:pt x="195" y="2098"/>
                    <a:pt x="198" y="2093"/>
                  </a:cubicBezTo>
                  <a:cubicBezTo>
                    <a:pt x="213" y="2079"/>
                    <a:pt x="212" y="2071"/>
                    <a:pt x="216" y="2068"/>
                  </a:cubicBezTo>
                  <a:cubicBezTo>
                    <a:pt x="254" y="2018"/>
                    <a:pt x="255" y="2017"/>
                    <a:pt x="256" y="2015"/>
                  </a:cubicBezTo>
                  <a:cubicBezTo>
                    <a:pt x="274" y="1993"/>
                    <a:pt x="270" y="1985"/>
                    <a:pt x="278" y="1985"/>
                  </a:cubicBezTo>
                  <a:cubicBezTo>
                    <a:pt x="293" y="1956"/>
                    <a:pt x="295" y="1954"/>
                    <a:pt x="297" y="1953"/>
                  </a:cubicBezTo>
                  <a:cubicBezTo>
                    <a:pt x="328" y="1902"/>
                    <a:pt x="338" y="1884"/>
                    <a:pt x="346" y="1864"/>
                  </a:cubicBezTo>
                  <a:cubicBezTo>
                    <a:pt x="359" y="1830"/>
                    <a:pt x="360" y="1824"/>
                    <a:pt x="362" y="1819"/>
                  </a:cubicBezTo>
                  <a:cubicBezTo>
                    <a:pt x="363" y="1817"/>
                    <a:pt x="354" y="1821"/>
                    <a:pt x="354" y="1835"/>
                  </a:cubicBezTo>
                  <a:cubicBezTo>
                    <a:pt x="322" y="1898"/>
                    <a:pt x="317" y="1907"/>
                    <a:pt x="312" y="1917"/>
                  </a:cubicBezTo>
                  <a:cubicBezTo>
                    <a:pt x="296" y="1935"/>
                    <a:pt x="296" y="1938"/>
                    <a:pt x="294" y="1940"/>
                  </a:cubicBezTo>
                  <a:cubicBezTo>
                    <a:pt x="270" y="1973"/>
                    <a:pt x="267" y="1983"/>
                    <a:pt x="260" y="1990"/>
                  </a:cubicBezTo>
                  <a:cubicBezTo>
                    <a:pt x="242" y="2018"/>
                    <a:pt x="240" y="2019"/>
                    <a:pt x="241" y="2022"/>
                  </a:cubicBezTo>
                  <a:cubicBezTo>
                    <a:pt x="227" y="2043"/>
                    <a:pt x="222" y="2045"/>
                    <a:pt x="219" y="2048"/>
                  </a:cubicBezTo>
                  <a:cubicBezTo>
                    <a:pt x="203" y="2075"/>
                    <a:pt x="198" y="2077"/>
                    <a:pt x="195" y="2080"/>
                  </a:cubicBezTo>
                  <a:cubicBezTo>
                    <a:pt x="170" y="2118"/>
                    <a:pt x="172" y="2126"/>
                    <a:pt x="165" y="2126"/>
                  </a:cubicBezTo>
                  <a:cubicBezTo>
                    <a:pt x="150" y="2154"/>
                    <a:pt x="148" y="2156"/>
                    <a:pt x="147" y="2160"/>
                  </a:cubicBezTo>
                  <a:cubicBezTo>
                    <a:pt x="159" y="2156"/>
                    <a:pt x="161" y="2155"/>
                    <a:pt x="160" y="2150"/>
                  </a:cubicBezTo>
                  <a:cubicBezTo>
                    <a:pt x="187" y="2116"/>
                    <a:pt x="184" y="2108"/>
                    <a:pt x="190" y="2107"/>
                  </a:cubicBezTo>
                  <a:close/>
                  <a:moveTo>
                    <a:pt x="44" y="2148"/>
                  </a:moveTo>
                  <a:cubicBezTo>
                    <a:pt x="37" y="2147"/>
                    <a:pt x="34" y="2141"/>
                    <a:pt x="26" y="2140"/>
                  </a:cubicBezTo>
                  <a:cubicBezTo>
                    <a:pt x="24" y="2133"/>
                    <a:pt x="15" y="2134"/>
                    <a:pt x="12" y="2128"/>
                  </a:cubicBezTo>
                  <a:cubicBezTo>
                    <a:pt x="6" y="2128"/>
                    <a:pt x="4" y="2123"/>
                    <a:pt x="0" y="2120"/>
                  </a:cubicBezTo>
                  <a:cubicBezTo>
                    <a:pt x="0" y="2132"/>
                    <a:pt x="0" y="2132"/>
                    <a:pt x="0" y="2132"/>
                  </a:cubicBezTo>
                  <a:cubicBezTo>
                    <a:pt x="4" y="2134"/>
                    <a:pt x="7" y="2136"/>
                    <a:pt x="9" y="2139"/>
                  </a:cubicBezTo>
                  <a:cubicBezTo>
                    <a:pt x="15" y="2138"/>
                    <a:pt x="15" y="2145"/>
                    <a:pt x="20" y="2145"/>
                  </a:cubicBezTo>
                  <a:cubicBezTo>
                    <a:pt x="20" y="2151"/>
                    <a:pt x="29" y="2146"/>
                    <a:pt x="27" y="2153"/>
                  </a:cubicBezTo>
                  <a:cubicBezTo>
                    <a:pt x="31" y="2154"/>
                    <a:pt x="38" y="2157"/>
                    <a:pt x="41" y="2160"/>
                  </a:cubicBezTo>
                  <a:cubicBezTo>
                    <a:pt x="54" y="2160"/>
                    <a:pt x="54" y="2160"/>
                    <a:pt x="54" y="2160"/>
                  </a:cubicBezTo>
                  <a:cubicBezTo>
                    <a:pt x="50" y="2156"/>
                    <a:pt x="46" y="2153"/>
                    <a:pt x="44" y="2148"/>
                  </a:cubicBezTo>
                  <a:close/>
                  <a:moveTo>
                    <a:pt x="2454" y="2137"/>
                  </a:moveTo>
                  <a:cubicBezTo>
                    <a:pt x="2454" y="2132"/>
                    <a:pt x="2448" y="2134"/>
                    <a:pt x="2448" y="2128"/>
                  </a:cubicBezTo>
                  <a:cubicBezTo>
                    <a:pt x="2439" y="2119"/>
                    <a:pt x="2438" y="2111"/>
                    <a:pt x="2431" y="2102"/>
                  </a:cubicBezTo>
                  <a:cubicBezTo>
                    <a:pt x="2422" y="2094"/>
                    <a:pt x="2422" y="2086"/>
                    <a:pt x="2413" y="2078"/>
                  </a:cubicBezTo>
                  <a:cubicBezTo>
                    <a:pt x="2412" y="2075"/>
                    <a:pt x="2409" y="2073"/>
                    <a:pt x="2410" y="2071"/>
                  </a:cubicBezTo>
                  <a:cubicBezTo>
                    <a:pt x="2409" y="2070"/>
                    <a:pt x="2410" y="2067"/>
                    <a:pt x="2407" y="2068"/>
                  </a:cubicBezTo>
                  <a:cubicBezTo>
                    <a:pt x="2401" y="2063"/>
                    <a:pt x="2404" y="2060"/>
                    <a:pt x="2399" y="2055"/>
                  </a:cubicBezTo>
                  <a:cubicBezTo>
                    <a:pt x="2390" y="2047"/>
                    <a:pt x="2391" y="2042"/>
                    <a:pt x="2383" y="2037"/>
                  </a:cubicBezTo>
                  <a:cubicBezTo>
                    <a:pt x="2383" y="2033"/>
                    <a:pt x="2379" y="2032"/>
                    <a:pt x="2376" y="2029"/>
                  </a:cubicBezTo>
                  <a:cubicBezTo>
                    <a:pt x="2370" y="2021"/>
                    <a:pt x="2367" y="2014"/>
                    <a:pt x="2359" y="2009"/>
                  </a:cubicBezTo>
                  <a:cubicBezTo>
                    <a:pt x="2356" y="2005"/>
                    <a:pt x="2356" y="2001"/>
                    <a:pt x="2350" y="1996"/>
                  </a:cubicBezTo>
                  <a:cubicBezTo>
                    <a:pt x="2342" y="1991"/>
                    <a:pt x="2334" y="1981"/>
                    <a:pt x="2326" y="1971"/>
                  </a:cubicBezTo>
                  <a:cubicBezTo>
                    <a:pt x="2315" y="1963"/>
                    <a:pt x="2303" y="1951"/>
                    <a:pt x="2292" y="1946"/>
                  </a:cubicBezTo>
                  <a:cubicBezTo>
                    <a:pt x="2287" y="1940"/>
                    <a:pt x="2281" y="1939"/>
                    <a:pt x="2276" y="1934"/>
                  </a:cubicBezTo>
                  <a:cubicBezTo>
                    <a:pt x="2270" y="1928"/>
                    <a:pt x="2264" y="1924"/>
                    <a:pt x="2258" y="1924"/>
                  </a:cubicBezTo>
                  <a:cubicBezTo>
                    <a:pt x="2279" y="1941"/>
                    <a:pt x="2300" y="1958"/>
                    <a:pt x="2321" y="1976"/>
                  </a:cubicBezTo>
                  <a:cubicBezTo>
                    <a:pt x="2338" y="1996"/>
                    <a:pt x="2359" y="2016"/>
                    <a:pt x="2371" y="2036"/>
                  </a:cubicBezTo>
                  <a:cubicBezTo>
                    <a:pt x="2375" y="2041"/>
                    <a:pt x="2379" y="2048"/>
                    <a:pt x="2384" y="2048"/>
                  </a:cubicBezTo>
                  <a:cubicBezTo>
                    <a:pt x="2379" y="2052"/>
                    <a:pt x="2394" y="2057"/>
                    <a:pt x="2389" y="2061"/>
                  </a:cubicBezTo>
                  <a:cubicBezTo>
                    <a:pt x="2391" y="2065"/>
                    <a:pt x="2401" y="2070"/>
                    <a:pt x="2398" y="2073"/>
                  </a:cubicBezTo>
                  <a:cubicBezTo>
                    <a:pt x="2409" y="2085"/>
                    <a:pt x="2407" y="2087"/>
                    <a:pt x="2416" y="2098"/>
                  </a:cubicBezTo>
                  <a:cubicBezTo>
                    <a:pt x="2419" y="2106"/>
                    <a:pt x="2429" y="2115"/>
                    <a:pt x="2433" y="2124"/>
                  </a:cubicBezTo>
                  <a:cubicBezTo>
                    <a:pt x="2439" y="2128"/>
                    <a:pt x="2436" y="2132"/>
                    <a:pt x="2442" y="2137"/>
                  </a:cubicBezTo>
                  <a:cubicBezTo>
                    <a:pt x="2449" y="2142"/>
                    <a:pt x="2444" y="2146"/>
                    <a:pt x="2448" y="2151"/>
                  </a:cubicBezTo>
                  <a:cubicBezTo>
                    <a:pt x="2451" y="2154"/>
                    <a:pt x="2453" y="2157"/>
                    <a:pt x="2455" y="2160"/>
                  </a:cubicBezTo>
                  <a:cubicBezTo>
                    <a:pt x="2467" y="2160"/>
                    <a:pt x="2467" y="2160"/>
                    <a:pt x="2467" y="2160"/>
                  </a:cubicBezTo>
                  <a:cubicBezTo>
                    <a:pt x="2464" y="2156"/>
                    <a:pt x="2461" y="2152"/>
                    <a:pt x="2458" y="2149"/>
                  </a:cubicBezTo>
                  <a:cubicBezTo>
                    <a:pt x="2461" y="2145"/>
                    <a:pt x="2452" y="2141"/>
                    <a:pt x="2454" y="2137"/>
                  </a:cubicBezTo>
                  <a:close/>
                  <a:moveTo>
                    <a:pt x="21" y="2156"/>
                  </a:moveTo>
                  <a:cubicBezTo>
                    <a:pt x="21" y="2149"/>
                    <a:pt x="15" y="2150"/>
                    <a:pt x="11" y="2148"/>
                  </a:cubicBezTo>
                  <a:cubicBezTo>
                    <a:pt x="8" y="2146"/>
                    <a:pt x="6" y="2143"/>
                    <a:pt x="0" y="2144"/>
                  </a:cubicBezTo>
                  <a:cubicBezTo>
                    <a:pt x="0" y="2153"/>
                    <a:pt x="0" y="2153"/>
                    <a:pt x="0" y="2153"/>
                  </a:cubicBezTo>
                  <a:cubicBezTo>
                    <a:pt x="2" y="2154"/>
                    <a:pt x="4" y="2154"/>
                    <a:pt x="5" y="2155"/>
                  </a:cubicBezTo>
                  <a:cubicBezTo>
                    <a:pt x="6" y="2155"/>
                    <a:pt x="7" y="2156"/>
                    <a:pt x="8" y="2157"/>
                  </a:cubicBezTo>
                  <a:cubicBezTo>
                    <a:pt x="9" y="2157"/>
                    <a:pt x="10" y="2157"/>
                    <a:pt x="10" y="2159"/>
                  </a:cubicBezTo>
                  <a:cubicBezTo>
                    <a:pt x="11" y="2159"/>
                    <a:pt x="12" y="2159"/>
                    <a:pt x="13" y="2160"/>
                  </a:cubicBezTo>
                  <a:cubicBezTo>
                    <a:pt x="32" y="2160"/>
                    <a:pt x="32" y="2160"/>
                    <a:pt x="32" y="2160"/>
                  </a:cubicBezTo>
                  <a:cubicBezTo>
                    <a:pt x="32" y="2160"/>
                    <a:pt x="32" y="2160"/>
                    <a:pt x="32" y="2159"/>
                  </a:cubicBezTo>
                  <a:cubicBezTo>
                    <a:pt x="30" y="2156"/>
                    <a:pt x="25" y="2157"/>
                    <a:pt x="21" y="2156"/>
                  </a:cubicBezTo>
                  <a:close/>
                  <a:moveTo>
                    <a:pt x="121" y="2118"/>
                  </a:moveTo>
                  <a:cubicBezTo>
                    <a:pt x="131" y="2110"/>
                    <a:pt x="131" y="2093"/>
                    <a:pt x="143" y="2086"/>
                  </a:cubicBezTo>
                  <a:cubicBezTo>
                    <a:pt x="156" y="2064"/>
                    <a:pt x="158" y="2057"/>
                    <a:pt x="164" y="2054"/>
                  </a:cubicBezTo>
                  <a:cubicBezTo>
                    <a:pt x="198" y="2015"/>
                    <a:pt x="199" y="2011"/>
                    <a:pt x="200" y="2008"/>
                  </a:cubicBezTo>
                  <a:cubicBezTo>
                    <a:pt x="215" y="1986"/>
                    <a:pt x="222" y="1985"/>
                    <a:pt x="222" y="1978"/>
                  </a:cubicBezTo>
                  <a:cubicBezTo>
                    <a:pt x="247" y="1947"/>
                    <a:pt x="251" y="1943"/>
                    <a:pt x="255" y="1938"/>
                  </a:cubicBezTo>
                  <a:cubicBezTo>
                    <a:pt x="277" y="1905"/>
                    <a:pt x="283" y="1903"/>
                    <a:pt x="287" y="1899"/>
                  </a:cubicBezTo>
                  <a:cubicBezTo>
                    <a:pt x="309" y="1866"/>
                    <a:pt x="307" y="1856"/>
                    <a:pt x="314" y="1855"/>
                  </a:cubicBezTo>
                  <a:cubicBezTo>
                    <a:pt x="332" y="1818"/>
                    <a:pt x="334" y="1813"/>
                    <a:pt x="337" y="1808"/>
                  </a:cubicBezTo>
                  <a:cubicBezTo>
                    <a:pt x="349" y="1769"/>
                    <a:pt x="354" y="1769"/>
                    <a:pt x="352" y="1763"/>
                  </a:cubicBezTo>
                  <a:cubicBezTo>
                    <a:pt x="342" y="1775"/>
                    <a:pt x="345" y="1782"/>
                    <a:pt x="342" y="1783"/>
                  </a:cubicBezTo>
                  <a:cubicBezTo>
                    <a:pt x="313" y="1836"/>
                    <a:pt x="310" y="1849"/>
                    <a:pt x="301" y="1858"/>
                  </a:cubicBezTo>
                  <a:cubicBezTo>
                    <a:pt x="275" y="1895"/>
                    <a:pt x="273" y="1901"/>
                    <a:pt x="270" y="1907"/>
                  </a:cubicBezTo>
                  <a:cubicBezTo>
                    <a:pt x="226" y="1957"/>
                    <a:pt x="224" y="1964"/>
                    <a:pt x="220" y="1969"/>
                  </a:cubicBezTo>
                  <a:cubicBezTo>
                    <a:pt x="197" y="1993"/>
                    <a:pt x="200" y="2001"/>
                    <a:pt x="193" y="1999"/>
                  </a:cubicBezTo>
                  <a:cubicBezTo>
                    <a:pt x="173" y="2025"/>
                    <a:pt x="171" y="2027"/>
                    <a:pt x="169" y="2030"/>
                  </a:cubicBezTo>
                  <a:cubicBezTo>
                    <a:pt x="135" y="2084"/>
                    <a:pt x="129" y="2083"/>
                    <a:pt x="130" y="2087"/>
                  </a:cubicBezTo>
                  <a:cubicBezTo>
                    <a:pt x="113" y="2122"/>
                    <a:pt x="109" y="2127"/>
                    <a:pt x="107" y="2134"/>
                  </a:cubicBezTo>
                  <a:cubicBezTo>
                    <a:pt x="99" y="2148"/>
                    <a:pt x="98" y="2151"/>
                    <a:pt x="97" y="2148"/>
                  </a:cubicBezTo>
                  <a:cubicBezTo>
                    <a:pt x="116" y="2072"/>
                    <a:pt x="125" y="2066"/>
                    <a:pt x="130" y="2056"/>
                  </a:cubicBezTo>
                  <a:cubicBezTo>
                    <a:pt x="151" y="2022"/>
                    <a:pt x="152" y="2020"/>
                    <a:pt x="153" y="2018"/>
                  </a:cubicBezTo>
                  <a:cubicBezTo>
                    <a:pt x="170" y="1989"/>
                    <a:pt x="174" y="1991"/>
                    <a:pt x="175" y="1990"/>
                  </a:cubicBezTo>
                  <a:cubicBezTo>
                    <a:pt x="188" y="1973"/>
                    <a:pt x="192" y="1963"/>
                    <a:pt x="201" y="1957"/>
                  </a:cubicBezTo>
                  <a:cubicBezTo>
                    <a:pt x="233" y="1919"/>
                    <a:pt x="237" y="1916"/>
                    <a:pt x="240" y="1911"/>
                  </a:cubicBezTo>
                  <a:cubicBezTo>
                    <a:pt x="265" y="1878"/>
                    <a:pt x="271" y="1870"/>
                    <a:pt x="278" y="1862"/>
                  </a:cubicBezTo>
                  <a:cubicBezTo>
                    <a:pt x="304" y="1820"/>
                    <a:pt x="305" y="1818"/>
                    <a:pt x="305" y="1814"/>
                  </a:cubicBezTo>
                  <a:cubicBezTo>
                    <a:pt x="315" y="1793"/>
                    <a:pt x="320" y="1787"/>
                    <a:pt x="322" y="1778"/>
                  </a:cubicBezTo>
                  <a:cubicBezTo>
                    <a:pt x="331" y="1759"/>
                    <a:pt x="334" y="1754"/>
                    <a:pt x="333" y="1747"/>
                  </a:cubicBezTo>
                  <a:cubicBezTo>
                    <a:pt x="343" y="1711"/>
                    <a:pt x="352" y="1704"/>
                    <a:pt x="345" y="1700"/>
                  </a:cubicBezTo>
                  <a:cubicBezTo>
                    <a:pt x="334" y="1737"/>
                    <a:pt x="333" y="1740"/>
                    <a:pt x="330" y="1743"/>
                  </a:cubicBezTo>
                  <a:cubicBezTo>
                    <a:pt x="317" y="1776"/>
                    <a:pt x="316" y="1780"/>
                    <a:pt x="314" y="1783"/>
                  </a:cubicBezTo>
                  <a:cubicBezTo>
                    <a:pt x="293" y="1811"/>
                    <a:pt x="298" y="1820"/>
                    <a:pt x="295" y="1822"/>
                  </a:cubicBezTo>
                  <a:cubicBezTo>
                    <a:pt x="277" y="1840"/>
                    <a:pt x="282" y="1849"/>
                    <a:pt x="274" y="1847"/>
                  </a:cubicBezTo>
                  <a:cubicBezTo>
                    <a:pt x="242" y="1892"/>
                    <a:pt x="240" y="1895"/>
                    <a:pt x="239" y="1898"/>
                  </a:cubicBezTo>
                  <a:cubicBezTo>
                    <a:pt x="214" y="1923"/>
                    <a:pt x="217" y="1930"/>
                    <a:pt x="213" y="1930"/>
                  </a:cubicBezTo>
                  <a:cubicBezTo>
                    <a:pt x="196" y="1949"/>
                    <a:pt x="190" y="1949"/>
                    <a:pt x="190" y="1954"/>
                  </a:cubicBezTo>
                  <a:cubicBezTo>
                    <a:pt x="170" y="1984"/>
                    <a:pt x="165" y="1984"/>
                    <a:pt x="162" y="1986"/>
                  </a:cubicBezTo>
                  <a:cubicBezTo>
                    <a:pt x="145" y="2020"/>
                    <a:pt x="138" y="2020"/>
                    <a:pt x="136" y="2023"/>
                  </a:cubicBezTo>
                  <a:cubicBezTo>
                    <a:pt x="126" y="2053"/>
                    <a:pt x="119" y="2052"/>
                    <a:pt x="119" y="2057"/>
                  </a:cubicBezTo>
                  <a:cubicBezTo>
                    <a:pt x="104" y="2091"/>
                    <a:pt x="100" y="2096"/>
                    <a:pt x="98" y="2102"/>
                  </a:cubicBezTo>
                  <a:cubicBezTo>
                    <a:pt x="88" y="2126"/>
                    <a:pt x="85" y="2119"/>
                    <a:pt x="89" y="2105"/>
                  </a:cubicBezTo>
                  <a:cubicBezTo>
                    <a:pt x="115" y="2035"/>
                    <a:pt x="115" y="2028"/>
                    <a:pt x="116" y="2022"/>
                  </a:cubicBezTo>
                  <a:cubicBezTo>
                    <a:pt x="136" y="1984"/>
                    <a:pt x="145" y="1987"/>
                    <a:pt x="142" y="1979"/>
                  </a:cubicBezTo>
                  <a:cubicBezTo>
                    <a:pt x="155" y="1957"/>
                    <a:pt x="159" y="1956"/>
                    <a:pt x="162" y="1954"/>
                  </a:cubicBezTo>
                  <a:cubicBezTo>
                    <a:pt x="182" y="1926"/>
                    <a:pt x="182" y="1924"/>
                    <a:pt x="184" y="1924"/>
                  </a:cubicBezTo>
                  <a:cubicBezTo>
                    <a:pt x="199" y="1910"/>
                    <a:pt x="195" y="1901"/>
                    <a:pt x="202" y="1903"/>
                  </a:cubicBezTo>
                  <a:cubicBezTo>
                    <a:pt x="220" y="1880"/>
                    <a:pt x="223" y="1872"/>
                    <a:pt x="228" y="1866"/>
                  </a:cubicBezTo>
                  <a:cubicBezTo>
                    <a:pt x="244" y="1842"/>
                    <a:pt x="248" y="1836"/>
                    <a:pt x="251" y="1829"/>
                  </a:cubicBezTo>
                  <a:cubicBezTo>
                    <a:pt x="274" y="1801"/>
                    <a:pt x="271" y="1793"/>
                    <a:pt x="275" y="1793"/>
                  </a:cubicBezTo>
                  <a:cubicBezTo>
                    <a:pt x="288" y="1770"/>
                    <a:pt x="287" y="1765"/>
                    <a:pt x="288" y="1761"/>
                  </a:cubicBezTo>
                  <a:cubicBezTo>
                    <a:pt x="301" y="1739"/>
                    <a:pt x="297" y="1730"/>
                    <a:pt x="301" y="1730"/>
                  </a:cubicBezTo>
                  <a:cubicBezTo>
                    <a:pt x="300" y="1725"/>
                    <a:pt x="291" y="1741"/>
                    <a:pt x="286" y="1759"/>
                  </a:cubicBezTo>
                  <a:cubicBezTo>
                    <a:pt x="272" y="1785"/>
                    <a:pt x="271" y="1787"/>
                    <a:pt x="270" y="1789"/>
                  </a:cubicBezTo>
                  <a:cubicBezTo>
                    <a:pt x="252" y="1813"/>
                    <a:pt x="248" y="1821"/>
                    <a:pt x="245" y="1830"/>
                  </a:cubicBezTo>
                  <a:cubicBezTo>
                    <a:pt x="192" y="1895"/>
                    <a:pt x="192" y="1901"/>
                    <a:pt x="189" y="1904"/>
                  </a:cubicBezTo>
                  <a:cubicBezTo>
                    <a:pt x="170" y="1925"/>
                    <a:pt x="170" y="1927"/>
                    <a:pt x="169" y="1929"/>
                  </a:cubicBezTo>
                  <a:cubicBezTo>
                    <a:pt x="128" y="1987"/>
                    <a:pt x="123" y="1994"/>
                    <a:pt x="119" y="2002"/>
                  </a:cubicBezTo>
                  <a:cubicBezTo>
                    <a:pt x="99" y="2042"/>
                    <a:pt x="97" y="2047"/>
                    <a:pt x="94" y="2050"/>
                  </a:cubicBezTo>
                  <a:cubicBezTo>
                    <a:pt x="85" y="2090"/>
                    <a:pt x="77" y="2095"/>
                    <a:pt x="79" y="2108"/>
                  </a:cubicBezTo>
                  <a:cubicBezTo>
                    <a:pt x="67" y="2124"/>
                    <a:pt x="66" y="2120"/>
                    <a:pt x="68" y="2120"/>
                  </a:cubicBezTo>
                  <a:cubicBezTo>
                    <a:pt x="71" y="2079"/>
                    <a:pt x="77" y="2074"/>
                    <a:pt x="78" y="2064"/>
                  </a:cubicBezTo>
                  <a:cubicBezTo>
                    <a:pt x="94" y="2021"/>
                    <a:pt x="91" y="2015"/>
                    <a:pt x="94" y="2013"/>
                  </a:cubicBezTo>
                  <a:cubicBezTo>
                    <a:pt x="118" y="1960"/>
                    <a:pt x="123" y="1957"/>
                    <a:pt x="122" y="1948"/>
                  </a:cubicBezTo>
                  <a:cubicBezTo>
                    <a:pt x="143" y="1923"/>
                    <a:pt x="136" y="1913"/>
                    <a:pt x="144" y="1915"/>
                  </a:cubicBezTo>
                  <a:cubicBezTo>
                    <a:pt x="160" y="1887"/>
                    <a:pt x="162" y="1885"/>
                    <a:pt x="163" y="1881"/>
                  </a:cubicBezTo>
                  <a:cubicBezTo>
                    <a:pt x="180" y="1853"/>
                    <a:pt x="181" y="1849"/>
                    <a:pt x="187" y="1849"/>
                  </a:cubicBezTo>
                  <a:cubicBezTo>
                    <a:pt x="227" y="1788"/>
                    <a:pt x="236" y="1779"/>
                    <a:pt x="243" y="1766"/>
                  </a:cubicBezTo>
                  <a:cubicBezTo>
                    <a:pt x="267" y="1728"/>
                    <a:pt x="276" y="1726"/>
                    <a:pt x="276" y="1718"/>
                  </a:cubicBezTo>
                  <a:cubicBezTo>
                    <a:pt x="297" y="1676"/>
                    <a:pt x="303" y="1672"/>
                    <a:pt x="303" y="1664"/>
                  </a:cubicBezTo>
                  <a:cubicBezTo>
                    <a:pt x="313" y="1642"/>
                    <a:pt x="310" y="1635"/>
                    <a:pt x="314" y="1635"/>
                  </a:cubicBezTo>
                  <a:cubicBezTo>
                    <a:pt x="306" y="1646"/>
                    <a:pt x="302" y="1649"/>
                    <a:pt x="303" y="1657"/>
                  </a:cubicBezTo>
                  <a:cubicBezTo>
                    <a:pt x="281" y="1698"/>
                    <a:pt x="276" y="1708"/>
                    <a:pt x="270" y="1716"/>
                  </a:cubicBezTo>
                  <a:cubicBezTo>
                    <a:pt x="246" y="1755"/>
                    <a:pt x="237" y="1761"/>
                    <a:pt x="232" y="1772"/>
                  </a:cubicBezTo>
                  <a:cubicBezTo>
                    <a:pt x="205" y="1808"/>
                    <a:pt x="198" y="1816"/>
                    <a:pt x="192" y="1825"/>
                  </a:cubicBezTo>
                  <a:cubicBezTo>
                    <a:pt x="164" y="1869"/>
                    <a:pt x="162" y="1871"/>
                    <a:pt x="158" y="1871"/>
                  </a:cubicBezTo>
                  <a:cubicBezTo>
                    <a:pt x="129" y="1917"/>
                    <a:pt x="127" y="1930"/>
                    <a:pt x="119" y="1937"/>
                  </a:cubicBezTo>
                  <a:cubicBezTo>
                    <a:pt x="96" y="1989"/>
                    <a:pt x="92" y="1993"/>
                    <a:pt x="88" y="1998"/>
                  </a:cubicBezTo>
                  <a:cubicBezTo>
                    <a:pt x="80" y="2028"/>
                    <a:pt x="76" y="2028"/>
                    <a:pt x="78" y="2034"/>
                  </a:cubicBezTo>
                  <a:cubicBezTo>
                    <a:pt x="63" y="2073"/>
                    <a:pt x="65" y="2083"/>
                    <a:pt x="62" y="2087"/>
                  </a:cubicBezTo>
                  <a:cubicBezTo>
                    <a:pt x="53" y="2088"/>
                    <a:pt x="53" y="2086"/>
                    <a:pt x="55" y="2086"/>
                  </a:cubicBezTo>
                  <a:cubicBezTo>
                    <a:pt x="63" y="2046"/>
                    <a:pt x="63" y="2034"/>
                    <a:pt x="64" y="2024"/>
                  </a:cubicBezTo>
                  <a:cubicBezTo>
                    <a:pt x="87" y="1972"/>
                    <a:pt x="90" y="1964"/>
                    <a:pt x="94" y="1958"/>
                  </a:cubicBezTo>
                  <a:cubicBezTo>
                    <a:pt x="131" y="1888"/>
                    <a:pt x="137" y="1883"/>
                    <a:pt x="141" y="1876"/>
                  </a:cubicBezTo>
                  <a:cubicBezTo>
                    <a:pt x="172" y="1836"/>
                    <a:pt x="178" y="1829"/>
                    <a:pt x="183" y="1821"/>
                  </a:cubicBezTo>
                  <a:cubicBezTo>
                    <a:pt x="201" y="1794"/>
                    <a:pt x="206" y="1792"/>
                    <a:pt x="209" y="1788"/>
                  </a:cubicBezTo>
                  <a:cubicBezTo>
                    <a:pt x="226" y="1760"/>
                    <a:pt x="227" y="1754"/>
                    <a:pt x="233" y="1752"/>
                  </a:cubicBezTo>
                  <a:cubicBezTo>
                    <a:pt x="273" y="1687"/>
                    <a:pt x="280" y="1687"/>
                    <a:pt x="278" y="1679"/>
                  </a:cubicBezTo>
                  <a:cubicBezTo>
                    <a:pt x="278" y="1668"/>
                    <a:pt x="278" y="1676"/>
                    <a:pt x="274" y="1679"/>
                  </a:cubicBezTo>
                  <a:cubicBezTo>
                    <a:pt x="231" y="1743"/>
                    <a:pt x="221" y="1749"/>
                    <a:pt x="218" y="1762"/>
                  </a:cubicBezTo>
                  <a:cubicBezTo>
                    <a:pt x="205" y="1778"/>
                    <a:pt x="204" y="1784"/>
                    <a:pt x="198" y="1787"/>
                  </a:cubicBezTo>
                  <a:cubicBezTo>
                    <a:pt x="177" y="1819"/>
                    <a:pt x="171" y="1820"/>
                    <a:pt x="170" y="1826"/>
                  </a:cubicBezTo>
                  <a:cubicBezTo>
                    <a:pt x="149" y="1860"/>
                    <a:pt x="139" y="1859"/>
                    <a:pt x="140" y="1868"/>
                  </a:cubicBezTo>
                  <a:cubicBezTo>
                    <a:pt x="113" y="1902"/>
                    <a:pt x="110" y="1911"/>
                    <a:pt x="102" y="1916"/>
                  </a:cubicBezTo>
                  <a:cubicBezTo>
                    <a:pt x="93" y="1947"/>
                    <a:pt x="82" y="1948"/>
                    <a:pt x="83" y="1959"/>
                  </a:cubicBezTo>
                  <a:cubicBezTo>
                    <a:pt x="69" y="1984"/>
                    <a:pt x="67" y="1985"/>
                    <a:pt x="68" y="1989"/>
                  </a:cubicBezTo>
                  <a:cubicBezTo>
                    <a:pt x="55" y="2020"/>
                    <a:pt x="55" y="2026"/>
                    <a:pt x="56" y="2031"/>
                  </a:cubicBezTo>
                  <a:cubicBezTo>
                    <a:pt x="39" y="2054"/>
                    <a:pt x="48" y="2048"/>
                    <a:pt x="43" y="2043"/>
                  </a:cubicBezTo>
                  <a:cubicBezTo>
                    <a:pt x="61" y="1957"/>
                    <a:pt x="62" y="1947"/>
                    <a:pt x="64" y="1939"/>
                  </a:cubicBezTo>
                  <a:cubicBezTo>
                    <a:pt x="79" y="1911"/>
                    <a:pt x="76" y="1903"/>
                    <a:pt x="79" y="1900"/>
                  </a:cubicBezTo>
                  <a:cubicBezTo>
                    <a:pt x="94" y="1872"/>
                    <a:pt x="95" y="1867"/>
                    <a:pt x="99" y="1864"/>
                  </a:cubicBezTo>
                  <a:cubicBezTo>
                    <a:pt x="115" y="1833"/>
                    <a:pt x="117" y="1831"/>
                    <a:pt x="118" y="1830"/>
                  </a:cubicBezTo>
                  <a:cubicBezTo>
                    <a:pt x="127" y="1814"/>
                    <a:pt x="130" y="1811"/>
                    <a:pt x="132" y="1807"/>
                  </a:cubicBezTo>
                  <a:cubicBezTo>
                    <a:pt x="162" y="1770"/>
                    <a:pt x="168" y="1763"/>
                    <a:pt x="174" y="1758"/>
                  </a:cubicBezTo>
                  <a:cubicBezTo>
                    <a:pt x="204" y="1726"/>
                    <a:pt x="216" y="1713"/>
                    <a:pt x="229" y="1702"/>
                  </a:cubicBezTo>
                  <a:cubicBezTo>
                    <a:pt x="260" y="1672"/>
                    <a:pt x="260" y="1665"/>
                    <a:pt x="266" y="1664"/>
                  </a:cubicBezTo>
                  <a:cubicBezTo>
                    <a:pt x="284" y="1639"/>
                    <a:pt x="287" y="1637"/>
                    <a:pt x="288" y="1632"/>
                  </a:cubicBezTo>
                  <a:cubicBezTo>
                    <a:pt x="289" y="1626"/>
                    <a:pt x="286" y="1630"/>
                    <a:pt x="281" y="1633"/>
                  </a:cubicBezTo>
                  <a:cubicBezTo>
                    <a:pt x="269" y="1651"/>
                    <a:pt x="266" y="1655"/>
                    <a:pt x="261" y="1658"/>
                  </a:cubicBezTo>
                  <a:cubicBezTo>
                    <a:pt x="220" y="1703"/>
                    <a:pt x="210" y="1709"/>
                    <a:pt x="202" y="1717"/>
                  </a:cubicBezTo>
                  <a:cubicBezTo>
                    <a:pt x="152" y="1773"/>
                    <a:pt x="142" y="1779"/>
                    <a:pt x="137" y="1789"/>
                  </a:cubicBezTo>
                  <a:cubicBezTo>
                    <a:pt x="121" y="1805"/>
                    <a:pt x="122" y="1813"/>
                    <a:pt x="115" y="1815"/>
                  </a:cubicBezTo>
                  <a:cubicBezTo>
                    <a:pt x="84" y="1869"/>
                    <a:pt x="84" y="1881"/>
                    <a:pt x="76" y="1885"/>
                  </a:cubicBezTo>
                  <a:cubicBezTo>
                    <a:pt x="59" y="1931"/>
                    <a:pt x="51" y="1948"/>
                    <a:pt x="47" y="1968"/>
                  </a:cubicBezTo>
                  <a:cubicBezTo>
                    <a:pt x="39" y="2002"/>
                    <a:pt x="36" y="2006"/>
                    <a:pt x="37" y="2013"/>
                  </a:cubicBezTo>
                  <a:cubicBezTo>
                    <a:pt x="36" y="1979"/>
                    <a:pt x="36" y="1977"/>
                    <a:pt x="38" y="1969"/>
                  </a:cubicBezTo>
                  <a:cubicBezTo>
                    <a:pt x="50" y="1929"/>
                    <a:pt x="53" y="1924"/>
                    <a:pt x="54" y="1917"/>
                  </a:cubicBezTo>
                  <a:cubicBezTo>
                    <a:pt x="62" y="1897"/>
                    <a:pt x="63" y="1894"/>
                    <a:pt x="66" y="1893"/>
                  </a:cubicBezTo>
                  <a:cubicBezTo>
                    <a:pt x="76" y="1863"/>
                    <a:pt x="80" y="1863"/>
                    <a:pt x="81" y="1861"/>
                  </a:cubicBezTo>
                  <a:cubicBezTo>
                    <a:pt x="107" y="1821"/>
                    <a:pt x="109" y="1819"/>
                    <a:pt x="108" y="1815"/>
                  </a:cubicBezTo>
                  <a:cubicBezTo>
                    <a:pt x="131" y="1785"/>
                    <a:pt x="137" y="1774"/>
                    <a:pt x="144" y="1765"/>
                  </a:cubicBezTo>
                  <a:cubicBezTo>
                    <a:pt x="157" y="1753"/>
                    <a:pt x="157" y="1748"/>
                    <a:pt x="162" y="1746"/>
                  </a:cubicBezTo>
                  <a:cubicBezTo>
                    <a:pt x="220" y="1678"/>
                    <a:pt x="229" y="1674"/>
                    <a:pt x="233" y="1667"/>
                  </a:cubicBezTo>
                  <a:cubicBezTo>
                    <a:pt x="246" y="1655"/>
                    <a:pt x="247" y="1650"/>
                    <a:pt x="252" y="1648"/>
                  </a:cubicBezTo>
                  <a:cubicBezTo>
                    <a:pt x="279" y="1612"/>
                    <a:pt x="284" y="1610"/>
                    <a:pt x="284" y="1604"/>
                  </a:cubicBezTo>
                  <a:cubicBezTo>
                    <a:pt x="260" y="1629"/>
                    <a:pt x="257" y="1632"/>
                    <a:pt x="255" y="1637"/>
                  </a:cubicBezTo>
                  <a:cubicBezTo>
                    <a:pt x="239" y="1654"/>
                    <a:pt x="236" y="1656"/>
                    <a:pt x="235" y="1658"/>
                  </a:cubicBezTo>
                  <a:cubicBezTo>
                    <a:pt x="217" y="1674"/>
                    <a:pt x="215" y="1676"/>
                    <a:pt x="215" y="1679"/>
                  </a:cubicBezTo>
                  <a:cubicBezTo>
                    <a:pt x="149" y="1746"/>
                    <a:pt x="136" y="1762"/>
                    <a:pt x="123" y="1777"/>
                  </a:cubicBezTo>
                  <a:cubicBezTo>
                    <a:pt x="74" y="1857"/>
                    <a:pt x="71" y="1860"/>
                    <a:pt x="68" y="1864"/>
                  </a:cubicBezTo>
                  <a:cubicBezTo>
                    <a:pt x="51" y="1891"/>
                    <a:pt x="54" y="1897"/>
                    <a:pt x="51" y="1898"/>
                  </a:cubicBezTo>
                  <a:cubicBezTo>
                    <a:pt x="42" y="1925"/>
                    <a:pt x="41" y="1931"/>
                    <a:pt x="38" y="1936"/>
                  </a:cubicBezTo>
                  <a:cubicBezTo>
                    <a:pt x="24" y="1990"/>
                    <a:pt x="27" y="2000"/>
                    <a:pt x="21" y="2001"/>
                  </a:cubicBezTo>
                  <a:cubicBezTo>
                    <a:pt x="22" y="1975"/>
                    <a:pt x="19" y="1968"/>
                    <a:pt x="23" y="1968"/>
                  </a:cubicBezTo>
                  <a:cubicBezTo>
                    <a:pt x="48" y="1873"/>
                    <a:pt x="51" y="1866"/>
                    <a:pt x="52" y="1859"/>
                  </a:cubicBezTo>
                  <a:cubicBezTo>
                    <a:pt x="97" y="1787"/>
                    <a:pt x="94" y="1780"/>
                    <a:pt x="97" y="1779"/>
                  </a:cubicBezTo>
                  <a:cubicBezTo>
                    <a:pt x="120" y="1747"/>
                    <a:pt x="125" y="1742"/>
                    <a:pt x="129" y="1737"/>
                  </a:cubicBezTo>
                  <a:cubicBezTo>
                    <a:pt x="154" y="1711"/>
                    <a:pt x="166" y="1702"/>
                    <a:pt x="174" y="1690"/>
                  </a:cubicBezTo>
                  <a:cubicBezTo>
                    <a:pt x="214" y="1659"/>
                    <a:pt x="214" y="1649"/>
                    <a:pt x="223" y="1648"/>
                  </a:cubicBezTo>
                  <a:cubicBezTo>
                    <a:pt x="237" y="1639"/>
                    <a:pt x="226" y="1633"/>
                    <a:pt x="227" y="1639"/>
                  </a:cubicBezTo>
                  <a:cubicBezTo>
                    <a:pt x="200" y="1658"/>
                    <a:pt x="202" y="1664"/>
                    <a:pt x="196" y="1663"/>
                  </a:cubicBezTo>
                  <a:cubicBezTo>
                    <a:pt x="165" y="1693"/>
                    <a:pt x="154" y="1701"/>
                    <a:pt x="147" y="1712"/>
                  </a:cubicBezTo>
                  <a:cubicBezTo>
                    <a:pt x="114" y="1748"/>
                    <a:pt x="104" y="1750"/>
                    <a:pt x="104" y="1761"/>
                  </a:cubicBezTo>
                  <a:cubicBezTo>
                    <a:pt x="84" y="1789"/>
                    <a:pt x="78" y="1794"/>
                    <a:pt x="75" y="1802"/>
                  </a:cubicBezTo>
                  <a:cubicBezTo>
                    <a:pt x="57" y="1828"/>
                    <a:pt x="57" y="1835"/>
                    <a:pt x="55" y="1841"/>
                  </a:cubicBezTo>
                  <a:cubicBezTo>
                    <a:pt x="31" y="1902"/>
                    <a:pt x="21" y="1910"/>
                    <a:pt x="22" y="1926"/>
                  </a:cubicBezTo>
                  <a:cubicBezTo>
                    <a:pt x="14" y="1948"/>
                    <a:pt x="12" y="1950"/>
                    <a:pt x="11" y="1953"/>
                  </a:cubicBezTo>
                  <a:cubicBezTo>
                    <a:pt x="14" y="1913"/>
                    <a:pt x="11" y="1906"/>
                    <a:pt x="14" y="1905"/>
                  </a:cubicBezTo>
                  <a:cubicBezTo>
                    <a:pt x="29" y="1846"/>
                    <a:pt x="30" y="1844"/>
                    <a:pt x="31" y="1840"/>
                  </a:cubicBezTo>
                  <a:cubicBezTo>
                    <a:pt x="50" y="1795"/>
                    <a:pt x="58" y="1783"/>
                    <a:pt x="64" y="1770"/>
                  </a:cubicBezTo>
                  <a:cubicBezTo>
                    <a:pt x="100" y="1720"/>
                    <a:pt x="103" y="1717"/>
                    <a:pt x="105" y="1713"/>
                  </a:cubicBezTo>
                  <a:cubicBezTo>
                    <a:pt x="115" y="1700"/>
                    <a:pt x="119" y="1702"/>
                    <a:pt x="120" y="1701"/>
                  </a:cubicBezTo>
                  <a:cubicBezTo>
                    <a:pt x="138" y="1677"/>
                    <a:pt x="153" y="1664"/>
                    <a:pt x="164" y="1647"/>
                  </a:cubicBezTo>
                  <a:cubicBezTo>
                    <a:pt x="200" y="1597"/>
                    <a:pt x="198" y="1589"/>
                    <a:pt x="204" y="1588"/>
                  </a:cubicBezTo>
                  <a:cubicBezTo>
                    <a:pt x="215" y="1556"/>
                    <a:pt x="218" y="1554"/>
                    <a:pt x="216" y="1550"/>
                  </a:cubicBezTo>
                  <a:cubicBezTo>
                    <a:pt x="204" y="1568"/>
                    <a:pt x="204" y="1577"/>
                    <a:pt x="199" y="1582"/>
                  </a:cubicBezTo>
                  <a:cubicBezTo>
                    <a:pt x="151" y="1649"/>
                    <a:pt x="147" y="1660"/>
                    <a:pt x="137" y="1665"/>
                  </a:cubicBezTo>
                  <a:cubicBezTo>
                    <a:pt x="106" y="1703"/>
                    <a:pt x="103" y="1703"/>
                    <a:pt x="103" y="1706"/>
                  </a:cubicBezTo>
                  <a:cubicBezTo>
                    <a:pt x="71" y="1744"/>
                    <a:pt x="63" y="1750"/>
                    <a:pt x="61" y="1762"/>
                  </a:cubicBezTo>
                  <a:cubicBezTo>
                    <a:pt x="37" y="1797"/>
                    <a:pt x="33" y="1807"/>
                    <a:pt x="32" y="1821"/>
                  </a:cubicBezTo>
                  <a:cubicBezTo>
                    <a:pt x="23" y="1846"/>
                    <a:pt x="17" y="1846"/>
                    <a:pt x="17" y="1850"/>
                  </a:cubicBezTo>
                  <a:cubicBezTo>
                    <a:pt x="3" y="1895"/>
                    <a:pt x="5" y="1907"/>
                    <a:pt x="0" y="1912"/>
                  </a:cubicBezTo>
                  <a:cubicBezTo>
                    <a:pt x="4" y="2002"/>
                    <a:pt x="10" y="2004"/>
                    <a:pt x="15" y="2008"/>
                  </a:cubicBezTo>
                  <a:cubicBezTo>
                    <a:pt x="13" y="2023"/>
                    <a:pt x="9" y="2018"/>
                    <a:pt x="6" y="2013"/>
                  </a:cubicBezTo>
                  <a:cubicBezTo>
                    <a:pt x="2" y="2039"/>
                    <a:pt x="5" y="2041"/>
                    <a:pt x="8" y="2043"/>
                  </a:cubicBezTo>
                  <a:cubicBezTo>
                    <a:pt x="21" y="2058"/>
                    <a:pt x="24" y="2059"/>
                    <a:pt x="25" y="2062"/>
                  </a:cubicBezTo>
                  <a:cubicBezTo>
                    <a:pt x="29" y="2076"/>
                    <a:pt x="19" y="2066"/>
                    <a:pt x="9" y="2056"/>
                  </a:cubicBezTo>
                  <a:cubicBezTo>
                    <a:pt x="9" y="2084"/>
                    <a:pt x="20" y="2091"/>
                    <a:pt x="30" y="2098"/>
                  </a:cubicBezTo>
                  <a:cubicBezTo>
                    <a:pt x="51" y="2120"/>
                    <a:pt x="53" y="2124"/>
                    <a:pt x="54" y="2129"/>
                  </a:cubicBezTo>
                  <a:cubicBezTo>
                    <a:pt x="56" y="2137"/>
                    <a:pt x="56" y="2132"/>
                    <a:pt x="54" y="2129"/>
                  </a:cubicBezTo>
                  <a:cubicBezTo>
                    <a:pt x="32" y="2111"/>
                    <a:pt x="26" y="2111"/>
                    <a:pt x="24" y="2107"/>
                  </a:cubicBezTo>
                  <a:cubicBezTo>
                    <a:pt x="0" y="2102"/>
                    <a:pt x="0" y="2102"/>
                    <a:pt x="0" y="2102"/>
                  </a:cubicBezTo>
                  <a:cubicBezTo>
                    <a:pt x="24" y="2124"/>
                    <a:pt x="29" y="2122"/>
                    <a:pt x="32" y="2124"/>
                  </a:cubicBezTo>
                  <a:cubicBezTo>
                    <a:pt x="58" y="2149"/>
                    <a:pt x="61" y="2156"/>
                    <a:pt x="67" y="2159"/>
                  </a:cubicBezTo>
                  <a:cubicBezTo>
                    <a:pt x="109" y="2158"/>
                    <a:pt x="108" y="2152"/>
                    <a:pt x="110" y="2150"/>
                  </a:cubicBezTo>
                  <a:close/>
                  <a:moveTo>
                    <a:pt x="0" y="1895"/>
                  </a:moveTo>
                  <a:cubicBezTo>
                    <a:pt x="1" y="1891"/>
                    <a:pt x="5" y="1889"/>
                    <a:pt x="4" y="1884"/>
                  </a:cubicBezTo>
                  <a:cubicBezTo>
                    <a:pt x="7" y="1863"/>
                    <a:pt x="8" y="1861"/>
                    <a:pt x="9" y="1859"/>
                  </a:cubicBezTo>
                  <a:cubicBezTo>
                    <a:pt x="31" y="1797"/>
                    <a:pt x="29" y="1794"/>
                    <a:pt x="30" y="1792"/>
                  </a:cubicBezTo>
                  <a:cubicBezTo>
                    <a:pt x="35" y="1779"/>
                    <a:pt x="39" y="1780"/>
                    <a:pt x="38" y="1774"/>
                  </a:cubicBezTo>
                  <a:cubicBezTo>
                    <a:pt x="61" y="1726"/>
                    <a:pt x="64" y="1723"/>
                    <a:pt x="67" y="1720"/>
                  </a:cubicBezTo>
                  <a:cubicBezTo>
                    <a:pt x="81" y="1696"/>
                    <a:pt x="84" y="1694"/>
                    <a:pt x="84" y="1688"/>
                  </a:cubicBezTo>
                  <a:cubicBezTo>
                    <a:pt x="108" y="1666"/>
                    <a:pt x="106" y="1654"/>
                    <a:pt x="114" y="1651"/>
                  </a:cubicBezTo>
                  <a:cubicBezTo>
                    <a:pt x="130" y="1622"/>
                    <a:pt x="138" y="1619"/>
                    <a:pt x="140" y="1610"/>
                  </a:cubicBezTo>
                  <a:cubicBezTo>
                    <a:pt x="158" y="1583"/>
                    <a:pt x="162" y="1576"/>
                    <a:pt x="165" y="1569"/>
                  </a:cubicBezTo>
                  <a:cubicBezTo>
                    <a:pt x="172" y="1533"/>
                    <a:pt x="176" y="1529"/>
                    <a:pt x="177" y="1522"/>
                  </a:cubicBezTo>
                  <a:cubicBezTo>
                    <a:pt x="174" y="1494"/>
                    <a:pt x="171" y="1507"/>
                    <a:pt x="173" y="1522"/>
                  </a:cubicBezTo>
                  <a:cubicBezTo>
                    <a:pt x="148" y="1581"/>
                    <a:pt x="148" y="1591"/>
                    <a:pt x="141" y="1594"/>
                  </a:cubicBezTo>
                  <a:cubicBezTo>
                    <a:pt x="122" y="1626"/>
                    <a:pt x="114" y="1638"/>
                    <a:pt x="103" y="1647"/>
                  </a:cubicBezTo>
                  <a:cubicBezTo>
                    <a:pt x="88" y="1672"/>
                    <a:pt x="81" y="1676"/>
                    <a:pt x="79" y="1684"/>
                  </a:cubicBezTo>
                  <a:cubicBezTo>
                    <a:pt x="59" y="1712"/>
                    <a:pt x="59" y="1713"/>
                    <a:pt x="57" y="1714"/>
                  </a:cubicBezTo>
                  <a:cubicBezTo>
                    <a:pt x="64" y="1702"/>
                    <a:pt x="63" y="1698"/>
                    <a:pt x="65" y="1696"/>
                  </a:cubicBezTo>
                  <a:cubicBezTo>
                    <a:pt x="81" y="1672"/>
                    <a:pt x="83" y="1668"/>
                    <a:pt x="84" y="1662"/>
                  </a:cubicBezTo>
                  <a:cubicBezTo>
                    <a:pt x="105" y="1627"/>
                    <a:pt x="109" y="1617"/>
                    <a:pt x="113" y="1607"/>
                  </a:cubicBezTo>
                  <a:cubicBezTo>
                    <a:pt x="144" y="1542"/>
                    <a:pt x="142" y="1527"/>
                    <a:pt x="146" y="1517"/>
                  </a:cubicBezTo>
                  <a:cubicBezTo>
                    <a:pt x="145" y="1431"/>
                    <a:pt x="146" y="1424"/>
                    <a:pt x="142" y="1422"/>
                  </a:cubicBezTo>
                  <a:cubicBezTo>
                    <a:pt x="141" y="1492"/>
                    <a:pt x="140" y="1506"/>
                    <a:pt x="140" y="1522"/>
                  </a:cubicBezTo>
                  <a:cubicBezTo>
                    <a:pt x="124" y="1563"/>
                    <a:pt x="127" y="1570"/>
                    <a:pt x="124" y="1572"/>
                  </a:cubicBezTo>
                  <a:cubicBezTo>
                    <a:pt x="110" y="1591"/>
                    <a:pt x="114" y="1599"/>
                    <a:pt x="108" y="1599"/>
                  </a:cubicBezTo>
                  <a:cubicBezTo>
                    <a:pt x="77" y="1660"/>
                    <a:pt x="75" y="1667"/>
                    <a:pt x="70" y="1671"/>
                  </a:cubicBezTo>
                  <a:cubicBezTo>
                    <a:pt x="49" y="1713"/>
                    <a:pt x="45" y="1719"/>
                    <a:pt x="41" y="1724"/>
                  </a:cubicBezTo>
                  <a:cubicBezTo>
                    <a:pt x="14" y="1785"/>
                    <a:pt x="8" y="1784"/>
                    <a:pt x="10" y="1789"/>
                  </a:cubicBezTo>
                  <a:cubicBezTo>
                    <a:pt x="0" y="1906"/>
                    <a:pt x="0" y="1906"/>
                    <a:pt x="0" y="1906"/>
                  </a:cubicBezTo>
                  <a:close/>
                  <a:moveTo>
                    <a:pt x="46" y="1732"/>
                  </a:moveTo>
                  <a:cubicBezTo>
                    <a:pt x="48" y="1730"/>
                    <a:pt x="50" y="1726"/>
                    <a:pt x="52" y="1723"/>
                  </a:cubicBezTo>
                  <a:cubicBezTo>
                    <a:pt x="59" y="1726"/>
                    <a:pt x="47" y="1729"/>
                    <a:pt x="50" y="1734"/>
                  </a:cubicBezTo>
                  <a:cubicBezTo>
                    <a:pt x="47" y="1736"/>
                    <a:pt x="46" y="1740"/>
                    <a:pt x="44" y="1743"/>
                  </a:cubicBezTo>
                  <a:cubicBezTo>
                    <a:pt x="37" y="1740"/>
                    <a:pt x="48" y="1738"/>
                    <a:pt x="46" y="1732"/>
                  </a:cubicBezTo>
                  <a:close/>
                  <a:moveTo>
                    <a:pt x="34" y="1759"/>
                  </a:moveTo>
                  <a:cubicBezTo>
                    <a:pt x="36" y="1755"/>
                    <a:pt x="38" y="1750"/>
                    <a:pt x="40" y="1746"/>
                  </a:cubicBezTo>
                  <a:cubicBezTo>
                    <a:pt x="45" y="1747"/>
                    <a:pt x="36" y="1752"/>
                    <a:pt x="39" y="1759"/>
                  </a:cubicBezTo>
                  <a:cubicBezTo>
                    <a:pt x="35" y="1762"/>
                    <a:pt x="32" y="1767"/>
                    <a:pt x="31" y="1773"/>
                  </a:cubicBezTo>
                  <a:cubicBezTo>
                    <a:pt x="26" y="1771"/>
                    <a:pt x="32" y="1762"/>
                    <a:pt x="34" y="1759"/>
                  </a:cubicBezTo>
                  <a:close/>
                  <a:moveTo>
                    <a:pt x="17" y="1798"/>
                  </a:moveTo>
                  <a:cubicBezTo>
                    <a:pt x="21" y="1792"/>
                    <a:pt x="18" y="1801"/>
                    <a:pt x="18" y="1804"/>
                  </a:cubicBezTo>
                  <a:cubicBezTo>
                    <a:pt x="14" y="1803"/>
                    <a:pt x="17" y="1800"/>
                    <a:pt x="17" y="1798"/>
                  </a:cubicBezTo>
                  <a:close/>
                  <a:moveTo>
                    <a:pt x="2519" y="2156"/>
                  </a:moveTo>
                  <a:cubicBezTo>
                    <a:pt x="2512" y="2155"/>
                    <a:pt x="2519" y="2151"/>
                    <a:pt x="2513" y="2146"/>
                  </a:cubicBezTo>
                  <a:cubicBezTo>
                    <a:pt x="2506" y="2135"/>
                    <a:pt x="2508" y="2133"/>
                    <a:pt x="2500" y="2124"/>
                  </a:cubicBezTo>
                  <a:cubicBezTo>
                    <a:pt x="2503" y="2120"/>
                    <a:pt x="2494" y="2116"/>
                    <a:pt x="2496" y="2112"/>
                  </a:cubicBezTo>
                  <a:cubicBezTo>
                    <a:pt x="2492" y="2108"/>
                    <a:pt x="2487" y="2104"/>
                    <a:pt x="2487" y="2100"/>
                  </a:cubicBezTo>
                  <a:cubicBezTo>
                    <a:pt x="2481" y="2091"/>
                    <a:pt x="2476" y="2082"/>
                    <a:pt x="2470" y="2074"/>
                  </a:cubicBezTo>
                  <a:cubicBezTo>
                    <a:pt x="2465" y="2068"/>
                    <a:pt x="2460" y="2062"/>
                    <a:pt x="2455" y="2056"/>
                  </a:cubicBezTo>
                  <a:cubicBezTo>
                    <a:pt x="2437" y="2043"/>
                    <a:pt x="2420" y="2021"/>
                    <a:pt x="2402" y="2009"/>
                  </a:cubicBezTo>
                  <a:cubicBezTo>
                    <a:pt x="2394" y="1999"/>
                    <a:pt x="2384" y="1996"/>
                    <a:pt x="2376" y="1986"/>
                  </a:cubicBezTo>
                  <a:cubicBezTo>
                    <a:pt x="2372" y="1980"/>
                    <a:pt x="2367" y="1984"/>
                    <a:pt x="2363" y="1977"/>
                  </a:cubicBezTo>
                  <a:cubicBezTo>
                    <a:pt x="2358" y="1972"/>
                    <a:pt x="2354" y="1968"/>
                    <a:pt x="2349" y="1968"/>
                  </a:cubicBezTo>
                  <a:cubicBezTo>
                    <a:pt x="2355" y="1975"/>
                    <a:pt x="2359" y="1974"/>
                    <a:pt x="2361" y="1981"/>
                  </a:cubicBezTo>
                  <a:cubicBezTo>
                    <a:pt x="2371" y="1984"/>
                    <a:pt x="2380" y="1998"/>
                    <a:pt x="2390" y="2005"/>
                  </a:cubicBezTo>
                  <a:cubicBezTo>
                    <a:pt x="2395" y="2013"/>
                    <a:pt x="2400" y="2013"/>
                    <a:pt x="2405" y="2018"/>
                  </a:cubicBezTo>
                  <a:cubicBezTo>
                    <a:pt x="2407" y="2021"/>
                    <a:pt x="2409" y="2025"/>
                    <a:pt x="2412" y="2023"/>
                  </a:cubicBezTo>
                  <a:cubicBezTo>
                    <a:pt x="2416" y="2025"/>
                    <a:pt x="2412" y="2033"/>
                    <a:pt x="2418" y="2030"/>
                  </a:cubicBezTo>
                  <a:cubicBezTo>
                    <a:pt x="2417" y="2035"/>
                    <a:pt x="2425" y="2036"/>
                    <a:pt x="2429" y="2043"/>
                  </a:cubicBezTo>
                  <a:cubicBezTo>
                    <a:pt x="2434" y="2050"/>
                    <a:pt x="2439" y="2054"/>
                    <a:pt x="2444" y="2056"/>
                  </a:cubicBezTo>
                  <a:cubicBezTo>
                    <a:pt x="2442" y="2059"/>
                    <a:pt x="2446" y="2061"/>
                    <a:pt x="2448" y="2061"/>
                  </a:cubicBezTo>
                  <a:cubicBezTo>
                    <a:pt x="2446" y="2064"/>
                    <a:pt x="2450" y="2066"/>
                    <a:pt x="2452" y="2066"/>
                  </a:cubicBezTo>
                  <a:cubicBezTo>
                    <a:pt x="2454" y="2072"/>
                    <a:pt x="2456" y="2073"/>
                    <a:pt x="2462" y="2078"/>
                  </a:cubicBezTo>
                  <a:cubicBezTo>
                    <a:pt x="2466" y="2087"/>
                    <a:pt x="2472" y="2096"/>
                    <a:pt x="2481" y="2105"/>
                  </a:cubicBezTo>
                  <a:cubicBezTo>
                    <a:pt x="2484" y="2111"/>
                    <a:pt x="2485" y="2117"/>
                    <a:pt x="2487" y="2123"/>
                  </a:cubicBezTo>
                  <a:cubicBezTo>
                    <a:pt x="2492" y="2119"/>
                    <a:pt x="2487" y="2128"/>
                    <a:pt x="2493" y="2129"/>
                  </a:cubicBezTo>
                  <a:cubicBezTo>
                    <a:pt x="2493" y="2135"/>
                    <a:pt x="2495" y="2131"/>
                    <a:pt x="2499" y="2136"/>
                  </a:cubicBezTo>
                  <a:cubicBezTo>
                    <a:pt x="2497" y="2141"/>
                    <a:pt x="2505" y="2148"/>
                    <a:pt x="2505" y="2153"/>
                  </a:cubicBezTo>
                  <a:cubicBezTo>
                    <a:pt x="2505" y="2159"/>
                    <a:pt x="2507" y="2155"/>
                    <a:pt x="2511" y="2160"/>
                  </a:cubicBezTo>
                  <a:cubicBezTo>
                    <a:pt x="2519" y="2160"/>
                    <a:pt x="2519" y="2160"/>
                    <a:pt x="2519" y="2160"/>
                  </a:cubicBezTo>
                  <a:cubicBezTo>
                    <a:pt x="2518" y="2158"/>
                    <a:pt x="2518" y="2157"/>
                    <a:pt x="2519" y="2156"/>
                  </a:cubicBezTo>
                  <a:close/>
                  <a:moveTo>
                    <a:pt x="2461" y="2096"/>
                  </a:moveTo>
                  <a:cubicBezTo>
                    <a:pt x="2439" y="2071"/>
                    <a:pt x="2416" y="2045"/>
                    <a:pt x="2394" y="2019"/>
                  </a:cubicBezTo>
                  <a:cubicBezTo>
                    <a:pt x="2381" y="2012"/>
                    <a:pt x="2375" y="1992"/>
                    <a:pt x="2360" y="1994"/>
                  </a:cubicBezTo>
                  <a:cubicBezTo>
                    <a:pt x="2367" y="1997"/>
                    <a:pt x="2374" y="2009"/>
                    <a:pt x="2382" y="2012"/>
                  </a:cubicBezTo>
                  <a:cubicBezTo>
                    <a:pt x="2390" y="2027"/>
                    <a:pt x="2398" y="2029"/>
                    <a:pt x="2406" y="2043"/>
                  </a:cubicBezTo>
                  <a:cubicBezTo>
                    <a:pt x="2412" y="2046"/>
                    <a:pt x="2412" y="2053"/>
                    <a:pt x="2420" y="2060"/>
                  </a:cubicBezTo>
                  <a:cubicBezTo>
                    <a:pt x="2428" y="2069"/>
                    <a:pt x="2425" y="2067"/>
                    <a:pt x="2432" y="2076"/>
                  </a:cubicBezTo>
                  <a:cubicBezTo>
                    <a:pt x="2442" y="2082"/>
                    <a:pt x="2445" y="2096"/>
                    <a:pt x="2455" y="2102"/>
                  </a:cubicBezTo>
                  <a:cubicBezTo>
                    <a:pt x="2454" y="2107"/>
                    <a:pt x="2457" y="2111"/>
                    <a:pt x="2461" y="2116"/>
                  </a:cubicBezTo>
                  <a:cubicBezTo>
                    <a:pt x="2460" y="2121"/>
                    <a:pt x="2469" y="2127"/>
                    <a:pt x="2467" y="2132"/>
                  </a:cubicBezTo>
                  <a:cubicBezTo>
                    <a:pt x="2474" y="2141"/>
                    <a:pt x="2480" y="2151"/>
                    <a:pt x="2485" y="2160"/>
                  </a:cubicBezTo>
                  <a:cubicBezTo>
                    <a:pt x="2496" y="2160"/>
                    <a:pt x="2496" y="2160"/>
                    <a:pt x="2496" y="2160"/>
                  </a:cubicBezTo>
                  <a:cubicBezTo>
                    <a:pt x="2494" y="2157"/>
                    <a:pt x="2493" y="2154"/>
                    <a:pt x="2492" y="2151"/>
                  </a:cubicBezTo>
                  <a:cubicBezTo>
                    <a:pt x="2476" y="2132"/>
                    <a:pt x="2472" y="2114"/>
                    <a:pt x="2461" y="2096"/>
                  </a:cubicBezTo>
                  <a:close/>
                  <a:moveTo>
                    <a:pt x="149" y="2121"/>
                  </a:moveTo>
                  <a:cubicBezTo>
                    <a:pt x="149" y="2115"/>
                    <a:pt x="153" y="2113"/>
                    <a:pt x="155" y="2109"/>
                  </a:cubicBezTo>
                  <a:cubicBezTo>
                    <a:pt x="179" y="2064"/>
                    <a:pt x="184" y="2064"/>
                    <a:pt x="184" y="2059"/>
                  </a:cubicBezTo>
                  <a:cubicBezTo>
                    <a:pt x="201" y="2038"/>
                    <a:pt x="201" y="2032"/>
                    <a:pt x="204" y="2029"/>
                  </a:cubicBezTo>
                  <a:cubicBezTo>
                    <a:pt x="232" y="2004"/>
                    <a:pt x="230" y="1993"/>
                    <a:pt x="239" y="1992"/>
                  </a:cubicBezTo>
                  <a:cubicBezTo>
                    <a:pt x="257" y="1965"/>
                    <a:pt x="261" y="1963"/>
                    <a:pt x="260" y="1958"/>
                  </a:cubicBezTo>
                  <a:cubicBezTo>
                    <a:pt x="276" y="1940"/>
                    <a:pt x="278" y="1938"/>
                    <a:pt x="281" y="1936"/>
                  </a:cubicBezTo>
                  <a:cubicBezTo>
                    <a:pt x="304" y="1898"/>
                    <a:pt x="315" y="1888"/>
                    <a:pt x="320" y="1875"/>
                  </a:cubicBezTo>
                  <a:cubicBezTo>
                    <a:pt x="343" y="1838"/>
                    <a:pt x="344" y="1834"/>
                    <a:pt x="343" y="1829"/>
                  </a:cubicBezTo>
                  <a:cubicBezTo>
                    <a:pt x="360" y="1792"/>
                    <a:pt x="356" y="1780"/>
                    <a:pt x="364" y="1778"/>
                  </a:cubicBezTo>
                  <a:cubicBezTo>
                    <a:pt x="368" y="1705"/>
                    <a:pt x="374" y="1716"/>
                    <a:pt x="370" y="1718"/>
                  </a:cubicBezTo>
                  <a:cubicBezTo>
                    <a:pt x="364" y="1756"/>
                    <a:pt x="362" y="1760"/>
                    <a:pt x="360" y="1765"/>
                  </a:cubicBezTo>
                  <a:cubicBezTo>
                    <a:pt x="344" y="1810"/>
                    <a:pt x="345" y="1817"/>
                    <a:pt x="340" y="1819"/>
                  </a:cubicBezTo>
                  <a:cubicBezTo>
                    <a:pt x="320" y="1860"/>
                    <a:pt x="317" y="1864"/>
                    <a:pt x="315" y="1868"/>
                  </a:cubicBezTo>
                  <a:cubicBezTo>
                    <a:pt x="280" y="1917"/>
                    <a:pt x="281" y="1913"/>
                    <a:pt x="277" y="1917"/>
                  </a:cubicBezTo>
                  <a:cubicBezTo>
                    <a:pt x="259" y="1943"/>
                    <a:pt x="260" y="1948"/>
                    <a:pt x="255" y="1949"/>
                  </a:cubicBezTo>
                  <a:cubicBezTo>
                    <a:pt x="243" y="1969"/>
                    <a:pt x="241" y="1971"/>
                    <a:pt x="240" y="1974"/>
                  </a:cubicBezTo>
                  <a:cubicBezTo>
                    <a:pt x="216" y="2003"/>
                    <a:pt x="214" y="2010"/>
                    <a:pt x="207" y="2014"/>
                  </a:cubicBezTo>
                  <a:cubicBezTo>
                    <a:pt x="189" y="2041"/>
                    <a:pt x="181" y="2039"/>
                    <a:pt x="184" y="2046"/>
                  </a:cubicBezTo>
                  <a:cubicBezTo>
                    <a:pt x="160" y="2087"/>
                    <a:pt x="152" y="2090"/>
                    <a:pt x="150" y="2096"/>
                  </a:cubicBezTo>
                  <a:cubicBezTo>
                    <a:pt x="129" y="2140"/>
                    <a:pt x="122" y="2143"/>
                    <a:pt x="121" y="2151"/>
                  </a:cubicBezTo>
                  <a:cubicBezTo>
                    <a:pt x="127" y="2156"/>
                    <a:pt x="129" y="2153"/>
                    <a:pt x="132" y="2150"/>
                  </a:cubicBezTo>
                  <a:cubicBezTo>
                    <a:pt x="143" y="2124"/>
                    <a:pt x="146" y="2123"/>
                    <a:pt x="149" y="2121"/>
                  </a:cubicBezTo>
                  <a:close/>
                  <a:moveTo>
                    <a:pt x="390" y="1968"/>
                  </a:moveTo>
                  <a:cubicBezTo>
                    <a:pt x="393" y="1994"/>
                    <a:pt x="387" y="2012"/>
                    <a:pt x="386" y="2034"/>
                  </a:cubicBezTo>
                  <a:cubicBezTo>
                    <a:pt x="382" y="2035"/>
                    <a:pt x="385" y="2041"/>
                    <a:pt x="382" y="2043"/>
                  </a:cubicBezTo>
                  <a:cubicBezTo>
                    <a:pt x="379" y="2045"/>
                    <a:pt x="378" y="2049"/>
                    <a:pt x="379" y="2054"/>
                  </a:cubicBezTo>
                  <a:cubicBezTo>
                    <a:pt x="375" y="2055"/>
                    <a:pt x="378" y="2062"/>
                    <a:pt x="375" y="2063"/>
                  </a:cubicBezTo>
                  <a:cubicBezTo>
                    <a:pt x="372" y="2065"/>
                    <a:pt x="372" y="2070"/>
                    <a:pt x="371" y="2074"/>
                  </a:cubicBezTo>
                  <a:cubicBezTo>
                    <a:pt x="361" y="2081"/>
                    <a:pt x="360" y="2096"/>
                    <a:pt x="349" y="2102"/>
                  </a:cubicBezTo>
                  <a:cubicBezTo>
                    <a:pt x="343" y="2125"/>
                    <a:pt x="331" y="2142"/>
                    <a:pt x="320" y="2160"/>
                  </a:cubicBezTo>
                  <a:cubicBezTo>
                    <a:pt x="332" y="2160"/>
                    <a:pt x="332" y="2160"/>
                    <a:pt x="332" y="2160"/>
                  </a:cubicBezTo>
                  <a:cubicBezTo>
                    <a:pt x="334" y="2157"/>
                    <a:pt x="335" y="2153"/>
                    <a:pt x="337" y="2151"/>
                  </a:cubicBezTo>
                  <a:cubicBezTo>
                    <a:pt x="340" y="2141"/>
                    <a:pt x="347" y="2136"/>
                    <a:pt x="349" y="2126"/>
                  </a:cubicBezTo>
                  <a:cubicBezTo>
                    <a:pt x="352" y="2124"/>
                    <a:pt x="352" y="2118"/>
                    <a:pt x="354" y="2115"/>
                  </a:cubicBezTo>
                  <a:cubicBezTo>
                    <a:pt x="358" y="2112"/>
                    <a:pt x="360" y="2107"/>
                    <a:pt x="360" y="2101"/>
                  </a:cubicBezTo>
                  <a:cubicBezTo>
                    <a:pt x="367" y="2099"/>
                    <a:pt x="367" y="2091"/>
                    <a:pt x="372" y="2087"/>
                  </a:cubicBezTo>
                  <a:cubicBezTo>
                    <a:pt x="377" y="2082"/>
                    <a:pt x="377" y="2074"/>
                    <a:pt x="382" y="2069"/>
                  </a:cubicBezTo>
                  <a:cubicBezTo>
                    <a:pt x="382" y="2061"/>
                    <a:pt x="386" y="2057"/>
                    <a:pt x="387" y="2049"/>
                  </a:cubicBezTo>
                  <a:cubicBezTo>
                    <a:pt x="392" y="2044"/>
                    <a:pt x="390" y="2034"/>
                    <a:pt x="394" y="2029"/>
                  </a:cubicBezTo>
                  <a:cubicBezTo>
                    <a:pt x="395" y="2016"/>
                    <a:pt x="395" y="2004"/>
                    <a:pt x="396" y="1992"/>
                  </a:cubicBezTo>
                  <a:cubicBezTo>
                    <a:pt x="396" y="1987"/>
                    <a:pt x="395" y="1983"/>
                    <a:pt x="395" y="1979"/>
                  </a:cubicBezTo>
                  <a:cubicBezTo>
                    <a:pt x="394" y="1975"/>
                    <a:pt x="397" y="1965"/>
                    <a:pt x="390" y="1968"/>
                  </a:cubicBezTo>
                  <a:close/>
                  <a:moveTo>
                    <a:pt x="323" y="2128"/>
                  </a:moveTo>
                  <a:cubicBezTo>
                    <a:pt x="323" y="2125"/>
                    <a:pt x="323" y="2123"/>
                    <a:pt x="327" y="2123"/>
                  </a:cubicBezTo>
                  <a:cubicBezTo>
                    <a:pt x="347" y="2067"/>
                    <a:pt x="355" y="2069"/>
                    <a:pt x="353" y="2062"/>
                  </a:cubicBezTo>
                  <a:cubicBezTo>
                    <a:pt x="367" y="2015"/>
                    <a:pt x="370" y="2008"/>
                    <a:pt x="373" y="2000"/>
                  </a:cubicBezTo>
                  <a:cubicBezTo>
                    <a:pt x="384" y="1955"/>
                    <a:pt x="386" y="1943"/>
                    <a:pt x="387" y="1920"/>
                  </a:cubicBezTo>
                  <a:cubicBezTo>
                    <a:pt x="390" y="1846"/>
                    <a:pt x="389" y="1840"/>
                    <a:pt x="392" y="1837"/>
                  </a:cubicBezTo>
                  <a:cubicBezTo>
                    <a:pt x="386" y="1793"/>
                    <a:pt x="390" y="1791"/>
                    <a:pt x="388" y="1785"/>
                  </a:cubicBezTo>
                  <a:cubicBezTo>
                    <a:pt x="378" y="1844"/>
                    <a:pt x="379" y="1849"/>
                    <a:pt x="378" y="1853"/>
                  </a:cubicBezTo>
                  <a:cubicBezTo>
                    <a:pt x="364" y="1895"/>
                    <a:pt x="367" y="1908"/>
                    <a:pt x="360" y="1913"/>
                  </a:cubicBezTo>
                  <a:cubicBezTo>
                    <a:pt x="342" y="1952"/>
                    <a:pt x="339" y="1955"/>
                    <a:pt x="337" y="1959"/>
                  </a:cubicBezTo>
                  <a:cubicBezTo>
                    <a:pt x="320" y="1982"/>
                    <a:pt x="325" y="1992"/>
                    <a:pt x="317" y="1991"/>
                  </a:cubicBezTo>
                  <a:cubicBezTo>
                    <a:pt x="303" y="2014"/>
                    <a:pt x="301" y="2014"/>
                    <a:pt x="302" y="2018"/>
                  </a:cubicBezTo>
                  <a:cubicBezTo>
                    <a:pt x="268" y="2075"/>
                    <a:pt x="259" y="2078"/>
                    <a:pt x="259" y="2089"/>
                  </a:cubicBezTo>
                  <a:cubicBezTo>
                    <a:pt x="241" y="2121"/>
                    <a:pt x="236" y="2121"/>
                    <a:pt x="235" y="2125"/>
                  </a:cubicBezTo>
                  <a:cubicBezTo>
                    <a:pt x="219" y="2148"/>
                    <a:pt x="218" y="2155"/>
                    <a:pt x="214" y="2160"/>
                  </a:cubicBezTo>
                  <a:cubicBezTo>
                    <a:pt x="237" y="2137"/>
                    <a:pt x="241" y="2133"/>
                    <a:pt x="244" y="2129"/>
                  </a:cubicBezTo>
                  <a:cubicBezTo>
                    <a:pt x="278" y="2075"/>
                    <a:pt x="275" y="2068"/>
                    <a:pt x="279" y="2068"/>
                  </a:cubicBezTo>
                  <a:cubicBezTo>
                    <a:pt x="291" y="2051"/>
                    <a:pt x="293" y="2049"/>
                    <a:pt x="293" y="2045"/>
                  </a:cubicBezTo>
                  <a:cubicBezTo>
                    <a:pt x="314" y="2010"/>
                    <a:pt x="321" y="2009"/>
                    <a:pt x="320" y="2001"/>
                  </a:cubicBezTo>
                  <a:cubicBezTo>
                    <a:pt x="351" y="1966"/>
                    <a:pt x="342" y="1970"/>
                    <a:pt x="345" y="1973"/>
                  </a:cubicBezTo>
                  <a:cubicBezTo>
                    <a:pt x="326" y="2008"/>
                    <a:pt x="325" y="2022"/>
                    <a:pt x="318" y="2032"/>
                  </a:cubicBezTo>
                  <a:cubicBezTo>
                    <a:pt x="303" y="2059"/>
                    <a:pt x="301" y="2061"/>
                    <a:pt x="298" y="2062"/>
                  </a:cubicBezTo>
                  <a:cubicBezTo>
                    <a:pt x="271" y="2114"/>
                    <a:pt x="265" y="2112"/>
                    <a:pt x="265" y="2117"/>
                  </a:cubicBezTo>
                  <a:cubicBezTo>
                    <a:pt x="246" y="2142"/>
                    <a:pt x="246" y="2150"/>
                    <a:pt x="241" y="2153"/>
                  </a:cubicBezTo>
                  <a:cubicBezTo>
                    <a:pt x="251" y="2156"/>
                    <a:pt x="253" y="2152"/>
                    <a:pt x="256" y="2148"/>
                  </a:cubicBezTo>
                  <a:cubicBezTo>
                    <a:pt x="269" y="2125"/>
                    <a:pt x="273" y="2125"/>
                    <a:pt x="272" y="2121"/>
                  </a:cubicBezTo>
                  <a:cubicBezTo>
                    <a:pt x="308" y="2065"/>
                    <a:pt x="311" y="2064"/>
                    <a:pt x="311" y="2061"/>
                  </a:cubicBezTo>
                  <a:cubicBezTo>
                    <a:pt x="322" y="2047"/>
                    <a:pt x="319" y="2041"/>
                    <a:pt x="323" y="2041"/>
                  </a:cubicBezTo>
                  <a:cubicBezTo>
                    <a:pt x="334" y="2002"/>
                    <a:pt x="344" y="2004"/>
                    <a:pt x="342" y="1996"/>
                  </a:cubicBezTo>
                  <a:cubicBezTo>
                    <a:pt x="358" y="1960"/>
                    <a:pt x="355" y="1950"/>
                    <a:pt x="358" y="1946"/>
                  </a:cubicBezTo>
                  <a:cubicBezTo>
                    <a:pt x="390" y="1848"/>
                    <a:pt x="384" y="1857"/>
                    <a:pt x="385" y="1861"/>
                  </a:cubicBezTo>
                  <a:cubicBezTo>
                    <a:pt x="380" y="1900"/>
                    <a:pt x="376" y="1903"/>
                    <a:pt x="375" y="1908"/>
                  </a:cubicBezTo>
                  <a:cubicBezTo>
                    <a:pt x="366" y="1961"/>
                    <a:pt x="359" y="1961"/>
                    <a:pt x="359" y="1968"/>
                  </a:cubicBezTo>
                  <a:cubicBezTo>
                    <a:pt x="340" y="2037"/>
                    <a:pt x="332" y="2042"/>
                    <a:pt x="330" y="2053"/>
                  </a:cubicBezTo>
                  <a:cubicBezTo>
                    <a:pt x="310" y="2096"/>
                    <a:pt x="307" y="2097"/>
                    <a:pt x="308" y="2101"/>
                  </a:cubicBezTo>
                  <a:cubicBezTo>
                    <a:pt x="291" y="2123"/>
                    <a:pt x="290" y="2128"/>
                    <a:pt x="288" y="2133"/>
                  </a:cubicBezTo>
                  <a:cubicBezTo>
                    <a:pt x="273" y="2146"/>
                    <a:pt x="275" y="2154"/>
                    <a:pt x="272" y="2158"/>
                  </a:cubicBezTo>
                  <a:cubicBezTo>
                    <a:pt x="282" y="2156"/>
                    <a:pt x="285" y="2152"/>
                    <a:pt x="287" y="2148"/>
                  </a:cubicBezTo>
                  <a:cubicBezTo>
                    <a:pt x="298" y="2139"/>
                    <a:pt x="291" y="2129"/>
                    <a:pt x="299" y="2132"/>
                  </a:cubicBezTo>
                  <a:cubicBezTo>
                    <a:pt x="314" y="2100"/>
                    <a:pt x="320" y="2101"/>
                    <a:pt x="318" y="2096"/>
                  </a:cubicBezTo>
                  <a:cubicBezTo>
                    <a:pt x="339" y="2051"/>
                    <a:pt x="342" y="2046"/>
                    <a:pt x="347" y="2041"/>
                  </a:cubicBezTo>
                  <a:cubicBezTo>
                    <a:pt x="369" y="1963"/>
                    <a:pt x="369" y="1958"/>
                    <a:pt x="369" y="1952"/>
                  </a:cubicBezTo>
                  <a:cubicBezTo>
                    <a:pt x="376" y="1921"/>
                    <a:pt x="382" y="1921"/>
                    <a:pt x="380" y="1914"/>
                  </a:cubicBezTo>
                  <a:cubicBezTo>
                    <a:pt x="378" y="1961"/>
                    <a:pt x="375" y="1971"/>
                    <a:pt x="374" y="1982"/>
                  </a:cubicBezTo>
                  <a:cubicBezTo>
                    <a:pt x="359" y="2021"/>
                    <a:pt x="355" y="2030"/>
                    <a:pt x="354" y="2041"/>
                  </a:cubicBezTo>
                  <a:cubicBezTo>
                    <a:pt x="335" y="2076"/>
                    <a:pt x="334" y="2088"/>
                    <a:pt x="329" y="2097"/>
                  </a:cubicBezTo>
                  <a:cubicBezTo>
                    <a:pt x="309" y="2131"/>
                    <a:pt x="305" y="2139"/>
                    <a:pt x="302" y="2149"/>
                  </a:cubicBezTo>
                  <a:cubicBezTo>
                    <a:pt x="305" y="2160"/>
                    <a:pt x="305" y="2160"/>
                    <a:pt x="305" y="2160"/>
                  </a:cubicBezTo>
                  <a:cubicBezTo>
                    <a:pt x="313" y="2141"/>
                    <a:pt x="316" y="2142"/>
                    <a:pt x="317" y="2139"/>
                  </a:cubicBezTo>
                  <a:close/>
                  <a:moveTo>
                    <a:pt x="2527" y="2111"/>
                  </a:moveTo>
                  <a:cubicBezTo>
                    <a:pt x="2506" y="2087"/>
                    <a:pt x="2489" y="2064"/>
                    <a:pt x="2464" y="2036"/>
                  </a:cubicBezTo>
                  <a:cubicBezTo>
                    <a:pt x="2445" y="2022"/>
                    <a:pt x="2427" y="2005"/>
                    <a:pt x="2408" y="1992"/>
                  </a:cubicBezTo>
                  <a:cubicBezTo>
                    <a:pt x="2404" y="1987"/>
                    <a:pt x="2399" y="1991"/>
                    <a:pt x="2395" y="1984"/>
                  </a:cubicBezTo>
                  <a:cubicBezTo>
                    <a:pt x="2389" y="1984"/>
                    <a:pt x="2385" y="1977"/>
                    <a:pt x="2380" y="1976"/>
                  </a:cubicBezTo>
                  <a:cubicBezTo>
                    <a:pt x="2378" y="1974"/>
                    <a:pt x="2376" y="1974"/>
                    <a:pt x="2374" y="1973"/>
                  </a:cubicBezTo>
                  <a:cubicBezTo>
                    <a:pt x="2371" y="1971"/>
                    <a:pt x="2369" y="1966"/>
                    <a:pt x="2366" y="1968"/>
                  </a:cubicBezTo>
                  <a:cubicBezTo>
                    <a:pt x="2364" y="1966"/>
                    <a:pt x="2362" y="1961"/>
                    <a:pt x="2359" y="1963"/>
                  </a:cubicBezTo>
                  <a:cubicBezTo>
                    <a:pt x="2357" y="1960"/>
                    <a:pt x="2353" y="1960"/>
                    <a:pt x="2354" y="1964"/>
                  </a:cubicBezTo>
                  <a:cubicBezTo>
                    <a:pt x="2358" y="1964"/>
                    <a:pt x="2362" y="1967"/>
                    <a:pt x="2366" y="1971"/>
                  </a:cubicBezTo>
                  <a:cubicBezTo>
                    <a:pt x="2370" y="1974"/>
                    <a:pt x="2375" y="1978"/>
                    <a:pt x="2379" y="1980"/>
                  </a:cubicBezTo>
                  <a:cubicBezTo>
                    <a:pt x="2388" y="1985"/>
                    <a:pt x="2396" y="1990"/>
                    <a:pt x="2404" y="1998"/>
                  </a:cubicBezTo>
                  <a:cubicBezTo>
                    <a:pt x="2412" y="2006"/>
                    <a:pt x="2423" y="2007"/>
                    <a:pt x="2426" y="2017"/>
                  </a:cubicBezTo>
                  <a:cubicBezTo>
                    <a:pt x="2431" y="2017"/>
                    <a:pt x="2435" y="2020"/>
                    <a:pt x="2440" y="2025"/>
                  </a:cubicBezTo>
                  <a:cubicBezTo>
                    <a:pt x="2444" y="2033"/>
                    <a:pt x="2449" y="2031"/>
                    <a:pt x="2453" y="2037"/>
                  </a:cubicBezTo>
                  <a:cubicBezTo>
                    <a:pt x="2463" y="2048"/>
                    <a:pt x="2473" y="2060"/>
                    <a:pt x="2483" y="2071"/>
                  </a:cubicBezTo>
                  <a:cubicBezTo>
                    <a:pt x="2488" y="2076"/>
                    <a:pt x="2485" y="2080"/>
                    <a:pt x="2491" y="2084"/>
                  </a:cubicBezTo>
                  <a:cubicBezTo>
                    <a:pt x="2496" y="2090"/>
                    <a:pt x="2501" y="2095"/>
                    <a:pt x="2506" y="2101"/>
                  </a:cubicBezTo>
                  <a:cubicBezTo>
                    <a:pt x="2513" y="2106"/>
                    <a:pt x="2512" y="2115"/>
                    <a:pt x="2519" y="2116"/>
                  </a:cubicBezTo>
                  <a:cubicBezTo>
                    <a:pt x="2522" y="2118"/>
                    <a:pt x="2520" y="2121"/>
                    <a:pt x="2523" y="2124"/>
                  </a:cubicBezTo>
                  <a:cubicBezTo>
                    <a:pt x="2525" y="2126"/>
                    <a:pt x="2529" y="2129"/>
                    <a:pt x="2527" y="2132"/>
                  </a:cubicBezTo>
                  <a:cubicBezTo>
                    <a:pt x="2531" y="2137"/>
                    <a:pt x="2541" y="2144"/>
                    <a:pt x="2536" y="2149"/>
                  </a:cubicBezTo>
                  <a:cubicBezTo>
                    <a:pt x="2542" y="2150"/>
                    <a:pt x="2541" y="2155"/>
                    <a:pt x="2545" y="2160"/>
                  </a:cubicBezTo>
                  <a:cubicBezTo>
                    <a:pt x="2556" y="2160"/>
                    <a:pt x="2556" y="2160"/>
                    <a:pt x="2556" y="2160"/>
                  </a:cubicBezTo>
                  <a:cubicBezTo>
                    <a:pt x="2555" y="2158"/>
                    <a:pt x="2554" y="2157"/>
                    <a:pt x="2553" y="2155"/>
                  </a:cubicBezTo>
                  <a:cubicBezTo>
                    <a:pt x="2547" y="2141"/>
                    <a:pt x="2535" y="2126"/>
                    <a:pt x="2527" y="2111"/>
                  </a:cubicBezTo>
                  <a:close/>
                  <a:moveTo>
                    <a:pt x="226" y="2085"/>
                  </a:moveTo>
                  <a:cubicBezTo>
                    <a:pt x="233" y="2081"/>
                    <a:pt x="235" y="2072"/>
                    <a:pt x="242" y="2068"/>
                  </a:cubicBezTo>
                  <a:cubicBezTo>
                    <a:pt x="273" y="2024"/>
                    <a:pt x="274" y="2014"/>
                    <a:pt x="282" y="2011"/>
                  </a:cubicBezTo>
                  <a:cubicBezTo>
                    <a:pt x="292" y="1994"/>
                    <a:pt x="294" y="1993"/>
                    <a:pt x="296" y="1992"/>
                  </a:cubicBezTo>
                  <a:cubicBezTo>
                    <a:pt x="302" y="1978"/>
                    <a:pt x="305" y="1975"/>
                    <a:pt x="310" y="1974"/>
                  </a:cubicBezTo>
                  <a:cubicBezTo>
                    <a:pt x="334" y="1927"/>
                    <a:pt x="334" y="1922"/>
                    <a:pt x="339" y="1921"/>
                  </a:cubicBezTo>
                  <a:cubicBezTo>
                    <a:pt x="358" y="1881"/>
                    <a:pt x="361" y="1874"/>
                    <a:pt x="363" y="1865"/>
                  </a:cubicBezTo>
                  <a:cubicBezTo>
                    <a:pt x="373" y="1829"/>
                    <a:pt x="372" y="1830"/>
                    <a:pt x="373" y="1821"/>
                  </a:cubicBezTo>
                  <a:cubicBezTo>
                    <a:pt x="374" y="1813"/>
                    <a:pt x="369" y="1822"/>
                    <a:pt x="368" y="1834"/>
                  </a:cubicBezTo>
                  <a:cubicBezTo>
                    <a:pt x="356" y="1874"/>
                    <a:pt x="351" y="1876"/>
                    <a:pt x="349" y="1881"/>
                  </a:cubicBezTo>
                  <a:cubicBezTo>
                    <a:pt x="322" y="1934"/>
                    <a:pt x="316" y="1944"/>
                    <a:pt x="310" y="1952"/>
                  </a:cubicBezTo>
                  <a:cubicBezTo>
                    <a:pt x="301" y="1972"/>
                    <a:pt x="293" y="1972"/>
                    <a:pt x="292" y="1979"/>
                  </a:cubicBezTo>
                  <a:cubicBezTo>
                    <a:pt x="250" y="2040"/>
                    <a:pt x="244" y="2048"/>
                    <a:pt x="237" y="2055"/>
                  </a:cubicBezTo>
                  <a:cubicBezTo>
                    <a:pt x="211" y="2090"/>
                    <a:pt x="214" y="2096"/>
                    <a:pt x="211" y="2096"/>
                  </a:cubicBezTo>
                  <a:cubicBezTo>
                    <a:pt x="190" y="2127"/>
                    <a:pt x="188" y="2132"/>
                    <a:pt x="186" y="2138"/>
                  </a:cubicBezTo>
                  <a:cubicBezTo>
                    <a:pt x="175" y="2154"/>
                    <a:pt x="171" y="2156"/>
                    <a:pt x="170" y="2160"/>
                  </a:cubicBezTo>
                  <a:cubicBezTo>
                    <a:pt x="186" y="2151"/>
                    <a:pt x="188" y="2148"/>
                    <a:pt x="191" y="2146"/>
                  </a:cubicBezTo>
                  <a:close/>
                </a:path>
              </a:pathLst>
            </a:custGeom>
            <a:solidFill>
              <a:schemeClr val="accent2"/>
            </a:solidFill>
            <a:ln w="0">
              <a:noFill/>
            </a:ln>
          </p:spPr>
          <p:style>
            <a:lnRef idx="0"/>
            <a:fillRef idx="0"/>
            <a:effectRef idx="0"/>
            <a:fontRef idx="minor"/>
          </p:style>
          <p:txBody>
            <a:bodyPr tIns="91440" bIns="91440" anchor="ctr">
              <a:noAutofit/>
            </a:bodyPr>
            <a:p>
              <a:pPr>
                <a:lnSpc>
                  <a:spcPct val="100000"/>
                </a:lnSpc>
                <a:tabLst>
                  <a:tab algn="l" pos="0"/>
                </a:tabLst>
              </a:pPr>
              <a:endParaRPr b="0" lang="en-US" sz="1400" spc="-1" strike="noStrike">
                <a:solidFill>
                  <a:srgbClr val="000000"/>
                </a:solidFill>
                <a:latin typeface="Arial"/>
                <a:ea typeface="Arial"/>
              </a:endParaRPr>
            </a:p>
          </p:txBody>
        </p:sp>
      </p:grpSp>
      <p:grpSp>
        <p:nvGrpSpPr>
          <p:cNvPr id="9" name="Google Shape;66;p14"/>
          <p:cNvGrpSpPr/>
          <p:nvPr/>
        </p:nvGrpSpPr>
        <p:grpSpPr>
          <a:xfrm>
            <a:off x="5486400" y="349920"/>
            <a:ext cx="3661920" cy="4442040"/>
            <a:chOff x="5486400" y="349920"/>
            <a:chExt cx="3661920" cy="4442040"/>
          </a:xfrm>
        </p:grpSpPr>
        <p:sp>
          <p:nvSpPr>
            <p:cNvPr id="10" name="Google Shape;67;p14"/>
            <p:cNvSpPr/>
            <p:nvPr/>
          </p:nvSpPr>
          <p:spPr>
            <a:xfrm>
              <a:off x="5486400" y="349920"/>
              <a:ext cx="3661920" cy="4442040"/>
            </a:xfrm>
            <a:custGeom>
              <a:avLst/>
              <a:gdLst>
                <a:gd name="textAreaLeft" fmla="*/ 0 w 3661920"/>
                <a:gd name="textAreaRight" fmla="*/ 3662280 w 3661920"/>
                <a:gd name="textAreaTop" fmla="*/ 0 h 4442040"/>
                <a:gd name="textAreaBottom" fmla="*/ 4442400 h 4442040"/>
              </a:gdLst>
              <a:ahLst/>
              <a:rect l="textAreaLeft" t="textAreaTop" r="textAreaRight" b="textAreaBottom"/>
              <a:pathLst>
                <a:path w="1152" h="1865">
                  <a:moveTo>
                    <a:pt x="100" y="0"/>
                  </a:moveTo>
                  <a:cubicBezTo>
                    <a:pt x="45" y="0"/>
                    <a:pt x="0" y="45"/>
                    <a:pt x="0" y="100"/>
                  </a:cubicBezTo>
                  <a:cubicBezTo>
                    <a:pt x="0" y="1765"/>
                    <a:pt x="0" y="1765"/>
                    <a:pt x="0" y="1765"/>
                  </a:cubicBezTo>
                  <a:cubicBezTo>
                    <a:pt x="0" y="1820"/>
                    <a:pt x="45" y="1865"/>
                    <a:pt x="100" y="1865"/>
                  </a:cubicBezTo>
                  <a:cubicBezTo>
                    <a:pt x="1152" y="1865"/>
                    <a:pt x="1152" y="1865"/>
                    <a:pt x="1152" y="1865"/>
                  </a:cubicBezTo>
                  <a:cubicBezTo>
                    <a:pt x="1152" y="0"/>
                    <a:pt x="1152" y="0"/>
                    <a:pt x="1152" y="0"/>
                  </a:cubicBezTo>
                  <a:lnTo>
                    <a:pt x="100" y="0"/>
                  </a:lnTo>
                  <a:close/>
                </a:path>
              </a:pathLst>
            </a:custGeom>
            <a:solidFill>
              <a:srgbClr val="474a55"/>
            </a:solidFill>
            <a:ln w="0">
              <a:noFill/>
            </a:ln>
          </p:spPr>
          <p:style>
            <a:lnRef idx="0"/>
            <a:fillRef idx="0"/>
            <a:effectRef idx="0"/>
            <a:fontRef idx="minor"/>
          </p:style>
          <p:txBody>
            <a:bodyPr tIns="91440" bIns="91440" anchor="ctr">
              <a:noAutofit/>
            </a:bodyPr>
            <a:p>
              <a:pPr>
                <a:lnSpc>
                  <a:spcPct val="100000"/>
                </a:lnSpc>
                <a:tabLst>
                  <a:tab algn="l" pos="0"/>
                </a:tabLst>
              </a:pPr>
              <a:endParaRPr b="0" lang="en-US" sz="1400" spc="-1" strike="noStrike">
                <a:solidFill>
                  <a:srgbClr val="000000"/>
                </a:solidFill>
                <a:latin typeface="Arial"/>
                <a:ea typeface="Arial"/>
              </a:endParaRPr>
            </a:p>
          </p:txBody>
        </p:sp>
        <p:cxnSp>
          <p:nvCxnSpPr>
            <p:cNvPr id="11" name="Google Shape;68;p14"/>
            <p:cNvCxnSpPr/>
            <p:nvPr/>
          </p:nvCxnSpPr>
          <p:spPr>
            <a:xfrm>
              <a:off x="6009840" y="3535560"/>
              <a:ext cx="521640" cy="360"/>
            </a:xfrm>
            <a:prstGeom prst="straightConnector1">
              <a:avLst/>
            </a:prstGeom>
            <a:ln w="38100">
              <a:solidFill>
                <a:srgbClr val="fefcf7"/>
              </a:solidFill>
              <a:round/>
            </a:ln>
          </p:spPr>
        </p:cxnSp>
        <p:sp>
          <p:nvSpPr>
            <p:cNvPr id="12" name="Google Shape;69;p14"/>
            <p:cNvSpPr/>
            <p:nvPr/>
          </p:nvSpPr>
          <p:spPr>
            <a:xfrm>
              <a:off x="5673600" y="494280"/>
              <a:ext cx="3472920" cy="4153680"/>
            </a:xfrm>
            <a:custGeom>
              <a:avLst/>
              <a:gdLst>
                <a:gd name="textAreaLeft" fmla="*/ 0 w 3472920"/>
                <a:gd name="textAreaRight" fmla="*/ 3473280 w 3472920"/>
                <a:gd name="textAreaTop" fmla="*/ 0 h 4153680"/>
                <a:gd name="textAreaBottom" fmla="*/ 4154040 h 4153680"/>
              </a:gdLst>
              <a:ahLst/>
              <a:rect l="textAreaLeft" t="textAreaTop" r="textAreaRight" b="textAreaBottom"/>
              <a:pathLst>
                <a:path w="1093" h="1745">
                  <a:moveTo>
                    <a:pt x="40" y="0"/>
                  </a:moveTo>
                  <a:cubicBezTo>
                    <a:pt x="18" y="0"/>
                    <a:pt x="0" y="18"/>
                    <a:pt x="0" y="40"/>
                  </a:cubicBezTo>
                  <a:cubicBezTo>
                    <a:pt x="0" y="1705"/>
                    <a:pt x="0" y="1705"/>
                    <a:pt x="0" y="1705"/>
                  </a:cubicBezTo>
                  <a:cubicBezTo>
                    <a:pt x="0" y="1726"/>
                    <a:pt x="18" y="1745"/>
                    <a:pt x="40" y="1745"/>
                  </a:cubicBezTo>
                  <a:cubicBezTo>
                    <a:pt x="1092" y="1745"/>
                    <a:pt x="1092" y="1745"/>
                    <a:pt x="1092" y="1745"/>
                  </a:cubicBezTo>
                  <a:cubicBezTo>
                    <a:pt x="1092" y="1733"/>
                    <a:pt x="1092" y="1733"/>
                    <a:pt x="1092" y="1733"/>
                  </a:cubicBezTo>
                  <a:cubicBezTo>
                    <a:pt x="792" y="1733"/>
                    <a:pt x="792" y="1733"/>
                    <a:pt x="792" y="1733"/>
                  </a:cubicBezTo>
                  <a:cubicBezTo>
                    <a:pt x="40" y="1733"/>
                    <a:pt x="40" y="1733"/>
                    <a:pt x="40" y="1733"/>
                  </a:cubicBezTo>
                  <a:cubicBezTo>
                    <a:pt x="25" y="1733"/>
                    <a:pt x="12" y="1720"/>
                    <a:pt x="12" y="1705"/>
                  </a:cubicBezTo>
                  <a:cubicBezTo>
                    <a:pt x="12" y="40"/>
                    <a:pt x="12" y="40"/>
                    <a:pt x="12" y="40"/>
                  </a:cubicBezTo>
                  <a:cubicBezTo>
                    <a:pt x="12" y="24"/>
                    <a:pt x="25" y="12"/>
                    <a:pt x="40" y="12"/>
                  </a:cubicBezTo>
                  <a:cubicBezTo>
                    <a:pt x="792" y="12"/>
                    <a:pt x="792" y="12"/>
                    <a:pt x="792" y="12"/>
                  </a:cubicBezTo>
                  <a:cubicBezTo>
                    <a:pt x="1093" y="12"/>
                    <a:pt x="1093" y="12"/>
                    <a:pt x="1093" y="12"/>
                  </a:cubicBezTo>
                  <a:cubicBezTo>
                    <a:pt x="1093" y="0"/>
                    <a:pt x="1093" y="0"/>
                    <a:pt x="1093" y="0"/>
                  </a:cubicBezTo>
                  <a:lnTo>
                    <a:pt x="40" y="0"/>
                  </a:lnTo>
                  <a:close/>
                </a:path>
              </a:pathLst>
            </a:custGeom>
            <a:solidFill>
              <a:schemeClr val="lt2"/>
            </a:solidFill>
            <a:ln w="0">
              <a:noFill/>
            </a:ln>
          </p:spPr>
          <p:style>
            <a:lnRef idx="0"/>
            <a:fillRef idx="0"/>
            <a:effectRef idx="0"/>
            <a:fontRef idx="minor"/>
          </p:style>
          <p:txBody>
            <a:bodyPr tIns="91440" bIns="91440" anchor="ctr">
              <a:noAutofit/>
            </a:bodyPr>
            <a:p>
              <a:pPr>
                <a:lnSpc>
                  <a:spcPct val="100000"/>
                </a:lnSpc>
                <a:tabLst>
                  <a:tab algn="l" pos="0"/>
                </a:tabLst>
              </a:pPr>
              <a:endParaRPr b="0" lang="en-US" sz="1400" spc="-1" strike="noStrike">
                <a:solidFill>
                  <a:srgbClr val="000000"/>
                </a:solidFill>
                <a:latin typeface="Arial"/>
                <a:ea typeface="Arial"/>
              </a:endParaRPr>
            </a:p>
          </p:txBody>
        </p:sp>
      </p:grpSp>
      <p:sp>
        <p:nvSpPr>
          <p:cNvPr id="13" name="PlaceHolder 1"/>
          <p:cNvSpPr>
            <a:spLocks noGrp="1"/>
          </p:cNvSpPr>
          <p:nvPr>
            <p:ph type="dt" idx="1"/>
          </p:nvPr>
        </p:nvSpPr>
        <p:spPr>
          <a:xfrm>
            <a:off x="6729840" y="4831920"/>
            <a:ext cx="2057040" cy="27360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14" name="PlaceHolder 2"/>
          <p:cNvSpPr>
            <a:spLocks noGrp="1"/>
          </p:cNvSpPr>
          <p:nvPr>
            <p:ph type="ftr" idx="2"/>
          </p:nvPr>
        </p:nvSpPr>
        <p:spPr>
          <a:xfrm>
            <a:off x="3024000" y="4831920"/>
            <a:ext cx="308592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5" name="PlaceHolder 3"/>
          <p:cNvSpPr>
            <a:spLocks noGrp="1"/>
          </p:cNvSpPr>
          <p:nvPr>
            <p:ph type="sldNum" idx="3"/>
          </p:nvPr>
        </p:nvSpPr>
        <p:spPr>
          <a:xfrm>
            <a:off x="349920" y="4831920"/>
            <a:ext cx="2066040" cy="273600"/>
          </a:xfrm>
          <a:prstGeom prst="rect">
            <a:avLst/>
          </a:prstGeom>
          <a:noFill/>
          <a:ln w="0">
            <a:noFill/>
          </a:ln>
        </p:spPr>
        <p:txBody>
          <a:bodyPr lIns="91440" rIns="91440" tIns="45720" bIns="45720" anchor="ctr">
            <a:noAutofit/>
          </a:bodyPr>
          <a:lstStyle>
            <a:lvl1pPr indent="0">
              <a:lnSpc>
                <a:spcPct val="100000"/>
              </a:lnSpc>
              <a:buNone/>
              <a:tabLst>
                <a:tab algn="l" pos="0"/>
              </a:tabLst>
              <a:defRPr b="0" lang="en" sz="900" spc="-1" strike="noStrike">
                <a:solidFill>
                  <a:srgbClr val="464b56"/>
                </a:solidFill>
                <a:latin typeface="Century Schoolbook"/>
                <a:ea typeface="Century Schoolbook"/>
              </a:defRPr>
            </a:lvl1pPr>
          </a:lstStyle>
          <a:p>
            <a:pPr indent="0">
              <a:lnSpc>
                <a:spcPct val="100000"/>
              </a:lnSpc>
              <a:buNone/>
              <a:tabLst>
                <a:tab algn="l" pos="0"/>
              </a:tabLst>
            </a:pPr>
            <a:fld id="{6CE00127-4DBA-451C-8182-E2F1E6D4B775}" type="slidenum">
              <a:rPr b="0" lang="en" sz="900" spc="-1" strike="noStrike">
                <a:solidFill>
                  <a:srgbClr val="464b56"/>
                </a:solidFill>
                <a:latin typeface="Century Schoolbook"/>
                <a:ea typeface="Century Schoolbook"/>
              </a:rPr>
              <a:t>&lt;number&gt;</a:t>
            </a:fld>
            <a:endParaRPr b="0" lang="en-US" sz="900" spc="-1" strike="noStrike">
              <a:solidFill>
                <a:srgbClr val="000000"/>
              </a:solidFill>
              <a:latin typeface="Times New Roman"/>
            </a:endParaRPr>
          </a:p>
        </p:txBody>
      </p:sp>
      <p:sp>
        <p:nvSpPr>
          <p:cNvPr id="16" name="Google Shape;73;p14"/>
          <p:cNvSpPr/>
          <p:nvPr/>
        </p:nvSpPr>
        <p:spPr>
          <a:xfrm>
            <a:off x="3342240" y="23760"/>
            <a:ext cx="360" cy="720"/>
          </a:xfrm>
          <a:custGeom>
            <a:avLst/>
            <a:gdLst>
              <a:gd name="textAreaLeft" fmla="*/ 0 w 360"/>
              <a:gd name="textAreaRight" fmla="*/ 720 w 360"/>
              <a:gd name="textAreaTop" fmla="*/ 0 h 720"/>
              <a:gd name="textAreaBottom" fmla="*/ 1080 h 720"/>
            </a:gdLst>
            <a:ahLst/>
            <a:rect l="textAreaLeft" t="textAreaTop" r="textAreaRight" b="textAreaBottom"/>
            <a:pathLst>
              <a:path w="2" h="2">
                <a:moveTo>
                  <a:pt x="0" y="0"/>
                </a:moveTo>
                <a:lnTo>
                  <a:pt x="0" y="0"/>
                </a:lnTo>
                <a:lnTo>
                  <a:pt x="0" y="2"/>
                </a:lnTo>
                <a:lnTo>
                  <a:pt x="0" y="0"/>
                </a:lnTo>
                <a:close/>
              </a:path>
            </a:pathLst>
          </a:custGeom>
          <a:solidFill>
            <a:srgbClr val="30466d"/>
          </a:solidFill>
          <a:ln w="9525">
            <a:solidFill>
              <a:srgbClr val="30466d"/>
            </a:solidFill>
            <a:round/>
          </a:ln>
        </p:spPr>
        <p:style>
          <a:lnRef idx="0"/>
          <a:fillRef idx="0"/>
          <a:effectRef idx="0"/>
          <a:fontRef idx="minor"/>
        </p:style>
        <p:txBody>
          <a:bodyPr lIns="90000" rIns="90000" tIns="-43920" bIns="-43920" anchor="t">
            <a:noAutofit/>
          </a:bodyPr>
          <a:p>
            <a:endParaRPr b="0" lang="en-US" sz="1800" spc="-1" strike="noStrike">
              <a:solidFill>
                <a:srgbClr val="ffffff"/>
              </a:solidFill>
              <a:latin typeface="Arial"/>
            </a:endParaRPr>
          </a:p>
        </p:txBody>
      </p:sp>
      <p:sp>
        <p:nvSpPr>
          <p:cNvPr id="17" name="Google Shape;74;p14"/>
          <p:cNvSpPr/>
          <p:nvPr/>
        </p:nvSpPr>
        <p:spPr>
          <a:xfrm>
            <a:off x="3299400" y="-3750480"/>
            <a:ext cx="720" cy="2160"/>
          </a:xfrm>
          <a:custGeom>
            <a:avLst/>
            <a:gdLst>
              <a:gd name="textAreaLeft" fmla="*/ 0 w 720"/>
              <a:gd name="textAreaRight" fmla="*/ 1080 w 720"/>
              <a:gd name="textAreaTop" fmla="*/ 0 h 2160"/>
              <a:gd name="textAreaBottom" fmla="*/ 2520 h 2160"/>
            </a:gdLst>
            <a:ahLst/>
            <a:rect l="textAreaLeft" t="textAreaTop" r="textAreaRight" b="textAreaBottom"/>
            <a:pathLst>
              <a:path w="2" h="3">
                <a:moveTo>
                  <a:pt x="0" y="0"/>
                </a:moveTo>
                <a:lnTo>
                  <a:pt x="2" y="2"/>
                </a:lnTo>
                <a:lnTo>
                  <a:pt x="0" y="3"/>
                </a:lnTo>
                <a:lnTo>
                  <a:pt x="0" y="0"/>
                </a:lnTo>
                <a:close/>
              </a:path>
            </a:pathLst>
          </a:custGeom>
          <a:solidFill>
            <a:srgbClr val="adbc87"/>
          </a:solidFill>
          <a:ln w="9525">
            <a:solidFill>
              <a:srgbClr val="adbc87"/>
            </a:solidFill>
            <a:round/>
          </a:ln>
        </p:spPr>
        <p:style>
          <a:lnRef idx="0"/>
          <a:fillRef idx="0"/>
          <a:effectRef idx="0"/>
          <a:fontRef idx="minor"/>
        </p:style>
        <p:txBody>
          <a:bodyPr lIns="90000" rIns="90000" tIns="-42480" bIns="-42480" anchor="t">
            <a:noAutofit/>
          </a:bodyPr>
          <a:p>
            <a:endParaRPr b="0" lang="en-US" sz="1800" spc="-1" strike="noStrike">
              <a:solidFill>
                <a:srgbClr val="000000"/>
              </a:solidFill>
              <a:latin typeface="Arial"/>
            </a:endParaRPr>
          </a:p>
        </p:txBody>
      </p:sp>
      <p:sp>
        <p:nvSpPr>
          <p:cNvPr id="18" name="PlaceHolder 4"/>
          <p:cNvSpPr>
            <a:spLocks noGrp="1"/>
          </p:cNvSpPr>
          <p:nvPr>
            <p:ph type="title"/>
          </p:nvPr>
        </p:nvSpPr>
        <p:spPr>
          <a:xfrm>
            <a:off x="5940720" y="767880"/>
            <a:ext cx="2844720" cy="2511720"/>
          </a:xfrm>
          <a:prstGeom prst="rect">
            <a:avLst/>
          </a:prstGeom>
          <a:noFill/>
          <a:ln w="0">
            <a:noFill/>
          </a:ln>
        </p:spPr>
        <p:txBody>
          <a:bodyPr lIns="91440" rIns="91440" tIns="45720" bIns="45720" anchor="t">
            <a:normAutofit/>
          </a:bodyPr>
          <a:p>
            <a:pPr indent="0">
              <a:buNone/>
            </a:pPr>
            <a:r>
              <a:rPr b="0" lang="en-US" sz="3300" spc="-1" strike="noStrike">
                <a:solidFill>
                  <a:srgbClr val="000000"/>
                </a:solidFill>
                <a:latin typeface="Arial"/>
              </a:rPr>
              <a:t>Click to edit the title text format</a:t>
            </a:r>
            <a:endParaRPr b="0" lang="en-US" sz="3300" spc="-1" strike="noStrike">
              <a:solidFill>
                <a:srgbClr val="000000"/>
              </a:solidFill>
              <a:latin typeface="Arial"/>
            </a:endParaRPr>
          </a:p>
        </p:txBody>
      </p:sp>
      <p:sp>
        <p:nvSpPr>
          <p:cNvPr id="19" name="Google Shape;77;p14"/>
          <p:cNvSpPr/>
          <p:nvPr/>
        </p:nvSpPr>
        <p:spPr>
          <a:xfrm>
            <a:off x="3342240" y="23760"/>
            <a:ext cx="360" cy="720"/>
          </a:xfrm>
          <a:custGeom>
            <a:avLst/>
            <a:gdLst>
              <a:gd name="textAreaLeft" fmla="*/ 0 w 360"/>
              <a:gd name="textAreaRight" fmla="*/ 720 w 360"/>
              <a:gd name="textAreaTop" fmla="*/ 0 h 720"/>
              <a:gd name="textAreaBottom" fmla="*/ 1080 h 720"/>
            </a:gdLst>
            <a:ahLst/>
            <a:rect l="textAreaLeft" t="textAreaTop" r="textAreaRight" b="textAreaBottom"/>
            <a:pathLst>
              <a:path w="2" h="2">
                <a:moveTo>
                  <a:pt x="0" y="0"/>
                </a:moveTo>
                <a:lnTo>
                  <a:pt x="0" y="0"/>
                </a:lnTo>
                <a:lnTo>
                  <a:pt x="0" y="2"/>
                </a:lnTo>
                <a:lnTo>
                  <a:pt x="0" y="0"/>
                </a:lnTo>
                <a:close/>
              </a:path>
            </a:pathLst>
          </a:custGeom>
          <a:solidFill>
            <a:srgbClr val="30466d"/>
          </a:solidFill>
          <a:ln w="9525">
            <a:solidFill>
              <a:srgbClr val="30466d"/>
            </a:solidFill>
            <a:round/>
          </a:ln>
        </p:spPr>
        <p:style>
          <a:lnRef idx="0"/>
          <a:fillRef idx="0"/>
          <a:effectRef idx="0"/>
          <a:fontRef idx="minor"/>
        </p:style>
        <p:txBody>
          <a:bodyPr lIns="90000" rIns="90000" tIns="-43920" bIns="-43920" anchor="t">
            <a:noAutofit/>
          </a:bodyPr>
          <a:p>
            <a:endParaRPr b="0" lang="en-US" sz="1800" spc="-1" strike="noStrike">
              <a:solidFill>
                <a:srgbClr val="ffffff"/>
              </a:solidFill>
              <a:latin typeface="Arial"/>
            </a:endParaRPr>
          </a:p>
        </p:txBody>
      </p:sp>
      <p:sp>
        <p:nvSpPr>
          <p:cNvPr id="20" name="Google Shape;78;p14"/>
          <p:cNvSpPr/>
          <p:nvPr/>
        </p:nvSpPr>
        <p:spPr>
          <a:xfrm>
            <a:off x="3299400" y="-3750480"/>
            <a:ext cx="720" cy="2160"/>
          </a:xfrm>
          <a:custGeom>
            <a:avLst/>
            <a:gdLst>
              <a:gd name="textAreaLeft" fmla="*/ 0 w 720"/>
              <a:gd name="textAreaRight" fmla="*/ 1080 w 720"/>
              <a:gd name="textAreaTop" fmla="*/ 0 h 2160"/>
              <a:gd name="textAreaBottom" fmla="*/ 2520 h 2160"/>
            </a:gdLst>
            <a:ahLst/>
            <a:rect l="textAreaLeft" t="textAreaTop" r="textAreaRight" b="textAreaBottom"/>
            <a:pathLst>
              <a:path w="2" h="3">
                <a:moveTo>
                  <a:pt x="0" y="0"/>
                </a:moveTo>
                <a:lnTo>
                  <a:pt x="2" y="2"/>
                </a:lnTo>
                <a:lnTo>
                  <a:pt x="0" y="3"/>
                </a:lnTo>
                <a:lnTo>
                  <a:pt x="0" y="0"/>
                </a:lnTo>
                <a:close/>
              </a:path>
            </a:pathLst>
          </a:custGeom>
          <a:solidFill>
            <a:srgbClr val="adbc87"/>
          </a:solidFill>
          <a:ln w="9525">
            <a:solidFill>
              <a:srgbClr val="adbc87"/>
            </a:solidFill>
            <a:round/>
          </a:ln>
        </p:spPr>
        <p:style>
          <a:lnRef idx="0"/>
          <a:fillRef idx="0"/>
          <a:effectRef idx="0"/>
          <a:fontRef idx="minor"/>
        </p:style>
        <p:txBody>
          <a:bodyPr lIns="90000" rIns="90000" tIns="-42480" bIns="-42480" anchor="t">
            <a:noAutofit/>
          </a:bodyPr>
          <a:p>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2"/>
        </a:solidFill>
      </p:bgPr>
    </p:bg>
    <p:spTree>
      <p:nvGrpSpPr>
        <p:cNvPr id="1" name=""/>
        <p:cNvGrpSpPr/>
        <p:nvPr/>
      </p:nvGrpSpPr>
      <p:grpSpPr>
        <a:xfrm>
          <a:off x="0" y="0"/>
          <a:ext cx="0" cy="0"/>
          <a:chOff x="0" y="0"/>
          <a:chExt cx="0" cy="0"/>
        </a:xfrm>
      </p:grpSpPr>
      <p:grpSp>
        <p:nvGrpSpPr>
          <p:cNvPr id="23" name="Google Shape;51;p13"/>
          <p:cNvGrpSpPr/>
          <p:nvPr/>
        </p:nvGrpSpPr>
        <p:grpSpPr>
          <a:xfrm>
            <a:off x="242280" y="542520"/>
            <a:ext cx="3173400" cy="4223520"/>
            <a:chOff x="242280" y="542520"/>
            <a:chExt cx="3173400" cy="4223520"/>
          </a:xfrm>
        </p:grpSpPr>
        <p:sp>
          <p:nvSpPr>
            <p:cNvPr id="24" name="Google Shape;52;p13"/>
            <p:cNvSpPr/>
            <p:nvPr/>
          </p:nvSpPr>
          <p:spPr>
            <a:xfrm>
              <a:off x="242280" y="542520"/>
              <a:ext cx="2013480" cy="4223520"/>
            </a:xfrm>
            <a:custGeom>
              <a:avLst/>
              <a:gdLst>
                <a:gd name="textAreaLeft" fmla="*/ 0 w 2013480"/>
                <a:gd name="textAreaRight" fmla="*/ 2013840 w 2013480"/>
                <a:gd name="textAreaTop" fmla="*/ 0 h 4223520"/>
                <a:gd name="textAreaBottom" fmla="*/ 4223880 h 4223520"/>
              </a:gdLst>
              <a:ahLst/>
              <a:rect l="textAreaLeft" t="textAreaTop" r="textAreaRight" b="textAreaBottom"/>
              <a:pathLst>
                <a:path w="697" h="1954">
                  <a:moveTo>
                    <a:pt x="251" y="1472"/>
                  </a:moveTo>
                  <a:cubicBezTo>
                    <a:pt x="258" y="1472"/>
                    <a:pt x="252" y="1463"/>
                    <a:pt x="251" y="1462"/>
                  </a:cubicBezTo>
                  <a:cubicBezTo>
                    <a:pt x="248" y="1422"/>
                    <a:pt x="241" y="1424"/>
                    <a:pt x="241" y="1419"/>
                  </a:cubicBezTo>
                  <a:cubicBezTo>
                    <a:pt x="227" y="1388"/>
                    <a:pt x="226" y="1380"/>
                    <a:pt x="221" y="1376"/>
                  </a:cubicBezTo>
                  <a:cubicBezTo>
                    <a:pt x="209" y="1355"/>
                    <a:pt x="209" y="1347"/>
                    <a:pt x="203" y="1344"/>
                  </a:cubicBezTo>
                  <a:cubicBezTo>
                    <a:pt x="169" y="1285"/>
                    <a:pt x="162" y="1275"/>
                    <a:pt x="156" y="1263"/>
                  </a:cubicBezTo>
                  <a:cubicBezTo>
                    <a:pt x="144" y="1242"/>
                    <a:pt x="141" y="1236"/>
                    <a:pt x="138" y="1231"/>
                  </a:cubicBezTo>
                  <a:cubicBezTo>
                    <a:pt x="107" y="1177"/>
                    <a:pt x="108" y="1168"/>
                    <a:pt x="103" y="1165"/>
                  </a:cubicBezTo>
                  <a:cubicBezTo>
                    <a:pt x="90" y="1142"/>
                    <a:pt x="83" y="1131"/>
                    <a:pt x="82" y="1127"/>
                  </a:cubicBezTo>
                  <a:cubicBezTo>
                    <a:pt x="66" y="1090"/>
                    <a:pt x="67" y="1081"/>
                    <a:pt x="62" y="1077"/>
                  </a:cubicBezTo>
                  <a:cubicBezTo>
                    <a:pt x="57" y="1049"/>
                    <a:pt x="51" y="1046"/>
                    <a:pt x="52" y="1037"/>
                  </a:cubicBezTo>
                  <a:cubicBezTo>
                    <a:pt x="48" y="1016"/>
                    <a:pt x="44" y="1007"/>
                    <a:pt x="42" y="1002"/>
                  </a:cubicBezTo>
                  <a:cubicBezTo>
                    <a:pt x="32" y="970"/>
                    <a:pt x="24" y="961"/>
                    <a:pt x="22" y="946"/>
                  </a:cubicBezTo>
                  <a:cubicBezTo>
                    <a:pt x="13" y="922"/>
                    <a:pt x="11" y="916"/>
                    <a:pt x="9" y="909"/>
                  </a:cubicBezTo>
                  <a:cubicBezTo>
                    <a:pt x="5" y="889"/>
                    <a:pt x="11" y="888"/>
                    <a:pt x="9" y="896"/>
                  </a:cubicBezTo>
                  <a:cubicBezTo>
                    <a:pt x="25" y="935"/>
                    <a:pt x="22" y="943"/>
                    <a:pt x="27" y="944"/>
                  </a:cubicBezTo>
                  <a:cubicBezTo>
                    <a:pt x="47" y="979"/>
                    <a:pt x="44" y="987"/>
                    <a:pt x="45" y="992"/>
                  </a:cubicBezTo>
                  <a:cubicBezTo>
                    <a:pt x="78" y="1045"/>
                    <a:pt x="85" y="1060"/>
                    <a:pt x="95" y="1072"/>
                  </a:cubicBezTo>
                  <a:cubicBezTo>
                    <a:pt x="141" y="1130"/>
                    <a:pt x="141" y="1136"/>
                    <a:pt x="140" y="1142"/>
                  </a:cubicBezTo>
                  <a:cubicBezTo>
                    <a:pt x="159" y="1162"/>
                    <a:pt x="156" y="1170"/>
                    <a:pt x="160" y="1170"/>
                  </a:cubicBezTo>
                  <a:cubicBezTo>
                    <a:pt x="198" y="1238"/>
                    <a:pt x="204" y="1243"/>
                    <a:pt x="206" y="1251"/>
                  </a:cubicBezTo>
                  <a:cubicBezTo>
                    <a:pt x="218" y="1278"/>
                    <a:pt x="219" y="1288"/>
                    <a:pt x="226" y="1291"/>
                  </a:cubicBezTo>
                  <a:cubicBezTo>
                    <a:pt x="231" y="1298"/>
                    <a:pt x="231" y="1292"/>
                    <a:pt x="228" y="1288"/>
                  </a:cubicBezTo>
                  <a:cubicBezTo>
                    <a:pt x="196" y="1218"/>
                    <a:pt x="198" y="1206"/>
                    <a:pt x="191" y="1203"/>
                  </a:cubicBezTo>
                  <a:cubicBezTo>
                    <a:pt x="168" y="1159"/>
                    <a:pt x="164" y="1153"/>
                    <a:pt x="160" y="1147"/>
                  </a:cubicBezTo>
                  <a:cubicBezTo>
                    <a:pt x="114" y="1068"/>
                    <a:pt x="104" y="1068"/>
                    <a:pt x="105" y="1057"/>
                  </a:cubicBezTo>
                  <a:cubicBezTo>
                    <a:pt x="67" y="1000"/>
                    <a:pt x="58" y="1000"/>
                    <a:pt x="57" y="992"/>
                  </a:cubicBezTo>
                  <a:cubicBezTo>
                    <a:pt x="80" y="1011"/>
                    <a:pt x="81" y="1021"/>
                    <a:pt x="87" y="1024"/>
                  </a:cubicBezTo>
                  <a:cubicBezTo>
                    <a:pt x="103" y="1041"/>
                    <a:pt x="100" y="1049"/>
                    <a:pt x="105" y="1049"/>
                  </a:cubicBezTo>
                  <a:cubicBezTo>
                    <a:pt x="129" y="1079"/>
                    <a:pt x="130" y="1087"/>
                    <a:pt x="135" y="1092"/>
                  </a:cubicBezTo>
                  <a:cubicBezTo>
                    <a:pt x="163" y="1128"/>
                    <a:pt x="159" y="1136"/>
                    <a:pt x="163" y="1137"/>
                  </a:cubicBezTo>
                  <a:cubicBezTo>
                    <a:pt x="199" y="1191"/>
                    <a:pt x="204" y="1205"/>
                    <a:pt x="211" y="1218"/>
                  </a:cubicBezTo>
                  <a:cubicBezTo>
                    <a:pt x="232" y="1237"/>
                    <a:pt x="226" y="1238"/>
                    <a:pt x="228" y="1230"/>
                  </a:cubicBezTo>
                  <a:cubicBezTo>
                    <a:pt x="202" y="1163"/>
                    <a:pt x="196" y="1163"/>
                    <a:pt x="198" y="1155"/>
                  </a:cubicBezTo>
                  <a:cubicBezTo>
                    <a:pt x="171" y="1106"/>
                    <a:pt x="167" y="1104"/>
                    <a:pt x="165" y="1100"/>
                  </a:cubicBezTo>
                  <a:cubicBezTo>
                    <a:pt x="140" y="1062"/>
                    <a:pt x="138" y="1052"/>
                    <a:pt x="133" y="1047"/>
                  </a:cubicBezTo>
                  <a:cubicBezTo>
                    <a:pt x="76" y="924"/>
                    <a:pt x="76" y="918"/>
                    <a:pt x="75" y="913"/>
                  </a:cubicBezTo>
                  <a:cubicBezTo>
                    <a:pt x="53" y="840"/>
                    <a:pt x="56" y="836"/>
                    <a:pt x="57" y="830"/>
                  </a:cubicBezTo>
                  <a:cubicBezTo>
                    <a:pt x="36" y="706"/>
                    <a:pt x="30" y="721"/>
                    <a:pt x="34" y="725"/>
                  </a:cubicBezTo>
                  <a:cubicBezTo>
                    <a:pt x="45" y="767"/>
                    <a:pt x="46" y="774"/>
                    <a:pt x="49" y="778"/>
                  </a:cubicBezTo>
                  <a:cubicBezTo>
                    <a:pt x="70" y="833"/>
                    <a:pt x="67" y="843"/>
                    <a:pt x="72" y="846"/>
                  </a:cubicBezTo>
                  <a:cubicBezTo>
                    <a:pt x="94" y="887"/>
                    <a:pt x="97" y="899"/>
                    <a:pt x="102" y="908"/>
                  </a:cubicBezTo>
                  <a:cubicBezTo>
                    <a:pt x="143" y="980"/>
                    <a:pt x="154" y="992"/>
                    <a:pt x="160" y="1007"/>
                  </a:cubicBezTo>
                  <a:cubicBezTo>
                    <a:pt x="212" y="1106"/>
                    <a:pt x="218" y="1122"/>
                    <a:pt x="223" y="1137"/>
                  </a:cubicBezTo>
                  <a:cubicBezTo>
                    <a:pt x="218" y="1115"/>
                    <a:pt x="222" y="1106"/>
                    <a:pt x="221" y="1102"/>
                  </a:cubicBezTo>
                  <a:cubicBezTo>
                    <a:pt x="210" y="1080"/>
                    <a:pt x="213" y="1072"/>
                    <a:pt x="208" y="1072"/>
                  </a:cubicBezTo>
                  <a:cubicBezTo>
                    <a:pt x="195" y="1023"/>
                    <a:pt x="188" y="1020"/>
                    <a:pt x="188" y="1012"/>
                  </a:cubicBezTo>
                  <a:cubicBezTo>
                    <a:pt x="149" y="930"/>
                    <a:pt x="144" y="927"/>
                    <a:pt x="145" y="918"/>
                  </a:cubicBezTo>
                  <a:cubicBezTo>
                    <a:pt x="125" y="876"/>
                    <a:pt x="120" y="873"/>
                    <a:pt x="117" y="868"/>
                  </a:cubicBezTo>
                  <a:cubicBezTo>
                    <a:pt x="102" y="832"/>
                    <a:pt x="100" y="833"/>
                    <a:pt x="100" y="830"/>
                  </a:cubicBezTo>
                  <a:cubicBezTo>
                    <a:pt x="80" y="793"/>
                    <a:pt x="77" y="788"/>
                    <a:pt x="75" y="783"/>
                  </a:cubicBezTo>
                  <a:cubicBezTo>
                    <a:pt x="45" y="730"/>
                    <a:pt x="43" y="716"/>
                    <a:pt x="34" y="710"/>
                  </a:cubicBezTo>
                  <a:cubicBezTo>
                    <a:pt x="25" y="678"/>
                    <a:pt x="34" y="684"/>
                    <a:pt x="32" y="690"/>
                  </a:cubicBezTo>
                  <a:cubicBezTo>
                    <a:pt x="50" y="733"/>
                    <a:pt x="60" y="733"/>
                    <a:pt x="59" y="745"/>
                  </a:cubicBezTo>
                  <a:cubicBezTo>
                    <a:pt x="80" y="780"/>
                    <a:pt x="81" y="783"/>
                    <a:pt x="85" y="785"/>
                  </a:cubicBezTo>
                  <a:cubicBezTo>
                    <a:pt x="113" y="833"/>
                    <a:pt x="115" y="842"/>
                    <a:pt x="117" y="851"/>
                  </a:cubicBezTo>
                  <a:cubicBezTo>
                    <a:pt x="147" y="899"/>
                    <a:pt x="151" y="907"/>
                    <a:pt x="153" y="916"/>
                  </a:cubicBezTo>
                  <a:cubicBezTo>
                    <a:pt x="168" y="945"/>
                    <a:pt x="171" y="952"/>
                    <a:pt x="173" y="961"/>
                  </a:cubicBezTo>
                  <a:cubicBezTo>
                    <a:pt x="190" y="999"/>
                    <a:pt x="200" y="1010"/>
                    <a:pt x="203" y="1029"/>
                  </a:cubicBezTo>
                  <a:cubicBezTo>
                    <a:pt x="198" y="998"/>
                    <a:pt x="198" y="994"/>
                    <a:pt x="196" y="994"/>
                  </a:cubicBezTo>
                  <a:cubicBezTo>
                    <a:pt x="175" y="911"/>
                    <a:pt x="168" y="909"/>
                    <a:pt x="170" y="898"/>
                  </a:cubicBezTo>
                  <a:cubicBezTo>
                    <a:pt x="131" y="811"/>
                    <a:pt x="131" y="802"/>
                    <a:pt x="125" y="800"/>
                  </a:cubicBezTo>
                  <a:cubicBezTo>
                    <a:pt x="105" y="747"/>
                    <a:pt x="103" y="742"/>
                    <a:pt x="100" y="740"/>
                  </a:cubicBezTo>
                  <a:cubicBezTo>
                    <a:pt x="82" y="701"/>
                    <a:pt x="78" y="699"/>
                    <a:pt x="77" y="695"/>
                  </a:cubicBezTo>
                  <a:cubicBezTo>
                    <a:pt x="67" y="672"/>
                    <a:pt x="60" y="674"/>
                    <a:pt x="62" y="667"/>
                  </a:cubicBezTo>
                  <a:cubicBezTo>
                    <a:pt x="44" y="641"/>
                    <a:pt x="39" y="635"/>
                    <a:pt x="34" y="629"/>
                  </a:cubicBezTo>
                  <a:cubicBezTo>
                    <a:pt x="21" y="597"/>
                    <a:pt x="29" y="609"/>
                    <a:pt x="37" y="622"/>
                  </a:cubicBezTo>
                  <a:cubicBezTo>
                    <a:pt x="75" y="681"/>
                    <a:pt x="85" y="681"/>
                    <a:pt x="85" y="692"/>
                  </a:cubicBezTo>
                  <a:cubicBezTo>
                    <a:pt x="108" y="731"/>
                    <a:pt x="109" y="735"/>
                    <a:pt x="110" y="740"/>
                  </a:cubicBezTo>
                  <a:cubicBezTo>
                    <a:pt x="123" y="777"/>
                    <a:pt x="130" y="775"/>
                    <a:pt x="130" y="780"/>
                  </a:cubicBezTo>
                  <a:cubicBezTo>
                    <a:pt x="151" y="822"/>
                    <a:pt x="153" y="840"/>
                    <a:pt x="163" y="851"/>
                  </a:cubicBezTo>
                  <a:cubicBezTo>
                    <a:pt x="179" y="903"/>
                    <a:pt x="184" y="907"/>
                    <a:pt x="185" y="916"/>
                  </a:cubicBezTo>
                  <a:cubicBezTo>
                    <a:pt x="203" y="963"/>
                    <a:pt x="199" y="973"/>
                    <a:pt x="201" y="976"/>
                  </a:cubicBezTo>
                  <a:cubicBezTo>
                    <a:pt x="236" y="1076"/>
                    <a:pt x="226" y="1071"/>
                    <a:pt x="228" y="1064"/>
                  </a:cubicBezTo>
                  <a:cubicBezTo>
                    <a:pt x="218" y="972"/>
                    <a:pt x="212" y="965"/>
                    <a:pt x="213" y="951"/>
                  </a:cubicBezTo>
                  <a:cubicBezTo>
                    <a:pt x="185" y="862"/>
                    <a:pt x="181" y="854"/>
                    <a:pt x="178" y="845"/>
                  </a:cubicBezTo>
                  <a:cubicBezTo>
                    <a:pt x="145" y="767"/>
                    <a:pt x="139" y="762"/>
                    <a:pt x="135" y="755"/>
                  </a:cubicBezTo>
                  <a:cubicBezTo>
                    <a:pt x="119" y="717"/>
                    <a:pt x="114" y="719"/>
                    <a:pt x="112" y="717"/>
                  </a:cubicBezTo>
                  <a:cubicBezTo>
                    <a:pt x="92" y="686"/>
                    <a:pt x="92" y="676"/>
                    <a:pt x="87" y="669"/>
                  </a:cubicBezTo>
                  <a:cubicBezTo>
                    <a:pt x="56" y="621"/>
                    <a:pt x="53" y="614"/>
                    <a:pt x="49" y="607"/>
                  </a:cubicBezTo>
                  <a:cubicBezTo>
                    <a:pt x="41" y="564"/>
                    <a:pt x="41" y="578"/>
                    <a:pt x="47" y="586"/>
                  </a:cubicBezTo>
                  <a:cubicBezTo>
                    <a:pt x="72" y="633"/>
                    <a:pt x="77" y="635"/>
                    <a:pt x="77" y="642"/>
                  </a:cubicBezTo>
                  <a:cubicBezTo>
                    <a:pt x="117" y="700"/>
                    <a:pt x="120" y="711"/>
                    <a:pt x="125" y="720"/>
                  </a:cubicBezTo>
                  <a:cubicBezTo>
                    <a:pt x="136" y="738"/>
                    <a:pt x="138" y="743"/>
                    <a:pt x="143" y="745"/>
                  </a:cubicBezTo>
                  <a:cubicBezTo>
                    <a:pt x="165" y="796"/>
                    <a:pt x="169" y="801"/>
                    <a:pt x="173" y="805"/>
                  </a:cubicBezTo>
                  <a:cubicBezTo>
                    <a:pt x="198" y="877"/>
                    <a:pt x="205" y="880"/>
                    <a:pt x="206" y="888"/>
                  </a:cubicBezTo>
                  <a:cubicBezTo>
                    <a:pt x="210" y="912"/>
                    <a:pt x="215" y="915"/>
                    <a:pt x="216" y="923"/>
                  </a:cubicBezTo>
                  <a:cubicBezTo>
                    <a:pt x="239" y="982"/>
                    <a:pt x="234" y="967"/>
                    <a:pt x="238" y="961"/>
                  </a:cubicBezTo>
                  <a:cubicBezTo>
                    <a:pt x="220" y="890"/>
                    <a:pt x="217" y="886"/>
                    <a:pt x="218" y="876"/>
                  </a:cubicBezTo>
                  <a:cubicBezTo>
                    <a:pt x="175" y="774"/>
                    <a:pt x="176" y="763"/>
                    <a:pt x="173" y="755"/>
                  </a:cubicBezTo>
                  <a:cubicBezTo>
                    <a:pt x="155" y="729"/>
                    <a:pt x="156" y="717"/>
                    <a:pt x="150" y="712"/>
                  </a:cubicBezTo>
                  <a:cubicBezTo>
                    <a:pt x="123" y="663"/>
                    <a:pt x="122" y="653"/>
                    <a:pt x="115" y="649"/>
                  </a:cubicBezTo>
                  <a:cubicBezTo>
                    <a:pt x="86" y="590"/>
                    <a:pt x="85" y="586"/>
                    <a:pt x="85" y="581"/>
                  </a:cubicBezTo>
                  <a:cubicBezTo>
                    <a:pt x="60" y="516"/>
                    <a:pt x="65" y="519"/>
                    <a:pt x="64" y="528"/>
                  </a:cubicBezTo>
                  <a:cubicBezTo>
                    <a:pt x="82" y="567"/>
                    <a:pt x="89" y="567"/>
                    <a:pt x="87" y="576"/>
                  </a:cubicBezTo>
                  <a:cubicBezTo>
                    <a:pt x="102" y="603"/>
                    <a:pt x="102" y="606"/>
                    <a:pt x="105" y="606"/>
                  </a:cubicBezTo>
                  <a:cubicBezTo>
                    <a:pt x="133" y="652"/>
                    <a:pt x="128" y="663"/>
                    <a:pt x="135" y="662"/>
                  </a:cubicBezTo>
                  <a:cubicBezTo>
                    <a:pt x="162" y="716"/>
                    <a:pt x="168" y="721"/>
                    <a:pt x="170" y="730"/>
                  </a:cubicBezTo>
                  <a:cubicBezTo>
                    <a:pt x="201" y="805"/>
                    <a:pt x="206" y="810"/>
                    <a:pt x="208" y="818"/>
                  </a:cubicBezTo>
                  <a:cubicBezTo>
                    <a:pt x="243" y="905"/>
                    <a:pt x="235" y="893"/>
                    <a:pt x="233" y="888"/>
                  </a:cubicBezTo>
                  <a:cubicBezTo>
                    <a:pt x="221" y="836"/>
                    <a:pt x="220" y="828"/>
                    <a:pt x="216" y="823"/>
                  </a:cubicBezTo>
                  <a:cubicBezTo>
                    <a:pt x="173" y="707"/>
                    <a:pt x="173" y="697"/>
                    <a:pt x="170" y="689"/>
                  </a:cubicBezTo>
                  <a:cubicBezTo>
                    <a:pt x="157" y="663"/>
                    <a:pt x="154" y="657"/>
                    <a:pt x="150" y="652"/>
                  </a:cubicBezTo>
                  <a:cubicBezTo>
                    <a:pt x="119" y="602"/>
                    <a:pt x="122" y="594"/>
                    <a:pt x="117" y="594"/>
                  </a:cubicBezTo>
                  <a:cubicBezTo>
                    <a:pt x="119" y="590"/>
                    <a:pt x="124" y="592"/>
                    <a:pt x="125" y="596"/>
                  </a:cubicBezTo>
                  <a:cubicBezTo>
                    <a:pt x="159" y="641"/>
                    <a:pt x="154" y="651"/>
                    <a:pt x="163" y="649"/>
                  </a:cubicBezTo>
                  <a:cubicBezTo>
                    <a:pt x="185" y="694"/>
                    <a:pt x="183" y="708"/>
                    <a:pt x="190" y="712"/>
                  </a:cubicBezTo>
                  <a:cubicBezTo>
                    <a:pt x="211" y="753"/>
                    <a:pt x="208" y="762"/>
                    <a:pt x="213" y="762"/>
                  </a:cubicBezTo>
                  <a:cubicBezTo>
                    <a:pt x="237" y="847"/>
                    <a:pt x="238" y="850"/>
                    <a:pt x="238" y="853"/>
                  </a:cubicBezTo>
                  <a:cubicBezTo>
                    <a:pt x="246" y="870"/>
                    <a:pt x="242" y="860"/>
                    <a:pt x="243" y="855"/>
                  </a:cubicBezTo>
                  <a:cubicBezTo>
                    <a:pt x="231" y="791"/>
                    <a:pt x="232" y="779"/>
                    <a:pt x="228" y="757"/>
                  </a:cubicBezTo>
                  <a:cubicBezTo>
                    <a:pt x="212" y="721"/>
                    <a:pt x="215" y="712"/>
                    <a:pt x="210" y="712"/>
                  </a:cubicBezTo>
                  <a:cubicBezTo>
                    <a:pt x="190" y="661"/>
                    <a:pt x="188" y="652"/>
                    <a:pt x="183" y="647"/>
                  </a:cubicBezTo>
                  <a:cubicBezTo>
                    <a:pt x="162" y="617"/>
                    <a:pt x="161" y="598"/>
                    <a:pt x="150" y="589"/>
                  </a:cubicBezTo>
                  <a:cubicBezTo>
                    <a:pt x="126" y="540"/>
                    <a:pt x="121" y="535"/>
                    <a:pt x="117" y="528"/>
                  </a:cubicBezTo>
                  <a:cubicBezTo>
                    <a:pt x="101" y="492"/>
                    <a:pt x="98" y="489"/>
                    <a:pt x="97" y="486"/>
                  </a:cubicBezTo>
                  <a:cubicBezTo>
                    <a:pt x="80" y="432"/>
                    <a:pt x="73" y="429"/>
                    <a:pt x="74" y="418"/>
                  </a:cubicBezTo>
                  <a:cubicBezTo>
                    <a:pt x="93" y="455"/>
                    <a:pt x="94" y="458"/>
                    <a:pt x="94" y="463"/>
                  </a:cubicBezTo>
                  <a:cubicBezTo>
                    <a:pt x="143" y="547"/>
                    <a:pt x="140" y="555"/>
                    <a:pt x="145" y="556"/>
                  </a:cubicBezTo>
                  <a:cubicBezTo>
                    <a:pt x="164" y="593"/>
                    <a:pt x="170" y="599"/>
                    <a:pt x="173" y="606"/>
                  </a:cubicBezTo>
                  <a:cubicBezTo>
                    <a:pt x="191" y="642"/>
                    <a:pt x="200" y="654"/>
                    <a:pt x="205" y="669"/>
                  </a:cubicBezTo>
                  <a:cubicBezTo>
                    <a:pt x="228" y="720"/>
                    <a:pt x="226" y="733"/>
                    <a:pt x="233" y="737"/>
                  </a:cubicBezTo>
                  <a:cubicBezTo>
                    <a:pt x="244" y="794"/>
                    <a:pt x="247" y="802"/>
                    <a:pt x="246" y="815"/>
                  </a:cubicBezTo>
                  <a:cubicBezTo>
                    <a:pt x="257" y="840"/>
                    <a:pt x="255" y="834"/>
                    <a:pt x="256" y="830"/>
                  </a:cubicBezTo>
                  <a:cubicBezTo>
                    <a:pt x="249" y="738"/>
                    <a:pt x="244" y="737"/>
                    <a:pt x="243" y="732"/>
                  </a:cubicBezTo>
                  <a:cubicBezTo>
                    <a:pt x="217" y="655"/>
                    <a:pt x="208" y="642"/>
                    <a:pt x="203" y="624"/>
                  </a:cubicBezTo>
                  <a:cubicBezTo>
                    <a:pt x="179" y="566"/>
                    <a:pt x="170" y="562"/>
                    <a:pt x="170" y="551"/>
                  </a:cubicBezTo>
                  <a:cubicBezTo>
                    <a:pt x="156" y="511"/>
                    <a:pt x="145" y="501"/>
                    <a:pt x="142" y="483"/>
                  </a:cubicBezTo>
                  <a:cubicBezTo>
                    <a:pt x="140" y="458"/>
                    <a:pt x="142" y="465"/>
                    <a:pt x="145" y="471"/>
                  </a:cubicBezTo>
                  <a:cubicBezTo>
                    <a:pt x="163" y="523"/>
                    <a:pt x="171" y="533"/>
                    <a:pt x="175" y="546"/>
                  </a:cubicBezTo>
                  <a:cubicBezTo>
                    <a:pt x="196" y="591"/>
                    <a:pt x="206" y="598"/>
                    <a:pt x="208" y="614"/>
                  </a:cubicBezTo>
                  <a:cubicBezTo>
                    <a:pt x="231" y="662"/>
                    <a:pt x="236" y="674"/>
                    <a:pt x="241" y="687"/>
                  </a:cubicBezTo>
                  <a:cubicBezTo>
                    <a:pt x="252" y="718"/>
                    <a:pt x="249" y="725"/>
                    <a:pt x="253" y="725"/>
                  </a:cubicBezTo>
                  <a:cubicBezTo>
                    <a:pt x="268" y="760"/>
                    <a:pt x="259" y="754"/>
                    <a:pt x="261" y="750"/>
                  </a:cubicBezTo>
                  <a:cubicBezTo>
                    <a:pt x="260" y="703"/>
                    <a:pt x="254" y="700"/>
                    <a:pt x="258" y="692"/>
                  </a:cubicBezTo>
                  <a:cubicBezTo>
                    <a:pt x="248" y="658"/>
                    <a:pt x="249" y="652"/>
                    <a:pt x="246" y="652"/>
                  </a:cubicBezTo>
                  <a:cubicBezTo>
                    <a:pt x="229" y="597"/>
                    <a:pt x="228" y="593"/>
                    <a:pt x="228" y="589"/>
                  </a:cubicBezTo>
                  <a:cubicBezTo>
                    <a:pt x="211" y="547"/>
                    <a:pt x="207" y="538"/>
                    <a:pt x="203" y="528"/>
                  </a:cubicBezTo>
                  <a:cubicBezTo>
                    <a:pt x="186" y="481"/>
                    <a:pt x="179" y="480"/>
                    <a:pt x="180" y="473"/>
                  </a:cubicBezTo>
                  <a:cubicBezTo>
                    <a:pt x="156" y="407"/>
                    <a:pt x="153" y="397"/>
                    <a:pt x="150" y="387"/>
                  </a:cubicBezTo>
                  <a:cubicBezTo>
                    <a:pt x="147" y="345"/>
                    <a:pt x="152" y="348"/>
                    <a:pt x="150" y="357"/>
                  </a:cubicBezTo>
                  <a:cubicBezTo>
                    <a:pt x="176" y="446"/>
                    <a:pt x="183" y="456"/>
                    <a:pt x="188" y="468"/>
                  </a:cubicBezTo>
                  <a:cubicBezTo>
                    <a:pt x="206" y="507"/>
                    <a:pt x="205" y="512"/>
                    <a:pt x="205" y="516"/>
                  </a:cubicBezTo>
                  <a:cubicBezTo>
                    <a:pt x="224" y="553"/>
                    <a:pt x="228" y="566"/>
                    <a:pt x="233" y="579"/>
                  </a:cubicBezTo>
                  <a:cubicBezTo>
                    <a:pt x="232" y="555"/>
                    <a:pt x="229" y="552"/>
                    <a:pt x="228" y="546"/>
                  </a:cubicBezTo>
                  <a:cubicBezTo>
                    <a:pt x="212" y="499"/>
                    <a:pt x="215" y="491"/>
                    <a:pt x="210" y="491"/>
                  </a:cubicBezTo>
                  <a:cubicBezTo>
                    <a:pt x="198" y="374"/>
                    <a:pt x="193" y="371"/>
                    <a:pt x="198" y="360"/>
                  </a:cubicBezTo>
                  <a:cubicBezTo>
                    <a:pt x="209" y="429"/>
                    <a:pt x="211" y="465"/>
                    <a:pt x="223" y="491"/>
                  </a:cubicBezTo>
                  <a:cubicBezTo>
                    <a:pt x="280" y="680"/>
                    <a:pt x="276" y="677"/>
                    <a:pt x="276" y="674"/>
                  </a:cubicBezTo>
                  <a:cubicBezTo>
                    <a:pt x="265" y="621"/>
                    <a:pt x="263" y="596"/>
                    <a:pt x="256" y="576"/>
                  </a:cubicBezTo>
                  <a:cubicBezTo>
                    <a:pt x="238" y="489"/>
                    <a:pt x="237" y="484"/>
                    <a:pt x="233" y="481"/>
                  </a:cubicBezTo>
                  <a:cubicBezTo>
                    <a:pt x="229" y="441"/>
                    <a:pt x="223" y="426"/>
                    <a:pt x="223" y="415"/>
                  </a:cubicBezTo>
                  <a:cubicBezTo>
                    <a:pt x="215" y="326"/>
                    <a:pt x="215" y="313"/>
                    <a:pt x="215" y="299"/>
                  </a:cubicBezTo>
                  <a:cubicBezTo>
                    <a:pt x="216" y="264"/>
                    <a:pt x="215" y="246"/>
                    <a:pt x="215" y="229"/>
                  </a:cubicBezTo>
                  <a:cubicBezTo>
                    <a:pt x="220" y="243"/>
                    <a:pt x="217" y="244"/>
                    <a:pt x="220" y="252"/>
                  </a:cubicBezTo>
                  <a:cubicBezTo>
                    <a:pt x="227" y="394"/>
                    <a:pt x="231" y="403"/>
                    <a:pt x="230" y="418"/>
                  </a:cubicBezTo>
                  <a:cubicBezTo>
                    <a:pt x="241" y="471"/>
                    <a:pt x="249" y="489"/>
                    <a:pt x="253" y="511"/>
                  </a:cubicBezTo>
                  <a:cubicBezTo>
                    <a:pt x="269" y="599"/>
                    <a:pt x="275" y="599"/>
                    <a:pt x="273" y="606"/>
                  </a:cubicBezTo>
                  <a:cubicBezTo>
                    <a:pt x="283" y="651"/>
                    <a:pt x="286" y="652"/>
                    <a:pt x="286" y="672"/>
                  </a:cubicBezTo>
                  <a:cubicBezTo>
                    <a:pt x="296" y="620"/>
                    <a:pt x="298" y="608"/>
                    <a:pt x="293" y="589"/>
                  </a:cubicBezTo>
                  <a:cubicBezTo>
                    <a:pt x="280" y="509"/>
                    <a:pt x="286" y="493"/>
                    <a:pt x="281" y="488"/>
                  </a:cubicBezTo>
                  <a:cubicBezTo>
                    <a:pt x="267" y="299"/>
                    <a:pt x="263" y="266"/>
                    <a:pt x="268" y="241"/>
                  </a:cubicBezTo>
                  <a:cubicBezTo>
                    <a:pt x="274" y="196"/>
                    <a:pt x="264" y="191"/>
                    <a:pt x="270" y="186"/>
                  </a:cubicBezTo>
                  <a:cubicBezTo>
                    <a:pt x="277" y="197"/>
                    <a:pt x="273" y="206"/>
                    <a:pt x="273" y="216"/>
                  </a:cubicBezTo>
                  <a:cubicBezTo>
                    <a:pt x="276" y="229"/>
                    <a:pt x="273" y="230"/>
                    <a:pt x="273" y="239"/>
                  </a:cubicBezTo>
                  <a:cubicBezTo>
                    <a:pt x="284" y="423"/>
                    <a:pt x="283" y="439"/>
                    <a:pt x="286" y="453"/>
                  </a:cubicBezTo>
                  <a:cubicBezTo>
                    <a:pt x="292" y="522"/>
                    <a:pt x="304" y="540"/>
                    <a:pt x="303" y="574"/>
                  </a:cubicBezTo>
                  <a:cubicBezTo>
                    <a:pt x="306" y="533"/>
                    <a:pt x="306" y="521"/>
                    <a:pt x="306" y="508"/>
                  </a:cubicBezTo>
                  <a:cubicBezTo>
                    <a:pt x="292" y="325"/>
                    <a:pt x="289" y="308"/>
                    <a:pt x="291" y="292"/>
                  </a:cubicBezTo>
                  <a:cubicBezTo>
                    <a:pt x="285" y="226"/>
                    <a:pt x="289" y="223"/>
                    <a:pt x="288" y="209"/>
                  </a:cubicBezTo>
                  <a:cubicBezTo>
                    <a:pt x="293" y="131"/>
                    <a:pt x="295" y="122"/>
                    <a:pt x="296" y="111"/>
                  </a:cubicBezTo>
                  <a:cubicBezTo>
                    <a:pt x="296" y="107"/>
                    <a:pt x="305" y="125"/>
                    <a:pt x="298" y="126"/>
                  </a:cubicBezTo>
                  <a:cubicBezTo>
                    <a:pt x="292" y="226"/>
                    <a:pt x="298" y="243"/>
                    <a:pt x="296" y="259"/>
                  </a:cubicBezTo>
                  <a:cubicBezTo>
                    <a:pt x="303" y="366"/>
                    <a:pt x="309" y="397"/>
                    <a:pt x="308" y="435"/>
                  </a:cubicBezTo>
                  <a:cubicBezTo>
                    <a:pt x="323" y="474"/>
                    <a:pt x="314" y="470"/>
                    <a:pt x="316" y="465"/>
                  </a:cubicBezTo>
                  <a:cubicBezTo>
                    <a:pt x="318" y="444"/>
                    <a:pt x="318" y="439"/>
                    <a:pt x="318" y="435"/>
                  </a:cubicBezTo>
                  <a:cubicBezTo>
                    <a:pt x="316" y="396"/>
                    <a:pt x="316" y="392"/>
                    <a:pt x="316" y="387"/>
                  </a:cubicBezTo>
                  <a:cubicBezTo>
                    <a:pt x="315" y="330"/>
                    <a:pt x="313" y="324"/>
                    <a:pt x="313" y="319"/>
                  </a:cubicBezTo>
                  <a:cubicBezTo>
                    <a:pt x="318" y="200"/>
                    <a:pt x="323" y="199"/>
                    <a:pt x="321" y="191"/>
                  </a:cubicBezTo>
                  <a:cubicBezTo>
                    <a:pt x="325" y="160"/>
                    <a:pt x="320" y="150"/>
                    <a:pt x="326" y="151"/>
                  </a:cubicBezTo>
                  <a:cubicBezTo>
                    <a:pt x="333" y="137"/>
                    <a:pt x="331" y="147"/>
                    <a:pt x="328" y="156"/>
                  </a:cubicBezTo>
                  <a:cubicBezTo>
                    <a:pt x="322" y="246"/>
                    <a:pt x="326" y="266"/>
                    <a:pt x="321" y="277"/>
                  </a:cubicBezTo>
                  <a:cubicBezTo>
                    <a:pt x="324" y="351"/>
                    <a:pt x="322" y="357"/>
                    <a:pt x="326" y="357"/>
                  </a:cubicBezTo>
                  <a:cubicBezTo>
                    <a:pt x="328" y="453"/>
                    <a:pt x="326" y="458"/>
                    <a:pt x="326" y="463"/>
                  </a:cubicBezTo>
                  <a:cubicBezTo>
                    <a:pt x="338" y="484"/>
                    <a:pt x="338" y="481"/>
                    <a:pt x="339" y="478"/>
                  </a:cubicBezTo>
                  <a:cubicBezTo>
                    <a:pt x="339" y="467"/>
                    <a:pt x="338" y="461"/>
                    <a:pt x="339" y="453"/>
                  </a:cubicBezTo>
                  <a:cubicBezTo>
                    <a:pt x="339" y="390"/>
                    <a:pt x="345" y="391"/>
                    <a:pt x="344" y="385"/>
                  </a:cubicBezTo>
                  <a:cubicBezTo>
                    <a:pt x="344" y="252"/>
                    <a:pt x="346" y="241"/>
                    <a:pt x="346" y="229"/>
                  </a:cubicBezTo>
                  <a:cubicBezTo>
                    <a:pt x="373" y="110"/>
                    <a:pt x="371" y="102"/>
                    <a:pt x="374" y="98"/>
                  </a:cubicBezTo>
                  <a:cubicBezTo>
                    <a:pt x="379" y="60"/>
                    <a:pt x="385" y="60"/>
                    <a:pt x="384" y="53"/>
                  </a:cubicBezTo>
                  <a:cubicBezTo>
                    <a:pt x="397" y="11"/>
                    <a:pt x="405" y="24"/>
                    <a:pt x="399" y="22"/>
                  </a:cubicBezTo>
                  <a:cubicBezTo>
                    <a:pt x="374" y="102"/>
                    <a:pt x="383" y="117"/>
                    <a:pt x="376" y="116"/>
                  </a:cubicBezTo>
                  <a:cubicBezTo>
                    <a:pt x="367" y="192"/>
                    <a:pt x="355" y="232"/>
                    <a:pt x="351" y="272"/>
                  </a:cubicBezTo>
                  <a:cubicBezTo>
                    <a:pt x="351" y="359"/>
                    <a:pt x="355" y="369"/>
                    <a:pt x="354" y="372"/>
                  </a:cubicBezTo>
                  <a:cubicBezTo>
                    <a:pt x="351" y="399"/>
                    <a:pt x="351" y="403"/>
                    <a:pt x="351" y="407"/>
                  </a:cubicBezTo>
                  <a:cubicBezTo>
                    <a:pt x="362" y="364"/>
                    <a:pt x="358" y="351"/>
                    <a:pt x="364" y="347"/>
                  </a:cubicBezTo>
                  <a:cubicBezTo>
                    <a:pt x="368" y="321"/>
                    <a:pt x="368" y="314"/>
                    <a:pt x="371" y="314"/>
                  </a:cubicBezTo>
                  <a:cubicBezTo>
                    <a:pt x="390" y="172"/>
                    <a:pt x="402" y="149"/>
                    <a:pt x="404" y="116"/>
                  </a:cubicBezTo>
                  <a:cubicBezTo>
                    <a:pt x="432" y="41"/>
                    <a:pt x="427" y="40"/>
                    <a:pt x="429" y="48"/>
                  </a:cubicBezTo>
                  <a:cubicBezTo>
                    <a:pt x="403" y="151"/>
                    <a:pt x="400" y="182"/>
                    <a:pt x="396" y="221"/>
                  </a:cubicBezTo>
                  <a:cubicBezTo>
                    <a:pt x="369" y="402"/>
                    <a:pt x="368" y="392"/>
                    <a:pt x="374" y="387"/>
                  </a:cubicBezTo>
                  <a:cubicBezTo>
                    <a:pt x="381" y="362"/>
                    <a:pt x="384" y="355"/>
                    <a:pt x="386" y="347"/>
                  </a:cubicBezTo>
                  <a:cubicBezTo>
                    <a:pt x="421" y="286"/>
                    <a:pt x="421" y="276"/>
                    <a:pt x="426" y="272"/>
                  </a:cubicBezTo>
                  <a:cubicBezTo>
                    <a:pt x="463" y="190"/>
                    <a:pt x="470" y="184"/>
                    <a:pt x="472" y="173"/>
                  </a:cubicBezTo>
                  <a:cubicBezTo>
                    <a:pt x="478" y="175"/>
                    <a:pt x="469" y="199"/>
                    <a:pt x="462" y="224"/>
                  </a:cubicBezTo>
                  <a:cubicBezTo>
                    <a:pt x="446" y="260"/>
                    <a:pt x="442" y="261"/>
                    <a:pt x="442" y="261"/>
                  </a:cubicBezTo>
                  <a:cubicBezTo>
                    <a:pt x="417" y="299"/>
                    <a:pt x="417" y="319"/>
                    <a:pt x="406" y="329"/>
                  </a:cubicBezTo>
                  <a:cubicBezTo>
                    <a:pt x="393" y="372"/>
                    <a:pt x="394" y="370"/>
                    <a:pt x="396" y="370"/>
                  </a:cubicBezTo>
                  <a:cubicBezTo>
                    <a:pt x="423" y="330"/>
                    <a:pt x="433" y="319"/>
                    <a:pt x="437" y="302"/>
                  </a:cubicBezTo>
                  <a:cubicBezTo>
                    <a:pt x="464" y="262"/>
                    <a:pt x="464" y="255"/>
                    <a:pt x="467" y="251"/>
                  </a:cubicBezTo>
                  <a:cubicBezTo>
                    <a:pt x="504" y="170"/>
                    <a:pt x="509" y="151"/>
                    <a:pt x="512" y="128"/>
                  </a:cubicBezTo>
                  <a:cubicBezTo>
                    <a:pt x="522" y="92"/>
                    <a:pt x="522" y="99"/>
                    <a:pt x="522" y="105"/>
                  </a:cubicBezTo>
                  <a:cubicBezTo>
                    <a:pt x="496" y="217"/>
                    <a:pt x="493" y="220"/>
                    <a:pt x="492" y="224"/>
                  </a:cubicBezTo>
                  <a:cubicBezTo>
                    <a:pt x="470" y="268"/>
                    <a:pt x="468" y="270"/>
                    <a:pt x="467" y="274"/>
                  </a:cubicBezTo>
                  <a:cubicBezTo>
                    <a:pt x="460" y="300"/>
                    <a:pt x="449" y="294"/>
                    <a:pt x="452" y="302"/>
                  </a:cubicBezTo>
                  <a:cubicBezTo>
                    <a:pt x="426" y="346"/>
                    <a:pt x="419" y="348"/>
                    <a:pt x="419" y="357"/>
                  </a:cubicBezTo>
                  <a:cubicBezTo>
                    <a:pt x="377" y="415"/>
                    <a:pt x="378" y="425"/>
                    <a:pt x="369" y="425"/>
                  </a:cubicBezTo>
                  <a:cubicBezTo>
                    <a:pt x="358" y="467"/>
                    <a:pt x="351" y="467"/>
                    <a:pt x="354" y="475"/>
                  </a:cubicBezTo>
                  <a:cubicBezTo>
                    <a:pt x="367" y="453"/>
                    <a:pt x="377" y="450"/>
                    <a:pt x="379" y="438"/>
                  </a:cubicBezTo>
                  <a:cubicBezTo>
                    <a:pt x="409" y="380"/>
                    <a:pt x="416" y="379"/>
                    <a:pt x="417" y="372"/>
                  </a:cubicBezTo>
                  <a:cubicBezTo>
                    <a:pt x="432" y="354"/>
                    <a:pt x="437" y="346"/>
                    <a:pt x="442" y="337"/>
                  </a:cubicBezTo>
                  <a:cubicBezTo>
                    <a:pt x="466" y="307"/>
                    <a:pt x="467" y="295"/>
                    <a:pt x="477" y="292"/>
                  </a:cubicBezTo>
                  <a:cubicBezTo>
                    <a:pt x="499" y="244"/>
                    <a:pt x="508" y="247"/>
                    <a:pt x="507" y="239"/>
                  </a:cubicBezTo>
                  <a:cubicBezTo>
                    <a:pt x="524" y="202"/>
                    <a:pt x="526" y="190"/>
                    <a:pt x="532" y="183"/>
                  </a:cubicBezTo>
                  <a:cubicBezTo>
                    <a:pt x="548" y="92"/>
                    <a:pt x="554" y="90"/>
                    <a:pt x="550" y="85"/>
                  </a:cubicBezTo>
                  <a:cubicBezTo>
                    <a:pt x="558" y="74"/>
                    <a:pt x="553" y="90"/>
                    <a:pt x="555" y="113"/>
                  </a:cubicBezTo>
                  <a:cubicBezTo>
                    <a:pt x="542" y="172"/>
                    <a:pt x="541" y="178"/>
                    <a:pt x="537" y="181"/>
                  </a:cubicBezTo>
                  <a:cubicBezTo>
                    <a:pt x="505" y="263"/>
                    <a:pt x="501" y="266"/>
                    <a:pt x="499" y="271"/>
                  </a:cubicBezTo>
                  <a:cubicBezTo>
                    <a:pt x="484" y="295"/>
                    <a:pt x="484" y="297"/>
                    <a:pt x="482" y="297"/>
                  </a:cubicBezTo>
                  <a:cubicBezTo>
                    <a:pt x="457" y="329"/>
                    <a:pt x="455" y="341"/>
                    <a:pt x="447" y="347"/>
                  </a:cubicBezTo>
                  <a:cubicBezTo>
                    <a:pt x="407" y="407"/>
                    <a:pt x="403" y="417"/>
                    <a:pt x="399" y="428"/>
                  </a:cubicBezTo>
                  <a:cubicBezTo>
                    <a:pt x="366" y="495"/>
                    <a:pt x="355" y="497"/>
                    <a:pt x="354" y="511"/>
                  </a:cubicBezTo>
                  <a:cubicBezTo>
                    <a:pt x="335" y="549"/>
                    <a:pt x="325" y="553"/>
                    <a:pt x="326" y="569"/>
                  </a:cubicBezTo>
                  <a:cubicBezTo>
                    <a:pt x="362" y="513"/>
                    <a:pt x="363" y="500"/>
                    <a:pt x="369" y="493"/>
                  </a:cubicBezTo>
                  <a:cubicBezTo>
                    <a:pt x="404" y="438"/>
                    <a:pt x="412" y="433"/>
                    <a:pt x="414" y="423"/>
                  </a:cubicBezTo>
                  <a:cubicBezTo>
                    <a:pt x="432" y="393"/>
                    <a:pt x="442" y="397"/>
                    <a:pt x="439" y="387"/>
                  </a:cubicBezTo>
                  <a:cubicBezTo>
                    <a:pt x="476" y="345"/>
                    <a:pt x="475" y="336"/>
                    <a:pt x="482" y="334"/>
                  </a:cubicBezTo>
                  <a:cubicBezTo>
                    <a:pt x="503" y="295"/>
                    <a:pt x="509" y="292"/>
                    <a:pt x="512" y="287"/>
                  </a:cubicBezTo>
                  <a:cubicBezTo>
                    <a:pt x="539" y="245"/>
                    <a:pt x="539" y="228"/>
                    <a:pt x="547" y="219"/>
                  </a:cubicBezTo>
                  <a:cubicBezTo>
                    <a:pt x="562" y="165"/>
                    <a:pt x="567" y="153"/>
                    <a:pt x="570" y="138"/>
                  </a:cubicBezTo>
                  <a:cubicBezTo>
                    <a:pt x="577" y="72"/>
                    <a:pt x="586" y="67"/>
                    <a:pt x="585" y="57"/>
                  </a:cubicBezTo>
                  <a:cubicBezTo>
                    <a:pt x="585" y="94"/>
                    <a:pt x="579" y="99"/>
                    <a:pt x="580" y="110"/>
                  </a:cubicBezTo>
                  <a:cubicBezTo>
                    <a:pt x="567" y="189"/>
                    <a:pt x="560" y="188"/>
                    <a:pt x="562" y="196"/>
                  </a:cubicBezTo>
                  <a:cubicBezTo>
                    <a:pt x="550" y="239"/>
                    <a:pt x="538" y="250"/>
                    <a:pt x="535" y="269"/>
                  </a:cubicBezTo>
                  <a:cubicBezTo>
                    <a:pt x="506" y="321"/>
                    <a:pt x="500" y="322"/>
                    <a:pt x="500" y="329"/>
                  </a:cubicBezTo>
                  <a:cubicBezTo>
                    <a:pt x="467" y="374"/>
                    <a:pt x="461" y="376"/>
                    <a:pt x="457" y="380"/>
                  </a:cubicBezTo>
                  <a:cubicBezTo>
                    <a:pt x="427" y="424"/>
                    <a:pt x="425" y="427"/>
                    <a:pt x="424" y="430"/>
                  </a:cubicBezTo>
                  <a:cubicBezTo>
                    <a:pt x="401" y="471"/>
                    <a:pt x="394" y="474"/>
                    <a:pt x="391" y="480"/>
                  </a:cubicBezTo>
                  <a:cubicBezTo>
                    <a:pt x="381" y="509"/>
                    <a:pt x="381" y="506"/>
                    <a:pt x="381" y="503"/>
                  </a:cubicBezTo>
                  <a:cubicBezTo>
                    <a:pt x="415" y="463"/>
                    <a:pt x="421" y="454"/>
                    <a:pt x="429" y="448"/>
                  </a:cubicBezTo>
                  <a:cubicBezTo>
                    <a:pt x="442" y="427"/>
                    <a:pt x="447" y="428"/>
                    <a:pt x="447" y="425"/>
                  </a:cubicBezTo>
                  <a:cubicBezTo>
                    <a:pt x="472" y="394"/>
                    <a:pt x="479" y="387"/>
                    <a:pt x="484" y="380"/>
                  </a:cubicBezTo>
                  <a:cubicBezTo>
                    <a:pt x="504" y="353"/>
                    <a:pt x="508" y="349"/>
                    <a:pt x="512" y="347"/>
                  </a:cubicBezTo>
                  <a:cubicBezTo>
                    <a:pt x="538" y="309"/>
                    <a:pt x="541" y="301"/>
                    <a:pt x="545" y="294"/>
                  </a:cubicBezTo>
                  <a:cubicBezTo>
                    <a:pt x="559" y="253"/>
                    <a:pt x="562" y="251"/>
                    <a:pt x="567" y="251"/>
                  </a:cubicBezTo>
                  <a:cubicBezTo>
                    <a:pt x="523" y="343"/>
                    <a:pt x="520" y="354"/>
                    <a:pt x="512" y="360"/>
                  </a:cubicBezTo>
                  <a:cubicBezTo>
                    <a:pt x="483" y="397"/>
                    <a:pt x="482" y="399"/>
                    <a:pt x="482" y="402"/>
                  </a:cubicBezTo>
                  <a:cubicBezTo>
                    <a:pt x="463" y="420"/>
                    <a:pt x="460" y="424"/>
                    <a:pt x="459" y="430"/>
                  </a:cubicBezTo>
                  <a:cubicBezTo>
                    <a:pt x="433" y="460"/>
                    <a:pt x="432" y="462"/>
                    <a:pt x="429" y="463"/>
                  </a:cubicBezTo>
                  <a:cubicBezTo>
                    <a:pt x="403" y="503"/>
                    <a:pt x="395" y="502"/>
                    <a:pt x="394" y="508"/>
                  </a:cubicBezTo>
                  <a:cubicBezTo>
                    <a:pt x="360" y="548"/>
                    <a:pt x="356" y="558"/>
                    <a:pt x="351" y="566"/>
                  </a:cubicBezTo>
                  <a:cubicBezTo>
                    <a:pt x="315" y="653"/>
                    <a:pt x="316" y="649"/>
                    <a:pt x="319" y="649"/>
                  </a:cubicBezTo>
                  <a:cubicBezTo>
                    <a:pt x="332" y="628"/>
                    <a:pt x="333" y="622"/>
                    <a:pt x="336" y="619"/>
                  </a:cubicBezTo>
                  <a:cubicBezTo>
                    <a:pt x="367" y="582"/>
                    <a:pt x="371" y="575"/>
                    <a:pt x="376" y="568"/>
                  </a:cubicBezTo>
                  <a:cubicBezTo>
                    <a:pt x="394" y="542"/>
                    <a:pt x="402" y="543"/>
                    <a:pt x="402" y="536"/>
                  </a:cubicBezTo>
                  <a:cubicBezTo>
                    <a:pt x="438" y="505"/>
                    <a:pt x="438" y="494"/>
                    <a:pt x="447" y="490"/>
                  </a:cubicBezTo>
                  <a:cubicBezTo>
                    <a:pt x="471" y="464"/>
                    <a:pt x="471" y="452"/>
                    <a:pt x="479" y="448"/>
                  </a:cubicBezTo>
                  <a:cubicBezTo>
                    <a:pt x="500" y="419"/>
                    <a:pt x="504" y="411"/>
                    <a:pt x="510" y="405"/>
                  </a:cubicBezTo>
                  <a:cubicBezTo>
                    <a:pt x="544" y="340"/>
                    <a:pt x="544" y="334"/>
                    <a:pt x="547" y="332"/>
                  </a:cubicBezTo>
                  <a:cubicBezTo>
                    <a:pt x="576" y="260"/>
                    <a:pt x="573" y="249"/>
                    <a:pt x="577" y="244"/>
                  </a:cubicBezTo>
                  <a:cubicBezTo>
                    <a:pt x="586" y="197"/>
                    <a:pt x="588" y="164"/>
                    <a:pt x="595" y="135"/>
                  </a:cubicBezTo>
                  <a:cubicBezTo>
                    <a:pt x="594" y="196"/>
                    <a:pt x="589" y="206"/>
                    <a:pt x="590" y="224"/>
                  </a:cubicBezTo>
                  <a:cubicBezTo>
                    <a:pt x="572" y="286"/>
                    <a:pt x="575" y="297"/>
                    <a:pt x="570" y="299"/>
                  </a:cubicBezTo>
                  <a:cubicBezTo>
                    <a:pt x="537" y="378"/>
                    <a:pt x="533" y="389"/>
                    <a:pt x="525" y="397"/>
                  </a:cubicBezTo>
                  <a:cubicBezTo>
                    <a:pt x="506" y="431"/>
                    <a:pt x="503" y="431"/>
                    <a:pt x="502" y="435"/>
                  </a:cubicBezTo>
                  <a:cubicBezTo>
                    <a:pt x="485" y="464"/>
                    <a:pt x="476" y="464"/>
                    <a:pt x="477" y="473"/>
                  </a:cubicBezTo>
                  <a:cubicBezTo>
                    <a:pt x="452" y="503"/>
                    <a:pt x="446" y="505"/>
                    <a:pt x="442" y="508"/>
                  </a:cubicBezTo>
                  <a:cubicBezTo>
                    <a:pt x="424" y="523"/>
                    <a:pt x="427" y="534"/>
                    <a:pt x="419" y="533"/>
                  </a:cubicBezTo>
                  <a:cubicBezTo>
                    <a:pt x="337" y="645"/>
                    <a:pt x="338" y="641"/>
                    <a:pt x="341" y="641"/>
                  </a:cubicBezTo>
                  <a:cubicBezTo>
                    <a:pt x="357" y="630"/>
                    <a:pt x="354" y="622"/>
                    <a:pt x="359" y="621"/>
                  </a:cubicBezTo>
                  <a:cubicBezTo>
                    <a:pt x="419" y="562"/>
                    <a:pt x="442" y="543"/>
                    <a:pt x="459" y="518"/>
                  </a:cubicBezTo>
                  <a:cubicBezTo>
                    <a:pt x="475" y="496"/>
                    <a:pt x="482" y="498"/>
                    <a:pt x="482" y="493"/>
                  </a:cubicBezTo>
                  <a:cubicBezTo>
                    <a:pt x="501" y="474"/>
                    <a:pt x="503" y="471"/>
                    <a:pt x="505" y="468"/>
                  </a:cubicBezTo>
                  <a:cubicBezTo>
                    <a:pt x="547" y="407"/>
                    <a:pt x="552" y="402"/>
                    <a:pt x="557" y="397"/>
                  </a:cubicBezTo>
                  <a:cubicBezTo>
                    <a:pt x="585" y="334"/>
                    <a:pt x="592" y="336"/>
                    <a:pt x="590" y="329"/>
                  </a:cubicBezTo>
                  <a:cubicBezTo>
                    <a:pt x="604" y="294"/>
                    <a:pt x="606" y="286"/>
                    <a:pt x="610" y="281"/>
                  </a:cubicBezTo>
                  <a:cubicBezTo>
                    <a:pt x="629" y="217"/>
                    <a:pt x="627" y="222"/>
                    <a:pt x="628" y="226"/>
                  </a:cubicBezTo>
                  <a:cubicBezTo>
                    <a:pt x="614" y="259"/>
                    <a:pt x="624" y="266"/>
                    <a:pt x="618" y="269"/>
                  </a:cubicBezTo>
                  <a:cubicBezTo>
                    <a:pt x="600" y="334"/>
                    <a:pt x="592" y="341"/>
                    <a:pt x="590" y="354"/>
                  </a:cubicBezTo>
                  <a:cubicBezTo>
                    <a:pt x="569" y="389"/>
                    <a:pt x="569" y="396"/>
                    <a:pt x="565" y="400"/>
                  </a:cubicBezTo>
                  <a:cubicBezTo>
                    <a:pt x="539" y="449"/>
                    <a:pt x="528" y="446"/>
                    <a:pt x="530" y="455"/>
                  </a:cubicBezTo>
                  <a:cubicBezTo>
                    <a:pt x="494" y="498"/>
                    <a:pt x="491" y="501"/>
                    <a:pt x="487" y="505"/>
                  </a:cubicBezTo>
                  <a:cubicBezTo>
                    <a:pt x="467" y="523"/>
                    <a:pt x="465" y="536"/>
                    <a:pt x="454" y="541"/>
                  </a:cubicBezTo>
                  <a:cubicBezTo>
                    <a:pt x="435" y="560"/>
                    <a:pt x="434" y="562"/>
                    <a:pt x="434" y="566"/>
                  </a:cubicBezTo>
                  <a:cubicBezTo>
                    <a:pt x="409" y="593"/>
                    <a:pt x="397" y="589"/>
                    <a:pt x="399" y="599"/>
                  </a:cubicBezTo>
                  <a:cubicBezTo>
                    <a:pt x="371" y="623"/>
                    <a:pt x="367" y="627"/>
                    <a:pt x="364" y="631"/>
                  </a:cubicBezTo>
                  <a:cubicBezTo>
                    <a:pt x="347" y="653"/>
                    <a:pt x="344" y="654"/>
                    <a:pt x="341" y="654"/>
                  </a:cubicBezTo>
                  <a:cubicBezTo>
                    <a:pt x="306" y="715"/>
                    <a:pt x="304" y="720"/>
                    <a:pt x="301" y="722"/>
                  </a:cubicBezTo>
                  <a:cubicBezTo>
                    <a:pt x="296" y="747"/>
                    <a:pt x="297" y="745"/>
                    <a:pt x="299" y="745"/>
                  </a:cubicBezTo>
                  <a:cubicBezTo>
                    <a:pt x="318" y="708"/>
                    <a:pt x="325" y="704"/>
                    <a:pt x="329" y="697"/>
                  </a:cubicBezTo>
                  <a:cubicBezTo>
                    <a:pt x="354" y="669"/>
                    <a:pt x="351" y="661"/>
                    <a:pt x="356" y="662"/>
                  </a:cubicBezTo>
                  <a:cubicBezTo>
                    <a:pt x="380" y="634"/>
                    <a:pt x="389" y="622"/>
                    <a:pt x="399" y="611"/>
                  </a:cubicBezTo>
                  <a:cubicBezTo>
                    <a:pt x="461" y="555"/>
                    <a:pt x="469" y="552"/>
                    <a:pt x="472" y="543"/>
                  </a:cubicBezTo>
                  <a:cubicBezTo>
                    <a:pt x="512" y="507"/>
                    <a:pt x="513" y="503"/>
                    <a:pt x="520" y="503"/>
                  </a:cubicBezTo>
                  <a:cubicBezTo>
                    <a:pt x="550" y="469"/>
                    <a:pt x="557" y="461"/>
                    <a:pt x="565" y="455"/>
                  </a:cubicBezTo>
                  <a:cubicBezTo>
                    <a:pt x="598" y="394"/>
                    <a:pt x="603" y="386"/>
                    <a:pt x="610" y="380"/>
                  </a:cubicBezTo>
                  <a:cubicBezTo>
                    <a:pt x="617" y="354"/>
                    <a:pt x="618" y="350"/>
                    <a:pt x="623" y="349"/>
                  </a:cubicBezTo>
                  <a:cubicBezTo>
                    <a:pt x="643" y="301"/>
                    <a:pt x="640" y="315"/>
                    <a:pt x="638" y="317"/>
                  </a:cubicBezTo>
                  <a:cubicBezTo>
                    <a:pt x="614" y="376"/>
                    <a:pt x="614" y="391"/>
                    <a:pt x="605" y="397"/>
                  </a:cubicBezTo>
                  <a:cubicBezTo>
                    <a:pt x="571" y="455"/>
                    <a:pt x="568" y="462"/>
                    <a:pt x="565" y="470"/>
                  </a:cubicBezTo>
                  <a:cubicBezTo>
                    <a:pt x="543" y="489"/>
                    <a:pt x="545" y="498"/>
                    <a:pt x="537" y="495"/>
                  </a:cubicBezTo>
                  <a:cubicBezTo>
                    <a:pt x="520" y="516"/>
                    <a:pt x="516" y="518"/>
                    <a:pt x="512" y="521"/>
                  </a:cubicBezTo>
                  <a:cubicBezTo>
                    <a:pt x="488" y="541"/>
                    <a:pt x="485" y="549"/>
                    <a:pt x="477" y="553"/>
                  </a:cubicBezTo>
                  <a:cubicBezTo>
                    <a:pt x="451" y="584"/>
                    <a:pt x="445" y="583"/>
                    <a:pt x="444" y="589"/>
                  </a:cubicBezTo>
                  <a:cubicBezTo>
                    <a:pt x="416" y="615"/>
                    <a:pt x="402" y="624"/>
                    <a:pt x="392" y="636"/>
                  </a:cubicBezTo>
                  <a:cubicBezTo>
                    <a:pt x="369" y="660"/>
                    <a:pt x="366" y="668"/>
                    <a:pt x="359" y="672"/>
                  </a:cubicBezTo>
                  <a:cubicBezTo>
                    <a:pt x="326" y="726"/>
                    <a:pt x="315" y="734"/>
                    <a:pt x="309" y="747"/>
                  </a:cubicBezTo>
                  <a:cubicBezTo>
                    <a:pt x="299" y="770"/>
                    <a:pt x="301" y="766"/>
                    <a:pt x="304" y="762"/>
                  </a:cubicBezTo>
                  <a:cubicBezTo>
                    <a:pt x="323" y="737"/>
                    <a:pt x="326" y="734"/>
                    <a:pt x="329" y="730"/>
                  </a:cubicBezTo>
                  <a:cubicBezTo>
                    <a:pt x="353" y="695"/>
                    <a:pt x="356" y="695"/>
                    <a:pt x="359" y="694"/>
                  </a:cubicBezTo>
                  <a:cubicBezTo>
                    <a:pt x="373" y="674"/>
                    <a:pt x="377" y="671"/>
                    <a:pt x="379" y="667"/>
                  </a:cubicBezTo>
                  <a:cubicBezTo>
                    <a:pt x="427" y="618"/>
                    <a:pt x="427" y="612"/>
                    <a:pt x="432" y="611"/>
                  </a:cubicBezTo>
                  <a:cubicBezTo>
                    <a:pt x="465" y="583"/>
                    <a:pt x="468" y="575"/>
                    <a:pt x="477" y="573"/>
                  </a:cubicBezTo>
                  <a:cubicBezTo>
                    <a:pt x="532" y="525"/>
                    <a:pt x="537" y="523"/>
                    <a:pt x="540" y="521"/>
                  </a:cubicBezTo>
                  <a:cubicBezTo>
                    <a:pt x="572" y="493"/>
                    <a:pt x="577" y="488"/>
                    <a:pt x="583" y="483"/>
                  </a:cubicBezTo>
                  <a:cubicBezTo>
                    <a:pt x="603" y="467"/>
                    <a:pt x="601" y="462"/>
                    <a:pt x="603" y="460"/>
                  </a:cubicBezTo>
                  <a:cubicBezTo>
                    <a:pt x="640" y="421"/>
                    <a:pt x="644" y="403"/>
                    <a:pt x="656" y="392"/>
                  </a:cubicBezTo>
                  <a:cubicBezTo>
                    <a:pt x="677" y="336"/>
                    <a:pt x="684" y="332"/>
                    <a:pt x="686" y="322"/>
                  </a:cubicBezTo>
                  <a:cubicBezTo>
                    <a:pt x="694" y="312"/>
                    <a:pt x="693" y="316"/>
                    <a:pt x="691" y="319"/>
                  </a:cubicBezTo>
                  <a:cubicBezTo>
                    <a:pt x="672" y="371"/>
                    <a:pt x="672" y="380"/>
                    <a:pt x="666" y="385"/>
                  </a:cubicBezTo>
                  <a:cubicBezTo>
                    <a:pt x="638" y="427"/>
                    <a:pt x="637" y="437"/>
                    <a:pt x="630" y="440"/>
                  </a:cubicBezTo>
                  <a:cubicBezTo>
                    <a:pt x="614" y="466"/>
                    <a:pt x="617" y="473"/>
                    <a:pt x="613" y="473"/>
                  </a:cubicBezTo>
                  <a:cubicBezTo>
                    <a:pt x="599" y="501"/>
                    <a:pt x="588" y="506"/>
                    <a:pt x="585" y="521"/>
                  </a:cubicBezTo>
                  <a:cubicBezTo>
                    <a:pt x="536" y="580"/>
                    <a:pt x="527" y="580"/>
                    <a:pt x="527" y="589"/>
                  </a:cubicBezTo>
                  <a:cubicBezTo>
                    <a:pt x="498" y="618"/>
                    <a:pt x="489" y="617"/>
                    <a:pt x="490" y="626"/>
                  </a:cubicBezTo>
                  <a:cubicBezTo>
                    <a:pt x="455" y="659"/>
                    <a:pt x="447" y="668"/>
                    <a:pt x="437" y="674"/>
                  </a:cubicBezTo>
                  <a:cubicBezTo>
                    <a:pt x="408" y="701"/>
                    <a:pt x="406" y="706"/>
                    <a:pt x="404" y="709"/>
                  </a:cubicBezTo>
                  <a:cubicBezTo>
                    <a:pt x="384" y="728"/>
                    <a:pt x="380" y="730"/>
                    <a:pt x="377" y="732"/>
                  </a:cubicBezTo>
                  <a:cubicBezTo>
                    <a:pt x="365" y="749"/>
                    <a:pt x="359" y="754"/>
                    <a:pt x="354" y="760"/>
                  </a:cubicBezTo>
                  <a:cubicBezTo>
                    <a:pt x="309" y="824"/>
                    <a:pt x="309" y="830"/>
                    <a:pt x="304" y="830"/>
                  </a:cubicBezTo>
                  <a:cubicBezTo>
                    <a:pt x="289" y="858"/>
                    <a:pt x="285" y="858"/>
                    <a:pt x="286" y="863"/>
                  </a:cubicBezTo>
                  <a:cubicBezTo>
                    <a:pt x="270" y="881"/>
                    <a:pt x="270" y="888"/>
                    <a:pt x="266" y="891"/>
                  </a:cubicBezTo>
                  <a:cubicBezTo>
                    <a:pt x="252" y="942"/>
                    <a:pt x="260" y="953"/>
                    <a:pt x="253" y="961"/>
                  </a:cubicBezTo>
                  <a:cubicBezTo>
                    <a:pt x="275" y="924"/>
                    <a:pt x="276" y="916"/>
                    <a:pt x="281" y="913"/>
                  </a:cubicBezTo>
                  <a:cubicBezTo>
                    <a:pt x="296" y="889"/>
                    <a:pt x="296" y="885"/>
                    <a:pt x="296" y="881"/>
                  </a:cubicBezTo>
                  <a:cubicBezTo>
                    <a:pt x="328" y="826"/>
                    <a:pt x="337" y="820"/>
                    <a:pt x="341" y="808"/>
                  </a:cubicBezTo>
                  <a:cubicBezTo>
                    <a:pt x="391" y="746"/>
                    <a:pt x="402" y="741"/>
                    <a:pt x="407" y="730"/>
                  </a:cubicBezTo>
                  <a:cubicBezTo>
                    <a:pt x="466" y="676"/>
                    <a:pt x="464" y="669"/>
                    <a:pt x="472" y="672"/>
                  </a:cubicBezTo>
                  <a:cubicBezTo>
                    <a:pt x="497" y="651"/>
                    <a:pt x="495" y="644"/>
                    <a:pt x="500" y="644"/>
                  </a:cubicBezTo>
                  <a:cubicBezTo>
                    <a:pt x="524" y="614"/>
                    <a:pt x="532" y="607"/>
                    <a:pt x="540" y="599"/>
                  </a:cubicBezTo>
                  <a:cubicBezTo>
                    <a:pt x="560" y="577"/>
                    <a:pt x="562" y="575"/>
                    <a:pt x="563" y="578"/>
                  </a:cubicBezTo>
                  <a:cubicBezTo>
                    <a:pt x="532" y="621"/>
                    <a:pt x="526" y="621"/>
                    <a:pt x="525" y="626"/>
                  </a:cubicBezTo>
                  <a:cubicBezTo>
                    <a:pt x="515" y="645"/>
                    <a:pt x="502" y="643"/>
                    <a:pt x="502" y="654"/>
                  </a:cubicBezTo>
                  <a:cubicBezTo>
                    <a:pt x="477" y="678"/>
                    <a:pt x="473" y="681"/>
                    <a:pt x="467" y="682"/>
                  </a:cubicBezTo>
                  <a:cubicBezTo>
                    <a:pt x="440" y="699"/>
                    <a:pt x="454" y="709"/>
                    <a:pt x="442" y="707"/>
                  </a:cubicBezTo>
                  <a:cubicBezTo>
                    <a:pt x="411" y="729"/>
                    <a:pt x="426" y="737"/>
                    <a:pt x="417" y="737"/>
                  </a:cubicBezTo>
                  <a:cubicBezTo>
                    <a:pt x="405" y="760"/>
                    <a:pt x="394" y="754"/>
                    <a:pt x="397" y="762"/>
                  </a:cubicBezTo>
                  <a:cubicBezTo>
                    <a:pt x="340" y="837"/>
                    <a:pt x="330" y="837"/>
                    <a:pt x="331" y="848"/>
                  </a:cubicBezTo>
                  <a:cubicBezTo>
                    <a:pt x="298" y="899"/>
                    <a:pt x="301" y="909"/>
                    <a:pt x="294" y="911"/>
                  </a:cubicBezTo>
                  <a:cubicBezTo>
                    <a:pt x="276" y="946"/>
                    <a:pt x="271" y="948"/>
                    <a:pt x="271" y="956"/>
                  </a:cubicBezTo>
                  <a:cubicBezTo>
                    <a:pt x="289" y="939"/>
                    <a:pt x="287" y="927"/>
                    <a:pt x="294" y="923"/>
                  </a:cubicBezTo>
                  <a:cubicBezTo>
                    <a:pt x="324" y="876"/>
                    <a:pt x="325" y="872"/>
                    <a:pt x="329" y="871"/>
                  </a:cubicBezTo>
                  <a:cubicBezTo>
                    <a:pt x="345" y="847"/>
                    <a:pt x="350" y="842"/>
                    <a:pt x="351" y="833"/>
                  </a:cubicBezTo>
                  <a:cubicBezTo>
                    <a:pt x="391" y="775"/>
                    <a:pt x="403" y="777"/>
                    <a:pt x="404" y="767"/>
                  </a:cubicBezTo>
                  <a:cubicBezTo>
                    <a:pt x="425" y="740"/>
                    <a:pt x="432" y="742"/>
                    <a:pt x="434" y="740"/>
                  </a:cubicBezTo>
                  <a:cubicBezTo>
                    <a:pt x="450" y="719"/>
                    <a:pt x="452" y="717"/>
                    <a:pt x="455" y="714"/>
                  </a:cubicBezTo>
                  <a:cubicBezTo>
                    <a:pt x="479" y="688"/>
                    <a:pt x="486" y="686"/>
                    <a:pt x="490" y="682"/>
                  </a:cubicBezTo>
                  <a:cubicBezTo>
                    <a:pt x="517" y="654"/>
                    <a:pt x="523" y="652"/>
                    <a:pt x="525" y="646"/>
                  </a:cubicBezTo>
                  <a:cubicBezTo>
                    <a:pt x="547" y="627"/>
                    <a:pt x="547" y="624"/>
                    <a:pt x="548" y="621"/>
                  </a:cubicBezTo>
                  <a:cubicBezTo>
                    <a:pt x="574" y="586"/>
                    <a:pt x="584" y="581"/>
                    <a:pt x="588" y="571"/>
                  </a:cubicBezTo>
                  <a:cubicBezTo>
                    <a:pt x="602" y="554"/>
                    <a:pt x="603" y="558"/>
                    <a:pt x="603" y="561"/>
                  </a:cubicBezTo>
                  <a:cubicBezTo>
                    <a:pt x="564" y="608"/>
                    <a:pt x="562" y="624"/>
                    <a:pt x="553" y="631"/>
                  </a:cubicBezTo>
                  <a:cubicBezTo>
                    <a:pt x="533" y="653"/>
                    <a:pt x="531" y="655"/>
                    <a:pt x="527" y="656"/>
                  </a:cubicBezTo>
                  <a:cubicBezTo>
                    <a:pt x="489" y="688"/>
                    <a:pt x="491" y="694"/>
                    <a:pt x="487" y="694"/>
                  </a:cubicBezTo>
                  <a:cubicBezTo>
                    <a:pt x="459" y="725"/>
                    <a:pt x="455" y="729"/>
                    <a:pt x="450" y="732"/>
                  </a:cubicBezTo>
                  <a:cubicBezTo>
                    <a:pt x="414" y="777"/>
                    <a:pt x="409" y="779"/>
                    <a:pt x="404" y="782"/>
                  </a:cubicBezTo>
                  <a:cubicBezTo>
                    <a:pt x="368" y="827"/>
                    <a:pt x="367" y="833"/>
                    <a:pt x="364" y="838"/>
                  </a:cubicBezTo>
                  <a:cubicBezTo>
                    <a:pt x="347" y="861"/>
                    <a:pt x="347" y="865"/>
                    <a:pt x="344" y="865"/>
                  </a:cubicBezTo>
                  <a:cubicBezTo>
                    <a:pt x="316" y="902"/>
                    <a:pt x="318" y="908"/>
                    <a:pt x="314" y="908"/>
                  </a:cubicBezTo>
                  <a:cubicBezTo>
                    <a:pt x="297" y="944"/>
                    <a:pt x="292" y="947"/>
                    <a:pt x="289" y="951"/>
                  </a:cubicBezTo>
                  <a:cubicBezTo>
                    <a:pt x="272" y="991"/>
                    <a:pt x="265" y="999"/>
                    <a:pt x="264" y="1012"/>
                  </a:cubicBezTo>
                  <a:cubicBezTo>
                    <a:pt x="246" y="1070"/>
                    <a:pt x="247" y="1080"/>
                    <a:pt x="243" y="1084"/>
                  </a:cubicBezTo>
                  <a:cubicBezTo>
                    <a:pt x="275" y="1031"/>
                    <a:pt x="275" y="1019"/>
                    <a:pt x="281" y="1014"/>
                  </a:cubicBezTo>
                  <a:cubicBezTo>
                    <a:pt x="300" y="980"/>
                    <a:pt x="306" y="968"/>
                    <a:pt x="311" y="956"/>
                  </a:cubicBezTo>
                  <a:cubicBezTo>
                    <a:pt x="329" y="925"/>
                    <a:pt x="336" y="929"/>
                    <a:pt x="334" y="921"/>
                  </a:cubicBezTo>
                  <a:cubicBezTo>
                    <a:pt x="370" y="883"/>
                    <a:pt x="367" y="872"/>
                    <a:pt x="377" y="873"/>
                  </a:cubicBezTo>
                  <a:cubicBezTo>
                    <a:pt x="395" y="849"/>
                    <a:pt x="404" y="842"/>
                    <a:pt x="412" y="833"/>
                  </a:cubicBezTo>
                  <a:cubicBezTo>
                    <a:pt x="432" y="811"/>
                    <a:pt x="434" y="810"/>
                    <a:pt x="434" y="808"/>
                  </a:cubicBezTo>
                  <a:cubicBezTo>
                    <a:pt x="468" y="774"/>
                    <a:pt x="473" y="764"/>
                    <a:pt x="482" y="757"/>
                  </a:cubicBezTo>
                  <a:cubicBezTo>
                    <a:pt x="518" y="710"/>
                    <a:pt x="527" y="711"/>
                    <a:pt x="525" y="702"/>
                  </a:cubicBezTo>
                  <a:cubicBezTo>
                    <a:pt x="512" y="725"/>
                    <a:pt x="513" y="729"/>
                    <a:pt x="512" y="732"/>
                  </a:cubicBezTo>
                  <a:cubicBezTo>
                    <a:pt x="497" y="756"/>
                    <a:pt x="486" y="759"/>
                    <a:pt x="482" y="767"/>
                  </a:cubicBezTo>
                  <a:cubicBezTo>
                    <a:pt x="463" y="791"/>
                    <a:pt x="457" y="793"/>
                    <a:pt x="452" y="795"/>
                  </a:cubicBezTo>
                  <a:cubicBezTo>
                    <a:pt x="362" y="908"/>
                    <a:pt x="358" y="911"/>
                    <a:pt x="354" y="913"/>
                  </a:cubicBezTo>
                  <a:cubicBezTo>
                    <a:pt x="338" y="944"/>
                    <a:pt x="330" y="941"/>
                    <a:pt x="331" y="948"/>
                  </a:cubicBezTo>
                  <a:cubicBezTo>
                    <a:pt x="305" y="988"/>
                    <a:pt x="305" y="994"/>
                    <a:pt x="301" y="996"/>
                  </a:cubicBezTo>
                  <a:cubicBezTo>
                    <a:pt x="313" y="984"/>
                    <a:pt x="317" y="981"/>
                    <a:pt x="319" y="976"/>
                  </a:cubicBezTo>
                  <a:cubicBezTo>
                    <a:pt x="362" y="938"/>
                    <a:pt x="357" y="928"/>
                    <a:pt x="364" y="928"/>
                  </a:cubicBezTo>
                  <a:cubicBezTo>
                    <a:pt x="379" y="903"/>
                    <a:pt x="390" y="907"/>
                    <a:pt x="389" y="901"/>
                  </a:cubicBezTo>
                  <a:cubicBezTo>
                    <a:pt x="416" y="869"/>
                    <a:pt x="427" y="873"/>
                    <a:pt x="424" y="865"/>
                  </a:cubicBezTo>
                  <a:cubicBezTo>
                    <a:pt x="450" y="844"/>
                    <a:pt x="454" y="836"/>
                    <a:pt x="462" y="833"/>
                  </a:cubicBezTo>
                  <a:cubicBezTo>
                    <a:pt x="510" y="785"/>
                    <a:pt x="513" y="782"/>
                    <a:pt x="515" y="780"/>
                  </a:cubicBezTo>
                  <a:cubicBezTo>
                    <a:pt x="536" y="752"/>
                    <a:pt x="545" y="755"/>
                    <a:pt x="543" y="747"/>
                  </a:cubicBezTo>
                  <a:cubicBezTo>
                    <a:pt x="566" y="714"/>
                    <a:pt x="568" y="710"/>
                    <a:pt x="570" y="707"/>
                  </a:cubicBezTo>
                  <a:cubicBezTo>
                    <a:pt x="591" y="657"/>
                    <a:pt x="601" y="647"/>
                    <a:pt x="605" y="631"/>
                  </a:cubicBezTo>
                  <a:cubicBezTo>
                    <a:pt x="597" y="662"/>
                    <a:pt x="596" y="668"/>
                    <a:pt x="595" y="674"/>
                  </a:cubicBezTo>
                  <a:cubicBezTo>
                    <a:pt x="577" y="704"/>
                    <a:pt x="573" y="716"/>
                    <a:pt x="568" y="727"/>
                  </a:cubicBezTo>
                  <a:cubicBezTo>
                    <a:pt x="537" y="772"/>
                    <a:pt x="532" y="774"/>
                    <a:pt x="528" y="777"/>
                  </a:cubicBezTo>
                  <a:cubicBezTo>
                    <a:pt x="516" y="796"/>
                    <a:pt x="509" y="797"/>
                    <a:pt x="507" y="802"/>
                  </a:cubicBezTo>
                  <a:cubicBezTo>
                    <a:pt x="475" y="834"/>
                    <a:pt x="473" y="835"/>
                    <a:pt x="472" y="838"/>
                  </a:cubicBezTo>
                  <a:cubicBezTo>
                    <a:pt x="458" y="853"/>
                    <a:pt x="452" y="855"/>
                    <a:pt x="447" y="858"/>
                  </a:cubicBezTo>
                  <a:cubicBezTo>
                    <a:pt x="430" y="871"/>
                    <a:pt x="434" y="882"/>
                    <a:pt x="424" y="881"/>
                  </a:cubicBezTo>
                  <a:cubicBezTo>
                    <a:pt x="388" y="922"/>
                    <a:pt x="381" y="923"/>
                    <a:pt x="379" y="928"/>
                  </a:cubicBezTo>
                  <a:cubicBezTo>
                    <a:pt x="356" y="958"/>
                    <a:pt x="346" y="955"/>
                    <a:pt x="347" y="964"/>
                  </a:cubicBezTo>
                  <a:cubicBezTo>
                    <a:pt x="311" y="1003"/>
                    <a:pt x="313" y="1013"/>
                    <a:pt x="306" y="1014"/>
                  </a:cubicBezTo>
                  <a:cubicBezTo>
                    <a:pt x="282" y="1051"/>
                    <a:pt x="281" y="1054"/>
                    <a:pt x="281" y="1057"/>
                  </a:cubicBezTo>
                  <a:cubicBezTo>
                    <a:pt x="263" y="1076"/>
                    <a:pt x="266" y="1095"/>
                    <a:pt x="256" y="1100"/>
                  </a:cubicBezTo>
                  <a:cubicBezTo>
                    <a:pt x="251" y="1150"/>
                    <a:pt x="250" y="1138"/>
                    <a:pt x="256" y="1135"/>
                  </a:cubicBezTo>
                  <a:cubicBezTo>
                    <a:pt x="289" y="1070"/>
                    <a:pt x="297" y="1067"/>
                    <a:pt x="299" y="1059"/>
                  </a:cubicBezTo>
                  <a:cubicBezTo>
                    <a:pt x="316" y="1029"/>
                    <a:pt x="323" y="1031"/>
                    <a:pt x="321" y="1024"/>
                  </a:cubicBezTo>
                  <a:cubicBezTo>
                    <a:pt x="338" y="1004"/>
                    <a:pt x="340" y="996"/>
                    <a:pt x="344" y="991"/>
                  </a:cubicBezTo>
                  <a:cubicBezTo>
                    <a:pt x="361" y="971"/>
                    <a:pt x="363" y="965"/>
                    <a:pt x="369" y="961"/>
                  </a:cubicBezTo>
                  <a:cubicBezTo>
                    <a:pt x="436" y="888"/>
                    <a:pt x="448" y="891"/>
                    <a:pt x="447" y="880"/>
                  </a:cubicBezTo>
                  <a:cubicBezTo>
                    <a:pt x="469" y="858"/>
                    <a:pt x="474" y="859"/>
                    <a:pt x="475" y="855"/>
                  </a:cubicBezTo>
                  <a:cubicBezTo>
                    <a:pt x="505" y="824"/>
                    <a:pt x="511" y="822"/>
                    <a:pt x="512" y="815"/>
                  </a:cubicBezTo>
                  <a:cubicBezTo>
                    <a:pt x="568" y="753"/>
                    <a:pt x="565" y="741"/>
                    <a:pt x="573" y="739"/>
                  </a:cubicBezTo>
                  <a:cubicBezTo>
                    <a:pt x="584" y="730"/>
                    <a:pt x="582" y="734"/>
                    <a:pt x="580" y="737"/>
                  </a:cubicBezTo>
                  <a:cubicBezTo>
                    <a:pt x="561" y="775"/>
                    <a:pt x="553" y="785"/>
                    <a:pt x="545" y="795"/>
                  </a:cubicBezTo>
                  <a:cubicBezTo>
                    <a:pt x="516" y="828"/>
                    <a:pt x="510" y="830"/>
                    <a:pt x="507" y="838"/>
                  </a:cubicBezTo>
                  <a:cubicBezTo>
                    <a:pt x="443" y="909"/>
                    <a:pt x="435" y="906"/>
                    <a:pt x="435" y="911"/>
                  </a:cubicBezTo>
                  <a:cubicBezTo>
                    <a:pt x="419" y="924"/>
                    <a:pt x="417" y="927"/>
                    <a:pt x="417" y="931"/>
                  </a:cubicBezTo>
                  <a:cubicBezTo>
                    <a:pt x="381" y="966"/>
                    <a:pt x="371" y="974"/>
                    <a:pt x="364" y="986"/>
                  </a:cubicBezTo>
                  <a:cubicBezTo>
                    <a:pt x="347" y="1005"/>
                    <a:pt x="346" y="1013"/>
                    <a:pt x="339" y="1014"/>
                  </a:cubicBezTo>
                  <a:cubicBezTo>
                    <a:pt x="294" y="1085"/>
                    <a:pt x="293" y="1095"/>
                    <a:pt x="286" y="1100"/>
                  </a:cubicBezTo>
                  <a:cubicBezTo>
                    <a:pt x="259" y="1148"/>
                    <a:pt x="259" y="1154"/>
                    <a:pt x="256" y="1157"/>
                  </a:cubicBezTo>
                  <a:cubicBezTo>
                    <a:pt x="241" y="1199"/>
                    <a:pt x="246" y="1208"/>
                    <a:pt x="241" y="1218"/>
                  </a:cubicBezTo>
                  <a:cubicBezTo>
                    <a:pt x="260" y="1178"/>
                    <a:pt x="260" y="1172"/>
                    <a:pt x="264" y="1170"/>
                  </a:cubicBezTo>
                  <a:cubicBezTo>
                    <a:pt x="290" y="1114"/>
                    <a:pt x="297" y="1109"/>
                    <a:pt x="301" y="1102"/>
                  </a:cubicBezTo>
                  <a:cubicBezTo>
                    <a:pt x="336" y="1056"/>
                    <a:pt x="339" y="1048"/>
                    <a:pt x="344" y="1042"/>
                  </a:cubicBezTo>
                  <a:cubicBezTo>
                    <a:pt x="367" y="1006"/>
                    <a:pt x="373" y="1006"/>
                    <a:pt x="374" y="1001"/>
                  </a:cubicBezTo>
                  <a:cubicBezTo>
                    <a:pt x="410" y="964"/>
                    <a:pt x="416" y="964"/>
                    <a:pt x="417" y="959"/>
                  </a:cubicBezTo>
                  <a:cubicBezTo>
                    <a:pt x="453" y="919"/>
                    <a:pt x="467" y="910"/>
                    <a:pt x="475" y="896"/>
                  </a:cubicBezTo>
                  <a:cubicBezTo>
                    <a:pt x="505" y="865"/>
                    <a:pt x="517" y="863"/>
                    <a:pt x="520" y="850"/>
                  </a:cubicBezTo>
                  <a:cubicBezTo>
                    <a:pt x="554" y="810"/>
                    <a:pt x="558" y="807"/>
                    <a:pt x="560" y="802"/>
                  </a:cubicBezTo>
                  <a:cubicBezTo>
                    <a:pt x="584" y="766"/>
                    <a:pt x="596" y="762"/>
                    <a:pt x="598" y="750"/>
                  </a:cubicBezTo>
                  <a:cubicBezTo>
                    <a:pt x="627" y="704"/>
                    <a:pt x="632" y="702"/>
                    <a:pt x="633" y="697"/>
                  </a:cubicBezTo>
                  <a:cubicBezTo>
                    <a:pt x="623" y="720"/>
                    <a:pt x="626" y="728"/>
                    <a:pt x="621" y="727"/>
                  </a:cubicBezTo>
                  <a:cubicBezTo>
                    <a:pt x="597" y="761"/>
                    <a:pt x="596" y="771"/>
                    <a:pt x="588" y="772"/>
                  </a:cubicBezTo>
                  <a:cubicBezTo>
                    <a:pt x="575" y="802"/>
                    <a:pt x="566" y="803"/>
                    <a:pt x="565" y="812"/>
                  </a:cubicBezTo>
                  <a:cubicBezTo>
                    <a:pt x="538" y="856"/>
                    <a:pt x="525" y="854"/>
                    <a:pt x="525" y="865"/>
                  </a:cubicBezTo>
                  <a:cubicBezTo>
                    <a:pt x="510" y="886"/>
                    <a:pt x="501" y="883"/>
                    <a:pt x="500" y="888"/>
                  </a:cubicBezTo>
                  <a:cubicBezTo>
                    <a:pt x="481" y="905"/>
                    <a:pt x="479" y="907"/>
                    <a:pt x="477" y="911"/>
                  </a:cubicBezTo>
                  <a:cubicBezTo>
                    <a:pt x="449" y="935"/>
                    <a:pt x="452" y="943"/>
                    <a:pt x="447" y="943"/>
                  </a:cubicBezTo>
                  <a:cubicBezTo>
                    <a:pt x="429" y="962"/>
                    <a:pt x="427" y="963"/>
                    <a:pt x="425" y="966"/>
                  </a:cubicBezTo>
                  <a:cubicBezTo>
                    <a:pt x="401" y="992"/>
                    <a:pt x="398" y="995"/>
                    <a:pt x="394" y="996"/>
                  </a:cubicBezTo>
                  <a:cubicBezTo>
                    <a:pt x="379" y="1017"/>
                    <a:pt x="373" y="1015"/>
                    <a:pt x="374" y="1021"/>
                  </a:cubicBezTo>
                  <a:cubicBezTo>
                    <a:pt x="331" y="1077"/>
                    <a:pt x="326" y="1081"/>
                    <a:pt x="324" y="1089"/>
                  </a:cubicBezTo>
                  <a:cubicBezTo>
                    <a:pt x="309" y="1105"/>
                    <a:pt x="309" y="1109"/>
                    <a:pt x="309" y="1112"/>
                  </a:cubicBezTo>
                  <a:cubicBezTo>
                    <a:pt x="293" y="1133"/>
                    <a:pt x="293" y="1139"/>
                    <a:pt x="289" y="1142"/>
                  </a:cubicBezTo>
                  <a:cubicBezTo>
                    <a:pt x="272" y="1170"/>
                    <a:pt x="273" y="1176"/>
                    <a:pt x="271" y="1180"/>
                  </a:cubicBezTo>
                  <a:cubicBezTo>
                    <a:pt x="246" y="1241"/>
                    <a:pt x="246" y="1250"/>
                    <a:pt x="246" y="1258"/>
                  </a:cubicBezTo>
                  <a:cubicBezTo>
                    <a:pt x="257" y="1254"/>
                    <a:pt x="254" y="1246"/>
                    <a:pt x="259" y="1246"/>
                  </a:cubicBezTo>
                  <a:cubicBezTo>
                    <a:pt x="274" y="1211"/>
                    <a:pt x="275" y="1207"/>
                    <a:pt x="279" y="1205"/>
                  </a:cubicBezTo>
                  <a:cubicBezTo>
                    <a:pt x="320" y="1146"/>
                    <a:pt x="319" y="1135"/>
                    <a:pt x="327" y="1132"/>
                  </a:cubicBezTo>
                  <a:cubicBezTo>
                    <a:pt x="353" y="1085"/>
                    <a:pt x="363" y="1084"/>
                    <a:pt x="364" y="1074"/>
                  </a:cubicBezTo>
                  <a:cubicBezTo>
                    <a:pt x="392" y="1044"/>
                    <a:pt x="389" y="1036"/>
                    <a:pt x="394" y="1037"/>
                  </a:cubicBezTo>
                  <a:cubicBezTo>
                    <a:pt x="409" y="1021"/>
                    <a:pt x="409" y="1018"/>
                    <a:pt x="409" y="1016"/>
                  </a:cubicBezTo>
                  <a:cubicBezTo>
                    <a:pt x="421" y="1005"/>
                    <a:pt x="423" y="1003"/>
                    <a:pt x="427" y="1001"/>
                  </a:cubicBezTo>
                  <a:cubicBezTo>
                    <a:pt x="466" y="955"/>
                    <a:pt x="477" y="948"/>
                    <a:pt x="485" y="938"/>
                  </a:cubicBezTo>
                  <a:cubicBezTo>
                    <a:pt x="518" y="914"/>
                    <a:pt x="515" y="906"/>
                    <a:pt x="520" y="906"/>
                  </a:cubicBezTo>
                  <a:cubicBezTo>
                    <a:pt x="551" y="882"/>
                    <a:pt x="558" y="873"/>
                    <a:pt x="568" y="865"/>
                  </a:cubicBezTo>
                  <a:cubicBezTo>
                    <a:pt x="556" y="886"/>
                    <a:pt x="553" y="888"/>
                    <a:pt x="548" y="888"/>
                  </a:cubicBezTo>
                  <a:cubicBezTo>
                    <a:pt x="519" y="917"/>
                    <a:pt x="514" y="922"/>
                    <a:pt x="508" y="926"/>
                  </a:cubicBezTo>
                  <a:cubicBezTo>
                    <a:pt x="486" y="947"/>
                    <a:pt x="481" y="952"/>
                    <a:pt x="477" y="958"/>
                  </a:cubicBezTo>
                  <a:cubicBezTo>
                    <a:pt x="437" y="1004"/>
                    <a:pt x="435" y="1006"/>
                    <a:pt x="432" y="1009"/>
                  </a:cubicBezTo>
                  <a:cubicBezTo>
                    <a:pt x="378" y="1069"/>
                    <a:pt x="375" y="1086"/>
                    <a:pt x="362" y="1094"/>
                  </a:cubicBezTo>
                  <a:cubicBezTo>
                    <a:pt x="324" y="1152"/>
                    <a:pt x="326" y="1159"/>
                    <a:pt x="319" y="1157"/>
                  </a:cubicBezTo>
                  <a:cubicBezTo>
                    <a:pt x="305" y="1192"/>
                    <a:pt x="293" y="1190"/>
                    <a:pt x="294" y="1200"/>
                  </a:cubicBezTo>
                  <a:cubicBezTo>
                    <a:pt x="266" y="1260"/>
                    <a:pt x="259" y="1258"/>
                    <a:pt x="259" y="1263"/>
                  </a:cubicBezTo>
                  <a:cubicBezTo>
                    <a:pt x="251" y="1298"/>
                    <a:pt x="251" y="1292"/>
                    <a:pt x="246" y="1291"/>
                  </a:cubicBezTo>
                  <a:cubicBezTo>
                    <a:pt x="271" y="1295"/>
                    <a:pt x="258" y="1283"/>
                    <a:pt x="271" y="1283"/>
                  </a:cubicBezTo>
                  <a:cubicBezTo>
                    <a:pt x="326" y="1167"/>
                    <a:pt x="332" y="1165"/>
                    <a:pt x="334" y="1160"/>
                  </a:cubicBezTo>
                  <a:cubicBezTo>
                    <a:pt x="350" y="1123"/>
                    <a:pt x="361" y="1126"/>
                    <a:pt x="359" y="1117"/>
                  </a:cubicBezTo>
                  <a:cubicBezTo>
                    <a:pt x="387" y="1084"/>
                    <a:pt x="394" y="1076"/>
                    <a:pt x="399" y="1067"/>
                  </a:cubicBezTo>
                  <a:cubicBezTo>
                    <a:pt x="475" y="1001"/>
                    <a:pt x="472" y="992"/>
                    <a:pt x="480" y="994"/>
                  </a:cubicBezTo>
                  <a:cubicBezTo>
                    <a:pt x="497" y="981"/>
                    <a:pt x="502" y="975"/>
                    <a:pt x="510" y="971"/>
                  </a:cubicBezTo>
                  <a:cubicBezTo>
                    <a:pt x="532" y="952"/>
                    <a:pt x="534" y="948"/>
                    <a:pt x="540" y="948"/>
                  </a:cubicBezTo>
                  <a:cubicBezTo>
                    <a:pt x="553" y="931"/>
                    <a:pt x="556" y="931"/>
                    <a:pt x="558" y="931"/>
                  </a:cubicBezTo>
                  <a:cubicBezTo>
                    <a:pt x="594" y="891"/>
                    <a:pt x="607" y="882"/>
                    <a:pt x="613" y="865"/>
                  </a:cubicBezTo>
                  <a:cubicBezTo>
                    <a:pt x="599" y="896"/>
                    <a:pt x="595" y="896"/>
                    <a:pt x="596" y="901"/>
                  </a:cubicBezTo>
                  <a:cubicBezTo>
                    <a:pt x="577" y="920"/>
                    <a:pt x="574" y="924"/>
                    <a:pt x="568" y="926"/>
                  </a:cubicBezTo>
                  <a:cubicBezTo>
                    <a:pt x="544" y="951"/>
                    <a:pt x="537" y="951"/>
                    <a:pt x="538" y="958"/>
                  </a:cubicBezTo>
                  <a:cubicBezTo>
                    <a:pt x="508" y="985"/>
                    <a:pt x="498" y="990"/>
                    <a:pt x="490" y="996"/>
                  </a:cubicBezTo>
                  <a:cubicBezTo>
                    <a:pt x="458" y="1014"/>
                    <a:pt x="462" y="1026"/>
                    <a:pt x="455" y="1026"/>
                  </a:cubicBezTo>
                  <a:cubicBezTo>
                    <a:pt x="438" y="1046"/>
                    <a:pt x="433" y="1046"/>
                    <a:pt x="432" y="1049"/>
                  </a:cubicBezTo>
                  <a:cubicBezTo>
                    <a:pt x="398" y="1090"/>
                    <a:pt x="392" y="1088"/>
                    <a:pt x="392" y="1092"/>
                  </a:cubicBezTo>
                  <a:cubicBezTo>
                    <a:pt x="371" y="1115"/>
                    <a:pt x="368" y="1120"/>
                    <a:pt x="367" y="1127"/>
                  </a:cubicBezTo>
                  <a:cubicBezTo>
                    <a:pt x="343" y="1159"/>
                    <a:pt x="343" y="1167"/>
                    <a:pt x="339" y="1170"/>
                  </a:cubicBezTo>
                  <a:cubicBezTo>
                    <a:pt x="304" y="1239"/>
                    <a:pt x="296" y="1239"/>
                    <a:pt x="296" y="1248"/>
                  </a:cubicBezTo>
                  <a:cubicBezTo>
                    <a:pt x="278" y="1277"/>
                    <a:pt x="287" y="1279"/>
                    <a:pt x="281" y="1281"/>
                  </a:cubicBezTo>
                  <a:cubicBezTo>
                    <a:pt x="246" y="1371"/>
                    <a:pt x="256" y="1372"/>
                    <a:pt x="254" y="1386"/>
                  </a:cubicBezTo>
                  <a:cubicBezTo>
                    <a:pt x="266" y="1357"/>
                    <a:pt x="266" y="1353"/>
                    <a:pt x="266" y="1349"/>
                  </a:cubicBezTo>
                  <a:cubicBezTo>
                    <a:pt x="293" y="1281"/>
                    <a:pt x="296" y="1281"/>
                    <a:pt x="299" y="1281"/>
                  </a:cubicBezTo>
                  <a:cubicBezTo>
                    <a:pt x="308" y="1258"/>
                    <a:pt x="314" y="1259"/>
                    <a:pt x="312" y="1251"/>
                  </a:cubicBezTo>
                  <a:cubicBezTo>
                    <a:pt x="332" y="1226"/>
                    <a:pt x="333" y="1221"/>
                    <a:pt x="334" y="1215"/>
                  </a:cubicBezTo>
                  <a:cubicBezTo>
                    <a:pt x="360" y="1186"/>
                    <a:pt x="360" y="1174"/>
                    <a:pt x="367" y="1170"/>
                  </a:cubicBezTo>
                  <a:cubicBezTo>
                    <a:pt x="400" y="1124"/>
                    <a:pt x="404" y="1118"/>
                    <a:pt x="410" y="1112"/>
                  </a:cubicBezTo>
                  <a:cubicBezTo>
                    <a:pt x="423" y="1096"/>
                    <a:pt x="424" y="1094"/>
                    <a:pt x="427" y="1094"/>
                  </a:cubicBezTo>
                  <a:cubicBezTo>
                    <a:pt x="449" y="1060"/>
                    <a:pt x="460" y="1065"/>
                    <a:pt x="457" y="1057"/>
                  </a:cubicBezTo>
                  <a:cubicBezTo>
                    <a:pt x="497" y="1018"/>
                    <a:pt x="528" y="1004"/>
                    <a:pt x="548" y="979"/>
                  </a:cubicBezTo>
                  <a:cubicBezTo>
                    <a:pt x="588" y="940"/>
                    <a:pt x="590" y="931"/>
                    <a:pt x="596" y="926"/>
                  </a:cubicBezTo>
                  <a:cubicBezTo>
                    <a:pt x="623" y="900"/>
                    <a:pt x="616" y="899"/>
                    <a:pt x="618" y="906"/>
                  </a:cubicBezTo>
                  <a:cubicBezTo>
                    <a:pt x="606" y="925"/>
                    <a:pt x="604" y="927"/>
                    <a:pt x="601" y="928"/>
                  </a:cubicBezTo>
                  <a:cubicBezTo>
                    <a:pt x="563" y="980"/>
                    <a:pt x="555" y="982"/>
                    <a:pt x="553" y="989"/>
                  </a:cubicBezTo>
                  <a:cubicBezTo>
                    <a:pt x="513" y="1021"/>
                    <a:pt x="511" y="1023"/>
                    <a:pt x="508" y="1024"/>
                  </a:cubicBezTo>
                  <a:cubicBezTo>
                    <a:pt x="476" y="1056"/>
                    <a:pt x="471" y="1060"/>
                    <a:pt x="465" y="1062"/>
                  </a:cubicBezTo>
                  <a:cubicBezTo>
                    <a:pt x="439" y="1098"/>
                    <a:pt x="432" y="1100"/>
                    <a:pt x="427" y="1104"/>
                  </a:cubicBezTo>
                  <a:cubicBezTo>
                    <a:pt x="413" y="1124"/>
                    <a:pt x="407" y="1124"/>
                    <a:pt x="407" y="1132"/>
                  </a:cubicBezTo>
                  <a:cubicBezTo>
                    <a:pt x="374" y="1182"/>
                    <a:pt x="363" y="1186"/>
                    <a:pt x="359" y="1198"/>
                  </a:cubicBezTo>
                  <a:cubicBezTo>
                    <a:pt x="344" y="1221"/>
                    <a:pt x="342" y="1223"/>
                    <a:pt x="342" y="1225"/>
                  </a:cubicBezTo>
                  <a:cubicBezTo>
                    <a:pt x="314" y="1273"/>
                    <a:pt x="309" y="1276"/>
                    <a:pt x="309" y="1283"/>
                  </a:cubicBezTo>
                  <a:cubicBezTo>
                    <a:pt x="299" y="1304"/>
                    <a:pt x="294" y="1306"/>
                    <a:pt x="294" y="1313"/>
                  </a:cubicBezTo>
                  <a:cubicBezTo>
                    <a:pt x="281" y="1340"/>
                    <a:pt x="281" y="1342"/>
                    <a:pt x="279" y="1341"/>
                  </a:cubicBezTo>
                  <a:cubicBezTo>
                    <a:pt x="272" y="1377"/>
                    <a:pt x="264" y="1384"/>
                    <a:pt x="266" y="1402"/>
                  </a:cubicBezTo>
                  <a:cubicBezTo>
                    <a:pt x="266" y="1422"/>
                    <a:pt x="267" y="1407"/>
                    <a:pt x="274" y="1399"/>
                  </a:cubicBezTo>
                  <a:cubicBezTo>
                    <a:pt x="295" y="1345"/>
                    <a:pt x="300" y="1321"/>
                    <a:pt x="314" y="1306"/>
                  </a:cubicBezTo>
                  <a:cubicBezTo>
                    <a:pt x="332" y="1263"/>
                    <a:pt x="339" y="1255"/>
                    <a:pt x="347" y="1248"/>
                  </a:cubicBezTo>
                  <a:cubicBezTo>
                    <a:pt x="384" y="1190"/>
                    <a:pt x="386" y="1184"/>
                    <a:pt x="392" y="1182"/>
                  </a:cubicBezTo>
                  <a:cubicBezTo>
                    <a:pt x="430" y="1138"/>
                    <a:pt x="434" y="1127"/>
                    <a:pt x="445" y="1122"/>
                  </a:cubicBezTo>
                  <a:cubicBezTo>
                    <a:pt x="500" y="1074"/>
                    <a:pt x="508" y="1067"/>
                    <a:pt x="515" y="1059"/>
                  </a:cubicBezTo>
                  <a:cubicBezTo>
                    <a:pt x="543" y="1027"/>
                    <a:pt x="554" y="1024"/>
                    <a:pt x="558" y="1014"/>
                  </a:cubicBezTo>
                  <a:cubicBezTo>
                    <a:pt x="546" y="1032"/>
                    <a:pt x="548" y="1039"/>
                    <a:pt x="545" y="1041"/>
                  </a:cubicBezTo>
                  <a:cubicBezTo>
                    <a:pt x="519" y="1066"/>
                    <a:pt x="517" y="1068"/>
                    <a:pt x="515" y="1072"/>
                  </a:cubicBezTo>
                  <a:cubicBezTo>
                    <a:pt x="498" y="1090"/>
                    <a:pt x="490" y="1087"/>
                    <a:pt x="490" y="1092"/>
                  </a:cubicBezTo>
                  <a:cubicBezTo>
                    <a:pt x="467" y="1109"/>
                    <a:pt x="464" y="1117"/>
                    <a:pt x="457" y="1120"/>
                  </a:cubicBezTo>
                  <a:cubicBezTo>
                    <a:pt x="439" y="1141"/>
                    <a:pt x="434" y="1146"/>
                    <a:pt x="430" y="1152"/>
                  </a:cubicBezTo>
                  <a:cubicBezTo>
                    <a:pt x="407" y="1180"/>
                    <a:pt x="396" y="1189"/>
                    <a:pt x="389" y="1203"/>
                  </a:cubicBezTo>
                  <a:cubicBezTo>
                    <a:pt x="340" y="1277"/>
                    <a:pt x="340" y="1283"/>
                    <a:pt x="334" y="1283"/>
                  </a:cubicBezTo>
                  <a:cubicBezTo>
                    <a:pt x="311" y="1324"/>
                    <a:pt x="312" y="1337"/>
                    <a:pt x="304" y="1341"/>
                  </a:cubicBezTo>
                  <a:cubicBezTo>
                    <a:pt x="283" y="1403"/>
                    <a:pt x="280" y="1411"/>
                    <a:pt x="276" y="1419"/>
                  </a:cubicBezTo>
                  <a:cubicBezTo>
                    <a:pt x="267" y="1456"/>
                    <a:pt x="262" y="1466"/>
                    <a:pt x="264" y="1469"/>
                  </a:cubicBezTo>
                  <a:cubicBezTo>
                    <a:pt x="279" y="1429"/>
                    <a:pt x="286" y="1428"/>
                    <a:pt x="284" y="1419"/>
                  </a:cubicBezTo>
                  <a:cubicBezTo>
                    <a:pt x="311" y="1363"/>
                    <a:pt x="316" y="1353"/>
                    <a:pt x="322" y="1344"/>
                  </a:cubicBezTo>
                  <a:cubicBezTo>
                    <a:pt x="341" y="1299"/>
                    <a:pt x="344" y="1299"/>
                    <a:pt x="347" y="1298"/>
                  </a:cubicBezTo>
                  <a:cubicBezTo>
                    <a:pt x="377" y="1253"/>
                    <a:pt x="377" y="1246"/>
                    <a:pt x="382" y="1243"/>
                  </a:cubicBezTo>
                  <a:cubicBezTo>
                    <a:pt x="470" y="1149"/>
                    <a:pt x="469" y="1136"/>
                    <a:pt x="480" y="1135"/>
                  </a:cubicBezTo>
                  <a:cubicBezTo>
                    <a:pt x="514" y="1093"/>
                    <a:pt x="525" y="1097"/>
                    <a:pt x="523" y="1089"/>
                  </a:cubicBezTo>
                  <a:cubicBezTo>
                    <a:pt x="569" y="1039"/>
                    <a:pt x="577" y="1036"/>
                    <a:pt x="581" y="1029"/>
                  </a:cubicBezTo>
                  <a:cubicBezTo>
                    <a:pt x="617" y="976"/>
                    <a:pt x="617" y="985"/>
                    <a:pt x="613" y="989"/>
                  </a:cubicBezTo>
                  <a:cubicBezTo>
                    <a:pt x="598" y="1018"/>
                    <a:pt x="597" y="1023"/>
                    <a:pt x="596" y="1029"/>
                  </a:cubicBezTo>
                  <a:cubicBezTo>
                    <a:pt x="570" y="1050"/>
                    <a:pt x="572" y="1056"/>
                    <a:pt x="568" y="1057"/>
                  </a:cubicBezTo>
                  <a:cubicBezTo>
                    <a:pt x="549" y="1084"/>
                    <a:pt x="545" y="1084"/>
                    <a:pt x="545" y="1089"/>
                  </a:cubicBezTo>
                  <a:cubicBezTo>
                    <a:pt x="517" y="1111"/>
                    <a:pt x="509" y="1114"/>
                    <a:pt x="505" y="1122"/>
                  </a:cubicBezTo>
                  <a:cubicBezTo>
                    <a:pt x="448" y="1187"/>
                    <a:pt x="435" y="1186"/>
                    <a:pt x="435" y="1198"/>
                  </a:cubicBezTo>
                  <a:cubicBezTo>
                    <a:pt x="358" y="1294"/>
                    <a:pt x="359" y="1303"/>
                    <a:pt x="352" y="1303"/>
                  </a:cubicBezTo>
                  <a:cubicBezTo>
                    <a:pt x="338" y="1342"/>
                    <a:pt x="332" y="1344"/>
                    <a:pt x="329" y="1349"/>
                  </a:cubicBezTo>
                  <a:cubicBezTo>
                    <a:pt x="294" y="1419"/>
                    <a:pt x="294" y="1435"/>
                    <a:pt x="287" y="1442"/>
                  </a:cubicBezTo>
                  <a:cubicBezTo>
                    <a:pt x="275" y="1485"/>
                    <a:pt x="278" y="1489"/>
                    <a:pt x="279" y="1495"/>
                  </a:cubicBezTo>
                  <a:cubicBezTo>
                    <a:pt x="284" y="1538"/>
                    <a:pt x="280" y="1529"/>
                    <a:pt x="282" y="1525"/>
                  </a:cubicBezTo>
                  <a:cubicBezTo>
                    <a:pt x="295" y="1474"/>
                    <a:pt x="302" y="1461"/>
                    <a:pt x="307" y="1447"/>
                  </a:cubicBezTo>
                  <a:cubicBezTo>
                    <a:pt x="319" y="1424"/>
                    <a:pt x="316" y="1416"/>
                    <a:pt x="319" y="1414"/>
                  </a:cubicBezTo>
                  <a:cubicBezTo>
                    <a:pt x="344" y="1364"/>
                    <a:pt x="347" y="1363"/>
                    <a:pt x="347" y="1359"/>
                  </a:cubicBezTo>
                  <a:cubicBezTo>
                    <a:pt x="359" y="1339"/>
                    <a:pt x="361" y="1336"/>
                    <a:pt x="362" y="1334"/>
                  </a:cubicBezTo>
                  <a:cubicBezTo>
                    <a:pt x="386" y="1299"/>
                    <a:pt x="387" y="1292"/>
                    <a:pt x="392" y="1288"/>
                  </a:cubicBezTo>
                  <a:cubicBezTo>
                    <a:pt x="420" y="1249"/>
                    <a:pt x="427" y="1239"/>
                    <a:pt x="435" y="1230"/>
                  </a:cubicBezTo>
                  <a:cubicBezTo>
                    <a:pt x="468" y="1194"/>
                    <a:pt x="469" y="1191"/>
                    <a:pt x="473" y="1190"/>
                  </a:cubicBezTo>
                  <a:cubicBezTo>
                    <a:pt x="499" y="1158"/>
                    <a:pt x="504" y="1154"/>
                    <a:pt x="508" y="1150"/>
                  </a:cubicBezTo>
                  <a:cubicBezTo>
                    <a:pt x="538" y="1112"/>
                    <a:pt x="545" y="1102"/>
                    <a:pt x="553" y="1092"/>
                  </a:cubicBezTo>
                  <a:cubicBezTo>
                    <a:pt x="577" y="1069"/>
                    <a:pt x="569" y="1068"/>
                    <a:pt x="568" y="1074"/>
                  </a:cubicBezTo>
                  <a:cubicBezTo>
                    <a:pt x="540" y="1125"/>
                    <a:pt x="527" y="1138"/>
                    <a:pt x="518" y="1152"/>
                  </a:cubicBezTo>
                  <a:cubicBezTo>
                    <a:pt x="491" y="1186"/>
                    <a:pt x="486" y="1188"/>
                    <a:pt x="483" y="1190"/>
                  </a:cubicBezTo>
                  <a:cubicBezTo>
                    <a:pt x="445" y="1238"/>
                    <a:pt x="436" y="1241"/>
                    <a:pt x="432" y="1250"/>
                  </a:cubicBezTo>
                  <a:cubicBezTo>
                    <a:pt x="381" y="1320"/>
                    <a:pt x="378" y="1330"/>
                    <a:pt x="372" y="1336"/>
                  </a:cubicBezTo>
                  <a:cubicBezTo>
                    <a:pt x="342" y="1391"/>
                    <a:pt x="337" y="1398"/>
                    <a:pt x="332" y="1404"/>
                  </a:cubicBezTo>
                  <a:cubicBezTo>
                    <a:pt x="297" y="1512"/>
                    <a:pt x="299" y="1511"/>
                    <a:pt x="297" y="1517"/>
                  </a:cubicBezTo>
                  <a:cubicBezTo>
                    <a:pt x="285" y="1562"/>
                    <a:pt x="292" y="1562"/>
                    <a:pt x="292" y="1570"/>
                  </a:cubicBezTo>
                  <a:cubicBezTo>
                    <a:pt x="308" y="1526"/>
                    <a:pt x="315" y="1528"/>
                    <a:pt x="312" y="1520"/>
                  </a:cubicBezTo>
                  <a:cubicBezTo>
                    <a:pt x="334" y="1475"/>
                    <a:pt x="332" y="1464"/>
                    <a:pt x="339" y="1462"/>
                  </a:cubicBezTo>
                  <a:cubicBezTo>
                    <a:pt x="371" y="1397"/>
                    <a:pt x="376" y="1392"/>
                    <a:pt x="380" y="1386"/>
                  </a:cubicBezTo>
                  <a:cubicBezTo>
                    <a:pt x="418" y="1328"/>
                    <a:pt x="420" y="1321"/>
                    <a:pt x="425" y="1316"/>
                  </a:cubicBezTo>
                  <a:cubicBezTo>
                    <a:pt x="441" y="1283"/>
                    <a:pt x="447" y="1285"/>
                    <a:pt x="447" y="1281"/>
                  </a:cubicBezTo>
                  <a:cubicBezTo>
                    <a:pt x="479" y="1240"/>
                    <a:pt x="484" y="1230"/>
                    <a:pt x="493" y="1225"/>
                  </a:cubicBezTo>
                  <a:cubicBezTo>
                    <a:pt x="510" y="1208"/>
                    <a:pt x="509" y="1213"/>
                    <a:pt x="513" y="1213"/>
                  </a:cubicBezTo>
                  <a:cubicBezTo>
                    <a:pt x="523" y="1194"/>
                    <a:pt x="525" y="1193"/>
                    <a:pt x="525" y="1190"/>
                  </a:cubicBezTo>
                  <a:cubicBezTo>
                    <a:pt x="562" y="1144"/>
                    <a:pt x="564" y="1140"/>
                    <a:pt x="563" y="1135"/>
                  </a:cubicBezTo>
                  <a:cubicBezTo>
                    <a:pt x="582" y="1095"/>
                    <a:pt x="589" y="1084"/>
                    <a:pt x="596" y="1072"/>
                  </a:cubicBezTo>
                  <a:cubicBezTo>
                    <a:pt x="579" y="1116"/>
                    <a:pt x="576" y="1130"/>
                    <a:pt x="571" y="1142"/>
                  </a:cubicBezTo>
                  <a:cubicBezTo>
                    <a:pt x="549" y="1177"/>
                    <a:pt x="552" y="1188"/>
                    <a:pt x="545" y="1190"/>
                  </a:cubicBezTo>
                  <a:cubicBezTo>
                    <a:pt x="519" y="1245"/>
                    <a:pt x="511" y="1246"/>
                    <a:pt x="513" y="1255"/>
                  </a:cubicBezTo>
                  <a:cubicBezTo>
                    <a:pt x="489" y="1289"/>
                    <a:pt x="487" y="1295"/>
                    <a:pt x="485" y="1301"/>
                  </a:cubicBezTo>
                  <a:cubicBezTo>
                    <a:pt x="460" y="1334"/>
                    <a:pt x="463" y="1345"/>
                    <a:pt x="458" y="1349"/>
                  </a:cubicBezTo>
                  <a:cubicBezTo>
                    <a:pt x="437" y="1384"/>
                    <a:pt x="437" y="1392"/>
                    <a:pt x="432" y="1396"/>
                  </a:cubicBezTo>
                  <a:cubicBezTo>
                    <a:pt x="427" y="1433"/>
                    <a:pt x="425" y="1426"/>
                    <a:pt x="427" y="1424"/>
                  </a:cubicBezTo>
                  <a:cubicBezTo>
                    <a:pt x="443" y="1405"/>
                    <a:pt x="440" y="1397"/>
                    <a:pt x="445" y="1396"/>
                  </a:cubicBezTo>
                  <a:cubicBezTo>
                    <a:pt x="475" y="1348"/>
                    <a:pt x="476" y="1344"/>
                    <a:pt x="475" y="1338"/>
                  </a:cubicBezTo>
                  <a:cubicBezTo>
                    <a:pt x="497" y="1313"/>
                    <a:pt x="494" y="1305"/>
                    <a:pt x="498" y="1303"/>
                  </a:cubicBezTo>
                  <a:cubicBezTo>
                    <a:pt x="497" y="1315"/>
                    <a:pt x="494" y="1322"/>
                    <a:pt x="490" y="1328"/>
                  </a:cubicBezTo>
                  <a:cubicBezTo>
                    <a:pt x="462" y="1378"/>
                    <a:pt x="460" y="1382"/>
                    <a:pt x="460" y="1386"/>
                  </a:cubicBezTo>
                  <a:cubicBezTo>
                    <a:pt x="425" y="1445"/>
                    <a:pt x="428" y="1453"/>
                    <a:pt x="425" y="1454"/>
                  </a:cubicBezTo>
                  <a:cubicBezTo>
                    <a:pt x="405" y="1499"/>
                    <a:pt x="398" y="1512"/>
                    <a:pt x="392" y="1525"/>
                  </a:cubicBezTo>
                  <a:cubicBezTo>
                    <a:pt x="371" y="1599"/>
                    <a:pt x="365" y="1598"/>
                    <a:pt x="367" y="1605"/>
                  </a:cubicBezTo>
                  <a:cubicBezTo>
                    <a:pt x="354" y="1641"/>
                    <a:pt x="358" y="1653"/>
                    <a:pt x="352" y="1656"/>
                  </a:cubicBezTo>
                  <a:cubicBezTo>
                    <a:pt x="346" y="1759"/>
                    <a:pt x="343" y="1757"/>
                    <a:pt x="342" y="1754"/>
                  </a:cubicBezTo>
                  <a:cubicBezTo>
                    <a:pt x="349" y="1713"/>
                    <a:pt x="354" y="1702"/>
                    <a:pt x="357" y="1691"/>
                  </a:cubicBezTo>
                  <a:cubicBezTo>
                    <a:pt x="378" y="1637"/>
                    <a:pt x="375" y="1627"/>
                    <a:pt x="380" y="1625"/>
                  </a:cubicBezTo>
                  <a:cubicBezTo>
                    <a:pt x="393" y="1579"/>
                    <a:pt x="398" y="1569"/>
                    <a:pt x="402" y="1560"/>
                  </a:cubicBezTo>
                  <a:cubicBezTo>
                    <a:pt x="415" y="1520"/>
                    <a:pt x="417" y="1514"/>
                    <a:pt x="422" y="1512"/>
                  </a:cubicBezTo>
                  <a:cubicBezTo>
                    <a:pt x="438" y="1477"/>
                    <a:pt x="435" y="1466"/>
                    <a:pt x="440" y="1464"/>
                  </a:cubicBezTo>
                  <a:cubicBezTo>
                    <a:pt x="491" y="1374"/>
                    <a:pt x="493" y="1369"/>
                    <a:pt x="493" y="1361"/>
                  </a:cubicBezTo>
                  <a:cubicBezTo>
                    <a:pt x="533" y="1307"/>
                    <a:pt x="537" y="1281"/>
                    <a:pt x="551" y="1265"/>
                  </a:cubicBezTo>
                  <a:cubicBezTo>
                    <a:pt x="567" y="1213"/>
                    <a:pt x="572" y="1200"/>
                    <a:pt x="576" y="1187"/>
                  </a:cubicBezTo>
                  <a:cubicBezTo>
                    <a:pt x="570" y="1224"/>
                    <a:pt x="567" y="1232"/>
                    <a:pt x="566" y="1243"/>
                  </a:cubicBezTo>
                  <a:cubicBezTo>
                    <a:pt x="527" y="1322"/>
                    <a:pt x="522" y="1329"/>
                    <a:pt x="520" y="1338"/>
                  </a:cubicBezTo>
                  <a:cubicBezTo>
                    <a:pt x="499" y="1364"/>
                    <a:pt x="499" y="1376"/>
                    <a:pt x="493" y="1381"/>
                  </a:cubicBezTo>
                  <a:cubicBezTo>
                    <a:pt x="498" y="1392"/>
                    <a:pt x="498" y="1398"/>
                    <a:pt x="498" y="1404"/>
                  </a:cubicBezTo>
                  <a:cubicBezTo>
                    <a:pt x="532" y="1330"/>
                    <a:pt x="532" y="1345"/>
                    <a:pt x="528" y="1343"/>
                  </a:cubicBezTo>
                  <a:cubicBezTo>
                    <a:pt x="511" y="1391"/>
                    <a:pt x="508" y="1400"/>
                    <a:pt x="505" y="1409"/>
                  </a:cubicBezTo>
                  <a:cubicBezTo>
                    <a:pt x="497" y="1445"/>
                    <a:pt x="494" y="1455"/>
                    <a:pt x="493" y="1467"/>
                  </a:cubicBezTo>
                  <a:cubicBezTo>
                    <a:pt x="496" y="1535"/>
                    <a:pt x="492" y="1549"/>
                    <a:pt x="490" y="1567"/>
                  </a:cubicBezTo>
                  <a:cubicBezTo>
                    <a:pt x="476" y="1593"/>
                    <a:pt x="479" y="1606"/>
                    <a:pt x="473" y="1610"/>
                  </a:cubicBezTo>
                  <a:cubicBezTo>
                    <a:pt x="427" y="1706"/>
                    <a:pt x="422" y="1720"/>
                    <a:pt x="413" y="1731"/>
                  </a:cubicBezTo>
                  <a:cubicBezTo>
                    <a:pt x="408" y="1755"/>
                    <a:pt x="414" y="1746"/>
                    <a:pt x="415" y="1744"/>
                  </a:cubicBezTo>
                  <a:cubicBezTo>
                    <a:pt x="452" y="1724"/>
                    <a:pt x="461" y="1714"/>
                    <a:pt x="468" y="1718"/>
                  </a:cubicBezTo>
                  <a:cubicBezTo>
                    <a:pt x="439" y="1738"/>
                    <a:pt x="429" y="1744"/>
                    <a:pt x="423" y="1754"/>
                  </a:cubicBezTo>
                  <a:cubicBezTo>
                    <a:pt x="390" y="1807"/>
                    <a:pt x="394" y="1818"/>
                    <a:pt x="390" y="1819"/>
                  </a:cubicBezTo>
                  <a:cubicBezTo>
                    <a:pt x="387" y="1852"/>
                    <a:pt x="390" y="1857"/>
                    <a:pt x="393" y="1864"/>
                  </a:cubicBezTo>
                  <a:cubicBezTo>
                    <a:pt x="395" y="1893"/>
                    <a:pt x="401" y="1904"/>
                    <a:pt x="405" y="1917"/>
                  </a:cubicBezTo>
                  <a:cubicBezTo>
                    <a:pt x="418" y="1937"/>
                    <a:pt x="423" y="1944"/>
                    <a:pt x="418" y="1950"/>
                  </a:cubicBezTo>
                  <a:cubicBezTo>
                    <a:pt x="398" y="1927"/>
                    <a:pt x="390" y="1922"/>
                    <a:pt x="388" y="1912"/>
                  </a:cubicBezTo>
                  <a:cubicBezTo>
                    <a:pt x="371" y="1883"/>
                    <a:pt x="363" y="1883"/>
                    <a:pt x="357" y="1880"/>
                  </a:cubicBezTo>
                  <a:cubicBezTo>
                    <a:pt x="325" y="1849"/>
                    <a:pt x="317" y="1848"/>
                    <a:pt x="315" y="1842"/>
                  </a:cubicBezTo>
                  <a:cubicBezTo>
                    <a:pt x="284" y="1820"/>
                    <a:pt x="288" y="1832"/>
                    <a:pt x="299" y="1829"/>
                  </a:cubicBezTo>
                  <a:cubicBezTo>
                    <a:pt x="296" y="1823"/>
                    <a:pt x="286" y="1823"/>
                    <a:pt x="282" y="1817"/>
                  </a:cubicBezTo>
                  <a:cubicBezTo>
                    <a:pt x="235" y="1800"/>
                    <a:pt x="246" y="1796"/>
                    <a:pt x="252" y="1802"/>
                  </a:cubicBezTo>
                  <a:cubicBezTo>
                    <a:pt x="301" y="1810"/>
                    <a:pt x="324" y="1818"/>
                    <a:pt x="342" y="1829"/>
                  </a:cubicBezTo>
                  <a:cubicBezTo>
                    <a:pt x="332" y="1811"/>
                    <a:pt x="328" y="1807"/>
                    <a:pt x="325" y="1802"/>
                  </a:cubicBezTo>
                  <a:cubicBezTo>
                    <a:pt x="300" y="1767"/>
                    <a:pt x="291" y="1768"/>
                    <a:pt x="292" y="1759"/>
                  </a:cubicBezTo>
                  <a:cubicBezTo>
                    <a:pt x="254" y="1707"/>
                    <a:pt x="246" y="1698"/>
                    <a:pt x="239" y="1688"/>
                  </a:cubicBezTo>
                  <a:cubicBezTo>
                    <a:pt x="214" y="1649"/>
                    <a:pt x="204" y="1642"/>
                    <a:pt x="201" y="1628"/>
                  </a:cubicBezTo>
                  <a:cubicBezTo>
                    <a:pt x="178" y="1567"/>
                    <a:pt x="173" y="1562"/>
                    <a:pt x="168" y="1558"/>
                  </a:cubicBezTo>
                  <a:cubicBezTo>
                    <a:pt x="153" y="1520"/>
                    <a:pt x="151" y="1514"/>
                    <a:pt x="146" y="1512"/>
                  </a:cubicBezTo>
                  <a:cubicBezTo>
                    <a:pt x="133" y="1472"/>
                    <a:pt x="123" y="1469"/>
                    <a:pt x="123" y="1457"/>
                  </a:cubicBezTo>
                  <a:cubicBezTo>
                    <a:pt x="108" y="1419"/>
                    <a:pt x="98" y="1416"/>
                    <a:pt x="100" y="1402"/>
                  </a:cubicBezTo>
                  <a:cubicBezTo>
                    <a:pt x="109" y="1417"/>
                    <a:pt x="115" y="1416"/>
                    <a:pt x="113" y="1424"/>
                  </a:cubicBezTo>
                  <a:cubicBezTo>
                    <a:pt x="141" y="1468"/>
                    <a:pt x="143" y="1471"/>
                    <a:pt x="146" y="1475"/>
                  </a:cubicBezTo>
                  <a:cubicBezTo>
                    <a:pt x="184" y="1527"/>
                    <a:pt x="192" y="1530"/>
                    <a:pt x="196" y="1537"/>
                  </a:cubicBezTo>
                  <a:cubicBezTo>
                    <a:pt x="219" y="1559"/>
                    <a:pt x="223" y="1568"/>
                    <a:pt x="231" y="1573"/>
                  </a:cubicBezTo>
                  <a:cubicBezTo>
                    <a:pt x="246" y="1588"/>
                    <a:pt x="247" y="1590"/>
                    <a:pt x="249" y="1590"/>
                  </a:cubicBezTo>
                  <a:cubicBezTo>
                    <a:pt x="274" y="1624"/>
                    <a:pt x="278" y="1626"/>
                    <a:pt x="282" y="1628"/>
                  </a:cubicBezTo>
                  <a:cubicBezTo>
                    <a:pt x="265" y="1589"/>
                    <a:pt x="257" y="1590"/>
                    <a:pt x="259" y="1580"/>
                  </a:cubicBezTo>
                  <a:cubicBezTo>
                    <a:pt x="203" y="1511"/>
                    <a:pt x="196" y="1509"/>
                    <a:pt x="193" y="1502"/>
                  </a:cubicBezTo>
                  <a:cubicBezTo>
                    <a:pt x="172" y="1477"/>
                    <a:pt x="168" y="1477"/>
                    <a:pt x="168" y="1472"/>
                  </a:cubicBezTo>
                  <a:cubicBezTo>
                    <a:pt x="147" y="1441"/>
                    <a:pt x="145" y="1442"/>
                    <a:pt x="146" y="1439"/>
                  </a:cubicBezTo>
                  <a:cubicBezTo>
                    <a:pt x="127" y="1411"/>
                    <a:pt x="130" y="1404"/>
                    <a:pt x="125" y="1404"/>
                  </a:cubicBezTo>
                  <a:cubicBezTo>
                    <a:pt x="102" y="1363"/>
                    <a:pt x="100" y="1355"/>
                    <a:pt x="95" y="1351"/>
                  </a:cubicBezTo>
                  <a:cubicBezTo>
                    <a:pt x="61" y="1229"/>
                    <a:pt x="62" y="1234"/>
                    <a:pt x="62" y="1241"/>
                  </a:cubicBezTo>
                  <a:cubicBezTo>
                    <a:pt x="80" y="1283"/>
                    <a:pt x="77" y="1293"/>
                    <a:pt x="83" y="1293"/>
                  </a:cubicBezTo>
                  <a:cubicBezTo>
                    <a:pt x="100" y="1336"/>
                    <a:pt x="98" y="1345"/>
                    <a:pt x="105" y="1344"/>
                  </a:cubicBezTo>
                  <a:cubicBezTo>
                    <a:pt x="128" y="1387"/>
                    <a:pt x="129" y="1398"/>
                    <a:pt x="135" y="1404"/>
                  </a:cubicBezTo>
                  <a:cubicBezTo>
                    <a:pt x="148" y="1422"/>
                    <a:pt x="148" y="1425"/>
                    <a:pt x="148" y="1427"/>
                  </a:cubicBezTo>
                  <a:cubicBezTo>
                    <a:pt x="176" y="1460"/>
                    <a:pt x="173" y="1469"/>
                    <a:pt x="178" y="1470"/>
                  </a:cubicBezTo>
                  <a:cubicBezTo>
                    <a:pt x="203" y="1506"/>
                    <a:pt x="213" y="1502"/>
                    <a:pt x="211" y="1510"/>
                  </a:cubicBezTo>
                  <a:cubicBezTo>
                    <a:pt x="240" y="1542"/>
                    <a:pt x="244" y="1544"/>
                    <a:pt x="244" y="1550"/>
                  </a:cubicBezTo>
                  <a:cubicBezTo>
                    <a:pt x="270" y="1548"/>
                    <a:pt x="267" y="1546"/>
                    <a:pt x="264" y="1545"/>
                  </a:cubicBezTo>
                  <a:cubicBezTo>
                    <a:pt x="251" y="1520"/>
                    <a:pt x="247" y="1516"/>
                    <a:pt x="249" y="1507"/>
                  </a:cubicBezTo>
                  <a:cubicBezTo>
                    <a:pt x="229" y="1481"/>
                    <a:pt x="225" y="1479"/>
                    <a:pt x="221" y="1477"/>
                  </a:cubicBezTo>
                  <a:cubicBezTo>
                    <a:pt x="196" y="1426"/>
                    <a:pt x="189" y="1427"/>
                    <a:pt x="188" y="1422"/>
                  </a:cubicBezTo>
                  <a:cubicBezTo>
                    <a:pt x="166" y="1386"/>
                    <a:pt x="161" y="1384"/>
                    <a:pt x="161" y="1379"/>
                  </a:cubicBezTo>
                  <a:cubicBezTo>
                    <a:pt x="153" y="1363"/>
                    <a:pt x="149" y="1362"/>
                    <a:pt x="151" y="1354"/>
                  </a:cubicBezTo>
                  <a:cubicBezTo>
                    <a:pt x="119" y="1295"/>
                    <a:pt x="118" y="1290"/>
                    <a:pt x="113" y="1288"/>
                  </a:cubicBezTo>
                  <a:cubicBezTo>
                    <a:pt x="97" y="1255"/>
                    <a:pt x="100" y="1245"/>
                    <a:pt x="95" y="1243"/>
                  </a:cubicBezTo>
                  <a:cubicBezTo>
                    <a:pt x="70" y="1172"/>
                    <a:pt x="70" y="1159"/>
                    <a:pt x="62" y="1153"/>
                  </a:cubicBezTo>
                  <a:cubicBezTo>
                    <a:pt x="55" y="1121"/>
                    <a:pt x="45" y="1115"/>
                    <a:pt x="52" y="1112"/>
                  </a:cubicBezTo>
                  <a:cubicBezTo>
                    <a:pt x="42" y="1090"/>
                    <a:pt x="43" y="1087"/>
                    <a:pt x="42" y="1085"/>
                  </a:cubicBezTo>
                  <a:cubicBezTo>
                    <a:pt x="59" y="1118"/>
                    <a:pt x="61" y="1122"/>
                    <a:pt x="60" y="1127"/>
                  </a:cubicBezTo>
                  <a:cubicBezTo>
                    <a:pt x="83" y="1168"/>
                    <a:pt x="78" y="1179"/>
                    <a:pt x="85" y="1178"/>
                  </a:cubicBezTo>
                  <a:cubicBezTo>
                    <a:pt x="124" y="1262"/>
                    <a:pt x="134" y="1265"/>
                    <a:pt x="135" y="1276"/>
                  </a:cubicBezTo>
                  <a:cubicBezTo>
                    <a:pt x="156" y="1299"/>
                    <a:pt x="155" y="1305"/>
                    <a:pt x="161" y="1306"/>
                  </a:cubicBezTo>
                  <a:cubicBezTo>
                    <a:pt x="182" y="1344"/>
                    <a:pt x="191" y="1353"/>
                    <a:pt x="196" y="1366"/>
                  </a:cubicBezTo>
                  <a:cubicBezTo>
                    <a:pt x="224" y="1410"/>
                    <a:pt x="227" y="1424"/>
                    <a:pt x="236" y="1434"/>
                  </a:cubicBezTo>
                  <a:close/>
                  <a:moveTo>
                    <a:pt x="176" y="1565"/>
                  </a:moveTo>
                  <a:cubicBezTo>
                    <a:pt x="182" y="1568"/>
                    <a:pt x="180" y="1578"/>
                    <a:pt x="186" y="1580"/>
                  </a:cubicBezTo>
                  <a:cubicBezTo>
                    <a:pt x="184" y="1591"/>
                    <a:pt x="194" y="1591"/>
                    <a:pt x="194" y="1600"/>
                  </a:cubicBezTo>
                  <a:cubicBezTo>
                    <a:pt x="200" y="1612"/>
                    <a:pt x="206" y="1624"/>
                    <a:pt x="214" y="1633"/>
                  </a:cubicBezTo>
                  <a:cubicBezTo>
                    <a:pt x="215" y="1640"/>
                    <a:pt x="219" y="1645"/>
                    <a:pt x="224" y="1648"/>
                  </a:cubicBezTo>
                  <a:cubicBezTo>
                    <a:pt x="223" y="1658"/>
                    <a:pt x="232" y="1658"/>
                    <a:pt x="234" y="1666"/>
                  </a:cubicBezTo>
                  <a:cubicBezTo>
                    <a:pt x="240" y="1679"/>
                    <a:pt x="253" y="1684"/>
                    <a:pt x="257" y="1699"/>
                  </a:cubicBezTo>
                  <a:cubicBezTo>
                    <a:pt x="263" y="1700"/>
                    <a:pt x="262" y="1710"/>
                    <a:pt x="269" y="1711"/>
                  </a:cubicBezTo>
                  <a:cubicBezTo>
                    <a:pt x="268" y="1721"/>
                    <a:pt x="280" y="1719"/>
                    <a:pt x="279" y="1729"/>
                  </a:cubicBezTo>
                  <a:cubicBezTo>
                    <a:pt x="290" y="1736"/>
                    <a:pt x="296" y="1747"/>
                    <a:pt x="304" y="1756"/>
                  </a:cubicBezTo>
                  <a:cubicBezTo>
                    <a:pt x="310" y="1768"/>
                    <a:pt x="321" y="1775"/>
                    <a:pt x="327" y="1787"/>
                  </a:cubicBezTo>
                  <a:cubicBezTo>
                    <a:pt x="332" y="1791"/>
                    <a:pt x="334" y="1798"/>
                    <a:pt x="340" y="1802"/>
                  </a:cubicBezTo>
                  <a:cubicBezTo>
                    <a:pt x="340" y="1806"/>
                    <a:pt x="342" y="1808"/>
                    <a:pt x="345" y="1809"/>
                  </a:cubicBezTo>
                  <a:cubicBezTo>
                    <a:pt x="344" y="1812"/>
                    <a:pt x="352" y="1818"/>
                    <a:pt x="352" y="1812"/>
                  </a:cubicBezTo>
                  <a:cubicBezTo>
                    <a:pt x="345" y="1803"/>
                    <a:pt x="341" y="1791"/>
                    <a:pt x="337" y="1779"/>
                  </a:cubicBezTo>
                  <a:cubicBezTo>
                    <a:pt x="333" y="1767"/>
                    <a:pt x="322" y="1762"/>
                    <a:pt x="319" y="1749"/>
                  </a:cubicBezTo>
                  <a:cubicBezTo>
                    <a:pt x="311" y="1741"/>
                    <a:pt x="309" y="1727"/>
                    <a:pt x="299" y="1721"/>
                  </a:cubicBezTo>
                  <a:cubicBezTo>
                    <a:pt x="294" y="1710"/>
                    <a:pt x="284" y="1703"/>
                    <a:pt x="282" y="1688"/>
                  </a:cubicBezTo>
                  <a:cubicBezTo>
                    <a:pt x="273" y="1689"/>
                    <a:pt x="274" y="1681"/>
                    <a:pt x="269" y="1678"/>
                  </a:cubicBezTo>
                  <a:cubicBezTo>
                    <a:pt x="267" y="1672"/>
                    <a:pt x="260" y="1670"/>
                    <a:pt x="256" y="1666"/>
                  </a:cubicBezTo>
                  <a:cubicBezTo>
                    <a:pt x="257" y="1662"/>
                    <a:pt x="255" y="1660"/>
                    <a:pt x="254" y="1658"/>
                  </a:cubicBezTo>
                  <a:cubicBezTo>
                    <a:pt x="254" y="1654"/>
                    <a:pt x="248" y="1656"/>
                    <a:pt x="249" y="1651"/>
                  </a:cubicBezTo>
                  <a:cubicBezTo>
                    <a:pt x="242" y="1650"/>
                    <a:pt x="245" y="1640"/>
                    <a:pt x="236" y="1641"/>
                  </a:cubicBezTo>
                  <a:cubicBezTo>
                    <a:pt x="236" y="1638"/>
                    <a:pt x="236" y="1635"/>
                    <a:pt x="231" y="1636"/>
                  </a:cubicBezTo>
                  <a:cubicBezTo>
                    <a:pt x="231" y="1631"/>
                    <a:pt x="229" y="1629"/>
                    <a:pt x="226" y="1628"/>
                  </a:cubicBezTo>
                  <a:cubicBezTo>
                    <a:pt x="223" y="1623"/>
                    <a:pt x="218" y="1620"/>
                    <a:pt x="216" y="1613"/>
                  </a:cubicBezTo>
                  <a:cubicBezTo>
                    <a:pt x="209" y="1604"/>
                    <a:pt x="202" y="1595"/>
                    <a:pt x="196" y="1585"/>
                  </a:cubicBezTo>
                  <a:cubicBezTo>
                    <a:pt x="189" y="1576"/>
                    <a:pt x="185" y="1565"/>
                    <a:pt x="176" y="1558"/>
                  </a:cubicBezTo>
                  <a:cubicBezTo>
                    <a:pt x="176" y="1560"/>
                    <a:pt x="176" y="1563"/>
                    <a:pt x="176" y="1565"/>
                  </a:cubicBezTo>
                  <a:close/>
                  <a:moveTo>
                    <a:pt x="301" y="820"/>
                  </a:moveTo>
                  <a:cubicBezTo>
                    <a:pt x="302" y="810"/>
                    <a:pt x="310" y="806"/>
                    <a:pt x="311" y="795"/>
                  </a:cubicBezTo>
                  <a:cubicBezTo>
                    <a:pt x="358" y="743"/>
                    <a:pt x="361" y="735"/>
                    <a:pt x="366" y="730"/>
                  </a:cubicBezTo>
                  <a:cubicBezTo>
                    <a:pt x="397" y="702"/>
                    <a:pt x="399" y="697"/>
                    <a:pt x="402" y="694"/>
                  </a:cubicBezTo>
                  <a:cubicBezTo>
                    <a:pt x="437" y="662"/>
                    <a:pt x="439" y="659"/>
                    <a:pt x="442" y="657"/>
                  </a:cubicBezTo>
                  <a:cubicBezTo>
                    <a:pt x="480" y="626"/>
                    <a:pt x="475" y="615"/>
                    <a:pt x="485" y="619"/>
                  </a:cubicBezTo>
                  <a:cubicBezTo>
                    <a:pt x="521" y="575"/>
                    <a:pt x="530" y="573"/>
                    <a:pt x="535" y="566"/>
                  </a:cubicBezTo>
                  <a:cubicBezTo>
                    <a:pt x="554" y="538"/>
                    <a:pt x="566" y="538"/>
                    <a:pt x="568" y="528"/>
                  </a:cubicBezTo>
                  <a:cubicBezTo>
                    <a:pt x="581" y="513"/>
                    <a:pt x="584" y="512"/>
                    <a:pt x="583" y="508"/>
                  </a:cubicBezTo>
                  <a:cubicBezTo>
                    <a:pt x="609" y="476"/>
                    <a:pt x="605" y="465"/>
                    <a:pt x="613" y="468"/>
                  </a:cubicBezTo>
                  <a:cubicBezTo>
                    <a:pt x="604" y="479"/>
                    <a:pt x="593" y="475"/>
                    <a:pt x="595" y="483"/>
                  </a:cubicBezTo>
                  <a:cubicBezTo>
                    <a:pt x="573" y="503"/>
                    <a:pt x="570" y="506"/>
                    <a:pt x="568" y="510"/>
                  </a:cubicBezTo>
                  <a:cubicBezTo>
                    <a:pt x="482" y="577"/>
                    <a:pt x="482" y="583"/>
                    <a:pt x="477" y="584"/>
                  </a:cubicBezTo>
                  <a:cubicBezTo>
                    <a:pt x="464" y="596"/>
                    <a:pt x="458" y="596"/>
                    <a:pt x="457" y="601"/>
                  </a:cubicBezTo>
                  <a:cubicBezTo>
                    <a:pt x="421" y="633"/>
                    <a:pt x="418" y="642"/>
                    <a:pt x="412" y="649"/>
                  </a:cubicBezTo>
                  <a:cubicBezTo>
                    <a:pt x="371" y="689"/>
                    <a:pt x="369" y="694"/>
                    <a:pt x="366" y="697"/>
                  </a:cubicBezTo>
                  <a:cubicBezTo>
                    <a:pt x="338" y="737"/>
                    <a:pt x="331" y="742"/>
                    <a:pt x="326" y="750"/>
                  </a:cubicBezTo>
                  <a:cubicBezTo>
                    <a:pt x="309" y="785"/>
                    <a:pt x="297" y="788"/>
                    <a:pt x="296" y="803"/>
                  </a:cubicBezTo>
                  <a:cubicBezTo>
                    <a:pt x="266" y="851"/>
                    <a:pt x="266" y="857"/>
                    <a:pt x="266" y="863"/>
                  </a:cubicBezTo>
                  <a:close/>
                  <a:moveTo>
                    <a:pt x="318" y="526"/>
                  </a:moveTo>
                  <a:cubicBezTo>
                    <a:pt x="319" y="522"/>
                    <a:pt x="318" y="516"/>
                    <a:pt x="316" y="521"/>
                  </a:cubicBezTo>
                  <a:cubicBezTo>
                    <a:pt x="316" y="524"/>
                    <a:pt x="317" y="530"/>
                    <a:pt x="318" y="526"/>
                  </a:cubicBezTo>
                  <a:close/>
                  <a:moveTo>
                    <a:pt x="321" y="662"/>
                  </a:moveTo>
                  <a:cubicBezTo>
                    <a:pt x="322" y="667"/>
                    <a:pt x="309" y="673"/>
                    <a:pt x="316" y="677"/>
                  </a:cubicBezTo>
                  <a:cubicBezTo>
                    <a:pt x="320" y="673"/>
                    <a:pt x="322" y="665"/>
                    <a:pt x="326" y="662"/>
                  </a:cubicBezTo>
                  <a:cubicBezTo>
                    <a:pt x="326" y="656"/>
                    <a:pt x="338" y="651"/>
                    <a:pt x="331" y="647"/>
                  </a:cubicBezTo>
                  <a:cubicBezTo>
                    <a:pt x="328" y="652"/>
                    <a:pt x="325" y="658"/>
                    <a:pt x="321" y="662"/>
                  </a:cubicBezTo>
                  <a:close/>
                  <a:moveTo>
                    <a:pt x="276" y="745"/>
                  </a:moveTo>
                  <a:cubicBezTo>
                    <a:pt x="274" y="736"/>
                    <a:pt x="283" y="730"/>
                    <a:pt x="273" y="727"/>
                  </a:cubicBezTo>
                  <a:cubicBezTo>
                    <a:pt x="275" y="732"/>
                    <a:pt x="270" y="744"/>
                    <a:pt x="276" y="745"/>
                  </a:cubicBezTo>
                  <a:close/>
                  <a:moveTo>
                    <a:pt x="276" y="793"/>
                  </a:moveTo>
                  <a:cubicBezTo>
                    <a:pt x="277" y="785"/>
                    <a:pt x="285" y="771"/>
                    <a:pt x="278" y="765"/>
                  </a:cubicBezTo>
                  <a:cubicBezTo>
                    <a:pt x="281" y="776"/>
                    <a:pt x="270" y="787"/>
                    <a:pt x="276" y="793"/>
                  </a:cubicBezTo>
                  <a:close/>
                  <a:moveTo>
                    <a:pt x="271" y="830"/>
                  </a:moveTo>
                  <a:cubicBezTo>
                    <a:pt x="268" y="819"/>
                    <a:pt x="285" y="812"/>
                    <a:pt x="273" y="808"/>
                  </a:cubicBezTo>
                  <a:cubicBezTo>
                    <a:pt x="277" y="818"/>
                    <a:pt x="262" y="823"/>
                    <a:pt x="271" y="830"/>
                  </a:cubicBezTo>
                  <a:close/>
                  <a:moveTo>
                    <a:pt x="70" y="883"/>
                  </a:moveTo>
                  <a:cubicBezTo>
                    <a:pt x="75" y="887"/>
                    <a:pt x="73" y="896"/>
                    <a:pt x="77" y="901"/>
                  </a:cubicBezTo>
                  <a:cubicBezTo>
                    <a:pt x="117" y="1000"/>
                    <a:pt x="122" y="1004"/>
                    <a:pt x="123" y="1012"/>
                  </a:cubicBezTo>
                  <a:cubicBezTo>
                    <a:pt x="141" y="1040"/>
                    <a:pt x="140" y="1043"/>
                    <a:pt x="140" y="1044"/>
                  </a:cubicBezTo>
                  <a:cubicBezTo>
                    <a:pt x="173" y="1100"/>
                    <a:pt x="181" y="1101"/>
                    <a:pt x="181" y="1110"/>
                  </a:cubicBezTo>
                  <a:cubicBezTo>
                    <a:pt x="212" y="1160"/>
                    <a:pt x="210" y="1167"/>
                    <a:pt x="213" y="1168"/>
                  </a:cubicBezTo>
                  <a:cubicBezTo>
                    <a:pt x="227" y="1183"/>
                    <a:pt x="222" y="1175"/>
                    <a:pt x="218" y="1168"/>
                  </a:cubicBezTo>
                  <a:cubicBezTo>
                    <a:pt x="214" y="1136"/>
                    <a:pt x="209" y="1137"/>
                    <a:pt x="211" y="1130"/>
                  </a:cubicBezTo>
                  <a:cubicBezTo>
                    <a:pt x="190" y="1087"/>
                    <a:pt x="191" y="1077"/>
                    <a:pt x="186" y="1072"/>
                  </a:cubicBezTo>
                  <a:cubicBezTo>
                    <a:pt x="164" y="1046"/>
                    <a:pt x="172" y="1032"/>
                    <a:pt x="165" y="1034"/>
                  </a:cubicBezTo>
                  <a:cubicBezTo>
                    <a:pt x="130" y="971"/>
                    <a:pt x="123" y="968"/>
                    <a:pt x="123" y="959"/>
                  </a:cubicBezTo>
                  <a:cubicBezTo>
                    <a:pt x="98" y="914"/>
                    <a:pt x="92" y="910"/>
                    <a:pt x="90" y="903"/>
                  </a:cubicBezTo>
                  <a:cubicBezTo>
                    <a:pt x="61" y="859"/>
                    <a:pt x="68" y="868"/>
                    <a:pt x="70" y="883"/>
                  </a:cubicBezTo>
                  <a:close/>
                  <a:moveTo>
                    <a:pt x="266" y="976"/>
                  </a:moveTo>
                  <a:cubicBezTo>
                    <a:pt x="265" y="972"/>
                    <a:pt x="269" y="971"/>
                    <a:pt x="269" y="966"/>
                  </a:cubicBezTo>
                  <a:cubicBezTo>
                    <a:pt x="272" y="966"/>
                    <a:pt x="270" y="959"/>
                    <a:pt x="269" y="964"/>
                  </a:cubicBezTo>
                  <a:cubicBezTo>
                    <a:pt x="266" y="966"/>
                    <a:pt x="260" y="982"/>
                    <a:pt x="266" y="976"/>
                  </a:cubicBezTo>
                  <a:close/>
                  <a:moveTo>
                    <a:pt x="246" y="996"/>
                  </a:moveTo>
                  <a:cubicBezTo>
                    <a:pt x="243" y="988"/>
                    <a:pt x="256" y="983"/>
                    <a:pt x="248" y="979"/>
                  </a:cubicBezTo>
                  <a:cubicBezTo>
                    <a:pt x="246" y="981"/>
                    <a:pt x="239" y="993"/>
                    <a:pt x="246" y="996"/>
                  </a:cubicBezTo>
                  <a:close/>
                  <a:moveTo>
                    <a:pt x="62" y="1039"/>
                  </a:moveTo>
                  <a:cubicBezTo>
                    <a:pt x="61" y="1036"/>
                    <a:pt x="60" y="1034"/>
                    <a:pt x="57" y="1032"/>
                  </a:cubicBezTo>
                  <a:cubicBezTo>
                    <a:pt x="57" y="1035"/>
                    <a:pt x="61" y="1046"/>
                    <a:pt x="62" y="1039"/>
                  </a:cubicBezTo>
                  <a:close/>
                  <a:moveTo>
                    <a:pt x="77" y="1095"/>
                  </a:moveTo>
                  <a:cubicBezTo>
                    <a:pt x="82" y="1101"/>
                    <a:pt x="83" y="1111"/>
                    <a:pt x="87" y="1117"/>
                  </a:cubicBezTo>
                  <a:cubicBezTo>
                    <a:pt x="124" y="1184"/>
                    <a:pt x="126" y="1187"/>
                    <a:pt x="128" y="1190"/>
                  </a:cubicBezTo>
                  <a:cubicBezTo>
                    <a:pt x="146" y="1213"/>
                    <a:pt x="141" y="1224"/>
                    <a:pt x="145" y="1225"/>
                  </a:cubicBezTo>
                  <a:cubicBezTo>
                    <a:pt x="170" y="1271"/>
                    <a:pt x="171" y="1275"/>
                    <a:pt x="176" y="1276"/>
                  </a:cubicBezTo>
                  <a:cubicBezTo>
                    <a:pt x="198" y="1315"/>
                    <a:pt x="204" y="1320"/>
                    <a:pt x="206" y="1329"/>
                  </a:cubicBezTo>
                  <a:cubicBezTo>
                    <a:pt x="220" y="1358"/>
                    <a:pt x="231" y="1358"/>
                    <a:pt x="229" y="1371"/>
                  </a:cubicBezTo>
                  <a:cubicBezTo>
                    <a:pt x="241" y="1386"/>
                    <a:pt x="240" y="1376"/>
                    <a:pt x="239" y="1366"/>
                  </a:cubicBezTo>
                  <a:cubicBezTo>
                    <a:pt x="220" y="1308"/>
                    <a:pt x="214" y="1302"/>
                    <a:pt x="213" y="1291"/>
                  </a:cubicBezTo>
                  <a:cubicBezTo>
                    <a:pt x="199" y="1268"/>
                    <a:pt x="202" y="1260"/>
                    <a:pt x="198" y="1258"/>
                  </a:cubicBezTo>
                  <a:cubicBezTo>
                    <a:pt x="180" y="1215"/>
                    <a:pt x="168" y="1215"/>
                    <a:pt x="168" y="1203"/>
                  </a:cubicBezTo>
                  <a:cubicBezTo>
                    <a:pt x="145" y="1172"/>
                    <a:pt x="150" y="1162"/>
                    <a:pt x="143" y="1163"/>
                  </a:cubicBezTo>
                  <a:cubicBezTo>
                    <a:pt x="113" y="1114"/>
                    <a:pt x="107" y="1108"/>
                    <a:pt x="105" y="1100"/>
                  </a:cubicBezTo>
                  <a:cubicBezTo>
                    <a:pt x="89" y="1081"/>
                    <a:pt x="86" y="1078"/>
                    <a:pt x="85" y="1075"/>
                  </a:cubicBezTo>
                  <a:cubicBezTo>
                    <a:pt x="71" y="1059"/>
                    <a:pt x="73" y="1055"/>
                    <a:pt x="70" y="1054"/>
                  </a:cubicBezTo>
                  <a:close/>
                  <a:moveTo>
                    <a:pt x="332" y="1623"/>
                  </a:moveTo>
                  <a:cubicBezTo>
                    <a:pt x="339" y="1624"/>
                    <a:pt x="330" y="1609"/>
                    <a:pt x="337" y="1610"/>
                  </a:cubicBezTo>
                  <a:cubicBezTo>
                    <a:pt x="359" y="1560"/>
                    <a:pt x="356" y="1544"/>
                    <a:pt x="365" y="1540"/>
                  </a:cubicBezTo>
                  <a:cubicBezTo>
                    <a:pt x="401" y="1455"/>
                    <a:pt x="401" y="1449"/>
                    <a:pt x="402" y="1444"/>
                  </a:cubicBezTo>
                  <a:cubicBezTo>
                    <a:pt x="418" y="1396"/>
                    <a:pt x="424" y="1396"/>
                    <a:pt x="425" y="1391"/>
                  </a:cubicBezTo>
                  <a:cubicBezTo>
                    <a:pt x="450" y="1344"/>
                    <a:pt x="454" y="1335"/>
                    <a:pt x="458" y="1326"/>
                  </a:cubicBezTo>
                  <a:cubicBezTo>
                    <a:pt x="490" y="1276"/>
                    <a:pt x="490" y="1269"/>
                    <a:pt x="493" y="1265"/>
                  </a:cubicBezTo>
                  <a:cubicBezTo>
                    <a:pt x="508" y="1240"/>
                    <a:pt x="511" y="1239"/>
                    <a:pt x="513" y="1238"/>
                  </a:cubicBezTo>
                  <a:cubicBezTo>
                    <a:pt x="521" y="1225"/>
                    <a:pt x="520" y="1221"/>
                    <a:pt x="523" y="1220"/>
                  </a:cubicBezTo>
                  <a:cubicBezTo>
                    <a:pt x="527" y="1215"/>
                    <a:pt x="518" y="1212"/>
                    <a:pt x="520" y="1220"/>
                  </a:cubicBezTo>
                  <a:cubicBezTo>
                    <a:pt x="481" y="1266"/>
                    <a:pt x="469" y="1280"/>
                    <a:pt x="460" y="1296"/>
                  </a:cubicBezTo>
                  <a:cubicBezTo>
                    <a:pt x="412" y="1376"/>
                    <a:pt x="407" y="1384"/>
                    <a:pt x="405" y="1394"/>
                  </a:cubicBezTo>
                  <a:cubicBezTo>
                    <a:pt x="376" y="1447"/>
                    <a:pt x="378" y="1450"/>
                    <a:pt x="377" y="1452"/>
                  </a:cubicBezTo>
                  <a:cubicBezTo>
                    <a:pt x="371" y="1467"/>
                    <a:pt x="366" y="1465"/>
                    <a:pt x="367" y="1472"/>
                  </a:cubicBezTo>
                  <a:cubicBezTo>
                    <a:pt x="344" y="1511"/>
                    <a:pt x="348" y="1521"/>
                    <a:pt x="342" y="1522"/>
                  </a:cubicBezTo>
                  <a:cubicBezTo>
                    <a:pt x="323" y="1591"/>
                    <a:pt x="318" y="1593"/>
                    <a:pt x="317" y="1598"/>
                  </a:cubicBezTo>
                  <a:cubicBezTo>
                    <a:pt x="309" y="1646"/>
                    <a:pt x="309" y="1656"/>
                    <a:pt x="309" y="1666"/>
                  </a:cubicBezTo>
                  <a:close/>
                  <a:moveTo>
                    <a:pt x="115" y="1273"/>
                  </a:moveTo>
                  <a:cubicBezTo>
                    <a:pt x="122" y="1281"/>
                    <a:pt x="126" y="1292"/>
                    <a:pt x="130" y="1301"/>
                  </a:cubicBezTo>
                  <a:cubicBezTo>
                    <a:pt x="136" y="1302"/>
                    <a:pt x="130" y="1315"/>
                    <a:pt x="138" y="1314"/>
                  </a:cubicBezTo>
                  <a:cubicBezTo>
                    <a:pt x="137" y="1322"/>
                    <a:pt x="142" y="1324"/>
                    <a:pt x="145" y="1329"/>
                  </a:cubicBezTo>
                  <a:cubicBezTo>
                    <a:pt x="152" y="1351"/>
                    <a:pt x="166" y="1365"/>
                    <a:pt x="176" y="1384"/>
                  </a:cubicBezTo>
                  <a:cubicBezTo>
                    <a:pt x="182" y="1392"/>
                    <a:pt x="186" y="1402"/>
                    <a:pt x="193" y="1409"/>
                  </a:cubicBezTo>
                  <a:cubicBezTo>
                    <a:pt x="198" y="1412"/>
                    <a:pt x="198" y="1418"/>
                    <a:pt x="201" y="1422"/>
                  </a:cubicBezTo>
                  <a:cubicBezTo>
                    <a:pt x="204" y="1426"/>
                    <a:pt x="207" y="1431"/>
                    <a:pt x="211" y="1434"/>
                  </a:cubicBezTo>
                  <a:cubicBezTo>
                    <a:pt x="214" y="1446"/>
                    <a:pt x="223" y="1451"/>
                    <a:pt x="226" y="1462"/>
                  </a:cubicBezTo>
                  <a:cubicBezTo>
                    <a:pt x="229" y="1467"/>
                    <a:pt x="233" y="1470"/>
                    <a:pt x="236" y="1475"/>
                  </a:cubicBezTo>
                  <a:cubicBezTo>
                    <a:pt x="241" y="1475"/>
                    <a:pt x="241" y="1491"/>
                    <a:pt x="246" y="1482"/>
                  </a:cubicBezTo>
                  <a:cubicBezTo>
                    <a:pt x="241" y="1479"/>
                    <a:pt x="241" y="1471"/>
                    <a:pt x="239" y="1464"/>
                  </a:cubicBezTo>
                  <a:cubicBezTo>
                    <a:pt x="234" y="1460"/>
                    <a:pt x="231" y="1455"/>
                    <a:pt x="229" y="1449"/>
                  </a:cubicBezTo>
                  <a:cubicBezTo>
                    <a:pt x="229" y="1447"/>
                    <a:pt x="229" y="1444"/>
                    <a:pt x="229" y="1442"/>
                  </a:cubicBezTo>
                  <a:cubicBezTo>
                    <a:pt x="221" y="1436"/>
                    <a:pt x="220" y="1425"/>
                    <a:pt x="214" y="1419"/>
                  </a:cubicBezTo>
                  <a:cubicBezTo>
                    <a:pt x="216" y="1411"/>
                    <a:pt x="210" y="1411"/>
                    <a:pt x="208" y="1407"/>
                  </a:cubicBezTo>
                  <a:cubicBezTo>
                    <a:pt x="205" y="1404"/>
                    <a:pt x="205" y="1397"/>
                    <a:pt x="201" y="1394"/>
                  </a:cubicBezTo>
                  <a:cubicBezTo>
                    <a:pt x="197" y="1385"/>
                    <a:pt x="194" y="1376"/>
                    <a:pt x="186" y="1371"/>
                  </a:cubicBezTo>
                  <a:cubicBezTo>
                    <a:pt x="182" y="1362"/>
                    <a:pt x="179" y="1352"/>
                    <a:pt x="171" y="1346"/>
                  </a:cubicBezTo>
                  <a:cubicBezTo>
                    <a:pt x="166" y="1338"/>
                    <a:pt x="163" y="1329"/>
                    <a:pt x="156" y="1324"/>
                  </a:cubicBezTo>
                  <a:cubicBezTo>
                    <a:pt x="157" y="1316"/>
                    <a:pt x="149" y="1319"/>
                    <a:pt x="151" y="1311"/>
                  </a:cubicBezTo>
                  <a:cubicBezTo>
                    <a:pt x="147" y="1311"/>
                    <a:pt x="145" y="1310"/>
                    <a:pt x="145" y="1306"/>
                  </a:cubicBezTo>
                  <a:cubicBezTo>
                    <a:pt x="145" y="1303"/>
                    <a:pt x="141" y="1304"/>
                    <a:pt x="140" y="1301"/>
                  </a:cubicBezTo>
                  <a:cubicBezTo>
                    <a:pt x="139" y="1290"/>
                    <a:pt x="129" y="1287"/>
                    <a:pt x="128" y="1276"/>
                  </a:cubicBezTo>
                  <a:cubicBezTo>
                    <a:pt x="119" y="1278"/>
                    <a:pt x="126" y="1265"/>
                    <a:pt x="118" y="1266"/>
                  </a:cubicBezTo>
                  <a:cubicBezTo>
                    <a:pt x="118" y="1262"/>
                    <a:pt x="117" y="1260"/>
                    <a:pt x="115" y="1258"/>
                  </a:cubicBezTo>
                  <a:cubicBezTo>
                    <a:pt x="112" y="1258"/>
                    <a:pt x="111" y="1255"/>
                    <a:pt x="110" y="1258"/>
                  </a:cubicBezTo>
                  <a:cubicBezTo>
                    <a:pt x="114" y="1261"/>
                    <a:pt x="115" y="1267"/>
                    <a:pt x="115" y="1273"/>
                  </a:cubicBezTo>
                  <a:close/>
                  <a:moveTo>
                    <a:pt x="427" y="1331"/>
                  </a:moveTo>
                  <a:cubicBezTo>
                    <a:pt x="427" y="1327"/>
                    <a:pt x="436" y="1326"/>
                    <a:pt x="430" y="1323"/>
                  </a:cubicBezTo>
                  <a:cubicBezTo>
                    <a:pt x="422" y="1329"/>
                    <a:pt x="427" y="1338"/>
                    <a:pt x="427" y="1331"/>
                  </a:cubicBezTo>
                  <a:close/>
                  <a:moveTo>
                    <a:pt x="402" y="1371"/>
                  </a:moveTo>
                  <a:cubicBezTo>
                    <a:pt x="394" y="1377"/>
                    <a:pt x="392" y="1390"/>
                    <a:pt x="385" y="1396"/>
                  </a:cubicBezTo>
                  <a:cubicBezTo>
                    <a:pt x="374" y="1414"/>
                    <a:pt x="363" y="1432"/>
                    <a:pt x="357" y="1454"/>
                  </a:cubicBezTo>
                  <a:cubicBezTo>
                    <a:pt x="353" y="1459"/>
                    <a:pt x="347" y="1461"/>
                    <a:pt x="347" y="1469"/>
                  </a:cubicBezTo>
                  <a:cubicBezTo>
                    <a:pt x="342" y="1473"/>
                    <a:pt x="341" y="1480"/>
                    <a:pt x="337" y="1485"/>
                  </a:cubicBezTo>
                  <a:cubicBezTo>
                    <a:pt x="333" y="1498"/>
                    <a:pt x="325" y="1508"/>
                    <a:pt x="322" y="1522"/>
                  </a:cubicBezTo>
                  <a:cubicBezTo>
                    <a:pt x="321" y="1526"/>
                    <a:pt x="319" y="1527"/>
                    <a:pt x="322" y="1530"/>
                  </a:cubicBezTo>
                  <a:cubicBezTo>
                    <a:pt x="319" y="1531"/>
                    <a:pt x="317" y="1533"/>
                    <a:pt x="317" y="1537"/>
                  </a:cubicBezTo>
                  <a:cubicBezTo>
                    <a:pt x="313" y="1542"/>
                    <a:pt x="314" y="1551"/>
                    <a:pt x="309" y="1555"/>
                  </a:cubicBezTo>
                  <a:cubicBezTo>
                    <a:pt x="307" y="1561"/>
                    <a:pt x="308" y="1570"/>
                    <a:pt x="304" y="1575"/>
                  </a:cubicBezTo>
                  <a:cubicBezTo>
                    <a:pt x="303" y="1580"/>
                    <a:pt x="298" y="1594"/>
                    <a:pt x="304" y="1598"/>
                  </a:cubicBezTo>
                  <a:cubicBezTo>
                    <a:pt x="320" y="1574"/>
                    <a:pt x="321" y="1536"/>
                    <a:pt x="337" y="1512"/>
                  </a:cubicBezTo>
                  <a:cubicBezTo>
                    <a:pt x="341" y="1497"/>
                    <a:pt x="349" y="1486"/>
                    <a:pt x="354" y="1472"/>
                  </a:cubicBezTo>
                  <a:cubicBezTo>
                    <a:pt x="359" y="1472"/>
                    <a:pt x="356" y="1463"/>
                    <a:pt x="359" y="1462"/>
                  </a:cubicBezTo>
                  <a:cubicBezTo>
                    <a:pt x="361" y="1458"/>
                    <a:pt x="363" y="1456"/>
                    <a:pt x="365" y="1452"/>
                  </a:cubicBezTo>
                  <a:cubicBezTo>
                    <a:pt x="369" y="1446"/>
                    <a:pt x="371" y="1438"/>
                    <a:pt x="372" y="1429"/>
                  </a:cubicBezTo>
                  <a:cubicBezTo>
                    <a:pt x="377" y="1429"/>
                    <a:pt x="374" y="1421"/>
                    <a:pt x="380" y="1422"/>
                  </a:cubicBezTo>
                  <a:cubicBezTo>
                    <a:pt x="381" y="1417"/>
                    <a:pt x="381" y="1411"/>
                    <a:pt x="385" y="1409"/>
                  </a:cubicBezTo>
                  <a:cubicBezTo>
                    <a:pt x="388" y="1401"/>
                    <a:pt x="392" y="1393"/>
                    <a:pt x="395" y="1384"/>
                  </a:cubicBezTo>
                  <a:cubicBezTo>
                    <a:pt x="401" y="1379"/>
                    <a:pt x="404" y="1371"/>
                    <a:pt x="407" y="1364"/>
                  </a:cubicBezTo>
                  <a:cubicBezTo>
                    <a:pt x="411" y="1361"/>
                    <a:pt x="412" y="1357"/>
                    <a:pt x="415" y="1354"/>
                  </a:cubicBezTo>
                  <a:cubicBezTo>
                    <a:pt x="414" y="1350"/>
                    <a:pt x="423" y="1344"/>
                    <a:pt x="417" y="1344"/>
                  </a:cubicBezTo>
                  <a:cubicBezTo>
                    <a:pt x="414" y="1355"/>
                    <a:pt x="403" y="1358"/>
                    <a:pt x="402" y="1371"/>
                  </a:cubicBezTo>
                  <a:close/>
                  <a:moveTo>
                    <a:pt x="483" y="1406"/>
                  </a:moveTo>
                  <a:cubicBezTo>
                    <a:pt x="475" y="1408"/>
                    <a:pt x="479" y="1423"/>
                    <a:pt x="470" y="1424"/>
                  </a:cubicBezTo>
                  <a:cubicBezTo>
                    <a:pt x="466" y="1429"/>
                    <a:pt x="467" y="1440"/>
                    <a:pt x="460" y="1442"/>
                  </a:cubicBezTo>
                  <a:cubicBezTo>
                    <a:pt x="460" y="1452"/>
                    <a:pt x="454" y="1456"/>
                    <a:pt x="450" y="1462"/>
                  </a:cubicBezTo>
                  <a:cubicBezTo>
                    <a:pt x="449" y="1483"/>
                    <a:pt x="435" y="1492"/>
                    <a:pt x="433" y="1512"/>
                  </a:cubicBezTo>
                  <a:cubicBezTo>
                    <a:pt x="425" y="1516"/>
                    <a:pt x="426" y="1527"/>
                    <a:pt x="422" y="1535"/>
                  </a:cubicBezTo>
                  <a:cubicBezTo>
                    <a:pt x="425" y="1543"/>
                    <a:pt x="419" y="1543"/>
                    <a:pt x="417" y="1547"/>
                  </a:cubicBezTo>
                  <a:cubicBezTo>
                    <a:pt x="425" y="1550"/>
                    <a:pt x="412" y="1551"/>
                    <a:pt x="415" y="1557"/>
                  </a:cubicBezTo>
                  <a:cubicBezTo>
                    <a:pt x="410" y="1558"/>
                    <a:pt x="413" y="1566"/>
                    <a:pt x="410" y="1568"/>
                  </a:cubicBezTo>
                  <a:cubicBezTo>
                    <a:pt x="412" y="1575"/>
                    <a:pt x="403" y="1572"/>
                    <a:pt x="405" y="1580"/>
                  </a:cubicBezTo>
                  <a:cubicBezTo>
                    <a:pt x="402" y="1583"/>
                    <a:pt x="402" y="1589"/>
                    <a:pt x="400" y="1593"/>
                  </a:cubicBezTo>
                  <a:cubicBezTo>
                    <a:pt x="398" y="1597"/>
                    <a:pt x="399" y="1603"/>
                    <a:pt x="395" y="1605"/>
                  </a:cubicBezTo>
                  <a:cubicBezTo>
                    <a:pt x="395" y="1616"/>
                    <a:pt x="389" y="1621"/>
                    <a:pt x="387" y="1630"/>
                  </a:cubicBezTo>
                  <a:cubicBezTo>
                    <a:pt x="386" y="1635"/>
                    <a:pt x="386" y="1641"/>
                    <a:pt x="382" y="1643"/>
                  </a:cubicBezTo>
                  <a:cubicBezTo>
                    <a:pt x="384" y="1648"/>
                    <a:pt x="375" y="1654"/>
                    <a:pt x="382" y="1656"/>
                  </a:cubicBezTo>
                  <a:cubicBezTo>
                    <a:pt x="386" y="1646"/>
                    <a:pt x="390" y="1637"/>
                    <a:pt x="395" y="1628"/>
                  </a:cubicBezTo>
                  <a:cubicBezTo>
                    <a:pt x="397" y="1623"/>
                    <a:pt x="401" y="1621"/>
                    <a:pt x="402" y="1615"/>
                  </a:cubicBezTo>
                  <a:cubicBezTo>
                    <a:pt x="402" y="1608"/>
                    <a:pt x="410" y="1608"/>
                    <a:pt x="407" y="1598"/>
                  </a:cubicBezTo>
                  <a:cubicBezTo>
                    <a:pt x="417" y="1594"/>
                    <a:pt x="412" y="1576"/>
                    <a:pt x="422" y="1573"/>
                  </a:cubicBezTo>
                  <a:cubicBezTo>
                    <a:pt x="425" y="1568"/>
                    <a:pt x="422" y="1559"/>
                    <a:pt x="430" y="1560"/>
                  </a:cubicBezTo>
                  <a:cubicBezTo>
                    <a:pt x="430" y="1552"/>
                    <a:pt x="430" y="1545"/>
                    <a:pt x="438" y="1545"/>
                  </a:cubicBezTo>
                  <a:cubicBezTo>
                    <a:pt x="436" y="1537"/>
                    <a:pt x="439" y="1533"/>
                    <a:pt x="440" y="1527"/>
                  </a:cubicBezTo>
                  <a:cubicBezTo>
                    <a:pt x="446" y="1526"/>
                    <a:pt x="443" y="1516"/>
                    <a:pt x="448" y="1515"/>
                  </a:cubicBezTo>
                  <a:cubicBezTo>
                    <a:pt x="450" y="1503"/>
                    <a:pt x="457" y="1495"/>
                    <a:pt x="460" y="1484"/>
                  </a:cubicBezTo>
                  <a:cubicBezTo>
                    <a:pt x="465" y="1483"/>
                    <a:pt x="462" y="1473"/>
                    <a:pt x="468" y="1472"/>
                  </a:cubicBezTo>
                  <a:cubicBezTo>
                    <a:pt x="469" y="1465"/>
                    <a:pt x="471" y="1460"/>
                    <a:pt x="475" y="1457"/>
                  </a:cubicBezTo>
                  <a:cubicBezTo>
                    <a:pt x="478" y="1446"/>
                    <a:pt x="485" y="1438"/>
                    <a:pt x="488" y="1427"/>
                  </a:cubicBezTo>
                  <a:cubicBezTo>
                    <a:pt x="492" y="1421"/>
                    <a:pt x="490" y="1410"/>
                    <a:pt x="493" y="1404"/>
                  </a:cubicBezTo>
                  <a:cubicBezTo>
                    <a:pt x="491" y="1399"/>
                    <a:pt x="496" y="1387"/>
                    <a:pt x="490" y="1386"/>
                  </a:cubicBezTo>
                  <a:cubicBezTo>
                    <a:pt x="490" y="1395"/>
                    <a:pt x="483" y="1398"/>
                    <a:pt x="483" y="1406"/>
                  </a:cubicBezTo>
                  <a:close/>
                  <a:moveTo>
                    <a:pt x="415" y="1444"/>
                  </a:moveTo>
                  <a:cubicBezTo>
                    <a:pt x="417" y="1454"/>
                    <a:pt x="421" y="1430"/>
                    <a:pt x="417" y="1439"/>
                  </a:cubicBezTo>
                  <a:cubicBezTo>
                    <a:pt x="417" y="1441"/>
                    <a:pt x="414" y="1440"/>
                    <a:pt x="415" y="1444"/>
                  </a:cubicBezTo>
                  <a:close/>
                  <a:moveTo>
                    <a:pt x="402" y="1477"/>
                  </a:moveTo>
                  <a:cubicBezTo>
                    <a:pt x="397" y="1479"/>
                    <a:pt x="396" y="1484"/>
                    <a:pt x="395" y="1490"/>
                  </a:cubicBezTo>
                  <a:cubicBezTo>
                    <a:pt x="400" y="1488"/>
                    <a:pt x="398" y="1478"/>
                    <a:pt x="405" y="1477"/>
                  </a:cubicBezTo>
                  <a:cubicBezTo>
                    <a:pt x="403" y="1470"/>
                    <a:pt x="408" y="1470"/>
                    <a:pt x="407" y="1464"/>
                  </a:cubicBezTo>
                  <a:cubicBezTo>
                    <a:pt x="409" y="1464"/>
                    <a:pt x="410" y="1462"/>
                    <a:pt x="410" y="1459"/>
                  </a:cubicBezTo>
                  <a:cubicBezTo>
                    <a:pt x="410" y="1456"/>
                    <a:pt x="413" y="1455"/>
                    <a:pt x="410" y="1454"/>
                  </a:cubicBezTo>
                  <a:cubicBezTo>
                    <a:pt x="407" y="1461"/>
                    <a:pt x="402" y="1467"/>
                    <a:pt x="402" y="1477"/>
                  </a:cubicBezTo>
                  <a:close/>
                  <a:moveTo>
                    <a:pt x="470" y="1484"/>
                  </a:moveTo>
                  <a:cubicBezTo>
                    <a:pt x="470" y="1498"/>
                    <a:pt x="461" y="1502"/>
                    <a:pt x="460" y="1515"/>
                  </a:cubicBezTo>
                  <a:cubicBezTo>
                    <a:pt x="437" y="1576"/>
                    <a:pt x="431" y="1575"/>
                    <a:pt x="430" y="1580"/>
                  </a:cubicBezTo>
                  <a:cubicBezTo>
                    <a:pt x="411" y="1635"/>
                    <a:pt x="400" y="1637"/>
                    <a:pt x="397" y="1648"/>
                  </a:cubicBezTo>
                  <a:cubicBezTo>
                    <a:pt x="386" y="1684"/>
                    <a:pt x="383" y="1687"/>
                    <a:pt x="382" y="1693"/>
                  </a:cubicBezTo>
                  <a:cubicBezTo>
                    <a:pt x="371" y="1730"/>
                    <a:pt x="371" y="1738"/>
                    <a:pt x="367" y="1741"/>
                  </a:cubicBezTo>
                  <a:cubicBezTo>
                    <a:pt x="361" y="1788"/>
                    <a:pt x="357" y="1799"/>
                    <a:pt x="362" y="1799"/>
                  </a:cubicBezTo>
                  <a:cubicBezTo>
                    <a:pt x="379" y="1754"/>
                    <a:pt x="376" y="1747"/>
                    <a:pt x="380" y="1746"/>
                  </a:cubicBezTo>
                  <a:cubicBezTo>
                    <a:pt x="391" y="1697"/>
                    <a:pt x="403" y="1699"/>
                    <a:pt x="400" y="1688"/>
                  </a:cubicBezTo>
                  <a:cubicBezTo>
                    <a:pt x="430" y="1632"/>
                    <a:pt x="427" y="1621"/>
                    <a:pt x="433" y="1618"/>
                  </a:cubicBezTo>
                  <a:cubicBezTo>
                    <a:pt x="459" y="1557"/>
                    <a:pt x="462" y="1552"/>
                    <a:pt x="465" y="1547"/>
                  </a:cubicBezTo>
                  <a:cubicBezTo>
                    <a:pt x="482" y="1493"/>
                    <a:pt x="477" y="1484"/>
                    <a:pt x="483" y="1484"/>
                  </a:cubicBezTo>
                  <a:close/>
                  <a:moveTo>
                    <a:pt x="166" y="1522"/>
                  </a:moveTo>
                  <a:cubicBezTo>
                    <a:pt x="169" y="1533"/>
                    <a:pt x="177" y="1538"/>
                    <a:pt x="181" y="1548"/>
                  </a:cubicBezTo>
                  <a:cubicBezTo>
                    <a:pt x="187" y="1555"/>
                    <a:pt x="191" y="1564"/>
                    <a:pt x="199" y="1570"/>
                  </a:cubicBezTo>
                  <a:cubicBezTo>
                    <a:pt x="197" y="1578"/>
                    <a:pt x="205" y="1577"/>
                    <a:pt x="206" y="1583"/>
                  </a:cubicBezTo>
                  <a:cubicBezTo>
                    <a:pt x="209" y="1583"/>
                    <a:pt x="208" y="1587"/>
                    <a:pt x="211" y="1588"/>
                  </a:cubicBezTo>
                  <a:cubicBezTo>
                    <a:pt x="210" y="1593"/>
                    <a:pt x="215" y="1593"/>
                    <a:pt x="216" y="1595"/>
                  </a:cubicBezTo>
                  <a:cubicBezTo>
                    <a:pt x="220" y="1604"/>
                    <a:pt x="227" y="1611"/>
                    <a:pt x="234" y="1618"/>
                  </a:cubicBezTo>
                  <a:cubicBezTo>
                    <a:pt x="240" y="1626"/>
                    <a:pt x="247" y="1633"/>
                    <a:pt x="254" y="1641"/>
                  </a:cubicBezTo>
                  <a:cubicBezTo>
                    <a:pt x="260" y="1648"/>
                    <a:pt x="265" y="1657"/>
                    <a:pt x="272" y="1663"/>
                  </a:cubicBezTo>
                  <a:cubicBezTo>
                    <a:pt x="275" y="1667"/>
                    <a:pt x="278" y="1670"/>
                    <a:pt x="282" y="1673"/>
                  </a:cubicBezTo>
                  <a:cubicBezTo>
                    <a:pt x="283" y="1680"/>
                    <a:pt x="288" y="1682"/>
                    <a:pt x="292" y="1686"/>
                  </a:cubicBezTo>
                  <a:cubicBezTo>
                    <a:pt x="293" y="1695"/>
                    <a:pt x="300" y="1698"/>
                    <a:pt x="302" y="1706"/>
                  </a:cubicBezTo>
                  <a:cubicBezTo>
                    <a:pt x="309" y="1709"/>
                    <a:pt x="309" y="1719"/>
                    <a:pt x="317" y="1721"/>
                  </a:cubicBezTo>
                  <a:cubicBezTo>
                    <a:pt x="317" y="1715"/>
                    <a:pt x="317" y="1709"/>
                    <a:pt x="314" y="1706"/>
                  </a:cubicBezTo>
                  <a:cubicBezTo>
                    <a:pt x="311" y="1705"/>
                    <a:pt x="313" y="1703"/>
                    <a:pt x="314" y="1701"/>
                  </a:cubicBezTo>
                  <a:cubicBezTo>
                    <a:pt x="311" y="1701"/>
                    <a:pt x="312" y="1697"/>
                    <a:pt x="312" y="1693"/>
                  </a:cubicBezTo>
                  <a:cubicBezTo>
                    <a:pt x="303" y="1693"/>
                    <a:pt x="307" y="1680"/>
                    <a:pt x="299" y="1678"/>
                  </a:cubicBezTo>
                  <a:cubicBezTo>
                    <a:pt x="302" y="1670"/>
                    <a:pt x="291" y="1676"/>
                    <a:pt x="294" y="1668"/>
                  </a:cubicBezTo>
                  <a:cubicBezTo>
                    <a:pt x="293" y="1665"/>
                    <a:pt x="290" y="1662"/>
                    <a:pt x="287" y="1661"/>
                  </a:cubicBezTo>
                  <a:cubicBezTo>
                    <a:pt x="281" y="1646"/>
                    <a:pt x="269" y="1638"/>
                    <a:pt x="264" y="1623"/>
                  </a:cubicBezTo>
                  <a:cubicBezTo>
                    <a:pt x="254" y="1618"/>
                    <a:pt x="249" y="1607"/>
                    <a:pt x="241" y="1600"/>
                  </a:cubicBezTo>
                  <a:cubicBezTo>
                    <a:pt x="239" y="1595"/>
                    <a:pt x="235" y="1592"/>
                    <a:pt x="231" y="1588"/>
                  </a:cubicBezTo>
                  <a:cubicBezTo>
                    <a:pt x="227" y="1584"/>
                    <a:pt x="225" y="1577"/>
                    <a:pt x="219" y="1575"/>
                  </a:cubicBezTo>
                  <a:cubicBezTo>
                    <a:pt x="215" y="1571"/>
                    <a:pt x="210" y="1568"/>
                    <a:pt x="209" y="1563"/>
                  </a:cubicBezTo>
                  <a:cubicBezTo>
                    <a:pt x="203" y="1560"/>
                    <a:pt x="199" y="1555"/>
                    <a:pt x="196" y="1550"/>
                  </a:cubicBezTo>
                  <a:cubicBezTo>
                    <a:pt x="188" y="1542"/>
                    <a:pt x="180" y="1534"/>
                    <a:pt x="171" y="1527"/>
                  </a:cubicBezTo>
                  <a:cubicBezTo>
                    <a:pt x="171" y="1518"/>
                    <a:pt x="164" y="1516"/>
                    <a:pt x="161" y="1510"/>
                  </a:cubicBezTo>
                  <a:cubicBezTo>
                    <a:pt x="160" y="1506"/>
                    <a:pt x="157" y="1506"/>
                    <a:pt x="156" y="1502"/>
                  </a:cubicBezTo>
                  <a:cubicBezTo>
                    <a:pt x="152" y="1504"/>
                    <a:pt x="150" y="1492"/>
                    <a:pt x="148" y="1500"/>
                  </a:cubicBezTo>
                  <a:cubicBezTo>
                    <a:pt x="157" y="1504"/>
                    <a:pt x="157" y="1518"/>
                    <a:pt x="166" y="1522"/>
                  </a:cubicBezTo>
                  <a:close/>
                  <a:moveTo>
                    <a:pt x="465" y="1575"/>
                  </a:moveTo>
                  <a:cubicBezTo>
                    <a:pt x="457" y="1583"/>
                    <a:pt x="454" y="1598"/>
                    <a:pt x="448" y="1608"/>
                  </a:cubicBezTo>
                  <a:cubicBezTo>
                    <a:pt x="445" y="1613"/>
                    <a:pt x="444" y="1620"/>
                    <a:pt x="440" y="1625"/>
                  </a:cubicBezTo>
                  <a:cubicBezTo>
                    <a:pt x="437" y="1631"/>
                    <a:pt x="440" y="1642"/>
                    <a:pt x="433" y="1643"/>
                  </a:cubicBezTo>
                  <a:cubicBezTo>
                    <a:pt x="434" y="1653"/>
                    <a:pt x="426" y="1653"/>
                    <a:pt x="425" y="1661"/>
                  </a:cubicBezTo>
                  <a:cubicBezTo>
                    <a:pt x="424" y="1668"/>
                    <a:pt x="419" y="1671"/>
                    <a:pt x="418" y="1678"/>
                  </a:cubicBezTo>
                  <a:cubicBezTo>
                    <a:pt x="414" y="1683"/>
                    <a:pt x="413" y="1690"/>
                    <a:pt x="410" y="1696"/>
                  </a:cubicBezTo>
                  <a:cubicBezTo>
                    <a:pt x="405" y="1696"/>
                    <a:pt x="411" y="1700"/>
                    <a:pt x="407" y="1701"/>
                  </a:cubicBezTo>
                  <a:cubicBezTo>
                    <a:pt x="407" y="1704"/>
                    <a:pt x="404" y="1705"/>
                    <a:pt x="407" y="1708"/>
                  </a:cubicBezTo>
                  <a:cubicBezTo>
                    <a:pt x="401" y="1710"/>
                    <a:pt x="401" y="1719"/>
                    <a:pt x="397" y="1724"/>
                  </a:cubicBezTo>
                  <a:cubicBezTo>
                    <a:pt x="399" y="1734"/>
                    <a:pt x="389" y="1732"/>
                    <a:pt x="392" y="1744"/>
                  </a:cubicBezTo>
                  <a:cubicBezTo>
                    <a:pt x="390" y="1749"/>
                    <a:pt x="388" y="1756"/>
                    <a:pt x="385" y="1761"/>
                  </a:cubicBezTo>
                  <a:cubicBezTo>
                    <a:pt x="384" y="1766"/>
                    <a:pt x="376" y="1775"/>
                    <a:pt x="382" y="1779"/>
                  </a:cubicBezTo>
                  <a:cubicBezTo>
                    <a:pt x="389" y="1772"/>
                    <a:pt x="391" y="1760"/>
                    <a:pt x="395" y="1751"/>
                  </a:cubicBezTo>
                  <a:cubicBezTo>
                    <a:pt x="398" y="1741"/>
                    <a:pt x="404" y="1733"/>
                    <a:pt x="405" y="1721"/>
                  </a:cubicBezTo>
                  <a:cubicBezTo>
                    <a:pt x="421" y="1704"/>
                    <a:pt x="428" y="1679"/>
                    <a:pt x="443" y="1661"/>
                  </a:cubicBezTo>
                  <a:cubicBezTo>
                    <a:pt x="445" y="1648"/>
                    <a:pt x="451" y="1638"/>
                    <a:pt x="455" y="1628"/>
                  </a:cubicBezTo>
                  <a:cubicBezTo>
                    <a:pt x="459" y="1624"/>
                    <a:pt x="459" y="1616"/>
                    <a:pt x="463" y="1613"/>
                  </a:cubicBezTo>
                  <a:cubicBezTo>
                    <a:pt x="463" y="1609"/>
                    <a:pt x="464" y="1607"/>
                    <a:pt x="465" y="1605"/>
                  </a:cubicBezTo>
                  <a:cubicBezTo>
                    <a:pt x="469" y="1605"/>
                    <a:pt x="467" y="1598"/>
                    <a:pt x="470" y="1598"/>
                  </a:cubicBezTo>
                  <a:cubicBezTo>
                    <a:pt x="468" y="1588"/>
                    <a:pt x="478" y="1590"/>
                    <a:pt x="475" y="1580"/>
                  </a:cubicBezTo>
                  <a:cubicBezTo>
                    <a:pt x="476" y="1573"/>
                    <a:pt x="480" y="1570"/>
                    <a:pt x="480" y="1562"/>
                  </a:cubicBezTo>
                  <a:cubicBezTo>
                    <a:pt x="485" y="1559"/>
                    <a:pt x="482" y="1549"/>
                    <a:pt x="485" y="1545"/>
                  </a:cubicBezTo>
                  <a:cubicBezTo>
                    <a:pt x="489" y="1540"/>
                    <a:pt x="488" y="1530"/>
                    <a:pt x="490" y="1525"/>
                  </a:cubicBezTo>
                  <a:cubicBezTo>
                    <a:pt x="490" y="1522"/>
                    <a:pt x="490" y="1520"/>
                    <a:pt x="490" y="1517"/>
                  </a:cubicBezTo>
                  <a:cubicBezTo>
                    <a:pt x="490" y="1514"/>
                    <a:pt x="494" y="1513"/>
                    <a:pt x="490" y="1512"/>
                  </a:cubicBezTo>
                  <a:cubicBezTo>
                    <a:pt x="489" y="1508"/>
                    <a:pt x="493" y="1497"/>
                    <a:pt x="488" y="1497"/>
                  </a:cubicBezTo>
                  <a:cubicBezTo>
                    <a:pt x="484" y="1527"/>
                    <a:pt x="474" y="1550"/>
                    <a:pt x="465" y="1575"/>
                  </a:cubicBezTo>
                  <a:close/>
                  <a:moveTo>
                    <a:pt x="337" y="1693"/>
                  </a:moveTo>
                  <a:cubicBezTo>
                    <a:pt x="336" y="1689"/>
                    <a:pt x="340" y="1688"/>
                    <a:pt x="340" y="1683"/>
                  </a:cubicBezTo>
                  <a:cubicBezTo>
                    <a:pt x="340" y="1680"/>
                    <a:pt x="339" y="1674"/>
                    <a:pt x="342" y="1673"/>
                  </a:cubicBezTo>
                  <a:cubicBezTo>
                    <a:pt x="337" y="1663"/>
                    <a:pt x="347" y="1649"/>
                    <a:pt x="347" y="1636"/>
                  </a:cubicBezTo>
                  <a:cubicBezTo>
                    <a:pt x="350" y="1635"/>
                    <a:pt x="350" y="1632"/>
                    <a:pt x="350" y="1628"/>
                  </a:cubicBezTo>
                  <a:cubicBezTo>
                    <a:pt x="350" y="1625"/>
                    <a:pt x="353" y="1623"/>
                    <a:pt x="352" y="1618"/>
                  </a:cubicBezTo>
                  <a:cubicBezTo>
                    <a:pt x="356" y="1613"/>
                    <a:pt x="354" y="1604"/>
                    <a:pt x="357" y="1598"/>
                  </a:cubicBezTo>
                  <a:cubicBezTo>
                    <a:pt x="359" y="1591"/>
                    <a:pt x="360" y="1584"/>
                    <a:pt x="365" y="1580"/>
                  </a:cubicBezTo>
                  <a:cubicBezTo>
                    <a:pt x="369" y="1576"/>
                    <a:pt x="366" y="1565"/>
                    <a:pt x="372" y="1563"/>
                  </a:cubicBezTo>
                  <a:cubicBezTo>
                    <a:pt x="372" y="1557"/>
                    <a:pt x="372" y="1552"/>
                    <a:pt x="372" y="1547"/>
                  </a:cubicBezTo>
                  <a:cubicBezTo>
                    <a:pt x="380" y="1547"/>
                    <a:pt x="370" y="1537"/>
                    <a:pt x="372" y="1547"/>
                  </a:cubicBezTo>
                  <a:cubicBezTo>
                    <a:pt x="368" y="1551"/>
                    <a:pt x="369" y="1560"/>
                    <a:pt x="365" y="1563"/>
                  </a:cubicBezTo>
                  <a:cubicBezTo>
                    <a:pt x="363" y="1568"/>
                    <a:pt x="362" y="1575"/>
                    <a:pt x="360" y="1580"/>
                  </a:cubicBezTo>
                  <a:cubicBezTo>
                    <a:pt x="356" y="1584"/>
                    <a:pt x="357" y="1593"/>
                    <a:pt x="352" y="1595"/>
                  </a:cubicBezTo>
                  <a:cubicBezTo>
                    <a:pt x="352" y="1604"/>
                    <a:pt x="349" y="1609"/>
                    <a:pt x="345" y="1613"/>
                  </a:cubicBezTo>
                  <a:cubicBezTo>
                    <a:pt x="342" y="1647"/>
                    <a:pt x="327" y="1669"/>
                    <a:pt x="330" y="1708"/>
                  </a:cubicBezTo>
                  <a:cubicBezTo>
                    <a:pt x="338" y="1709"/>
                    <a:pt x="334" y="1698"/>
                    <a:pt x="337" y="1693"/>
                  </a:cubicBezTo>
                  <a:close/>
                  <a:moveTo>
                    <a:pt x="299" y="1623"/>
                  </a:moveTo>
                  <a:cubicBezTo>
                    <a:pt x="299" y="1618"/>
                    <a:pt x="306" y="1608"/>
                    <a:pt x="299" y="1605"/>
                  </a:cubicBezTo>
                  <a:cubicBezTo>
                    <a:pt x="299" y="1610"/>
                    <a:pt x="292" y="1620"/>
                    <a:pt x="299" y="1623"/>
                  </a:cubicBezTo>
                  <a:close/>
                  <a:moveTo>
                    <a:pt x="372" y="1678"/>
                  </a:moveTo>
                  <a:cubicBezTo>
                    <a:pt x="367" y="1681"/>
                    <a:pt x="371" y="1692"/>
                    <a:pt x="365" y="1693"/>
                  </a:cubicBezTo>
                  <a:cubicBezTo>
                    <a:pt x="366" y="1702"/>
                    <a:pt x="363" y="1705"/>
                    <a:pt x="362" y="1711"/>
                  </a:cubicBezTo>
                  <a:cubicBezTo>
                    <a:pt x="363" y="1715"/>
                    <a:pt x="355" y="1724"/>
                    <a:pt x="362" y="1726"/>
                  </a:cubicBezTo>
                  <a:cubicBezTo>
                    <a:pt x="367" y="1717"/>
                    <a:pt x="364" y="1701"/>
                    <a:pt x="372" y="1696"/>
                  </a:cubicBezTo>
                  <a:cubicBezTo>
                    <a:pt x="370" y="1686"/>
                    <a:pt x="375" y="1684"/>
                    <a:pt x="375" y="1676"/>
                  </a:cubicBezTo>
                  <a:cubicBezTo>
                    <a:pt x="375" y="1672"/>
                    <a:pt x="386" y="1660"/>
                    <a:pt x="375" y="1661"/>
                  </a:cubicBezTo>
                  <a:cubicBezTo>
                    <a:pt x="376" y="1669"/>
                    <a:pt x="370" y="1670"/>
                    <a:pt x="372" y="1678"/>
                  </a:cubicBezTo>
                  <a:close/>
                  <a:moveTo>
                    <a:pt x="352" y="1776"/>
                  </a:moveTo>
                  <a:cubicBezTo>
                    <a:pt x="352" y="1773"/>
                    <a:pt x="352" y="1770"/>
                    <a:pt x="352" y="1766"/>
                  </a:cubicBezTo>
                  <a:cubicBezTo>
                    <a:pt x="350" y="1766"/>
                    <a:pt x="347" y="1766"/>
                    <a:pt x="345" y="1766"/>
                  </a:cubicBezTo>
                  <a:cubicBezTo>
                    <a:pt x="346" y="1771"/>
                    <a:pt x="346" y="1777"/>
                    <a:pt x="352" y="1776"/>
                  </a:cubicBezTo>
                  <a:close/>
                  <a:moveTo>
                    <a:pt x="375" y="1804"/>
                  </a:moveTo>
                  <a:cubicBezTo>
                    <a:pt x="376" y="1799"/>
                    <a:pt x="383" y="1788"/>
                    <a:pt x="377" y="1784"/>
                  </a:cubicBezTo>
                  <a:cubicBezTo>
                    <a:pt x="378" y="1791"/>
                    <a:pt x="368" y="1799"/>
                    <a:pt x="375" y="1804"/>
                  </a:cubicBezTo>
                  <a:close/>
                </a:path>
              </a:pathLst>
            </a:custGeom>
            <a:solidFill>
              <a:srgbClr val="d0cdbb">
                <a:alpha val="75000"/>
              </a:srgbClr>
            </a:solidFill>
            <a:ln w="0">
              <a:noFill/>
            </a:ln>
          </p:spPr>
          <p:style>
            <a:lnRef idx="0"/>
            <a:fillRef idx="0"/>
            <a:effectRef idx="0"/>
            <a:fontRef idx="minor"/>
          </p:style>
          <p:txBody>
            <a:bodyPr tIns="91440" bIns="91440" anchor="ctr">
              <a:noAutofit/>
            </a:bodyPr>
            <a:p>
              <a:pPr>
                <a:lnSpc>
                  <a:spcPct val="100000"/>
                </a:lnSpc>
                <a:tabLst>
                  <a:tab algn="l" pos="0"/>
                </a:tabLst>
              </a:pPr>
              <a:endParaRPr b="0" lang="en-US" sz="1400" spc="-1" strike="noStrike">
                <a:solidFill>
                  <a:srgbClr val="000000"/>
                </a:solidFill>
                <a:latin typeface="Arial"/>
                <a:ea typeface="Arial"/>
              </a:endParaRPr>
            </a:p>
          </p:txBody>
        </p:sp>
        <p:sp>
          <p:nvSpPr>
            <p:cNvPr id="25" name="Google Shape;53;p13"/>
            <p:cNvSpPr/>
            <p:nvPr/>
          </p:nvSpPr>
          <p:spPr>
            <a:xfrm>
              <a:off x="907920" y="1528200"/>
              <a:ext cx="2507760" cy="3231000"/>
            </a:xfrm>
            <a:custGeom>
              <a:avLst/>
              <a:gdLst>
                <a:gd name="textAreaLeft" fmla="*/ 0 w 2507760"/>
                <a:gd name="textAreaRight" fmla="*/ 2508120 w 2507760"/>
                <a:gd name="textAreaTop" fmla="*/ 0 h 3231000"/>
                <a:gd name="textAreaBottom" fmla="*/ 3231360 h 3231000"/>
              </a:gdLst>
              <a:ahLst/>
              <a:rect l="textAreaLeft" t="textAreaTop" r="textAreaRight" b="textAreaBottom"/>
              <a:pathLst>
                <a:path w="869" h="1495">
                  <a:moveTo>
                    <a:pt x="865" y="156"/>
                  </a:moveTo>
                  <a:cubicBezTo>
                    <a:pt x="856" y="165"/>
                    <a:pt x="851" y="173"/>
                    <a:pt x="844" y="182"/>
                  </a:cubicBezTo>
                  <a:cubicBezTo>
                    <a:pt x="804" y="216"/>
                    <a:pt x="802" y="216"/>
                    <a:pt x="800" y="216"/>
                  </a:cubicBezTo>
                  <a:cubicBezTo>
                    <a:pt x="775" y="232"/>
                    <a:pt x="768" y="237"/>
                    <a:pt x="760" y="239"/>
                  </a:cubicBezTo>
                  <a:cubicBezTo>
                    <a:pt x="699" y="279"/>
                    <a:pt x="696" y="275"/>
                    <a:pt x="693" y="278"/>
                  </a:cubicBezTo>
                  <a:cubicBezTo>
                    <a:pt x="706" y="270"/>
                    <a:pt x="707" y="266"/>
                    <a:pt x="714" y="263"/>
                  </a:cubicBezTo>
                  <a:cubicBezTo>
                    <a:pt x="766" y="230"/>
                    <a:pt x="774" y="225"/>
                    <a:pt x="782" y="219"/>
                  </a:cubicBezTo>
                  <a:cubicBezTo>
                    <a:pt x="830" y="181"/>
                    <a:pt x="830" y="177"/>
                    <a:pt x="834" y="174"/>
                  </a:cubicBezTo>
                  <a:cubicBezTo>
                    <a:pt x="831" y="170"/>
                    <a:pt x="831" y="178"/>
                    <a:pt x="827" y="175"/>
                  </a:cubicBezTo>
                  <a:cubicBezTo>
                    <a:pt x="792" y="205"/>
                    <a:pt x="784" y="209"/>
                    <a:pt x="783" y="213"/>
                  </a:cubicBezTo>
                  <a:cubicBezTo>
                    <a:pt x="763" y="227"/>
                    <a:pt x="760" y="223"/>
                    <a:pt x="757" y="227"/>
                  </a:cubicBezTo>
                  <a:cubicBezTo>
                    <a:pt x="776" y="212"/>
                    <a:pt x="774" y="208"/>
                    <a:pt x="780" y="206"/>
                  </a:cubicBezTo>
                  <a:cubicBezTo>
                    <a:pt x="824" y="164"/>
                    <a:pt x="830" y="160"/>
                    <a:pt x="833" y="155"/>
                  </a:cubicBezTo>
                  <a:cubicBezTo>
                    <a:pt x="806" y="176"/>
                    <a:pt x="797" y="184"/>
                    <a:pt x="788" y="193"/>
                  </a:cubicBezTo>
                  <a:cubicBezTo>
                    <a:pt x="731" y="226"/>
                    <a:pt x="724" y="237"/>
                    <a:pt x="720" y="234"/>
                  </a:cubicBezTo>
                  <a:cubicBezTo>
                    <a:pt x="766" y="194"/>
                    <a:pt x="786" y="180"/>
                    <a:pt x="803" y="159"/>
                  </a:cubicBezTo>
                  <a:cubicBezTo>
                    <a:pt x="785" y="170"/>
                    <a:pt x="775" y="180"/>
                    <a:pt x="763" y="188"/>
                  </a:cubicBezTo>
                  <a:cubicBezTo>
                    <a:pt x="736" y="208"/>
                    <a:pt x="735" y="202"/>
                    <a:pt x="737" y="200"/>
                  </a:cubicBezTo>
                  <a:cubicBezTo>
                    <a:pt x="749" y="181"/>
                    <a:pt x="754" y="177"/>
                    <a:pt x="756" y="172"/>
                  </a:cubicBezTo>
                  <a:cubicBezTo>
                    <a:pt x="787" y="134"/>
                    <a:pt x="791" y="136"/>
                    <a:pt x="790" y="130"/>
                  </a:cubicBezTo>
                  <a:cubicBezTo>
                    <a:pt x="769" y="150"/>
                    <a:pt x="765" y="152"/>
                    <a:pt x="766" y="155"/>
                  </a:cubicBezTo>
                  <a:cubicBezTo>
                    <a:pt x="746" y="174"/>
                    <a:pt x="746" y="170"/>
                    <a:pt x="746" y="169"/>
                  </a:cubicBezTo>
                  <a:cubicBezTo>
                    <a:pt x="748" y="164"/>
                    <a:pt x="752" y="160"/>
                    <a:pt x="752" y="160"/>
                  </a:cubicBezTo>
                  <a:cubicBezTo>
                    <a:pt x="764" y="139"/>
                    <a:pt x="770" y="129"/>
                    <a:pt x="777" y="119"/>
                  </a:cubicBezTo>
                  <a:cubicBezTo>
                    <a:pt x="800" y="82"/>
                    <a:pt x="812" y="81"/>
                    <a:pt x="808" y="77"/>
                  </a:cubicBezTo>
                  <a:cubicBezTo>
                    <a:pt x="770" y="123"/>
                    <a:pt x="765" y="125"/>
                    <a:pt x="763" y="127"/>
                  </a:cubicBezTo>
                  <a:cubicBezTo>
                    <a:pt x="747" y="156"/>
                    <a:pt x="743" y="161"/>
                    <a:pt x="740" y="166"/>
                  </a:cubicBezTo>
                  <a:cubicBezTo>
                    <a:pt x="744" y="144"/>
                    <a:pt x="749" y="134"/>
                    <a:pt x="753" y="124"/>
                  </a:cubicBezTo>
                  <a:cubicBezTo>
                    <a:pt x="782" y="79"/>
                    <a:pt x="781" y="77"/>
                    <a:pt x="784" y="75"/>
                  </a:cubicBezTo>
                  <a:cubicBezTo>
                    <a:pt x="769" y="89"/>
                    <a:pt x="765" y="92"/>
                    <a:pt x="765" y="96"/>
                  </a:cubicBezTo>
                  <a:cubicBezTo>
                    <a:pt x="728" y="162"/>
                    <a:pt x="722" y="177"/>
                    <a:pt x="718" y="191"/>
                  </a:cubicBezTo>
                  <a:cubicBezTo>
                    <a:pt x="710" y="205"/>
                    <a:pt x="719" y="210"/>
                    <a:pt x="712" y="213"/>
                  </a:cubicBezTo>
                  <a:cubicBezTo>
                    <a:pt x="703" y="240"/>
                    <a:pt x="708" y="247"/>
                    <a:pt x="697" y="251"/>
                  </a:cubicBezTo>
                  <a:cubicBezTo>
                    <a:pt x="699" y="232"/>
                    <a:pt x="702" y="230"/>
                    <a:pt x="701" y="228"/>
                  </a:cubicBezTo>
                  <a:cubicBezTo>
                    <a:pt x="714" y="177"/>
                    <a:pt x="714" y="170"/>
                    <a:pt x="714" y="162"/>
                  </a:cubicBezTo>
                  <a:cubicBezTo>
                    <a:pt x="735" y="103"/>
                    <a:pt x="740" y="88"/>
                    <a:pt x="749" y="73"/>
                  </a:cubicBezTo>
                  <a:cubicBezTo>
                    <a:pt x="757" y="53"/>
                    <a:pt x="753" y="62"/>
                    <a:pt x="744" y="70"/>
                  </a:cubicBezTo>
                  <a:cubicBezTo>
                    <a:pt x="727" y="107"/>
                    <a:pt x="722" y="112"/>
                    <a:pt x="722" y="118"/>
                  </a:cubicBezTo>
                  <a:cubicBezTo>
                    <a:pt x="706" y="172"/>
                    <a:pt x="705" y="175"/>
                    <a:pt x="703" y="177"/>
                  </a:cubicBezTo>
                  <a:cubicBezTo>
                    <a:pt x="696" y="206"/>
                    <a:pt x="696" y="209"/>
                    <a:pt x="696" y="212"/>
                  </a:cubicBezTo>
                  <a:cubicBezTo>
                    <a:pt x="687" y="247"/>
                    <a:pt x="685" y="253"/>
                    <a:pt x="684" y="260"/>
                  </a:cubicBezTo>
                  <a:cubicBezTo>
                    <a:pt x="671" y="275"/>
                    <a:pt x="673" y="272"/>
                    <a:pt x="677" y="270"/>
                  </a:cubicBezTo>
                  <a:cubicBezTo>
                    <a:pt x="682" y="240"/>
                    <a:pt x="681" y="234"/>
                    <a:pt x="684" y="229"/>
                  </a:cubicBezTo>
                  <a:cubicBezTo>
                    <a:pt x="694" y="189"/>
                    <a:pt x="690" y="182"/>
                    <a:pt x="693" y="177"/>
                  </a:cubicBezTo>
                  <a:cubicBezTo>
                    <a:pt x="706" y="119"/>
                    <a:pt x="707" y="113"/>
                    <a:pt x="709" y="107"/>
                  </a:cubicBezTo>
                  <a:cubicBezTo>
                    <a:pt x="721" y="64"/>
                    <a:pt x="727" y="59"/>
                    <a:pt x="729" y="53"/>
                  </a:cubicBezTo>
                  <a:cubicBezTo>
                    <a:pt x="751" y="15"/>
                    <a:pt x="760" y="13"/>
                    <a:pt x="759" y="10"/>
                  </a:cubicBezTo>
                  <a:cubicBezTo>
                    <a:pt x="752" y="12"/>
                    <a:pt x="750" y="14"/>
                    <a:pt x="749" y="17"/>
                  </a:cubicBezTo>
                  <a:cubicBezTo>
                    <a:pt x="722" y="50"/>
                    <a:pt x="719" y="46"/>
                    <a:pt x="715" y="51"/>
                  </a:cubicBezTo>
                  <a:cubicBezTo>
                    <a:pt x="696" y="86"/>
                    <a:pt x="689" y="94"/>
                    <a:pt x="687" y="103"/>
                  </a:cubicBezTo>
                  <a:cubicBezTo>
                    <a:pt x="667" y="145"/>
                    <a:pt x="670" y="146"/>
                    <a:pt x="670" y="148"/>
                  </a:cubicBezTo>
                  <a:cubicBezTo>
                    <a:pt x="662" y="166"/>
                    <a:pt x="660" y="175"/>
                    <a:pt x="659" y="185"/>
                  </a:cubicBezTo>
                  <a:cubicBezTo>
                    <a:pt x="655" y="217"/>
                    <a:pt x="655" y="222"/>
                    <a:pt x="653" y="226"/>
                  </a:cubicBezTo>
                  <a:cubicBezTo>
                    <a:pt x="646" y="259"/>
                    <a:pt x="650" y="265"/>
                    <a:pt x="650" y="270"/>
                  </a:cubicBezTo>
                  <a:cubicBezTo>
                    <a:pt x="632" y="316"/>
                    <a:pt x="637" y="319"/>
                    <a:pt x="630" y="321"/>
                  </a:cubicBezTo>
                  <a:cubicBezTo>
                    <a:pt x="630" y="285"/>
                    <a:pt x="633" y="283"/>
                    <a:pt x="633" y="280"/>
                  </a:cubicBezTo>
                  <a:cubicBezTo>
                    <a:pt x="637" y="248"/>
                    <a:pt x="637" y="243"/>
                    <a:pt x="639" y="238"/>
                  </a:cubicBezTo>
                  <a:cubicBezTo>
                    <a:pt x="639" y="222"/>
                    <a:pt x="641" y="220"/>
                    <a:pt x="641" y="217"/>
                  </a:cubicBezTo>
                  <a:cubicBezTo>
                    <a:pt x="649" y="175"/>
                    <a:pt x="652" y="166"/>
                    <a:pt x="654" y="157"/>
                  </a:cubicBezTo>
                  <a:cubicBezTo>
                    <a:pt x="673" y="112"/>
                    <a:pt x="670" y="107"/>
                    <a:pt x="677" y="103"/>
                  </a:cubicBezTo>
                  <a:cubicBezTo>
                    <a:pt x="690" y="65"/>
                    <a:pt x="699" y="63"/>
                    <a:pt x="694" y="59"/>
                  </a:cubicBezTo>
                  <a:cubicBezTo>
                    <a:pt x="663" y="118"/>
                    <a:pt x="658" y="124"/>
                    <a:pt x="654" y="130"/>
                  </a:cubicBezTo>
                  <a:cubicBezTo>
                    <a:pt x="644" y="160"/>
                    <a:pt x="640" y="163"/>
                    <a:pt x="644" y="166"/>
                  </a:cubicBezTo>
                  <a:cubicBezTo>
                    <a:pt x="632" y="198"/>
                    <a:pt x="638" y="202"/>
                    <a:pt x="632" y="204"/>
                  </a:cubicBezTo>
                  <a:cubicBezTo>
                    <a:pt x="630" y="226"/>
                    <a:pt x="628" y="229"/>
                    <a:pt x="630" y="233"/>
                  </a:cubicBezTo>
                  <a:cubicBezTo>
                    <a:pt x="624" y="286"/>
                    <a:pt x="621" y="292"/>
                    <a:pt x="621" y="298"/>
                  </a:cubicBezTo>
                  <a:cubicBezTo>
                    <a:pt x="622" y="314"/>
                    <a:pt x="617" y="316"/>
                    <a:pt x="621" y="318"/>
                  </a:cubicBezTo>
                  <a:cubicBezTo>
                    <a:pt x="615" y="341"/>
                    <a:pt x="613" y="344"/>
                    <a:pt x="612" y="347"/>
                  </a:cubicBezTo>
                  <a:cubicBezTo>
                    <a:pt x="610" y="337"/>
                    <a:pt x="612" y="332"/>
                    <a:pt x="615" y="327"/>
                  </a:cubicBezTo>
                  <a:cubicBezTo>
                    <a:pt x="612" y="290"/>
                    <a:pt x="621" y="286"/>
                    <a:pt x="616" y="280"/>
                  </a:cubicBezTo>
                  <a:cubicBezTo>
                    <a:pt x="615" y="259"/>
                    <a:pt x="621" y="255"/>
                    <a:pt x="620" y="250"/>
                  </a:cubicBezTo>
                  <a:cubicBezTo>
                    <a:pt x="624" y="201"/>
                    <a:pt x="625" y="198"/>
                    <a:pt x="626" y="196"/>
                  </a:cubicBezTo>
                  <a:cubicBezTo>
                    <a:pt x="635" y="171"/>
                    <a:pt x="633" y="168"/>
                    <a:pt x="634" y="166"/>
                  </a:cubicBezTo>
                  <a:cubicBezTo>
                    <a:pt x="642" y="141"/>
                    <a:pt x="642" y="139"/>
                    <a:pt x="642" y="136"/>
                  </a:cubicBezTo>
                  <a:cubicBezTo>
                    <a:pt x="655" y="109"/>
                    <a:pt x="657" y="104"/>
                    <a:pt x="662" y="99"/>
                  </a:cubicBezTo>
                  <a:cubicBezTo>
                    <a:pt x="645" y="113"/>
                    <a:pt x="645" y="122"/>
                    <a:pt x="637" y="130"/>
                  </a:cubicBezTo>
                  <a:cubicBezTo>
                    <a:pt x="617" y="197"/>
                    <a:pt x="614" y="202"/>
                    <a:pt x="614" y="207"/>
                  </a:cubicBezTo>
                  <a:cubicBezTo>
                    <a:pt x="613" y="227"/>
                    <a:pt x="609" y="228"/>
                    <a:pt x="612" y="231"/>
                  </a:cubicBezTo>
                  <a:cubicBezTo>
                    <a:pt x="612" y="251"/>
                    <a:pt x="612" y="254"/>
                    <a:pt x="608" y="256"/>
                  </a:cubicBezTo>
                  <a:cubicBezTo>
                    <a:pt x="608" y="278"/>
                    <a:pt x="607" y="283"/>
                    <a:pt x="607" y="289"/>
                  </a:cubicBezTo>
                  <a:cubicBezTo>
                    <a:pt x="595" y="363"/>
                    <a:pt x="592" y="374"/>
                    <a:pt x="587" y="384"/>
                  </a:cubicBezTo>
                  <a:cubicBezTo>
                    <a:pt x="589" y="326"/>
                    <a:pt x="592" y="323"/>
                    <a:pt x="592" y="319"/>
                  </a:cubicBezTo>
                  <a:cubicBezTo>
                    <a:pt x="594" y="243"/>
                    <a:pt x="593" y="240"/>
                    <a:pt x="594" y="237"/>
                  </a:cubicBezTo>
                  <a:cubicBezTo>
                    <a:pt x="597" y="223"/>
                    <a:pt x="596" y="219"/>
                    <a:pt x="596" y="216"/>
                  </a:cubicBezTo>
                  <a:cubicBezTo>
                    <a:pt x="608" y="177"/>
                    <a:pt x="610" y="170"/>
                    <a:pt x="614" y="163"/>
                  </a:cubicBezTo>
                  <a:cubicBezTo>
                    <a:pt x="624" y="125"/>
                    <a:pt x="623" y="130"/>
                    <a:pt x="621" y="134"/>
                  </a:cubicBezTo>
                  <a:cubicBezTo>
                    <a:pt x="598" y="185"/>
                    <a:pt x="595" y="190"/>
                    <a:pt x="594" y="195"/>
                  </a:cubicBezTo>
                  <a:cubicBezTo>
                    <a:pt x="583" y="227"/>
                    <a:pt x="590" y="232"/>
                    <a:pt x="586" y="235"/>
                  </a:cubicBezTo>
                  <a:cubicBezTo>
                    <a:pt x="585" y="269"/>
                    <a:pt x="583" y="276"/>
                    <a:pt x="584" y="284"/>
                  </a:cubicBezTo>
                  <a:cubicBezTo>
                    <a:pt x="583" y="334"/>
                    <a:pt x="581" y="338"/>
                    <a:pt x="584" y="342"/>
                  </a:cubicBezTo>
                  <a:cubicBezTo>
                    <a:pt x="578" y="377"/>
                    <a:pt x="579" y="381"/>
                    <a:pt x="575" y="384"/>
                  </a:cubicBezTo>
                  <a:cubicBezTo>
                    <a:pt x="572" y="368"/>
                    <a:pt x="578" y="365"/>
                    <a:pt x="575" y="361"/>
                  </a:cubicBezTo>
                  <a:cubicBezTo>
                    <a:pt x="580" y="316"/>
                    <a:pt x="571" y="307"/>
                    <a:pt x="578" y="300"/>
                  </a:cubicBezTo>
                  <a:cubicBezTo>
                    <a:pt x="572" y="220"/>
                    <a:pt x="574" y="213"/>
                    <a:pt x="573" y="205"/>
                  </a:cubicBezTo>
                  <a:cubicBezTo>
                    <a:pt x="581" y="177"/>
                    <a:pt x="576" y="169"/>
                    <a:pt x="580" y="163"/>
                  </a:cubicBezTo>
                  <a:cubicBezTo>
                    <a:pt x="594" y="117"/>
                    <a:pt x="601" y="111"/>
                    <a:pt x="598" y="103"/>
                  </a:cubicBezTo>
                  <a:cubicBezTo>
                    <a:pt x="577" y="151"/>
                    <a:pt x="576" y="154"/>
                    <a:pt x="573" y="156"/>
                  </a:cubicBezTo>
                  <a:cubicBezTo>
                    <a:pt x="562" y="241"/>
                    <a:pt x="563" y="252"/>
                    <a:pt x="564" y="263"/>
                  </a:cubicBezTo>
                  <a:cubicBezTo>
                    <a:pt x="569" y="302"/>
                    <a:pt x="564" y="307"/>
                    <a:pt x="568" y="312"/>
                  </a:cubicBezTo>
                  <a:cubicBezTo>
                    <a:pt x="566" y="341"/>
                    <a:pt x="565" y="352"/>
                    <a:pt x="568" y="364"/>
                  </a:cubicBezTo>
                  <a:cubicBezTo>
                    <a:pt x="553" y="423"/>
                    <a:pt x="553" y="420"/>
                    <a:pt x="555" y="417"/>
                  </a:cubicBezTo>
                  <a:cubicBezTo>
                    <a:pt x="556" y="394"/>
                    <a:pt x="560" y="392"/>
                    <a:pt x="558" y="388"/>
                  </a:cubicBezTo>
                  <a:cubicBezTo>
                    <a:pt x="561" y="333"/>
                    <a:pt x="563" y="331"/>
                    <a:pt x="562" y="329"/>
                  </a:cubicBezTo>
                  <a:cubicBezTo>
                    <a:pt x="559" y="274"/>
                    <a:pt x="553" y="255"/>
                    <a:pt x="554" y="236"/>
                  </a:cubicBezTo>
                  <a:cubicBezTo>
                    <a:pt x="554" y="218"/>
                    <a:pt x="555" y="214"/>
                    <a:pt x="554" y="209"/>
                  </a:cubicBezTo>
                  <a:cubicBezTo>
                    <a:pt x="559" y="193"/>
                    <a:pt x="557" y="190"/>
                    <a:pt x="559" y="188"/>
                  </a:cubicBezTo>
                  <a:cubicBezTo>
                    <a:pt x="569" y="145"/>
                    <a:pt x="573" y="136"/>
                    <a:pt x="573" y="126"/>
                  </a:cubicBezTo>
                  <a:cubicBezTo>
                    <a:pt x="557" y="167"/>
                    <a:pt x="554" y="173"/>
                    <a:pt x="555" y="179"/>
                  </a:cubicBezTo>
                  <a:cubicBezTo>
                    <a:pt x="548" y="204"/>
                    <a:pt x="545" y="211"/>
                    <a:pt x="547" y="219"/>
                  </a:cubicBezTo>
                  <a:cubicBezTo>
                    <a:pt x="545" y="249"/>
                    <a:pt x="547" y="257"/>
                    <a:pt x="548" y="265"/>
                  </a:cubicBezTo>
                  <a:cubicBezTo>
                    <a:pt x="553" y="302"/>
                    <a:pt x="551" y="305"/>
                    <a:pt x="550" y="308"/>
                  </a:cubicBezTo>
                  <a:cubicBezTo>
                    <a:pt x="556" y="350"/>
                    <a:pt x="553" y="352"/>
                    <a:pt x="554" y="354"/>
                  </a:cubicBezTo>
                  <a:cubicBezTo>
                    <a:pt x="551" y="391"/>
                    <a:pt x="544" y="394"/>
                    <a:pt x="549" y="399"/>
                  </a:cubicBezTo>
                  <a:cubicBezTo>
                    <a:pt x="548" y="423"/>
                    <a:pt x="541" y="425"/>
                    <a:pt x="543" y="428"/>
                  </a:cubicBezTo>
                  <a:cubicBezTo>
                    <a:pt x="534" y="435"/>
                    <a:pt x="534" y="428"/>
                    <a:pt x="538" y="422"/>
                  </a:cubicBezTo>
                  <a:cubicBezTo>
                    <a:pt x="537" y="386"/>
                    <a:pt x="541" y="383"/>
                    <a:pt x="540" y="379"/>
                  </a:cubicBezTo>
                  <a:cubicBezTo>
                    <a:pt x="538" y="342"/>
                    <a:pt x="537" y="338"/>
                    <a:pt x="538" y="333"/>
                  </a:cubicBezTo>
                  <a:cubicBezTo>
                    <a:pt x="535" y="297"/>
                    <a:pt x="532" y="288"/>
                    <a:pt x="531" y="280"/>
                  </a:cubicBezTo>
                  <a:cubicBezTo>
                    <a:pt x="528" y="237"/>
                    <a:pt x="531" y="236"/>
                    <a:pt x="530" y="234"/>
                  </a:cubicBezTo>
                  <a:cubicBezTo>
                    <a:pt x="531" y="195"/>
                    <a:pt x="535" y="192"/>
                    <a:pt x="534" y="187"/>
                  </a:cubicBezTo>
                  <a:cubicBezTo>
                    <a:pt x="537" y="169"/>
                    <a:pt x="538" y="165"/>
                    <a:pt x="539" y="161"/>
                  </a:cubicBezTo>
                  <a:cubicBezTo>
                    <a:pt x="534" y="156"/>
                    <a:pt x="534" y="160"/>
                    <a:pt x="532" y="164"/>
                  </a:cubicBezTo>
                  <a:cubicBezTo>
                    <a:pt x="527" y="184"/>
                    <a:pt x="527" y="187"/>
                    <a:pt x="528" y="189"/>
                  </a:cubicBezTo>
                  <a:cubicBezTo>
                    <a:pt x="521" y="228"/>
                    <a:pt x="522" y="230"/>
                    <a:pt x="522" y="232"/>
                  </a:cubicBezTo>
                  <a:cubicBezTo>
                    <a:pt x="521" y="256"/>
                    <a:pt x="520" y="257"/>
                    <a:pt x="522" y="259"/>
                  </a:cubicBezTo>
                  <a:cubicBezTo>
                    <a:pt x="527" y="285"/>
                    <a:pt x="520" y="288"/>
                    <a:pt x="524" y="293"/>
                  </a:cubicBezTo>
                  <a:cubicBezTo>
                    <a:pt x="532" y="343"/>
                    <a:pt x="530" y="351"/>
                    <a:pt x="534" y="361"/>
                  </a:cubicBezTo>
                  <a:cubicBezTo>
                    <a:pt x="531" y="378"/>
                    <a:pt x="529" y="380"/>
                    <a:pt x="532" y="382"/>
                  </a:cubicBezTo>
                  <a:cubicBezTo>
                    <a:pt x="530" y="417"/>
                    <a:pt x="530" y="421"/>
                    <a:pt x="528" y="424"/>
                  </a:cubicBezTo>
                  <a:cubicBezTo>
                    <a:pt x="523" y="442"/>
                    <a:pt x="525" y="445"/>
                    <a:pt x="522" y="444"/>
                  </a:cubicBezTo>
                  <a:cubicBezTo>
                    <a:pt x="523" y="396"/>
                    <a:pt x="516" y="383"/>
                    <a:pt x="519" y="372"/>
                  </a:cubicBezTo>
                  <a:cubicBezTo>
                    <a:pt x="517" y="348"/>
                    <a:pt x="514" y="341"/>
                    <a:pt x="515" y="335"/>
                  </a:cubicBezTo>
                  <a:cubicBezTo>
                    <a:pt x="506" y="291"/>
                    <a:pt x="509" y="286"/>
                    <a:pt x="507" y="280"/>
                  </a:cubicBezTo>
                  <a:cubicBezTo>
                    <a:pt x="508" y="220"/>
                    <a:pt x="509" y="215"/>
                    <a:pt x="510" y="209"/>
                  </a:cubicBezTo>
                  <a:cubicBezTo>
                    <a:pt x="513" y="185"/>
                    <a:pt x="512" y="178"/>
                    <a:pt x="516" y="173"/>
                  </a:cubicBezTo>
                  <a:cubicBezTo>
                    <a:pt x="515" y="159"/>
                    <a:pt x="514" y="162"/>
                    <a:pt x="512" y="164"/>
                  </a:cubicBezTo>
                  <a:cubicBezTo>
                    <a:pt x="505" y="191"/>
                    <a:pt x="507" y="196"/>
                    <a:pt x="504" y="201"/>
                  </a:cubicBezTo>
                  <a:cubicBezTo>
                    <a:pt x="500" y="221"/>
                    <a:pt x="502" y="226"/>
                    <a:pt x="501" y="230"/>
                  </a:cubicBezTo>
                  <a:cubicBezTo>
                    <a:pt x="498" y="248"/>
                    <a:pt x="500" y="251"/>
                    <a:pt x="500" y="253"/>
                  </a:cubicBezTo>
                  <a:cubicBezTo>
                    <a:pt x="496" y="271"/>
                    <a:pt x="502" y="275"/>
                    <a:pt x="498" y="277"/>
                  </a:cubicBezTo>
                  <a:cubicBezTo>
                    <a:pt x="497" y="300"/>
                    <a:pt x="497" y="294"/>
                    <a:pt x="497" y="290"/>
                  </a:cubicBezTo>
                  <a:cubicBezTo>
                    <a:pt x="494" y="271"/>
                    <a:pt x="495" y="268"/>
                    <a:pt x="495" y="266"/>
                  </a:cubicBezTo>
                  <a:cubicBezTo>
                    <a:pt x="494" y="202"/>
                    <a:pt x="495" y="187"/>
                    <a:pt x="499" y="173"/>
                  </a:cubicBezTo>
                  <a:cubicBezTo>
                    <a:pt x="501" y="135"/>
                    <a:pt x="510" y="133"/>
                    <a:pt x="503" y="128"/>
                  </a:cubicBezTo>
                  <a:cubicBezTo>
                    <a:pt x="490" y="173"/>
                    <a:pt x="490" y="178"/>
                    <a:pt x="489" y="183"/>
                  </a:cubicBezTo>
                  <a:cubicBezTo>
                    <a:pt x="485" y="220"/>
                    <a:pt x="485" y="223"/>
                    <a:pt x="485" y="225"/>
                  </a:cubicBezTo>
                  <a:cubicBezTo>
                    <a:pt x="484" y="256"/>
                    <a:pt x="483" y="258"/>
                    <a:pt x="486" y="261"/>
                  </a:cubicBezTo>
                  <a:cubicBezTo>
                    <a:pt x="484" y="277"/>
                    <a:pt x="489" y="280"/>
                    <a:pt x="487" y="282"/>
                  </a:cubicBezTo>
                  <a:cubicBezTo>
                    <a:pt x="498" y="337"/>
                    <a:pt x="496" y="347"/>
                    <a:pt x="502" y="357"/>
                  </a:cubicBezTo>
                  <a:cubicBezTo>
                    <a:pt x="506" y="408"/>
                    <a:pt x="505" y="413"/>
                    <a:pt x="503" y="418"/>
                  </a:cubicBezTo>
                  <a:cubicBezTo>
                    <a:pt x="505" y="450"/>
                    <a:pt x="505" y="453"/>
                    <a:pt x="503" y="455"/>
                  </a:cubicBezTo>
                  <a:cubicBezTo>
                    <a:pt x="499" y="471"/>
                    <a:pt x="503" y="479"/>
                    <a:pt x="498" y="475"/>
                  </a:cubicBezTo>
                  <a:cubicBezTo>
                    <a:pt x="493" y="426"/>
                    <a:pt x="495" y="423"/>
                    <a:pt x="495" y="419"/>
                  </a:cubicBezTo>
                  <a:cubicBezTo>
                    <a:pt x="485" y="375"/>
                    <a:pt x="480" y="366"/>
                    <a:pt x="483" y="359"/>
                  </a:cubicBezTo>
                  <a:cubicBezTo>
                    <a:pt x="470" y="321"/>
                    <a:pt x="476" y="319"/>
                    <a:pt x="470" y="314"/>
                  </a:cubicBezTo>
                  <a:cubicBezTo>
                    <a:pt x="459" y="218"/>
                    <a:pt x="466" y="212"/>
                    <a:pt x="462" y="204"/>
                  </a:cubicBezTo>
                  <a:cubicBezTo>
                    <a:pt x="457" y="195"/>
                    <a:pt x="457" y="204"/>
                    <a:pt x="457" y="213"/>
                  </a:cubicBezTo>
                  <a:cubicBezTo>
                    <a:pt x="457" y="232"/>
                    <a:pt x="452" y="236"/>
                    <a:pt x="455" y="241"/>
                  </a:cubicBezTo>
                  <a:cubicBezTo>
                    <a:pt x="454" y="275"/>
                    <a:pt x="459" y="280"/>
                    <a:pt x="456" y="285"/>
                  </a:cubicBezTo>
                  <a:cubicBezTo>
                    <a:pt x="462" y="317"/>
                    <a:pt x="462" y="322"/>
                    <a:pt x="465" y="327"/>
                  </a:cubicBezTo>
                  <a:cubicBezTo>
                    <a:pt x="475" y="362"/>
                    <a:pt x="473" y="368"/>
                    <a:pt x="475" y="375"/>
                  </a:cubicBezTo>
                  <a:cubicBezTo>
                    <a:pt x="478" y="394"/>
                    <a:pt x="483" y="397"/>
                    <a:pt x="481" y="400"/>
                  </a:cubicBezTo>
                  <a:cubicBezTo>
                    <a:pt x="484" y="436"/>
                    <a:pt x="490" y="444"/>
                    <a:pt x="487" y="449"/>
                  </a:cubicBezTo>
                  <a:cubicBezTo>
                    <a:pt x="483" y="480"/>
                    <a:pt x="490" y="485"/>
                    <a:pt x="488" y="488"/>
                  </a:cubicBezTo>
                  <a:cubicBezTo>
                    <a:pt x="483" y="503"/>
                    <a:pt x="485" y="499"/>
                    <a:pt x="485" y="495"/>
                  </a:cubicBezTo>
                  <a:cubicBezTo>
                    <a:pt x="486" y="464"/>
                    <a:pt x="482" y="459"/>
                    <a:pt x="483" y="454"/>
                  </a:cubicBezTo>
                  <a:cubicBezTo>
                    <a:pt x="474" y="394"/>
                    <a:pt x="466" y="388"/>
                    <a:pt x="469" y="384"/>
                  </a:cubicBezTo>
                  <a:cubicBezTo>
                    <a:pt x="462" y="348"/>
                    <a:pt x="459" y="346"/>
                    <a:pt x="457" y="346"/>
                  </a:cubicBezTo>
                  <a:cubicBezTo>
                    <a:pt x="449" y="328"/>
                    <a:pt x="460" y="322"/>
                    <a:pt x="453" y="324"/>
                  </a:cubicBezTo>
                  <a:cubicBezTo>
                    <a:pt x="446" y="286"/>
                    <a:pt x="449" y="281"/>
                    <a:pt x="445" y="276"/>
                  </a:cubicBezTo>
                  <a:cubicBezTo>
                    <a:pt x="449" y="241"/>
                    <a:pt x="443" y="235"/>
                    <a:pt x="444" y="230"/>
                  </a:cubicBezTo>
                  <a:cubicBezTo>
                    <a:pt x="450" y="210"/>
                    <a:pt x="442" y="203"/>
                    <a:pt x="449" y="199"/>
                  </a:cubicBezTo>
                  <a:cubicBezTo>
                    <a:pt x="454" y="163"/>
                    <a:pt x="461" y="159"/>
                    <a:pt x="458" y="153"/>
                  </a:cubicBezTo>
                  <a:cubicBezTo>
                    <a:pt x="444" y="191"/>
                    <a:pt x="439" y="200"/>
                    <a:pt x="440" y="211"/>
                  </a:cubicBezTo>
                  <a:cubicBezTo>
                    <a:pt x="435" y="250"/>
                    <a:pt x="436" y="261"/>
                    <a:pt x="437" y="271"/>
                  </a:cubicBezTo>
                  <a:cubicBezTo>
                    <a:pt x="442" y="313"/>
                    <a:pt x="444" y="323"/>
                    <a:pt x="448" y="335"/>
                  </a:cubicBezTo>
                  <a:cubicBezTo>
                    <a:pt x="458" y="387"/>
                    <a:pt x="461" y="393"/>
                    <a:pt x="460" y="398"/>
                  </a:cubicBezTo>
                  <a:cubicBezTo>
                    <a:pt x="473" y="464"/>
                    <a:pt x="476" y="471"/>
                    <a:pt x="475" y="477"/>
                  </a:cubicBezTo>
                  <a:cubicBezTo>
                    <a:pt x="472" y="519"/>
                    <a:pt x="470" y="522"/>
                    <a:pt x="473" y="526"/>
                  </a:cubicBezTo>
                  <a:cubicBezTo>
                    <a:pt x="466" y="546"/>
                    <a:pt x="465" y="547"/>
                    <a:pt x="465" y="548"/>
                  </a:cubicBezTo>
                  <a:cubicBezTo>
                    <a:pt x="459" y="507"/>
                    <a:pt x="462" y="504"/>
                    <a:pt x="463" y="501"/>
                  </a:cubicBezTo>
                  <a:cubicBezTo>
                    <a:pt x="458" y="462"/>
                    <a:pt x="451" y="454"/>
                    <a:pt x="451" y="448"/>
                  </a:cubicBezTo>
                  <a:cubicBezTo>
                    <a:pt x="436" y="412"/>
                    <a:pt x="440" y="409"/>
                    <a:pt x="436" y="405"/>
                  </a:cubicBezTo>
                  <a:cubicBezTo>
                    <a:pt x="427" y="372"/>
                    <a:pt x="429" y="369"/>
                    <a:pt x="426" y="365"/>
                  </a:cubicBezTo>
                  <a:cubicBezTo>
                    <a:pt x="421" y="351"/>
                    <a:pt x="423" y="350"/>
                    <a:pt x="421" y="347"/>
                  </a:cubicBezTo>
                  <a:cubicBezTo>
                    <a:pt x="417" y="313"/>
                    <a:pt x="414" y="309"/>
                    <a:pt x="415" y="305"/>
                  </a:cubicBezTo>
                  <a:cubicBezTo>
                    <a:pt x="416" y="260"/>
                    <a:pt x="418" y="257"/>
                    <a:pt x="414" y="253"/>
                  </a:cubicBezTo>
                  <a:cubicBezTo>
                    <a:pt x="416" y="237"/>
                    <a:pt x="416" y="229"/>
                    <a:pt x="414" y="222"/>
                  </a:cubicBezTo>
                  <a:cubicBezTo>
                    <a:pt x="416" y="200"/>
                    <a:pt x="418" y="197"/>
                    <a:pt x="418" y="194"/>
                  </a:cubicBezTo>
                  <a:cubicBezTo>
                    <a:pt x="414" y="206"/>
                    <a:pt x="410" y="211"/>
                    <a:pt x="412" y="216"/>
                  </a:cubicBezTo>
                  <a:cubicBezTo>
                    <a:pt x="409" y="236"/>
                    <a:pt x="410" y="242"/>
                    <a:pt x="410" y="247"/>
                  </a:cubicBezTo>
                  <a:cubicBezTo>
                    <a:pt x="407" y="327"/>
                    <a:pt x="412" y="332"/>
                    <a:pt x="410" y="335"/>
                  </a:cubicBezTo>
                  <a:cubicBezTo>
                    <a:pt x="414" y="368"/>
                    <a:pt x="422" y="373"/>
                    <a:pt x="420" y="377"/>
                  </a:cubicBezTo>
                  <a:cubicBezTo>
                    <a:pt x="438" y="439"/>
                    <a:pt x="445" y="459"/>
                    <a:pt x="448" y="477"/>
                  </a:cubicBezTo>
                  <a:cubicBezTo>
                    <a:pt x="451" y="509"/>
                    <a:pt x="452" y="514"/>
                    <a:pt x="453" y="518"/>
                  </a:cubicBezTo>
                  <a:cubicBezTo>
                    <a:pt x="449" y="518"/>
                    <a:pt x="452" y="515"/>
                    <a:pt x="448" y="512"/>
                  </a:cubicBezTo>
                  <a:cubicBezTo>
                    <a:pt x="443" y="484"/>
                    <a:pt x="442" y="477"/>
                    <a:pt x="441" y="470"/>
                  </a:cubicBezTo>
                  <a:cubicBezTo>
                    <a:pt x="432" y="436"/>
                    <a:pt x="429" y="432"/>
                    <a:pt x="428" y="428"/>
                  </a:cubicBezTo>
                  <a:cubicBezTo>
                    <a:pt x="416" y="393"/>
                    <a:pt x="413" y="389"/>
                    <a:pt x="414" y="386"/>
                  </a:cubicBezTo>
                  <a:cubicBezTo>
                    <a:pt x="407" y="359"/>
                    <a:pt x="405" y="356"/>
                    <a:pt x="403" y="350"/>
                  </a:cubicBezTo>
                  <a:cubicBezTo>
                    <a:pt x="401" y="334"/>
                    <a:pt x="403" y="333"/>
                    <a:pt x="403" y="333"/>
                  </a:cubicBezTo>
                  <a:cubicBezTo>
                    <a:pt x="401" y="321"/>
                    <a:pt x="400" y="317"/>
                    <a:pt x="399" y="314"/>
                  </a:cubicBezTo>
                  <a:cubicBezTo>
                    <a:pt x="395" y="298"/>
                    <a:pt x="397" y="295"/>
                    <a:pt x="396" y="293"/>
                  </a:cubicBezTo>
                  <a:cubicBezTo>
                    <a:pt x="390" y="256"/>
                    <a:pt x="396" y="250"/>
                    <a:pt x="392" y="243"/>
                  </a:cubicBezTo>
                  <a:cubicBezTo>
                    <a:pt x="394" y="217"/>
                    <a:pt x="395" y="215"/>
                    <a:pt x="395" y="213"/>
                  </a:cubicBezTo>
                  <a:cubicBezTo>
                    <a:pt x="388" y="211"/>
                    <a:pt x="391" y="212"/>
                    <a:pt x="391" y="214"/>
                  </a:cubicBezTo>
                  <a:cubicBezTo>
                    <a:pt x="386" y="231"/>
                    <a:pt x="389" y="235"/>
                    <a:pt x="386" y="237"/>
                  </a:cubicBezTo>
                  <a:cubicBezTo>
                    <a:pt x="387" y="268"/>
                    <a:pt x="385" y="271"/>
                    <a:pt x="388" y="275"/>
                  </a:cubicBezTo>
                  <a:cubicBezTo>
                    <a:pt x="391" y="325"/>
                    <a:pt x="397" y="338"/>
                    <a:pt x="393" y="350"/>
                  </a:cubicBezTo>
                  <a:cubicBezTo>
                    <a:pt x="405" y="382"/>
                    <a:pt x="403" y="390"/>
                    <a:pt x="408" y="398"/>
                  </a:cubicBezTo>
                  <a:cubicBezTo>
                    <a:pt x="419" y="430"/>
                    <a:pt x="421" y="438"/>
                    <a:pt x="423" y="446"/>
                  </a:cubicBezTo>
                  <a:cubicBezTo>
                    <a:pt x="436" y="483"/>
                    <a:pt x="432" y="487"/>
                    <a:pt x="436" y="491"/>
                  </a:cubicBezTo>
                  <a:cubicBezTo>
                    <a:pt x="440" y="554"/>
                    <a:pt x="443" y="558"/>
                    <a:pt x="443" y="562"/>
                  </a:cubicBezTo>
                  <a:cubicBezTo>
                    <a:pt x="428" y="572"/>
                    <a:pt x="429" y="568"/>
                    <a:pt x="430" y="564"/>
                  </a:cubicBezTo>
                  <a:cubicBezTo>
                    <a:pt x="417" y="498"/>
                    <a:pt x="416" y="485"/>
                    <a:pt x="415" y="472"/>
                  </a:cubicBezTo>
                  <a:cubicBezTo>
                    <a:pt x="409" y="449"/>
                    <a:pt x="405" y="442"/>
                    <a:pt x="406" y="436"/>
                  </a:cubicBezTo>
                  <a:cubicBezTo>
                    <a:pt x="401" y="421"/>
                    <a:pt x="398" y="415"/>
                    <a:pt x="398" y="411"/>
                  </a:cubicBezTo>
                  <a:cubicBezTo>
                    <a:pt x="393" y="374"/>
                    <a:pt x="387" y="375"/>
                    <a:pt x="389" y="372"/>
                  </a:cubicBezTo>
                  <a:cubicBezTo>
                    <a:pt x="382" y="312"/>
                    <a:pt x="377" y="293"/>
                    <a:pt x="381" y="275"/>
                  </a:cubicBezTo>
                  <a:cubicBezTo>
                    <a:pt x="385" y="244"/>
                    <a:pt x="380" y="238"/>
                    <a:pt x="383" y="234"/>
                  </a:cubicBezTo>
                  <a:cubicBezTo>
                    <a:pt x="377" y="239"/>
                    <a:pt x="376" y="242"/>
                    <a:pt x="376" y="244"/>
                  </a:cubicBezTo>
                  <a:cubicBezTo>
                    <a:pt x="375" y="300"/>
                    <a:pt x="373" y="312"/>
                    <a:pt x="372" y="324"/>
                  </a:cubicBezTo>
                  <a:cubicBezTo>
                    <a:pt x="386" y="402"/>
                    <a:pt x="389" y="407"/>
                    <a:pt x="389" y="412"/>
                  </a:cubicBezTo>
                  <a:cubicBezTo>
                    <a:pt x="411" y="512"/>
                    <a:pt x="416" y="522"/>
                    <a:pt x="416" y="532"/>
                  </a:cubicBezTo>
                  <a:cubicBezTo>
                    <a:pt x="418" y="573"/>
                    <a:pt x="419" y="584"/>
                    <a:pt x="420" y="595"/>
                  </a:cubicBezTo>
                  <a:cubicBezTo>
                    <a:pt x="411" y="622"/>
                    <a:pt x="419" y="616"/>
                    <a:pt x="413" y="608"/>
                  </a:cubicBezTo>
                  <a:cubicBezTo>
                    <a:pt x="406" y="541"/>
                    <a:pt x="407" y="534"/>
                    <a:pt x="403" y="527"/>
                  </a:cubicBezTo>
                  <a:cubicBezTo>
                    <a:pt x="394" y="499"/>
                    <a:pt x="398" y="493"/>
                    <a:pt x="395" y="486"/>
                  </a:cubicBezTo>
                  <a:cubicBezTo>
                    <a:pt x="376" y="417"/>
                    <a:pt x="378" y="413"/>
                    <a:pt x="374" y="408"/>
                  </a:cubicBezTo>
                  <a:cubicBezTo>
                    <a:pt x="370" y="378"/>
                    <a:pt x="365" y="372"/>
                    <a:pt x="367" y="369"/>
                  </a:cubicBezTo>
                  <a:cubicBezTo>
                    <a:pt x="363" y="308"/>
                    <a:pt x="356" y="298"/>
                    <a:pt x="360" y="290"/>
                  </a:cubicBezTo>
                  <a:cubicBezTo>
                    <a:pt x="362" y="248"/>
                    <a:pt x="362" y="244"/>
                    <a:pt x="362" y="239"/>
                  </a:cubicBezTo>
                  <a:cubicBezTo>
                    <a:pt x="363" y="220"/>
                    <a:pt x="361" y="223"/>
                    <a:pt x="360" y="226"/>
                  </a:cubicBezTo>
                  <a:cubicBezTo>
                    <a:pt x="358" y="241"/>
                    <a:pt x="353" y="244"/>
                    <a:pt x="357" y="248"/>
                  </a:cubicBezTo>
                  <a:cubicBezTo>
                    <a:pt x="352" y="267"/>
                    <a:pt x="356" y="270"/>
                    <a:pt x="351" y="272"/>
                  </a:cubicBezTo>
                  <a:cubicBezTo>
                    <a:pt x="350" y="303"/>
                    <a:pt x="355" y="306"/>
                    <a:pt x="353" y="308"/>
                  </a:cubicBezTo>
                  <a:cubicBezTo>
                    <a:pt x="351" y="332"/>
                    <a:pt x="356" y="338"/>
                    <a:pt x="353" y="342"/>
                  </a:cubicBezTo>
                  <a:cubicBezTo>
                    <a:pt x="363" y="389"/>
                    <a:pt x="362" y="393"/>
                    <a:pt x="367" y="398"/>
                  </a:cubicBezTo>
                  <a:cubicBezTo>
                    <a:pt x="367" y="433"/>
                    <a:pt x="379" y="443"/>
                    <a:pt x="375" y="451"/>
                  </a:cubicBezTo>
                  <a:cubicBezTo>
                    <a:pt x="395" y="536"/>
                    <a:pt x="399" y="541"/>
                    <a:pt x="399" y="545"/>
                  </a:cubicBezTo>
                  <a:cubicBezTo>
                    <a:pt x="400" y="576"/>
                    <a:pt x="402" y="581"/>
                    <a:pt x="406" y="586"/>
                  </a:cubicBezTo>
                  <a:cubicBezTo>
                    <a:pt x="406" y="605"/>
                    <a:pt x="405" y="608"/>
                    <a:pt x="404" y="610"/>
                  </a:cubicBezTo>
                  <a:cubicBezTo>
                    <a:pt x="402" y="627"/>
                    <a:pt x="408" y="632"/>
                    <a:pt x="403" y="635"/>
                  </a:cubicBezTo>
                  <a:cubicBezTo>
                    <a:pt x="396" y="601"/>
                    <a:pt x="401" y="597"/>
                    <a:pt x="398" y="592"/>
                  </a:cubicBezTo>
                  <a:cubicBezTo>
                    <a:pt x="383" y="512"/>
                    <a:pt x="375" y="506"/>
                    <a:pt x="377" y="501"/>
                  </a:cubicBezTo>
                  <a:cubicBezTo>
                    <a:pt x="354" y="435"/>
                    <a:pt x="354" y="416"/>
                    <a:pt x="344" y="395"/>
                  </a:cubicBezTo>
                  <a:cubicBezTo>
                    <a:pt x="338" y="338"/>
                    <a:pt x="338" y="335"/>
                    <a:pt x="339" y="333"/>
                  </a:cubicBezTo>
                  <a:cubicBezTo>
                    <a:pt x="340" y="299"/>
                    <a:pt x="336" y="293"/>
                    <a:pt x="338" y="287"/>
                  </a:cubicBezTo>
                  <a:cubicBezTo>
                    <a:pt x="331" y="289"/>
                    <a:pt x="332" y="300"/>
                    <a:pt x="330" y="310"/>
                  </a:cubicBezTo>
                  <a:cubicBezTo>
                    <a:pt x="334" y="336"/>
                    <a:pt x="329" y="338"/>
                    <a:pt x="333" y="342"/>
                  </a:cubicBezTo>
                  <a:cubicBezTo>
                    <a:pt x="337" y="378"/>
                    <a:pt x="335" y="383"/>
                    <a:pt x="337" y="388"/>
                  </a:cubicBezTo>
                  <a:cubicBezTo>
                    <a:pt x="337" y="409"/>
                    <a:pt x="345" y="415"/>
                    <a:pt x="343" y="420"/>
                  </a:cubicBezTo>
                  <a:cubicBezTo>
                    <a:pt x="357" y="454"/>
                    <a:pt x="351" y="461"/>
                    <a:pt x="357" y="467"/>
                  </a:cubicBezTo>
                  <a:cubicBezTo>
                    <a:pt x="369" y="497"/>
                    <a:pt x="364" y="504"/>
                    <a:pt x="368" y="506"/>
                  </a:cubicBezTo>
                  <a:cubicBezTo>
                    <a:pt x="379" y="543"/>
                    <a:pt x="382" y="551"/>
                    <a:pt x="384" y="558"/>
                  </a:cubicBezTo>
                  <a:cubicBezTo>
                    <a:pt x="390" y="600"/>
                    <a:pt x="393" y="605"/>
                    <a:pt x="388" y="609"/>
                  </a:cubicBezTo>
                  <a:cubicBezTo>
                    <a:pt x="376" y="559"/>
                    <a:pt x="371" y="556"/>
                    <a:pt x="373" y="554"/>
                  </a:cubicBezTo>
                  <a:cubicBezTo>
                    <a:pt x="357" y="504"/>
                    <a:pt x="350" y="497"/>
                    <a:pt x="350" y="491"/>
                  </a:cubicBezTo>
                  <a:cubicBezTo>
                    <a:pt x="323" y="433"/>
                    <a:pt x="327" y="431"/>
                    <a:pt x="324" y="427"/>
                  </a:cubicBezTo>
                  <a:cubicBezTo>
                    <a:pt x="313" y="386"/>
                    <a:pt x="309" y="374"/>
                    <a:pt x="308" y="362"/>
                  </a:cubicBezTo>
                  <a:cubicBezTo>
                    <a:pt x="306" y="320"/>
                    <a:pt x="303" y="314"/>
                    <a:pt x="304" y="308"/>
                  </a:cubicBezTo>
                  <a:cubicBezTo>
                    <a:pt x="303" y="284"/>
                    <a:pt x="306" y="279"/>
                    <a:pt x="306" y="273"/>
                  </a:cubicBezTo>
                  <a:cubicBezTo>
                    <a:pt x="300" y="263"/>
                    <a:pt x="301" y="273"/>
                    <a:pt x="300" y="282"/>
                  </a:cubicBezTo>
                  <a:cubicBezTo>
                    <a:pt x="298" y="301"/>
                    <a:pt x="297" y="305"/>
                    <a:pt x="295" y="310"/>
                  </a:cubicBezTo>
                  <a:cubicBezTo>
                    <a:pt x="307" y="382"/>
                    <a:pt x="302" y="391"/>
                    <a:pt x="310" y="402"/>
                  </a:cubicBezTo>
                  <a:cubicBezTo>
                    <a:pt x="317" y="439"/>
                    <a:pt x="325" y="446"/>
                    <a:pt x="323" y="450"/>
                  </a:cubicBezTo>
                  <a:cubicBezTo>
                    <a:pt x="337" y="478"/>
                    <a:pt x="337" y="489"/>
                    <a:pt x="345" y="500"/>
                  </a:cubicBezTo>
                  <a:cubicBezTo>
                    <a:pt x="352" y="526"/>
                    <a:pt x="359" y="530"/>
                    <a:pt x="355" y="532"/>
                  </a:cubicBezTo>
                  <a:cubicBezTo>
                    <a:pt x="378" y="589"/>
                    <a:pt x="373" y="597"/>
                    <a:pt x="377" y="600"/>
                  </a:cubicBezTo>
                  <a:cubicBezTo>
                    <a:pt x="374" y="595"/>
                    <a:pt x="367" y="591"/>
                    <a:pt x="366" y="588"/>
                  </a:cubicBezTo>
                  <a:cubicBezTo>
                    <a:pt x="355" y="552"/>
                    <a:pt x="348" y="544"/>
                    <a:pt x="350" y="538"/>
                  </a:cubicBezTo>
                  <a:cubicBezTo>
                    <a:pt x="324" y="484"/>
                    <a:pt x="321" y="468"/>
                    <a:pt x="311" y="451"/>
                  </a:cubicBezTo>
                  <a:cubicBezTo>
                    <a:pt x="301" y="423"/>
                    <a:pt x="301" y="419"/>
                    <a:pt x="300" y="415"/>
                  </a:cubicBezTo>
                  <a:cubicBezTo>
                    <a:pt x="290" y="374"/>
                    <a:pt x="287" y="369"/>
                    <a:pt x="289" y="366"/>
                  </a:cubicBezTo>
                  <a:cubicBezTo>
                    <a:pt x="286" y="345"/>
                    <a:pt x="285" y="337"/>
                    <a:pt x="285" y="330"/>
                  </a:cubicBezTo>
                  <a:cubicBezTo>
                    <a:pt x="278" y="309"/>
                    <a:pt x="280" y="316"/>
                    <a:pt x="280" y="319"/>
                  </a:cubicBezTo>
                  <a:cubicBezTo>
                    <a:pt x="279" y="330"/>
                    <a:pt x="279" y="333"/>
                    <a:pt x="279" y="334"/>
                  </a:cubicBezTo>
                  <a:cubicBezTo>
                    <a:pt x="276" y="357"/>
                    <a:pt x="284" y="362"/>
                    <a:pt x="281" y="365"/>
                  </a:cubicBezTo>
                  <a:cubicBezTo>
                    <a:pt x="287" y="400"/>
                    <a:pt x="290" y="404"/>
                    <a:pt x="290" y="407"/>
                  </a:cubicBezTo>
                  <a:cubicBezTo>
                    <a:pt x="314" y="477"/>
                    <a:pt x="313" y="479"/>
                    <a:pt x="313" y="481"/>
                  </a:cubicBezTo>
                  <a:cubicBezTo>
                    <a:pt x="324" y="507"/>
                    <a:pt x="331" y="514"/>
                    <a:pt x="329" y="519"/>
                  </a:cubicBezTo>
                  <a:cubicBezTo>
                    <a:pt x="359" y="601"/>
                    <a:pt x="365" y="601"/>
                    <a:pt x="364" y="609"/>
                  </a:cubicBezTo>
                  <a:cubicBezTo>
                    <a:pt x="371" y="640"/>
                    <a:pt x="372" y="643"/>
                    <a:pt x="374" y="646"/>
                  </a:cubicBezTo>
                  <a:cubicBezTo>
                    <a:pt x="376" y="667"/>
                    <a:pt x="377" y="669"/>
                    <a:pt x="374" y="671"/>
                  </a:cubicBezTo>
                  <a:cubicBezTo>
                    <a:pt x="375" y="687"/>
                    <a:pt x="374" y="690"/>
                    <a:pt x="375" y="692"/>
                  </a:cubicBezTo>
                  <a:cubicBezTo>
                    <a:pt x="370" y="713"/>
                    <a:pt x="369" y="717"/>
                    <a:pt x="367" y="715"/>
                  </a:cubicBezTo>
                  <a:cubicBezTo>
                    <a:pt x="363" y="675"/>
                    <a:pt x="362" y="670"/>
                    <a:pt x="363" y="666"/>
                  </a:cubicBezTo>
                  <a:cubicBezTo>
                    <a:pt x="352" y="608"/>
                    <a:pt x="345" y="610"/>
                    <a:pt x="346" y="605"/>
                  </a:cubicBezTo>
                  <a:cubicBezTo>
                    <a:pt x="334" y="572"/>
                    <a:pt x="329" y="574"/>
                    <a:pt x="329" y="568"/>
                  </a:cubicBezTo>
                  <a:cubicBezTo>
                    <a:pt x="310" y="526"/>
                    <a:pt x="303" y="521"/>
                    <a:pt x="305" y="517"/>
                  </a:cubicBezTo>
                  <a:cubicBezTo>
                    <a:pt x="290" y="492"/>
                    <a:pt x="293" y="489"/>
                    <a:pt x="289" y="484"/>
                  </a:cubicBezTo>
                  <a:cubicBezTo>
                    <a:pt x="272" y="442"/>
                    <a:pt x="272" y="433"/>
                    <a:pt x="267" y="424"/>
                  </a:cubicBezTo>
                  <a:cubicBezTo>
                    <a:pt x="263" y="382"/>
                    <a:pt x="261" y="377"/>
                    <a:pt x="262" y="373"/>
                  </a:cubicBezTo>
                  <a:cubicBezTo>
                    <a:pt x="263" y="332"/>
                    <a:pt x="259" y="327"/>
                    <a:pt x="260" y="323"/>
                  </a:cubicBezTo>
                  <a:cubicBezTo>
                    <a:pt x="255" y="324"/>
                    <a:pt x="255" y="328"/>
                    <a:pt x="258" y="332"/>
                  </a:cubicBezTo>
                  <a:cubicBezTo>
                    <a:pt x="253" y="357"/>
                    <a:pt x="255" y="358"/>
                    <a:pt x="255" y="359"/>
                  </a:cubicBezTo>
                  <a:cubicBezTo>
                    <a:pt x="256" y="372"/>
                    <a:pt x="254" y="373"/>
                    <a:pt x="255" y="376"/>
                  </a:cubicBezTo>
                  <a:cubicBezTo>
                    <a:pt x="262" y="413"/>
                    <a:pt x="257" y="421"/>
                    <a:pt x="262" y="430"/>
                  </a:cubicBezTo>
                  <a:cubicBezTo>
                    <a:pt x="271" y="463"/>
                    <a:pt x="270" y="468"/>
                    <a:pt x="276" y="474"/>
                  </a:cubicBezTo>
                  <a:cubicBezTo>
                    <a:pt x="293" y="525"/>
                    <a:pt x="305" y="537"/>
                    <a:pt x="308" y="549"/>
                  </a:cubicBezTo>
                  <a:cubicBezTo>
                    <a:pt x="326" y="593"/>
                    <a:pt x="338" y="598"/>
                    <a:pt x="333" y="600"/>
                  </a:cubicBezTo>
                  <a:cubicBezTo>
                    <a:pt x="344" y="639"/>
                    <a:pt x="350" y="643"/>
                    <a:pt x="348" y="645"/>
                  </a:cubicBezTo>
                  <a:cubicBezTo>
                    <a:pt x="360" y="675"/>
                    <a:pt x="349" y="681"/>
                    <a:pt x="356" y="679"/>
                  </a:cubicBezTo>
                  <a:cubicBezTo>
                    <a:pt x="356" y="718"/>
                    <a:pt x="357" y="722"/>
                    <a:pt x="358" y="727"/>
                  </a:cubicBezTo>
                  <a:cubicBezTo>
                    <a:pt x="355" y="728"/>
                    <a:pt x="353" y="720"/>
                    <a:pt x="355" y="712"/>
                  </a:cubicBezTo>
                  <a:cubicBezTo>
                    <a:pt x="344" y="656"/>
                    <a:pt x="337" y="650"/>
                    <a:pt x="339" y="647"/>
                  </a:cubicBezTo>
                  <a:cubicBezTo>
                    <a:pt x="327" y="614"/>
                    <a:pt x="329" y="612"/>
                    <a:pt x="327" y="609"/>
                  </a:cubicBezTo>
                  <a:cubicBezTo>
                    <a:pt x="296" y="547"/>
                    <a:pt x="292" y="535"/>
                    <a:pt x="286" y="521"/>
                  </a:cubicBezTo>
                  <a:cubicBezTo>
                    <a:pt x="264" y="475"/>
                    <a:pt x="265" y="471"/>
                    <a:pt x="260" y="465"/>
                  </a:cubicBezTo>
                  <a:cubicBezTo>
                    <a:pt x="247" y="411"/>
                    <a:pt x="246" y="405"/>
                    <a:pt x="244" y="399"/>
                  </a:cubicBezTo>
                  <a:cubicBezTo>
                    <a:pt x="237" y="392"/>
                    <a:pt x="243" y="396"/>
                    <a:pt x="240" y="399"/>
                  </a:cubicBezTo>
                  <a:cubicBezTo>
                    <a:pt x="245" y="450"/>
                    <a:pt x="252" y="456"/>
                    <a:pt x="251" y="460"/>
                  </a:cubicBezTo>
                  <a:cubicBezTo>
                    <a:pt x="278" y="524"/>
                    <a:pt x="284" y="536"/>
                    <a:pt x="288" y="548"/>
                  </a:cubicBezTo>
                  <a:cubicBezTo>
                    <a:pt x="302" y="574"/>
                    <a:pt x="305" y="577"/>
                    <a:pt x="303" y="579"/>
                  </a:cubicBezTo>
                  <a:cubicBezTo>
                    <a:pt x="316" y="612"/>
                    <a:pt x="323" y="618"/>
                    <a:pt x="323" y="624"/>
                  </a:cubicBezTo>
                  <a:cubicBezTo>
                    <a:pt x="325" y="635"/>
                    <a:pt x="328" y="634"/>
                    <a:pt x="329" y="635"/>
                  </a:cubicBezTo>
                  <a:cubicBezTo>
                    <a:pt x="329" y="647"/>
                    <a:pt x="332" y="649"/>
                    <a:pt x="330" y="651"/>
                  </a:cubicBezTo>
                  <a:cubicBezTo>
                    <a:pt x="342" y="695"/>
                    <a:pt x="341" y="702"/>
                    <a:pt x="346" y="710"/>
                  </a:cubicBezTo>
                  <a:cubicBezTo>
                    <a:pt x="344" y="729"/>
                    <a:pt x="346" y="732"/>
                    <a:pt x="343" y="730"/>
                  </a:cubicBezTo>
                  <a:cubicBezTo>
                    <a:pt x="342" y="696"/>
                    <a:pt x="336" y="691"/>
                    <a:pt x="340" y="688"/>
                  </a:cubicBezTo>
                  <a:cubicBezTo>
                    <a:pt x="322" y="644"/>
                    <a:pt x="323" y="635"/>
                    <a:pt x="319" y="625"/>
                  </a:cubicBezTo>
                  <a:cubicBezTo>
                    <a:pt x="304" y="603"/>
                    <a:pt x="309" y="596"/>
                    <a:pt x="304" y="598"/>
                  </a:cubicBezTo>
                  <a:cubicBezTo>
                    <a:pt x="283" y="562"/>
                    <a:pt x="281" y="562"/>
                    <a:pt x="280" y="557"/>
                  </a:cubicBezTo>
                  <a:cubicBezTo>
                    <a:pt x="239" y="483"/>
                    <a:pt x="234" y="468"/>
                    <a:pt x="227" y="453"/>
                  </a:cubicBezTo>
                  <a:cubicBezTo>
                    <a:pt x="222" y="406"/>
                    <a:pt x="214" y="401"/>
                    <a:pt x="217" y="399"/>
                  </a:cubicBezTo>
                  <a:cubicBezTo>
                    <a:pt x="210" y="368"/>
                    <a:pt x="206" y="371"/>
                    <a:pt x="209" y="374"/>
                  </a:cubicBezTo>
                  <a:cubicBezTo>
                    <a:pt x="211" y="412"/>
                    <a:pt x="214" y="416"/>
                    <a:pt x="212" y="419"/>
                  </a:cubicBezTo>
                  <a:cubicBezTo>
                    <a:pt x="217" y="447"/>
                    <a:pt x="220" y="451"/>
                    <a:pt x="218" y="454"/>
                  </a:cubicBezTo>
                  <a:cubicBezTo>
                    <a:pt x="237" y="486"/>
                    <a:pt x="228" y="488"/>
                    <a:pt x="233" y="492"/>
                  </a:cubicBezTo>
                  <a:cubicBezTo>
                    <a:pt x="243" y="506"/>
                    <a:pt x="241" y="507"/>
                    <a:pt x="243" y="510"/>
                  </a:cubicBezTo>
                  <a:cubicBezTo>
                    <a:pt x="273" y="563"/>
                    <a:pt x="281" y="573"/>
                    <a:pt x="290" y="592"/>
                  </a:cubicBezTo>
                  <a:cubicBezTo>
                    <a:pt x="313" y="641"/>
                    <a:pt x="320" y="646"/>
                    <a:pt x="317" y="650"/>
                  </a:cubicBezTo>
                  <a:cubicBezTo>
                    <a:pt x="324" y="674"/>
                    <a:pt x="328" y="677"/>
                    <a:pt x="326" y="679"/>
                  </a:cubicBezTo>
                  <a:cubicBezTo>
                    <a:pt x="331" y="728"/>
                    <a:pt x="335" y="734"/>
                    <a:pt x="335" y="739"/>
                  </a:cubicBezTo>
                  <a:cubicBezTo>
                    <a:pt x="329" y="772"/>
                    <a:pt x="335" y="778"/>
                    <a:pt x="329" y="782"/>
                  </a:cubicBezTo>
                  <a:cubicBezTo>
                    <a:pt x="329" y="760"/>
                    <a:pt x="324" y="756"/>
                    <a:pt x="326" y="754"/>
                  </a:cubicBezTo>
                  <a:cubicBezTo>
                    <a:pt x="316" y="694"/>
                    <a:pt x="311" y="688"/>
                    <a:pt x="312" y="684"/>
                  </a:cubicBezTo>
                  <a:cubicBezTo>
                    <a:pt x="303" y="664"/>
                    <a:pt x="300" y="660"/>
                    <a:pt x="297" y="655"/>
                  </a:cubicBezTo>
                  <a:cubicBezTo>
                    <a:pt x="277" y="614"/>
                    <a:pt x="276" y="603"/>
                    <a:pt x="266" y="592"/>
                  </a:cubicBezTo>
                  <a:cubicBezTo>
                    <a:pt x="229" y="512"/>
                    <a:pt x="224" y="509"/>
                    <a:pt x="226" y="507"/>
                  </a:cubicBezTo>
                  <a:cubicBezTo>
                    <a:pt x="219" y="487"/>
                    <a:pt x="218" y="484"/>
                    <a:pt x="215" y="481"/>
                  </a:cubicBezTo>
                  <a:cubicBezTo>
                    <a:pt x="207" y="434"/>
                    <a:pt x="204" y="427"/>
                    <a:pt x="203" y="421"/>
                  </a:cubicBezTo>
                  <a:cubicBezTo>
                    <a:pt x="200" y="407"/>
                    <a:pt x="202" y="403"/>
                    <a:pt x="198" y="400"/>
                  </a:cubicBezTo>
                  <a:cubicBezTo>
                    <a:pt x="196" y="424"/>
                    <a:pt x="202" y="423"/>
                    <a:pt x="200" y="426"/>
                  </a:cubicBezTo>
                  <a:cubicBezTo>
                    <a:pt x="204" y="466"/>
                    <a:pt x="207" y="469"/>
                    <a:pt x="205" y="471"/>
                  </a:cubicBezTo>
                  <a:cubicBezTo>
                    <a:pt x="232" y="535"/>
                    <a:pt x="234" y="550"/>
                    <a:pt x="247" y="566"/>
                  </a:cubicBezTo>
                  <a:cubicBezTo>
                    <a:pt x="301" y="688"/>
                    <a:pt x="306" y="693"/>
                    <a:pt x="305" y="698"/>
                  </a:cubicBezTo>
                  <a:cubicBezTo>
                    <a:pt x="318" y="764"/>
                    <a:pt x="321" y="768"/>
                    <a:pt x="316" y="771"/>
                  </a:cubicBezTo>
                  <a:cubicBezTo>
                    <a:pt x="320" y="797"/>
                    <a:pt x="318" y="798"/>
                    <a:pt x="320" y="800"/>
                  </a:cubicBezTo>
                  <a:cubicBezTo>
                    <a:pt x="311" y="765"/>
                    <a:pt x="308" y="755"/>
                    <a:pt x="311" y="746"/>
                  </a:cubicBezTo>
                  <a:cubicBezTo>
                    <a:pt x="292" y="699"/>
                    <a:pt x="295" y="695"/>
                    <a:pt x="291" y="689"/>
                  </a:cubicBezTo>
                  <a:cubicBezTo>
                    <a:pt x="279" y="664"/>
                    <a:pt x="281" y="659"/>
                    <a:pt x="274" y="652"/>
                  </a:cubicBezTo>
                  <a:cubicBezTo>
                    <a:pt x="272" y="634"/>
                    <a:pt x="265" y="630"/>
                    <a:pt x="264" y="627"/>
                  </a:cubicBezTo>
                  <a:cubicBezTo>
                    <a:pt x="258" y="606"/>
                    <a:pt x="250" y="601"/>
                    <a:pt x="253" y="598"/>
                  </a:cubicBezTo>
                  <a:cubicBezTo>
                    <a:pt x="219" y="535"/>
                    <a:pt x="210" y="531"/>
                    <a:pt x="213" y="526"/>
                  </a:cubicBezTo>
                  <a:cubicBezTo>
                    <a:pt x="196" y="496"/>
                    <a:pt x="200" y="495"/>
                    <a:pt x="199" y="493"/>
                  </a:cubicBezTo>
                  <a:cubicBezTo>
                    <a:pt x="188" y="444"/>
                    <a:pt x="183" y="435"/>
                    <a:pt x="184" y="427"/>
                  </a:cubicBezTo>
                  <a:cubicBezTo>
                    <a:pt x="176" y="409"/>
                    <a:pt x="175" y="415"/>
                    <a:pt x="176" y="421"/>
                  </a:cubicBezTo>
                  <a:cubicBezTo>
                    <a:pt x="180" y="443"/>
                    <a:pt x="180" y="448"/>
                    <a:pt x="180" y="452"/>
                  </a:cubicBezTo>
                  <a:cubicBezTo>
                    <a:pt x="181" y="498"/>
                    <a:pt x="184" y="526"/>
                    <a:pt x="195" y="545"/>
                  </a:cubicBezTo>
                  <a:cubicBezTo>
                    <a:pt x="206" y="572"/>
                    <a:pt x="208" y="569"/>
                    <a:pt x="211" y="577"/>
                  </a:cubicBezTo>
                  <a:cubicBezTo>
                    <a:pt x="236" y="627"/>
                    <a:pt x="240" y="630"/>
                    <a:pt x="238" y="632"/>
                  </a:cubicBezTo>
                  <a:cubicBezTo>
                    <a:pt x="260" y="671"/>
                    <a:pt x="263" y="679"/>
                    <a:pt x="270" y="687"/>
                  </a:cubicBezTo>
                  <a:cubicBezTo>
                    <a:pt x="277" y="703"/>
                    <a:pt x="278" y="705"/>
                    <a:pt x="280" y="707"/>
                  </a:cubicBezTo>
                  <a:cubicBezTo>
                    <a:pt x="284" y="736"/>
                    <a:pt x="293" y="745"/>
                    <a:pt x="290" y="751"/>
                  </a:cubicBezTo>
                  <a:cubicBezTo>
                    <a:pt x="300" y="786"/>
                    <a:pt x="298" y="788"/>
                    <a:pt x="301" y="790"/>
                  </a:cubicBezTo>
                  <a:cubicBezTo>
                    <a:pt x="285" y="760"/>
                    <a:pt x="280" y="751"/>
                    <a:pt x="281" y="743"/>
                  </a:cubicBezTo>
                  <a:cubicBezTo>
                    <a:pt x="267" y="717"/>
                    <a:pt x="263" y="712"/>
                    <a:pt x="264" y="709"/>
                  </a:cubicBezTo>
                  <a:cubicBezTo>
                    <a:pt x="248" y="682"/>
                    <a:pt x="246" y="670"/>
                    <a:pt x="242" y="658"/>
                  </a:cubicBezTo>
                  <a:cubicBezTo>
                    <a:pt x="179" y="534"/>
                    <a:pt x="172" y="518"/>
                    <a:pt x="162" y="502"/>
                  </a:cubicBezTo>
                  <a:cubicBezTo>
                    <a:pt x="145" y="444"/>
                    <a:pt x="148" y="430"/>
                    <a:pt x="143" y="415"/>
                  </a:cubicBezTo>
                  <a:cubicBezTo>
                    <a:pt x="140" y="444"/>
                    <a:pt x="143" y="452"/>
                    <a:pt x="143" y="459"/>
                  </a:cubicBezTo>
                  <a:cubicBezTo>
                    <a:pt x="153" y="499"/>
                    <a:pt x="156" y="503"/>
                    <a:pt x="155" y="507"/>
                  </a:cubicBezTo>
                  <a:cubicBezTo>
                    <a:pt x="184" y="563"/>
                    <a:pt x="185" y="565"/>
                    <a:pt x="185" y="569"/>
                  </a:cubicBezTo>
                  <a:cubicBezTo>
                    <a:pt x="202" y="603"/>
                    <a:pt x="208" y="605"/>
                    <a:pt x="207" y="612"/>
                  </a:cubicBezTo>
                  <a:cubicBezTo>
                    <a:pt x="217" y="641"/>
                    <a:pt x="230" y="639"/>
                    <a:pt x="224" y="644"/>
                  </a:cubicBezTo>
                  <a:cubicBezTo>
                    <a:pt x="287" y="796"/>
                    <a:pt x="292" y="802"/>
                    <a:pt x="291" y="807"/>
                  </a:cubicBezTo>
                  <a:cubicBezTo>
                    <a:pt x="298" y="844"/>
                    <a:pt x="299" y="847"/>
                    <a:pt x="297" y="849"/>
                  </a:cubicBezTo>
                  <a:cubicBezTo>
                    <a:pt x="295" y="844"/>
                    <a:pt x="294" y="840"/>
                    <a:pt x="292" y="836"/>
                  </a:cubicBezTo>
                  <a:cubicBezTo>
                    <a:pt x="285" y="809"/>
                    <a:pt x="281" y="804"/>
                    <a:pt x="278" y="799"/>
                  </a:cubicBezTo>
                  <a:cubicBezTo>
                    <a:pt x="255" y="746"/>
                    <a:pt x="249" y="747"/>
                    <a:pt x="250" y="741"/>
                  </a:cubicBezTo>
                  <a:cubicBezTo>
                    <a:pt x="223" y="694"/>
                    <a:pt x="225" y="692"/>
                    <a:pt x="223" y="689"/>
                  </a:cubicBezTo>
                  <a:cubicBezTo>
                    <a:pt x="216" y="674"/>
                    <a:pt x="215" y="671"/>
                    <a:pt x="212" y="667"/>
                  </a:cubicBezTo>
                  <a:cubicBezTo>
                    <a:pt x="201" y="644"/>
                    <a:pt x="195" y="640"/>
                    <a:pt x="198" y="638"/>
                  </a:cubicBezTo>
                  <a:cubicBezTo>
                    <a:pt x="149" y="549"/>
                    <a:pt x="156" y="559"/>
                    <a:pt x="157" y="567"/>
                  </a:cubicBezTo>
                  <a:cubicBezTo>
                    <a:pt x="160" y="580"/>
                    <a:pt x="164" y="583"/>
                    <a:pt x="165" y="586"/>
                  </a:cubicBezTo>
                  <a:cubicBezTo>
                    <a:pt x="177" y="613"/>
                    <a:pt x="172" y="614"/>
                    <a:pt x="179" y="618"/>
                  </a:cubicBezTo>
                  <a:cubicBezTo>
                    <a:pt x="187" y="642"/>
                    <a:pt x="191" y="644"/>
                    <a:pt x="192" y="647"/>
                  </a:cubicBezTo>
                  <a:cubicBezTo>
                    <a:pt x="208" y="677"/>
                    <a:pt x="206" y="681"/>
                    <a:pt x="209" y="680"/>
                  </a:cubicBezTo>
                  <a:cubicBezTo>
                    <a:pt x="229" y="715"/>
                    <a:pt x="236" y="735"/>
                    <a:pt x="245" y="754"/>
                  </a:cubicBezTo>
                  <a:cubicBezTo>
                    <a:pt x="265" y="789"/>
                    <a:pt x="268" y="793"/>
                    <a:pt x="268" y="796"/>
                  </a:cubicBezTo>
                  <a:cubicBezTo>
                    <a:pt x="284" y="831"/>
                    <a:pt x="281" y="834"/>
                    <a:pt x="283" y="837"/>
                  </a:cubicBezTo>
                  <a:cubicBezTo>
                    <a:pt x="287" y="855"/>
                    <a:pt x="283" y="857"/>
                    <a:pt x="287" y="859"/>
                  </a:cubicBezTo>
                  <a:cubicBezTo>
                    <a:pt x="285" y="886"/>
                    <a:pt x="282" y="878"/>
                    <a:pt x="285" y="870"/>
                  </a:cubicBezTo>
                  <a:cubicBezTo>
                    <a:pt x="268" y="821"/>
                    <a:pt x="270" y="819"/>
                    <a:pt x="268" y="816"/>
                  </a:cubicBezTo>
                  <a:cubicBezTo>
                    <a:pt x="259" y="786"/>
                    <a:pt x="252" y="782"/>
                    <a:pt x="251" y="779"/>
                  </a:cubicBezTo>
                  <a:cubicBezTo>
                    <a:pt x="234" y="751"/>
                    <a:pt x="238" y="749"/>
                    <a:pt x="234" y="745"/>
                  </a:cubicBezTo>
                  <a:cubicBezTo>
                    <a:pt x="205" y="692"/>
                    <a:pt x="202" y="688"/>
                    <a:pt x="199" y="684"/>
                  </a:cubicBezTo>
                  <a:cubicBezTo>
                    <a:pt x="177" y="630"/>
                    <a:pt x="166" y="611"/>
                    <a:pt x="158" y="593"/>
                  </a:cubicBezTo>
                  <a:cubicBezTo>
                    <a:pt x="147" y="546"/>
                    <a:pt x="142" y="548"/>
                    <a:pt x="140" y="540"/>
                  </a:cubicBezTo>
                  <a:cubicBezTo>
                    <a:pt x="140" y="522"/>
                    <a:pt x="138" y="522"/>
                    <a:pt x="136" y="521"/>
                  </a:cubicBezTo>
                  <a:cubicBezTo>
                    <a:pt x="130" y="496"/>
                    <a:pt x="129" y="493"/>
                    <a:pt x="131" y="490"/>
                  </a:cubicBezTo>
                  <a:cubicBezTo>
                    <a:pt x="122" y="493"/>
                    <a:pt x="128" y="497"/>
                    <a:pt x="125" y="499"/>
                  </a:cubicBezTo>
                  <a:cubicBezTo>
                    <a:pt x="131" y="527"/>
                    <a:pt x="132" y="536"/>
                    <a:pt x="136" y="545"/>
                  </a:cubicBezTo>
                  <a:cubicBezTo>
                    <a:pt x="139" y="569"/>
                    <a:pt x="140" y="574"/>
                    <a:pt x="139" y="580"/>
                  </a:cubicBezTo>
                  <a:cubicBezTo>
                    <a:pt x="160" y="639"/>
                    <a:pt x="161" y="642"/>
                    <a:pt x="159" y="645"/>
                  </a:cubicBezTo>
                  <a:cubicBezTo>
                    <a:pt x="169" y="668"/>
                    <a:pt x="176" y="672"/>
                    <a:pt x="172" y="674"/>
                  </a:cubicBezTo>
                  <a:cubicBezTo>
                    <a:pt x="200" y="724"/>
                    <a:pt x="201" y="738"/>
                    <a:pt x="214" y="755"/>
                  </a:cubicBezTo>
                  <a:cubicBezTo>
                    <a:pt x="236" y="805"/>
                    <a:pt x="246" y="814"/>
                    <a:pt x="247" y="821"/>
                  </a:cubicBezTo>
                  <a:cubicBezTo>
                    <a:pt x="268" y="868"/>
                    <a:pt x="261" y="870"/>
                    <a:pt x="266" y="874"/>
                  </a:cubicBezTo>
                  <a:cubicBezTo>
                    <a:pt x="224" y="800"/>
                    <a:pt x="220" y="795"/>
                    <a:pt x="217" y="789"/>
                  </a:cubicBezTo>
                  <a:cubicBezTo>
                    <a:pt x="185" y="740"/>
                    <a:pt x="190" y="733"/>
                    <a:pt x="185" y="736"/>
                  </a:cubicBezTo>
                  <a:cubicBezTo>
                    <a:pt x="171" y="702"/>
                    <a:pt x="168" y="697"/>
                    <a:pt x="166" y="693"/>
                  </a:cubicBezTo>
                  <a:cubicBezTo>
                    <a:pt x="134" y="606"/>
                    <a:pt x="125" y="601"/>
                    <a:pt x="129" y="597"/>
                  </a:cubicBezTo>
                  <a:cubicBezTo>
                    <a:pt x="119" y="542"/>
                    <a:pt x="118" y="540"/>
                    <a:pt x="116" y="538"/>
                  </a:cubicBezTo>
                  <a:cubicBezTo>
                    <a:pt x="111" y="539"/>
                    <a:pt x="113" y="558"/>
                    <a:pt x="117" y="576"/>
                  </a:cubicBezTo>
                  <a:cubicBezTo>
                    <a:pt x="141" y="650"/>
                    <a:pt x="140" y="667"/>
                    <a:pt x="151" y="685"/>
                  </a:cubicBezTo>
                  <a:cubicBezTo>
                    <a:pt x="194" y="767"/>
                    <a:pt x="201" y="774"/>
                    <a:pt x="207" y="789"/>
                  </a:cubicBezTo>
                  <a:cubicBezTo>
                    <a:pt x="228" y="836"/>
                    <a:pt x="240" y="840"/>
                    <a:pt x="235" y="842"/>
                  </a:cubicBezTo>
                  <a:cubicBezTo>
                    <a:pt x="251" y="882"/>
                    <a:pt x="258" y="889"/>
                    <a:pt x="255" y="894"/>
                  </a:cubicBezTo>
                  <a:cubicBezTo>
                    <a:pt x="228" y="846"/>
                    <a:pt x="227" y="844"/>
                    <a:pt x="225" y="842"/>
                  </a:cubicBezTo>
                  <a:cubicBezTo>
                    <a:pt x="212" y="821"/>
                    <a:pt x="210" y="822"/>
                    <a:pt x="209" y="820"/>
                  </a:cubicBezTo>
                  <a:cubicBezTo>
                    <a:pt x="166" y="769"/>
                    <a:pt x="157" y="757"/>
                    <a:pt x="144" y="743"/>
                  </a:cubicBezTo>
                  <a:cubicBezTo>
                    <a:pt x="123" y="700"/>
                    <a:pt x="116" y="696"/>
                    <a:pt x="115" y="693"/>
                  </a:cubicBezTo>
                  <a:cubicBezTo>
                    <a:pt x="107" y="669"/>
                    <a:pt x="105" y="663"/>
                    <a:pt x="101" y="657"/>
                  </a:cubicBezTo>
                  <a:cubicBezTo>
                    <a:pt x="96" y="630"/>
                    <a:pt x="93" y="623"/>
                    <a:pt x="91" y="615"/>
                  </a:cubicBezTo>
                  <a:cubicBezTo>
                    <a:pt x="87" y="604"/>
                    <a:pt x="82" y="608"/>
                    <a:pt x="85" y="614"/>
                  </a:cubicBezTo>
                  <a:cubicBezTo>
                    <a:pt x="95" y="654"/>
                    <a:pt x="92" y="660"/>
                    <a:pt x="95" y="666"/>
                  </a:cubicBezTo>
                  <a:cubicBezTo>
                    <a:pt x="154" y="770"/>
                    <a:pt x="155" y="771"/>
                    <a:pt x="161" y="778"/>
                  </a:cubicBezTo>
                  <a:cubicBezTo>
                    <a:pt x="204" y="829"/>
                    <a:pt x="208" y="830"/>
                    <a:pt x="211" y="836"/>
                  </a:cubicBezTo>
                  <a:cubicBezTo>
                    <a:pt x="249" y="919"/>
                    <a:pt x="255" y="928"/>
                    <a:pt x="253" y="935"/>
                  </a:cubicBezTo>
                  <a:cubicBezTo>
                    <a:pt x="253" y="956"/>
                    <a:pt x="256" y="954"/>
                    <a:pt x="252" y="951"/>
                  </a:cubicBezTo>
                  <a:cubicBezTo>
                    <a:pt x="255" y="941"/>
                    <a:pt x="249" y="937"/>
                    <a:pt x="247" y="934"/>
                  </a:cubicBezTo>
                  <a:cubicBezTo>
                    <a:pt x="223" y="877"/>
                    <a:pt x="219" y="872"/>
                    <a:pt x="216" y="866"/>
                  </a:cubicBezTo>
                  <a:cubicBezTo>
                    <a:pt x="166" y="796"/>
                    <a:pt x="160" y="792"/>
                    <a:pt x="155" y="782"/>
                  </a:cubicBezTo>
                  <a:cubicBezTo>
                    <a:pt x="107" y="716"/>
                    <a:pt x="103" y="719"/>
                    <a:pt x="103" y="714"/>
                  </a:cubicBezTo>
                  <a:cubicBezTo>
                    <a:pt x="85" y="675"/>
                    <a:pt x="83" y="673"/>
                    <a:pt x="82" y="671"/>
                  </a:cubicBezTo>
                  <a:cubicBezTo>
                    <a:pt x="79" y="658"/>
                    <a:pt x="74" y="655"/>
                    <a:pt x="76" y="653"/>
                  </a:cubicBezTo>
                  <a:cubicBezTo>
                    <a:pt x="72" y="651"/>
                    <a:pt x="73" y="653"/>
                    <a:pt x="70" y="654"/>
                  </a:cubicBezTo>
                  <a:cubicBezTo>
                    <a:pt x="78" y="674"/>
                    <a:pt x="75" y="677"/>
                    <a:pt x="80" y="682"/>
                  </a:cubicBezTo>
                  <a:cubicBezTo>
                    <a:pt x="93" y="713"/>
                    <a:pt x="99" y="721"/>
                    <a:pt x="102" y="730"/>
                  </a:cubicBezTo>
                  <a:cubicBezTo>
                    <a:pt x="168" y="818"/>
                    <a:pt x="173" y="816"/>
                    <a:pt x="176" y="821"/>
                  </a:cubicBezTo>
                  <a:cubicBezTo>
                    <a:pt x="206" y="868"/>
                    <a:pt x="208" y="871"/>
                    <a:pt x="210" y="875"/>
                  </a:cubicBezTo>
                  <a:cubicBezTo>
                    <a:pt x="237" y="926"/>
                    <a:pt x="238" y="934"/>
                    <a:pt x="240" y="942"/>
                  </a:cubicBezTo>
                  <a:cubicBezTo>
                    <a:pt x="254" y="974"/>
                    <a:pt x="251" y="976"/>
                    <a:pt x="252" y="978"/>
                  </a:cubicBezTo>
                  <a:cubicBezTo>
                    <a:pt x="244" y="978"/>
                    <a:pt x="245" y="972"/>
                    <a:pt x="245" y="965"/>
                  </a:cubicBezTo>
                  <a:cubicBezTo>
                    <a:pt x="220" y="909"/>
                    <a:pt x="215" y="897"/>
                    <a:pt x="207" y="885"/>
                  </a:cubicBezTo>
                  <a:cubicBezTo>
                    <a:pt x="195" y="866"/>
                    <a:pt x="195" y="864"/>
                    <a:pt x="193" y="865"/>
                  </a:cubicBezTo>
                  <a:cubicBezTo>
                    <a:pt x="179" y="855"/>
                    <a:pt x="185" y="844"/>
                    <a:pt x="180" y="848"/>
                  </a:cubicBezTo>
                  <a:cubicBezTo>
                    <a:pt x="148" y="807"/>
                    <a:pt x="140" y="795"/>
                    <a:pt x="131" y="783"/>
                  </a:cubicBezTo>
                  <a:cubicBezTo>
                    <a:pt x="118" y="762"/>
                    <a:pt x="110" y="755"/>
                    <a:pt x="106" y="749"/>
                  </a:cubicBezTo>
                  <a:cubicBezTo>
                    <a:pt x="80" y="696"/>
                    <a:pt x="80" y="694"/>
                    <a:pt x="80" y="692"/>
                  </a:cubicBezTo>
                  <a:cubicBezTo>
                    <a:pt x="71" y="664"/>
                    <a:pt x="69" y="658"/>
                    <a:pt x="65" y="661"/>
                  </a:cubicBezTo>
                  <a:cubicBezTo>
                    <a:pt x="71" y="688"/>
                    <a:pt x="73" y="693"/>
                    <a:pt x="76" y="697"/>
                  </a:cubicBezTo>
                  <a:cubicBezTo>
                    <a:pt x="113" y="772"/>
                    <a:pt x="120" y="781"/>
                    <a:pt x="125" y="789"/>
                  </a:cubicBezTo>
                  <a:cubicBezTo>
                    <a:pt x="135" y="803"/>
                    <a:pt x="136" y="809"/>
                    <a:pt x="140" y="813"/>
                  </a:cubicBezTo>
                  <a:cubicBezTo>
                    <a:pt x="178" y="859"/>
                    <a:pt x="181" y="858"/>
                    <a:pt x="179" y="860"/>
                  </a:cubicBezTo>
                  <a:cubicBezTo>
                    <a:pt x="193" y="881"/>
                    <a:pt x="195" y="882"/>
                    <a:pt x="198" y="889"/>
                  </a:cubicBezTo>
                  <a:cubicBezTo>
                    <a:pt x="227" y="944"/>
                    <a:pt x="231" y="952"/>
                    <a:pt x="235" y="961"/>
                  </a:cubicBezTo>
                  <a:cubicBezTo>
                    <a:pt x="244" y="999"/>
                    <a:pt x="243" y="1002"/>
                    <a:pt x="242" y="1005"/>
                  </a:cubicBezTo>
                  <a:cubicBezTo>
                    <a:pt x="238" y="996"/>
                    <a:pt x="233" y="991"/>
                    <a:pt x="234" y="988"/>
                  </a:cubicBezTo>
                  <a:cubicBezTo>
                    <a:pt x="225" y="962"/>
                    <a:pt x="224" y="959"/>
                    <a:pt x="222" y="957"/>
                  </a:cubicBezTo>
                  <a:cubicBezTo>
                    <a:pt x="210" y="930"/>
                    <a:pt x="207" y="921"/>
                    <a:pt x="204" y="912"/>
                  </a:cubicBezTo>
                  <a:cubicBezTo>
                    <a:pt x="190" y="898"/>
                    <a:pt x="190" y="892"/>
                    <a:pt x="189" y="891"/>
                  </a:cubicBezTo>
                  <a:cubicBezTo>
                    <a:pt x="171" y="869"/>
                    <a:pt x="172" y="868"/>
                    <a:pt x="171" y="866"/>
                  </a:cubicBezTo>
                  <a:cubicBezTo>
                    <a:pt x="166" y="860"/>
                    <a:pt x="165" y="861"/>
                    <a:pt x="164" y="859"/>
                  </a:cubicBezTo>
                  <a:cubicBezTo>
                    <a:pt x="156" y="850"/>
                    <a:pt x="152" y="845"/>
                    <a:pt x="148" y="841"/>
                  </a:cubicBezTo>
                  <a:cubicBezTo>
                    <a:pt x="65" y="711"/>
                    <a:pt x="53" y="694"/>
                    <a:pt x="50" y="678"/>
                  </a:cubicBezTo>
                  <a:cubicBezTo>
                    <a:pt x="50" y="701"/>
                    <a:pt x="55" y="704"/>
                    <a:pt x="53" y="706"/>
                  </a:cubicBezTo>
                  <a:cubicBezTo>
                    <a:pt x="169" y="875"/>
                    <a:pt x="172" y="884"/>
                    <a:pt x="197" y="919"/>
                  </a:cubicBezTo>
                  <a:cubicBezTo>
                    <a:pt x="218" y="976"/>
                    <a:pt x="221" y="979"/>
                    <a:pt x="224" y="983"/>
                  </a:cubicBezTo>
                  <a:cubicBezTo>
                    <a:pt x="228" y="1009"/>
                    <a:pt x="232" y="1014"/>
                    <a:pt x="228" y="1017"/>
                  </a:cubicBezTo>
                  <a:cubicBezTo>
                    <a:pt x="224" y="1004"/>
                    <a:pt x="219" y="996"/>
                    <a:pt x="221" y="990"/>
                  </a:cubicBezTo>
                  <a:cubicBezTo>
                    <a:pt x="201" y="949"/>
                    <a:pt x="198" y="938"/>
                    <a:pt x="196" y="934"/>
                  </a:cubicBezTo>
                  <a:cubicBezTo>
                    <a:pt x="166" y="892"/>
                    <a:pt x="165" y="887"/>
                    <a:pt x="163" y="885"/>
                  </a:cubicBezTo>
                  <a:cubicBezTo>
                    <a:pt x="129" y="843"/>
                    <a:pt x="120" y="840"/>
                    <a:pt x="115" y="826"/>
                  </a:cubicBezTo>
                  <a:cubicBezTo>
                    <a:pt x="95" y="810"/>
                    <a:pt x="100" y="803"/>
                    <a:pt x="95" y="801"/>
                  </a:cubicBezTo>
                  <a:cubicBezTo>
                    <a:pt x="58" y="746"/>
                    <a:pt x="61" y="750"/>
                    <a:pt x="63" y="753"/>
                  </a:cubicBezTo>
                  <a:cubicBezTo>
                    <a:pt x="73" y="778"/>
                    <a:pt x="76" y="782"/>
                    <a:pt x="79" y="786"/>
                  </a:cubicBezTo>
                  <a:cubicBezTo>
                    <a:pt x="96" y="817"/>
                    <a:pt x="95" y="817"/>
                    <a:pt x="101" y="826"/>
                  </a:cubicBezTo>
                  <a:cubicBezTo>
                    <a:pt x="112" y="844"/>
                    <a:pt x="119" y="843"/>
                    <a:pt x="118" y="851"/>
                  </a:cubicBezTo>
                  <a:cubicBezTo>
                    <a:pt x="187" y="941"/>
                    <a:pt x="193" y="948"/>
                    <a:pt x="198" y="955"/>
                  </a:cubicBezTo>
                  <a:cubicBezTo>
                    <a:pt x="206" y="972"/>
                    <a:pt x="204" y="974"/>
                    <a:pt x="206" y="976"/>
                  </a:cubicBezTo>
                  <a:cubicBezTo>
                    <a:pt x="210" y="996"/>
                    <a:pt x="210" y="999"/>
                    <a:pt x="212" y="1001"/>
                  </a:cubicBezTo>
                  <a:cubicBezTo>
                    <a:pt x="219" y="1030"/>
                    <a:pt x="221" y="1035"/>
                    <a:pt x="219" y="1038"/>
                  </a:cubicBezTo>
                  <a:cubicBezTo>
                    <a:pt x="213" y="1023"/>
                    <a:pt x="208" y="1019"/>
                    <a:pt x="207" y="1015"/>
                  </a:cubicBezTo>
                  <a:cubicBezTo>
                    <a:pt x="176" y="958"/>
                    <a:pt x="173" y="948"/>
                    <a:pt x="164" y="941"/>
                  </a:cubicBezTo>
                  <a:cubicBezTo>
                    <a:pt x="138" y="898"/>
                    <a:pt x="141" y="893"/>
                    <a:pt x="136" y="892"/>
                  </a:cubicBezTo>
                  <a:cubicBezTo>
                    <a:pt x="80" y="806"/>
                    <a:pt x="75" y="794"/>
                    <a:pt x="68" y="781"/>
                  </a:cubicBezTo>
                  <a:cubicBezTo>
                    <a:pt x="55" y="735"/>
                    <a:pt x="49" y="731"/>
                    <a:pt x="52" y="729"/>
                  </a:cubicBezTo>
                  <a:cubicBezTo>
                    <a:pt x="46" y="719"/>
                    <a:pt x="43" y="724"/>
                    <a:pt x="46" y="731"/>
                  </a:cubicBezTo>
                  <a:cubicBezTo>
                    <a:pt x="61" y="773"/>
                    <a:pt x="58" y="778"/>
                    <a:pt x="63" y="785"/>
                  </a:cubicBezTo>
                  <a:cubicBezTo>
                    <a:pt x="108" y="861"/>
                    <a:pt x="106" y="867"/>
                    <a:pt x="113" y="874"/>
                  </a:cubicBezTo>
                  <a:cubicBezTo>
                    <a:pt x="153" y="937"/>
                    <a:pt x="160" y="950"/>
                    <a:pt x="170" y="963"/>
                  </a:cubicBezTo>
                  <a:cubicBezTo>
                    <a:pt x="201" y="1018"/>
                    <a:pt x="197" y="1023"/>
                    <a:pt x="203" y="1030"/>
                  </a:cubicBezTo>
                  <a:cubicBezTo>
                    <a:pt x="212" y="1054"/>
                    <a:pt x="211" y="1060"/>
                    <a:pt x="215" y="1066"/>
                  </a:cubicBezTo>
                  <a:cubicBezTo>
                    <a:pt x="213" y="1076"/>
                    <a:pt x="211" y="1072"/>
                    <a:pt x="209" y="1068"/>
                  </a:cubicBezTo>
                  <a:cubicBezTo>
                    <a:pt x="192" y="1018"/>
                    <a:pt x="185" y="1004"/>
                    <a:pt x="179" y="986"/>
                  </a:cubicBezTo>
                  <a:cubicBezTo>
                    <a:pt x="167" y="965"/>
                    <a:pt x="163" y="959"/>
                    <a:pt x="162" y="959"/>
                  </a:cubicBezTo>
                  <a:cubicBezTo>
                    <a:pt x="150" y="943"/>
                    <a:pt x="146" y="939"/>
                    <a:pt x="143" y="936"/>
                  </a:cubicBezTo>
                  <a:cubicBezTo>
                    <a:pt x="94" y="874"/>
                    <a:pt x="79" y="852"/>
                    <a:pt x="64" y="833"/>
                  </a:cubicBezTo>
                  <a:cubicBezTo>
                    <a:pt x="39" y="757"/>
                    <a:pt x="29" y="752"/>
                    <a:pt x="35" y="749"/>
                  </a:cubicBezTo>
                  <a:cubicBezTo>
                    <a:pt x="29" y="755"/>
                    <a:pt x="31" y="759"/>
                    <a:pt x="33" y="763"/>
                  </a:cubicBezTo>
                  <a:cubicBezTo>
                    <a:pt x="44" y="793"/>
                    <a:pt x="39" y="799"/>
                    <a:pt x="45" y="807"/>
                  </a:cubicBezTo>
                  <a:cubicBezTo>
                    <a:pt x="89" y="874"/>
                    <a:pt x="113" y="915"/>
                    <a:pt x="129" y="931"/>
                  </a:cubicBezTo>
                  <a:cubicBezTo>
                    <a:pt x="153" y="967"/>
                    <a:pt x="164" y="977"/>
                    <a:pt x="170" y="987"/>
                  </a:cubicBezTo>
                  <a:cubicBezTo>
                    <a:pt x="186" y="1036"/>
                    <a:pt x="176" y="1025"/>
                    <a:pt x="171" y="1012"/>
                  </a:cubicBezTo>
                  <a:cubicBezTo>
                    <a:pt x="150" y="985"/>
                    <a:pt x="142" y="980"/>
                    <a:pt x="145" y="976"/>
                  </a:cubicBezTo>
                  <a:cubicBezTo>
                    <a:pt x="89" y="910"/>
                    <a:pt x="75" y="887"/>
                    <a:pt x="51" y="850"/>
                  </a:cubicBezTo>
                  <a:cubicBezTo>
                    <a:pt x="32" y="802"/>
                    <a:pt x="32" y="799"/>
                    <a:pt x="33" y="797"/>
                  </a:cubicBezTo>
                  <a:cubicBezTo>
                    <a:pt x="29" y="798"/>
                    <a:pt x="29" y="800"/>
                    <a:pt x="29" y="802"/>
                  </a:cubicBezTo>
                  <a:cubicBezTo>
                    <a:pt x="34" y="829"/>
                    <a:pt x="41" y="834"/>
                    <a:pt x="38" y="838"/>
                  </a:cubicBezTo>
                  <a:cubicBezTo>
                    <a:pt x="56" y="874"/>
                    <a:pt x="56" y="876"/>
                    <a:pt x="56" y="876"/>
                  </a:cubicBezTo>
                  <a:cubicBezTo>
                    <a:pt x="77" y="905"/>
                    <a:pt x="93" y="930"/>
                    <a:pt x="103" y="938"/>
                  </a:cubicBezTo>
                  <a:cubicBezTo>
                    <a:pt x="143" y="990"/>
                    <a:pt x="145" y="993"/>
                    <a:pt x="147" y="997"/>
                  </a:cubicBezTo>
                  <a:cubicBezTo>
                    <a:pt x="170" y="1023"/>
                    <a:pt x="170" y="1030"/>
                    <a:pt x="170" y="1032"/>
                  </a:cubicBezTo>
                  <a:cubicBezTo>
                    <a:pt x="192" y="1072"/>
                    <a:pt x="200" y="1081"/>
                    <a:pt x="202" y="1090"/>
                  </a:cubicBezTo>
                  <a:cubicBezTo>
                    <a:pt x="202" y="1098"/>
                    <a:pt x="196" y="1094"/>
                    <a:pt x="199" y="1092"/>
                  </a:cubicBezTo>
                  <a:cubicBezTo>
                    <a:pt x="171" y="1039"/>
                    <a:pt x="164" y="1029"/>
                    <a:pt x="160" y="1024"/>
                  </a:cubicBezTo>
                  <a:cubicBezTo>
                    <a:pt x="153" y="1014"/>
                    <a:pt x="150" y="1010"/>
                    <a:pt x="146" y="1005"/>
                  </a:cubicBezTo>
                  <a:cubicBezTo>
                    <a:pt x="40" y="864"/>
                    <a:pt x="36" y="858"/>
                    <a:pt x="31" y="852"/>
                  </a:cubicBezTo>
                  <a:cubicBezTo>
                    <a:pt x="22" y="845"/>
                    <a:pt x="25" y="854"/>
                    <a:pt x="29" y="863"/>
                  </a:cubicBezTo>
                  <a:cubicBezTo>
                    <a:pt x="50" y="911"/>
                    <a:pt x="48" y="916"/>
                    <a:pt x="54" y="922"/>
                  </a:cubicBezTo>
                  <a:cubicBezTo>
                    <a:pt x="84" y="967"/>
                    <a:pt x="81" y="972"/>
                    <a:pt x="86" y="972"/>
                  </a:cubicBezTo>
                  <a:cubicBezTo>
                    <a:pt x="97" y="985"/>
                    <a:pt x="95" y="988"/>
                    <a:pt x="95" y="988"/>
                  </a:cubicBezTo>
                  <a:cubicBezTo>
                    <a:pt x="134" y="1039"/>
                    <a:pt x="133" y="1041"/>
                    <a:pt x="134" y="1043"/>
                  </a:cubicBezTo>
                  <a:cubicBezTo>
                    <a:pt x="154" y="1066"/>
                    <a:pt x="152" y="1068"/>
                    <a:pt x="153" y="1069"/>
                  </a:cubicBezTo>
                  <a:cubicBezTo>
                    <a:pt x="163" y="1084"/>
                    <a:pt x="168" y="1094"/>
                    <a:pt x="176" y="1104"/>
                  </a:cubicBezTo>
                  <a:cubicBezTo>
                    <a:pt x="193" y="1150"/>
                    <a:pt x="191" y="1152"/>
                    <a:pt x="193" y="1155"/>
                  </a:cubicBezTo>
                  <a:cubicBezTo>
                    <a:pt x="174" y="1126"/>
                    <a:pt x="178" y="1120"/>
                    <a:pt x="173" y="1121"/>
                  </a:cubicBezTo>
                  <a:cubicBezTo>
                    <a:pt x="150" y="1085"/>
                    <a:pt x="146" y="1076"/>
                    <a:pt x="137" y="1068"/>
                  </a:cubicBezTo>
                  <a:cubicBezTo>
                    <a:pt x="122" y="1043"/>
                    <a:pt x="118" y="1038"/>
                    <a:pt x="116" y="1034"/>
                  </a:cubicBezTo>
                  <a:cubicBezTo>
                    <a:pt x="107" y="1023"/>
                    <a:pt x="105" y="1016"/>
                    <a:pt x="100" y="1009"/>
                  </a:cubicBezTo>
                  <a:cubicBezTo>
                    <a:pt x="90" y="998"/>
                    <a:pt x="92" y="997"/>
                    <a:pt x="89" y="997"/>
                  </a:cubicBezTo>
                  <a:cubicBezTo>
                    <a:pt x="85" y="986"/>
                    <a:pt x="82" y="987"/>
                    <a:pt x="82" y="987"/>
                  </a:cubicBezTo>
                  <a:cubicBezTo>
                    <a:pt x="53" y="952"/>
                    <a:pt x="52" y="942"/>
                    <a:pt x="49" y="942"/>
                  </a:cubicBezTo>
                  <a:cubicBezTo>
                    <a:pt x="31" y="899"/>
                    <a:pt x="22" y="894"/>
                    <a:pt x="26" y="890"/>
                  </a:cubicBezTo>
                  <a:cubicBezTo>
                    <a:pt x="40" y="944"/>
                    <a:pt x="46" y="951"/>
                    <a:pt x="50" y="957"/>
                  </a:cubicBezTo>
                  <a:cubicBezTo>
                    <a:pt x="55" y="964"/>
                    <a:pt x="54" y="966"/>
                    <a:pt x="55" y="967"/>
                  </a:cubicBezTo>
                  <a:cubicBezTo>
                    <a:pt x="62" y="976"/>
                    <a:pt x="63" y="974"/>
                    <a:pt x="64" y="976"/>
                  </a:cubicBezTo>
                  <a:cubicBezTo>
                    <a:pt x="71" y="991"/>
                    <a:pt x="75" y="992"/>
                    <a:pt x="75" y="992"/>
                  </a:cubicBezTo>
                  <a:cubicBezTo>
                    <a:pt x="87" y="1006"/>
                    <a:pt x="91" y="1013"/>
                    <a:pt x="94" y="1018"/>
                  </a:cubicBezTo>
                  <a:cubicBezTo>
                    <a:pt x="102" y="1029"/>
                    <a:pt x="101" y="1031"/>
                    <a:pt x="102" y="1032"/>
                  </a:cubicBezTo>
                  <a:cubicBezTo>
                    <a:pt x="136" y="1079"/>
                    <a:pt x="145" y="1091"/>
                    <a:pt x="153" y="1103"/>
                  </a:cubicBezTo>
                  <a:cubicBezTo>
                    <a:pt x="187" y="1163"/>
                    <a:pt x="182" y="1168"/>
                    <a:pt x="186" y="1173"/>
                  </a:cubicBezTo>
                  <a:cubicBezTo>
                    <a:pt x="178" y="1170"/>
                    <a:pt x="174" y="1167"/>
                    <a:pt x="173" y="1165"/>
                  </a:cubicBezTo>
                  <a:cubicBezTo>
                    <a:pt x="155" y="1142"/>
                    <a:pt x="146" y="1120"/>
                    <a:pt x="135" y="1111"/>
                  </a:cubicBezTo>
                  <a:cubicBezTo>
                    <a:pt x="110" y="1078"/>
                    <a:pt x="102" y="1080"/>
                    <a:pt x="106" y="1076"/>
                  </a:cubicBezTo>
                  <a:cubicBezTo>
                    <a:pt x="83" y="1057"/>
                    <a:pt x="75" y="1040"/>
                    <a:pt x="65" y="1032"/>
                  </a:cubicBezTo>
                  <a:cubicBezTo>
                    <a:pt x="32" y="978"/>
                    <a:pt x="31" y="976"/>
                    <a:pt x="24" y="965"/>
                  </a:cubicBezTo>
                  <a:cubicBezTo>
                    <a:pt x="9" y="949"/>
                    <a:pt x="15" y="952"/>
                    <a:pt x="15" y="957"/>
                  </a:cubicBezTo>
                  <a:cubicBezTo>
                    <a:pt x="47" y="1023"/>
                    <a:pt x="52" y="1028"/>
                    <a:pt x="57" y="1035"/>
                  </a:cubicBezTo>
                  <a:cubicBezTo>
                    <a:pt x="102" y="1083"/>
                    <a:pt x="107" y="1092"/>
                    <a:pt x="113" y="1095"/>
                  </a:cubicBezTo>
                  <a:cubicBezTo>
                    <a:pt x="149" y="1143"/>
                    <a:pt x="150" y="1151"/>
                    <a:pt x="154" y="1149"/>
                  </a:cubicBezTo>
                  <a:cubicBezTo>
                    <a:pt x="174" y="1202"/>
                    <a:pt x="185" y="1210"/>
                    <a:pt x="182" y="1215"/>
                  </a:cubicBezTo>
                  <a:cubicBezTo>
                    <a:pt x="168" y="1179"/>
                    <a:pt x="159" y="1180"/>
                    <a:pt x="162" y="1177"/>
                  </a:cubicBezTo>
                  <a:cubicBezTo>
                    <a:pt x="140" y="1153"/>
                    <a:pt x="142" y="1142"/>
                    <a:pt x="135" y="1136"/>
                  </a:cubicBezTo>
                  <a:cubicBezTo>
                    <a:pt x="98" y="1090"/>
                    <a:pt x="95" y="1086"/>
                    <a:pt x="92" y="1086"/>
                  </a:cubicBezTo>
                  <a:cubicBezTo>
                    <a:pt x="82" y="1073"/>
                    <a:pt x="82" y="1071"/>
                    <a:pt x="82" y="1069"/>
                  </a:cubicBezTo>
                  <a:cubicBezTo>
                    <a:pt x="44" y="1034"/>
                    <a:pt x="41" y="1030"/>
                    <a:pt x="39" y="1026"/>
                  </a:cubicBezTo>
                  <a:cubicBezTo>
                    <a:pt x="13" y="992"/>
                    <a:pt x="16" y="996"/>
                    <a:pt x="17" y="1000"/>
                  </a:cubicBezTo>
                  <a:cubicBezTo>
                    <a:pt x="48" y="1041"/>
                    <a:pt x="46" y="1053"/>
                    <a:pt x="55" y="1056"/>
                  </a:cubicBezTo>
                  <a:cubicBezTo>
                    <a:pt x="80" y="1083"/>
                    <a:pt x="81" y="1085"/>
                    <a:pt x="83" y="1087"/>
                  </a:cubicBezTo>
                  <a:cubicBezTo>
                    <a:pt x="89" y="1101"/>
                    <a:pt x="103" y="1099"/>
                    <a:pt x="97" y="1104"/>
                  </a:cubicBezTo>
                  <a:cubicBezTo>
                    <a:pt x="125" y="1140"/>
                    <a:pt x="131" y="1145"/>
                    <a:pt x="130" y="1149"/>
                  </a:cubicBezTo>
                  <a:cubicBezTo>
                    <a:pt x="93" y="1107"/>
                    <a:pt x="89" y="1106"/>
                    <a:pt x="86" y="1102"/>
                  </a:cubicBezTo>
                  <a:cubicBezTo>
                    <a:pt x="63" y="1079"/>
                    <a:pt x="59" y="1075"/>
                    <a:pt x="55" y="1073"/>
                  </a:cubicBezTo>
                  <a:cubicBezTo>
                    <a:pt x="0" y="1009"/>
                    <a:pt x="9" y="1016"/>
                    <a:pt x="8" y="1021"/>
                  </a:cubicBezTo>
                  <a:cubicBezTo>
                    <a:pt x="27" y="1050"/>
                    <a:pt x="29" y="1050"/>
                    <a:pt x="30" y="1052"/>
                  </a:cubicBezTo>
                  <a:cubicBezTo>
                    <a:pt x="33" y="1062"/>
                    <a:pt x="38" y="1060"/>
                    <a:pt x="41" y="1066"/>
                  </a:cubicBezTo>
                  <a:cubicBezTo>
                    <a:pt x="86" y="1110"/>
                    <a:pt x="90" y="1120"/>
                    <a:pt x="96" y="1122"/>
                  </a:cubicBezTo>
                  <a:cubicBezTo>
                    <a:pt x="118" y="1149"/>
                    <a:pt x="127" y="1163"/>
                    <a:pt x="137" y="1176"/>
                  </a:cubicBezTo>
                  <a:cubicBezTo>
                    <a:pt x="148" y="1204"/>
                    <a:pt x="162" y="1211"/>
                    <a:pt x="158" y="1215"/>
                  </a:cubicBezTo>
                  <a:cubicBezTo>
                    <a:pt x="165" y="1240"/>
                    <a:pt x="164" y="1234"/>
                    <a:pt x="163" y="1229"/>
                  </a:cubicBezTo>
                  <a:cubicBezTo>
                    <a:pt x="151" y="1205"/>
                    <a:pt x="144" y="1201"/>
                    <a:pt x="143" y="1199"/>
                  </a:cubicBezTo>
                  <a:cubicBezTo>
                    <a:pt x="118" y="1171"/>
                    <a:pt x="122" y="1166"/>
                    <a:pt x="116" y="1164"/>
                  </a:cubicBezTo>
                  <a:cubicBezTo>
                    <a:pt x="82" y="1123"/>
                    <a:pt x="68" y="1114"/>
                    <a:pt x="60" y="1107"/>
                  </a:cubicBezTo>
                  <a:cubicBezTo>
                    <a:pt x="19" y="1050"/>
                    <a:pt x="22" y="1042"/>
                    <a:pt x="13" y="1042"/>
                  </a:cubicBezTo>
                  <a:cubicBezTo>
                    <a:pt x="62" y="1117"/>
                    <a:pt x="74" y="1136"/>
                    <a:pt x="95" y="1152"/>
                  </a:cubicBezTo>
                  <a:cubicBezTo>
                    <a:pt x="135" y="1204"/>
                    <a:pt x="140" y="1211"/>
                    <a:pt x="145" y="1217"/>
                  </a:cubicBezTo>
                  <a:cubicBezTo>
                    <a:pt x="170" y="1269"/>
                    <a:pt x="166" y="1271"/>
                    <a:pt x="171" y="1274"/>
                  </a:cubicBezTo>
                  <a:cubicBezTo>
                    <a:pt x="178" y="1302"/>
                    <a:pt x="178" y="1304"/>
                    <a:pt x="177" y="1307"/>
                  </a:cubicBezTo>
                  <a:cubicBezTo>
                    <a:pt x="169" y="1297"/>
                    <a:pt x="173" y="1295"/>
                    <a:pt x="168" y="1291"/>
                  </a:cubicBezTo>
                  <a:cubicBezTo>
                    <a:pt x="133" y="1236"/>
                    <a:pt x="128" y="1228"/>
                    <a:pt x="116" y="1208"/>
                  </a:cubicBezTo>
                  <a:cubicBezTo>
                    <a:pt x="41" y="1115"/>
                    <a:pt x="40" y="1112"/>
                    <a:pt x="37" y="1109"/>
                  </a:cubicBezTo>
                  <a:cubicBezTo>
                    <a:pt x="25" y="1086"/>
                    <a:pt x="30" y="1079"/>
                    <a:pt x="24" y="1081"/>
                  </a:cubicBezTo>
                  <a:cubicBezTo>
                    <a:pt x="59" y="1159"/>
                    <a:pt x="64" y="1161"/>
                    <a:pt x="69" y="1166"/>
                  </a:cubicBezTo>
                  <a:cubicBezTo>
                    <a:pt x="116" y="1220"/>
                    <a:pt x="123" y="1241"/>
                    <a:pt x="133" y="1245"/>
                  </a:cubicBezTo>
                  <a:cubicBezTo>
                    <a:pt x="146" y="1275"/>
                    <a:pt x="149" y="1274"/>
                    <a:pt x="153" y="1283"/>
                  </a:cubicBezTo>
                  <a:cubicBezTo>
                    <a:pt x="167" y="1322"/>
                    <a:pt x="173" y="1328"/>
                    <a:pt x="172" y="1333"/>
                  </a:cubicBezTo>
                  <a:cubicBezTo>
                    <a:pt x="172" y="1344"/>
                    <a:pt x="171" y="1342"/>
                    <a:pt x="167" y="1341"/>
                  </a:cubicBezTo>
                  <a:cubicBezTo>
                    <a:pt x="163" y="1322"/>
                    <a:pt x="155" y="1318"/>
                    <a:pt x="159" y="1315"/>
                  </a:cubicBezTo>
                  <a:cubicBezTo>
                    <a:pt x="128" y="1261"/>
                    <a:pt x="129" y="1259"/>
                    <a:pt x="117" y="1247"/>
                  </a:cubicBezTo>
                  <a:cubicBezTo>
                    <a:pt x="67" y="1189"/>
                    <a:pt x="67" y="1186"/>
                    <a:pt x="62" y="1181"/>
                  </a:cubicBezTo>
                  <a:cubicBezTo>
                    <a:pt x="50" y="1165"/>
                    <a:pt x="47" y="1166"/>
                    <a:pt x="49" y="1163"/>
                  </a:cubicBezTo>
                  <a:cubicBezTo>
                    <a:pt x="12" y="1111"/>
                    <a:pt x="15" y="1107"/>
                    <a:pt x="9" y="1101"/>
                  </a:cubicBezTo>
                  <a:cubicBezTo>
                    <a:pt x="13" y="1122"/>
                    <a:pt x="19" y="1126"/>
                    <a:pt x="16" y="1128"/>
                  </a:cubicBezTo>
                  <a:cubicBezTo>
                    <a:pt x="47" y="1180"/>
                    <a:pt x="52" y="1178"/>
                    <a:pt x="54" y="1184"/>
                  </a:cubicBezTo>
                  <a:cubicBezTo>
                    <a:pt x="108" y="1249"/>
                    <a:pt x="110" y="1258"/>
                    <a:pt x="114" y="1257"/>
                  </a:cubicBezTo>
                  <a:cubicBezTo>
                    <a:pt x="108" y="1251"/>
                    <a:pt x="101" y="1249"/>
                    <a:pt x="97" y="1247"/>
                  </a:cubicBezTo>
                  <a:cubicBezTo>
                    <a:pt x="70" y="1217"/>
                    <a:pt x="67" y="1206"/>
                    <a:pt x="63" y="1203"/>
                  </a:cubicBezTo>
                  <a:cubicBezTo>
                    <a:pt x="43" y="1184"/>
                    <a:pt x="42" y="1180"/>
                    <a:pt x="40" y="1177"/>
                  </a:cubicBezTo>
                  <a:cubicBezTo>
                    <a:pt x="2" y="1139"/>
                    <a:pt x="9" y="1144"/>
                    <a:pt x="8" y="1147"/>
                  </a:cubicBezTo>
                  <a:cubicBezTo>
                    <a:pt x="31" y="1180"/>
                    <a:pt x="28" y="1183"/>
                    <a:pt x="34" y="1187"/>
                  </a:cubicBezTo>
                  <a:cubicBezTo>
                    <a:pt x="104" y="1266"/>
                    <a:pt x="106" y="1270"/>
                    <a:pt x="109" y="1273"/>
                  </a:cubicBezTo>
                  <a:cubicBezTo>
                    <a:pt x="130" y="1308"/>
                    <a:pt x="136" y="1314"/>
                    <a:pt x="138" y="1320"/>
                  </a:cubicBezTo>
                  <a:cubicBezTo>
                    <a:pt x="148" y="1353"/>
                    <a:pt x="160" y="1358"/>
                    <a:pt x="154" y="1360"/>
                  </a:cubicBezTo>
                  <a:cubicBezTo>
                    <a:pt x="143" y="1349"/>
                    <a:pt x="143" y="1342"/>
                    <a:pt x="136" y="1334"/>
                  </a:cubicBezTo>
                  <a:cubicBezTo>
                    <a:pt x="102" y="1286"/>
                    <a:pt x="93" y="1279"/>
                    <a:pt x="95" y="1275"/>
                  </a:cubicBezTo>
                  <a:cubicBezTo>
                    <a:pt x="30" y="1202"/>
                    <a:pt x="24" y="1194"/>
                    <a:pt x="18" y="1185"/>
                  </a:cubicBezTo>
                  <a:cubicBezTo>
                    <a:pt x="17" y="1202"/>
                    <a:pt x="20" y="1204"/>
                    <a:pt x="22" y="1205"/>
                  </a:cubicBezTo>
                  <a:cubicBezTo>
                    <a:pt x="28" y="1233"/>
                    <a:pt x="31" y="1245"/>
                    <a:pt x="36" y="1247"/>
                  </a:cubicBezTo>
                  <a:cubicBezTo>
                    <a:pt x="44" y="1265"/>
                    <a:pt x="42" y="1268"/>
                    <a:pt x="45" y="1267"/>
                  </a:cubicBezTo>
                  <a:cubicBezTo>
                    <a:pt x="78" y="1315"/>
                    <a:pt x="77" y="1317"/>
                    <a:pt x="84" y="1325"/>
                  </a:cubicBezTo>
                  <a:cubicBezTo>
                    <a:pt x="106" y="1353"/>
                    <a:pt x="114" y="1357"/>
                    <a:pt x="107" y="1360"/>
                  </a:cubicBezTo>
                  <a:cubicBezTo>
                    <a:pt x="74" y="1315"/>
                    <a:pt x="69" y="1314"/>
                    <a:pt x="66" y="1306"/>
                  </a:cubicBezTo>
                  <a:cubicBezTo>
                    <a:pt x="42" y="1273"/>
                    <a:pt x="39" y="1262"/>
                    <a:pt x="33" y="1256"/>
                  </a:cubicBezTo>
                  <a:cubicBezTo>
                    <a:pt x="26" y="1249"/>
                    <a:pt x="31" y="1241"/>
                    <a:pt x="27" y="1238"/>
                  </a:cubicBezTo>
                  <a:cubicBezTo>
                    <a:pt x="23" y="1255"/>
                    <a:pt x="30" y="1264"/>
                    <a:pt x="33" y="1273"/>
                  </a:cubicBezTo>
                  <a:cubicBezTo>
                    <a:pt x="72" y="1327"/>
                    <a:pt x="77" y="1337"/>
                    <a:pt x="86" y="1343"/>
                  </a:cubicBezTo>
                  <a:cubicBezTo>
                    <a:pt x="91" y="1356"/>
                    <a:pt x="95" y="1356"/>
                    <a:pt x="95" y="1356"/>
                  </a:cubicBezTo>
                  <a:cubicBezTo>
                    <a:pt x="113" y="1378"/>
                    <a:pt x="122" y="1391"/>
                    <a:pt x="131" y="1399"/>
                  </a:cubicBezTo>
                  <a:cubicBezTo>
                    <a:pt x="141" y="1414"/>
                    <a:pt x="144" y="1416"/>
                    <a:pt x="146" y="1420"/>
                  </a:cubicBezTo>
                  <a:cubicBezTo>
                    <a:pt x="142" y="1419"/>
                    <a:pt x="139" y="1422"/>
                    <a:pt x="137" y="1417"/>
                  </a:cubicBezTo>
                  <a:cubicBezTo>
                    <a:pt x="104" y="1393"/>
                    <a:pt x="99" y="1389"/>
                    <a:pt x="94" y="1389"/>
                  </a:cubicBezTo>
                  <a:cubicBezTo>
                    <a:pt x="39" y="1357"/>
                    <a:pt x="44" y="1357"/>
                    <a:pt x="47" y="1361"/>
                  </a:cubicBezTo>
                  <a:cubicBezTo>
                    <a:pt x="73" y="1381"/>
                    <a:pt x="77" y="1386"/>
                    <a:pt x="82" y="1385"/>
                  </a:cubicBezTo>
                  <a:cubicBezTo>
                    <a:pt x="123" y="1414"/>
                    <a:pt x="127" y="1423"/>
                    <a:pt x="131" y="1423"/>
                  </a:cubicBezTo>
                  <a:cubicBezTo>
                    <a:pt x="163" y="1460"/>
                    <a:pt x="167" y="1459"/>
                    <a:pt x="169" y="1462"/>
                  </a:cubicBezTo>
                  <a:cubicBezTo>
                    <a:pt x="183" y="1480"/>
                    <a:pt x="180" y="1489"/>
                    <a:pt x="185" y="1495"/>
                  </a:cubicBezTo>
                  <a:cubicBezTo>
                    <a:pt x="198" y="1470"/>
                    <a:pt x="199" y="1467"/>
                    <a:pt x="200" y="1465"/>
                  </a:cubicBezTo>
                  <a:cubicBezTo>
                    <a:pt x="239" y="1447"/>
                    <a:pt x="243" y="1445"/>
                    <a:pt x="246" y="1443"/>
                  </a:cubicBezTo>
                  <a:cubicBezTo>
                    <a:pt x="237" y="1440"/>
                    <a:pt x="233" y="1441"/>
                    <a:pt x="230" y="1441"/>
                  </a:cubicBezTo>
                  <a:cubicBezTo>
                    <a:pt x="214" y="1443"/>
                    <a:pt x="212" y="1436"/>
                    <a:pt x="217" y="1430"/>
                  </a:cubicBezTo>
                  <a:cubicBezTo>
                    <a:pt x="295" y="1389"/>
                    <a:pt x="303" y="1382"/>
                    <a:pt x="310" y="1385"/>
                  </a:cubicBezTo>
                  <a:cubicBezTo>
                    <a:pt x="381" y="1375"/>
                    <a:pt x="383" y="1379"/>
                    <a:pt x="388" y="1373"/>
                  </a:cubicBezTo>
                  <a:cubicBezTo>
                    <a:pt x="426" y="1368"/>
                    <a:pt x="430" y="1366"/>
                    <a:pt x="433" y="1365"/>
                  </a:cubicBezTo>
                  <a:cubicBezTo>
                    <a:pt x="449" y="1360"/>
                    <a:pt x="453" y="1363"/>
                    <a:pt x="457" y="1358"/>
                  </a:cubicBezTo>
                  <a:cubicBezTo>
                    <a:pt x="441" y="1356"/>
                    <a:pt x="440" y="1359"/>
                    <a:pt x="438" y="1359"/>
                  </a:cubicBezTo>
                  <a:cubicBezTo>
                    <a:pt x="426" y="1362"/>
                    <a:pt x="425" y="1358"/>
                    <a:pt x="421" y="1362"/>
                  </a:cubicBezTo>
                  <a:cubicBezTo>
                    <a:pt x="371" y="1366"/>
                    <a:pt x="364" y="1369"/>
                    <a:pt x="357" y="1369"/>
                  </a:cubicBezTo>
                  <a:cubicBezTo>
                    <a:pt x="338" y="1375"/>
                    <a:pt x="337" y="1371"/>
                    <a:pt x="335" y="1372"/>
                  </a:cubicBezTo>
                  <a:cubicBezTo>
                    <a:pt x="307" y="1376"/>
                    <a:pt x="306" y="1372"/>
                    <a:pt x="303" y="1376"/>
                  </a:cubicBezTo>
                  <a:cubicBezTo>
                    <a:pt x="270" y="1383"/>
                    <a:pt x="263" y="1389"/>
                    <a:pt x="258" y="1388"/>
                  </a:cubicBezTo>
                  <a:cubicBezTo>
                    <a:pt x="202" y="1433"/>
                    <a:pt x="200" y="1437"/>
                    <a:pt x="196" y="1441"/>
                  </a:cubicBezTo>
                  <a:cubicBezTo>
                    <a:pt x="185" y="1441"/>
                    <a:pt x="190" y="1433"/>
                    <a:pt x="197" y="1425"/>
                  </a:cubicBezTo>
                  <a:cubicBezTo>
                    <a:pt x="279" y="1366"/>
                    <a:pt x="282" y="1364"/>
                    <a:pt x="284" y="1362"/>
                  </a:cubicBezTo>
                  <a:cubicBezTo>
                    <a:pt x="315" y="1356"/>
                    <a:pt x="324" y="1356"/>
                    <a:pt x="334" y="1353"/>
                  </a:cubicBezTo>
                  <a:cubicBezTo>
                    <a:pt x="381" y="1350"/>
                    <a:pt x="385" y="1350"/>
                    <a:pt x="390" y="1350"/>
                  </a:cubicBezTo>
                  <a:cubicBezTo>
                    <a:pt x="436" y="1341"/>
                    <a:pt x="441" y="1339"/>
                    <a:pt x="446" y="1339"/>
                  </a:cubicBezTo>
                  <a:cubicBezTo>
                    <a:pt x="489" y="1324"/>
                    <a:pt x="486" y="1320"/>
                    <a:pt x="481" y="1326"/>
                  </a:cubicBezTo>
                  <a:cubicBezTo>
                    <a:pt x="445" y="1330"/>
                    <a:pt x="442" y="1333"/>
                    <a:pt x="438" y="1335"/>
                  </a:cubicBezTo>
                  <a:cubicBezTo>
                    <a:pt x="414" y="1334"/>
                    <a:pt x="409" y="1345"/>
                    <a:pt x="406" y="1338"/>
                  </a:cubicBezTo>
                  <a:cubicBezTo>
                    <a:pt x="436" y="1330"/>
                    <a:pt x="444" y="1327"/>
                    <a:pt x="451" y="1328"/>
                  </a:cubicBezTo>
                  <a:cubicBezTo>
                    <a:pt x="502" y="1292"/>
                    <a:pt x="500" y="1297"/>
                    <a:pt x="495" y="1301"/>
                  </a:cubicBezTo>
                  <a:cubicBezTo>
                    <a:pt x="463" y="1311"/>
                    <a:pt x="458" y="1319"/>
                    <a:pt x="455" y="1320"/>
                  </a:cubicBezTo>
                  <a:cubicBezTo>
                    <a:pt x="410" y="1329"/>
                    <a:pt x="405" y="1329"/>
                    <a:pt x="400" y="1333"/>
                  </a:cubicBezTo>
                  <a:cubicBezTo>
                    <a:pt x="380" y="1333"/>
                    <a:pt x="378" y="1331"/>
                    <a:pt x="376" y="1333"/>
                  </a:cubicBezTo>
                  <a:cubicBezTo>
                    <a:pt x="356" y="1334"/>
                    <a:pt x="353" y="1333"/>
                    <a:pt x="355" y="1331"/>
                  </a:cubicBezTo>
                  <a:cubicBezTo>
                    <a:pt x="400" y="1320"/>
                    <a:pt x="402" y="1322"/>
                    <a:pt x="405" y="1319"/>
                  </a:cubicBezTo>
                  <a:cubicBezTo>
                    <a:pt x="429" y="1309"/>
                    <a:pt x="438" y="1305"/>
                    <a:pt x="450" y="1297"/>
                  </a:cubicBezTo>
                  <a:cubicBezTo>
                    <a:pt x="498" y="1254"/>
                    <a:pt x="508" y="1256"/>
                    <a:pt x="503" y="1248"/>
                  </a:cubicBezTo>
                  <a:cubicBezTo>
                    <a:pt x="391" y="1316"/>
                    <a:pt x="387" y="1317"/>
                    <a:pt x="384" y="1317"/>
                  </a:cubicBezTo>
                  <a:cubicBezTo>
                    <a:pt x="365" y="1320"/>
                    <a:pt x="363" y="1321"/>
                    <a:pt x="360" y="1322"/>
                  </a:cubicBezTo>
                  <a:cubicBezTo>
                    <a:pt x="345" y="1324"/>
                    <a:pt x="344" y="1319"/>
                    <a:pt x="342" y="1323"/>
                  </a:cubicBezTo>
                  <a:cubicBezTo>
                    <a:pt x="303" y="1328"/>
                    <a:pt x="296" y="1326"/>
                    <a:pt x="290" y="1326"/>
                  </a:cubicBezTo>
                  <a:cubicBezTo>
                    <a:pt x="244" y="1332"/>
                    <a:pt x="240" y="1335"/>
                    <a:pt x="237" y="1335"/>
                  </a:cubicBezTo>
                  <a:cubicBezTo>
                    <a:pt x="200" y="1351"/>
                    <a:pt x="199" y="1362"/>
                    <a:pt x="193" y="1356"/>
                  </a:cubicBezTo>
                  <a:cubicBezTo>
                    <a:pt x="222" y="1332"/>
                    <a:pt x="227" y="1334"/>
                    <a:pt x="232" y="1328"/>
                  </a:cubicBezTo>
                  <a:cubicBezTo>
                    <a:pt x="257" y="1323"/>
                    <a:pt x="260" y="1322"/>
                    <a:pt x="262" y="1322"/>
                  </a:cubicBezTo>
                  <a:cubicBezTo>
                    <a:pt x="340" y="1309"/>
                    <a:pt x="350" y="1304"/>
                    <a:pt x="360" y="1305"/>
                  </a:cubicBezTo>
                  <a:cubicBezTo>
                    <a:pt x="414" y="1282"/>
                    <a:pt x="428" y="1278"/>
                    <a:pt x="443" y="1270"/>
                  </a:cubicBezTo>
                  <a:cubicBezTo>
                    <a:pt x="485" y="1238"/>
                    <a:pt x="488" y="1241"/>
                    <a:pt x="493" y="1236"/>
                  </a:cubicBezTo>
                  <a:cubicBezTo>
                    <a:pt x="503" y="1226"/>
                    <a:pt x="507" y="1224"/>
                    <a:pt x="512" y="1220"/>
                  </a:cubicBezTo>
                  <a:cubicBezTo>
                    <a:pt x="513" y="1206"/>
                    <a:pt x="509" y="1214"/>
                    <a:pt x="502" y="1222"/>
                  </a:cubicBezTo>
                  <a:cubicBezTo>
                    <a:pt x="460" y="1250"/>
                    <a:pt x="445" y="1261"/>
                    <a:pt x="435" y="1266"/>
                  </a:cubicBezTo>
                  <a:cubicBezTo>
                    <a:pt x="399" y="1282"/>
                    <a:pt x="395" y="1285"/>
                    <a:pt x="392" y="1284"/>
                  </a:cubicBezTo>
                  <a:cubicBezTo>
                    <a:pt x="323" y="1300"/>
                    <a:pt x="316" y="1303"/>
                    <a:pt x="308" y="1308"/>
                  </a:cubicBezTo>
                  <a:cubicBezTo>
                    <a:pt x="286" y="1307"/>
                    <a:pt x="284" y="1307"/>
                    <a:pt x="281" y="1308"/>
                  </a:cubicBezTo>
                  <a:cubicBezTo>
                    <a:pt x="265" y="1315"/>
                    <a:pt x="263" y="1313"/>
                    <a:pt x="260" y="1316"/>
                  </a:cubicBezTo>
                  <a:cubicBezTo>
                    <a:pt x="276" y="1302"/>
                    <a:pt x="278" y="1307"/>
                    <a:pt x="282" y="1305"/>
                  </a:cubicBezTo>
                  <a:cubicBezTo>
                    <a:pt x="318" y="1297"/>
                    <a:pt x="324" y="1295"/>
                    <a:pt x="330" y="1297"/>
                  </a:cubicBezTo>
                  <a:cubicBezTo>
                    <a:pt x="385" y="1284"/>
                    <a:pt x="390" y="1272"/>
                    <a:pt x="392" y="1277"/>
                  </a:cubicBezTo>
                  <a:cubicBezTo>
                    <a:pt x="458" y="1239"/>
                    <a:pt x="469" y="1229"/>
                    <a:pt x="477" y="1218"/>
                  </a:cubicBezTo>
                  <a:cubicBezTo>
                    <a:pt x="489" y="1197"/>
                    <a:pt x="479" y="1209"/>
                    <a:pt x="469" y="1221"/>
                  </a:cubicBezTo>
                  <a:cubicBezTo>
                    <a:pt x="433" y="1250"/>
                    <a:pt x="428" y="1253"/>
                    <a:pt x="424" y="1257"/>
                  </a:cubicBezTo>
                  <a:cubicBezTo>
                    <a:pt x="379" y="1272"/>
                    <a:pt x="373" y="1275"/>
                    <a:pt x="368" y="1275"/>
                  </a:cubicBezTo>
                  <a:cubicBezTo>
                    <a:pt x="317" y="1286"/>
                    <a:pt x="313" y="1290"/>
                    <a:pt x="308" y="1294"/>
                  </a:cubicBezTo>
                  <a:cubicBezTo>
                    <a:pt x="276" y="1296"/>
                    <a:pt x="268" y="1298"/>
                    <a:pt x="259" y="1301"/>
                  </a:cubicBezTo>
                  <a:cubicBezTo>
                    <a:pt x="226" y="1315"/>
                    <a:pt x="218" y="1314"/>
                    <a:pt x="210" y="1318"/>
                  </a:cubicBezTo>
                  <a:cubicBezTo>
                    <a:pt x="188" y="1324"/>
                    <a:pt x="198" y="1326"/>
                    <a:pt x="196" y="1323"/>
                  </a:cubicBezTo>
                  <a:cubicBezTo>
                    <a:pt x="245" y="1292"/>
                    <a:pt x="250" y="1296"/>
                    <a:pt x="257" y="1291"/>
                  </a:cubicBezTo>
                  <a:cubicBezTo>
                    <a:pt x="286" y="1281"/>
                    <a:pt x="297" y="1283"/>
                    <a:pt x="309" y="1278"/>
                  </a:cubicBezTo>
                  <a:cubicBezTo>
                    <a:pt x="360" y="1270"/>
                    <a:pt x="377" y="1254"/>
                    <a:pt x="392" y="1257"/>
                  </a:cubicBezTo>
                  <a:cubicBezTo>
                    <a:pt x="464" y="1216"/>
                    <a:pt x="478" y="1201"/>
                    <a:pt x="492" y="1188"/>
                  </a:cubicBezTo>
                  <a:cubicBezTo>
                    <a:pt x="510" y="1153"/>
                    <a:pt x="511" y="1156"/>
                    <a:pt x="505" y="1158"/>
                  </a:cubicBezTo>
                  <a:cubicBezTo>
                    <a:pt x="490" y="1176"/>
                    <a:pt x="487" y="1180"/>
                    <a:pt x="487" y="1184"/>
                  </a:cubicBezTo>
                  <a:cubicBezTo>
                    <a:pt x="443" y="1223"/>
                    <a:pt x="444" y="1226"/>
                    <a:pt x="442" y="1224"/>
                  </a:cubicBezTo>
                  <a:cubicBezTo>
                    <a:pt x="413" y="1237"/>
                    <a:pt x="407" y="1243"/>
                    <a:pt x="403" y="1242"/>
                  </a:cubicBezTo>
                  <a:cubicBezTo>
                    <a:pt x="325" y="1267"/>
                    <a:pt x="322" y="1265"/>
                    <a:pt x="318" y="1267"/>
                  </a:cubicBezTo>
                  <a:cubicBezTo>
                    <a:pt x="273" y="1273"/>
                    <a:pt x="263" y="1283"/>
                    <a:pt x="256" y="1279"/>
                  </a:cubicBezTo>
                  <a:cubicBezTo>
                    <a:pt x="295" y="1265"/>
                    <a:pt x="305" y="1261"/>
                    <a:pt x="314" y="1262"/>
                  </a:cubicBezTo>
                  <a:cubicBezTo>
                    <a:pt x="363" y="1241"/>
                    <a:pt x="375" y="1239"/>
                    <a:pt x="387" y="1234"/>
                  </a:cubicBezTo>
                  <a:cubicBezTo>
                    <a:pt x="479" y="1164"/>
                    <a:pt x="483" y="1161"/>
                    <a:pt x="485" y="1158"/>
                  </a:cubicBezTo>
                  <a:cubicBezTo>
                    <a:pt x="512" y="1124"/>
                    <a:pt x="513" y="1117"/>
                    <a:pt x="520" y="1111"/>
                  </a:cubicBezTo>
                  <a:cubicBezTo>
                    <a:pt x="509" y="1116"/>
                    <a:pt x="505" y="1120"/>
                    <a:pt x="502" y="1124"/>
                  </a:cubicBezTo>
                  <a:cubicBezTo>
                    <a:pt x="478" y="1160"/>
                    <a:pt x="470" y="1160"/>
                    <a:pt x="471" y="1166"/>
                  </a:cubicBezTo>
                  <a:cubicBezTo>
                    <a:pt x="431" y="1191"/>
                    <a:pt x="426" y="1200"/>
                    <a:pt x="421" y="1202"/>
                  </a:cubicBezTo>
                  <a:cubicBezTo>
                    <a:pt x="378" y="1227"/>
                    <a:pt x="371" y="1230"/>
                    <a:pt x="363" y="1234"/>
                  </a:cubicBezTo>
                  <a:cubicBezTo>
                    <a:pt x="322" y="1251"/>
                    <a:pt x="307" y="1250"/>
                    <a:pt x="290" y="1259"/>
                  </a:cubicBezTo>
                  <a:cubicBezTo>
                    <a:pt x="246" y="1271"/>
                    <a:pt x="237" y="1279"/>
                    <a:pt x="231" y="1275"/>
                  </a:cubicBezTo>
                  <a:cubicBezTo>
                    <a:pt x="290" y="1254"/>
                    <a:pt x="296" y="1241"/>
                    <a:pt x="298" y="1246"/>
                  </a:cubicBezTo>
                  <a:cubicBezTo>
                    <a:pt x="362" y="1221"/>
                    <a:pt x="377" y="1211"/>
                    <a:pt x="391" y="1204"/>
                  </a:cubicBezTo>
                  <a:cubicBezTo>
                    <a:pt x="515" y="1103"/>
                    <a:pt x="512" y="1098"/>
                    <a:pt x="518" y="1095"/>
                  </a:cubicBezTo>
                  <a:cubicBezTo>
                    <a:pt x="532" y="1075"/>
                    <a:pt x="536" y="1073"/>
                    <a:pt x="535" y="1071"/>
                  </a:cubicBezTo>
                  <a:cubicBezTo>
                    <a:pt x="539" y="1064"/>
                    <a:pt x="536" y="1067"/>
                    <a:pt x="532" y="1070"/>
                  </a:cubicBezTo>
                  <a:cubicBezTo>
                    <a:pt x="497" y="1109"/>
                    <a:pt x="495" y="1119"/>
                    <a:pt x="485" y="1121"/>
                  </a:cubicBezTo>
                  <a:cubicBezTo>
                    <a:pt x="453" y="1152"/>
                    <a:pt x="442" y="1160"/>
                    <a:pt x="431" y="1168"/>
                  </a:cubicBezTo>
                  <a:cubicBezTo>
                    <a:pt x="397" y="1193"/>
                    <a:pt x="389" y="1191"/>
                    <a:pt x="388" y="1197"/>
                  </a:cubicBezTo>
                  <a:cubicBezTo>
                    <a:pt x="367" y="1206"/>
                    <a:pt x="360" y="1215"/>
                    <a:pt x="356" y="1210"/>
                  </a:cubicBezTo>
                  <a:cubicBezTo>
                    <a:pt x="315" y="1230"/>
                    <a:pt x="305" y="1233"/>
                    <a:pt x="294" y="1240"/>
                  </a:cubicBezTo>
                  <a:cubicBezTo>
                    <a:pt x="262" y="1252"/>
                    <a:pt x="260" y="1251"/>
                    <a:pt x="257" y="1254"/>
                  </a:cubicBezTo>
                  <a:cubicBezTo>
                    <a:pt x="237" y="1263"/>
                    <a:pt x="233" y="1265"/>
                    <a:pt x="229" y="1267"/>
                  </a:cubicBezTo>
                  <a:cubicBezTo>
                    <a:pt x="218" y="1271"/>
                    <a:pt x="214" y="1278"/>
                    <a:pt x="211" y="1275"/>
                  </a:cubicBezTo>
                  <a:cubicBezTo>
                    <a:pt x="241" y="1245"/>
                    <a:pt x="262" y="1234"/>
                    <a:pt x="291" y="1222"/>
                  </a:cubicBezTo>
                  <a:cubicBezTo>
                    <a:pt x="352" y="1187"/>
                    <a:pt x="356" y="1194"/>
                    <a:pt x="360" y="1189"/>
                  </a:cubicBezTo>
                  <a:cubicBezTo>
                    <a:pt x="397" y="1173"/>
                    <a:pt x="401" y="1169"/>
                    <a:pt x="405" y="1169"/>
                  </a:cubicBezTo>
                  <a:cubicBezTo>
                    <a:pt x="461" y="1128"/>
                    <a:pt x="482" y="1115"/>
                    <a:pt x="495" y="1100"/>
                  </a:cubicBezTo>
                  <a:cubicBezTo>
                    <a:pt x="532" y="1063"/>
                    <a:pt x="536" y="1059"/>
                    <a:pt x="536" y="1055"/>
                  </a:cubicBezTo>
                  <a:cubicBezTo>
                    <a:pt x="492" y="1093"/>
                    <a:pt x="491" y="1097"/>
                    <a:pt x="486" y="1101"/>
                  </a:cubicBezTo>
                  <a:cubicBezTo>
                    <a:pt x="470" y="1111"/>
                    <a:pt x="468" y="1118"/>
                    <a:pt x="461" y="1121"/>
                  </a:cubicBezTo>
                  <a:cubicBezTo>
                    <a:pt x="441" y="1135"/>
                    <a:pt x="439" y="1138"/>
                    <a:pt x="438" y="1141"/>
                  </a:cubicBezTo>
                  <a:cubicBezTo>
                    <a:pt x="395" y="1165"/>
                    <a:pt x="389" y="1166"/>
                    <a:pt x="384" y="1167"/>
                  </a:cubicBezTo>
                  <a:cubicBezTo>
                    <a:pt x="366" y="1175"/>
                    <a:pt x="360" y="1181"/>
                    <a:pt x="354" y="1181"/>
                  </a:cubicBezTo>
                  <a:cubicBezTo>
                    <a:pt x="336" y="1190"/>
                    <a:pt x="330" y="1193"/>
                    <a:pt x="324" y="1196"/>
                  </a:cubicBezTo>
                  <a:cubicBezTo>
                    <a:pt x="289" y="1212"/>
                    <a:pt x="274" y="1219"/>
                    <a:pt x="259" y="1226"/>
                  </a:cubicBezTo>
                  <a:cubicBezTo>
                    <a:pt x="235" y="1240"/>
                    <a:pt x="227" y="1244"/>
                    <a:pt x="224" y="1249"/>
                  </a:cubicBezTo>
                  <a:cubicBezTo>
                    <a:pt x="202" y="1270"/>
                    <a:pt x="193" y="1272"/>
                    <a:pt x="192" y="1269"/>
                  </a:cubicBezTo>
                  <a:cubicBezTo>
                    <a:pt x="215" y="1249"/>
                    <a:pt x="212" y="1245"/>
                    <a:pt x="217" y="1243"/>
                  </a:cubicBezTo>
                  <a:cubicBezTo>
                    <a:pt x="243" y="1226"/>
                    <a:pt x="244" y="1223"/>
                    <a:pt x="250" y="1220"/>
                  </a:cubicBezTo>
                  <a:cubicBezTo>
                    <a:pt x="326" y="1181"/>
                    <a:pt x="340" y="1175"/>
                    <a:pt x="358" y="1169"/>
                  </a:cubicBezTo>
                  <a:cubicBezTo>
                    <a:pt x="494" y="1080"/>
                    <a:pt x="512" y="1077"/>
                    <a:pt x="512" y="1063"/>
                  </a:cubicBezTo>
                  <a:cubicBezTo>
                    <a:pt x="460" y="1106"/>
                    <a:pt x="454" y="1105"/>
                    <a:pt x="447" y="1112"/>
                  </a:cubicBezTo>
                  <a:cubicBezTo>
                    <a:pt x="401" y="1139"/>
                    <a:pt x="397" y="1141"/>
                    <a:pt x="392" y="1144"/>
                  </a:cubicBezTo>
                  <a:cubicBezTo>
                    <a:pt x="299" y="1182"/>
                    <a:pt x="278" y="1194"/>
                    <a:pt x="258" y="1204"/>
                  </a:cubicBezTo>
                  <a:cubicBezTo>
                    <a:pt x="222" y="1232"/>
                    <a:pt x="219" y="1228"/>
                    <a:pt x="215" y="1233"/>
                  </a:cubicBezTo>
                  <a:cubicBezTo>
                    <a:pt x="191" y="1248"/>
                    <a:pt x="198" y="1246"/>
                    <a:pt x="198" y="1243"/>
                  </a:cubicBezTo>
                  <a:cubicBezTo>
                    <a:pt x="210" y="1232"/>
                    <a:pt x="218" y="1227"/>
                    <a:pt x="221" y="1221"/>
                  </a:cubicBezTo>
                  <a:cubicBezTo>
                    <a:pt x="275" y="1187"/>
                    <a:pt x="293" y="1174"/>
                    <a:pt x="310" y="1167"/>
                  </a:cubicBezTo>
                  <a:cubicBezTo>
                    <a:pt x="378" y="1137"/>
                    <a:pt x="377" y="1130"/>
                    <a:pt x="382" y="1132"/>
                  </a:cubicBezTo>
                  <a:cubicBezTo>
                    <a:pt x="433" y="1103"/>
                    <a:pt x="436" y="1100"/>
                    <a:pt x="437" y="1102"/>
                  </a:cubicBezTo>
                  <a:cubicBezTo>
                    <a:pt x="461" y="1086"/>
                    <a:pt x="465" y="1087"/>
                    <a:pt x="471" y="1080"/>
                  </a:cubicBezTo>
                  <a:cubicBezTo>
                    <a:pt x="502" y="1058"/>
                    <a:pt x="506" y="1058"/>
                    <a:pt x="511" y="1054"/>
                  </a:cubicBezTo>
                  <a:cubicBezTo>
                    <a:pt x="567" y="1001"/>
                    <a:pt x="569" y="996"/>
                    <a:pt x="573" y="991"/>
                  </a:cubicBezTo>
                  <a:cubicBezTo>
                    <a:pt x="512" y="1042"/>
                    <a:pt x="492" y="1060"/>
                    <a:pt x="472" y="1069"/>
                  </a:cubicBezTo>
                  <a:cubicBezTo>
                    <a:pt x="445" y="1085"/>
                    <a:pt x="440" y="1093"/>
                    <a:pt x="436" y="1090"/>
                  </a:cubicBezTo>
                  <a:cubicBezTo>
                    <a:pt x="383" y="1123"/>
                    <a:pt x="380" y="1120"/>
                    <a:pt x="375" y="1125"/>
                  </a:cubicBezTo>
                  <a:cubicBezTo>
                    <a:pt x="301" y="1163"/>
                    <a:pt x="285" y="1166"/>
                    <a:pt x="266" y="1181"/>
                  </a:cubicBezTo>
                  <a:cubicBezTo>
                    <a:pt x="238" y="1199"/>
                    <a:pt x="226" y="1210"/>
                    <a:pt x="218" y="1211"/>
                  </a:cubicBezTo>
                  <a:cubicBezTo>
                    <a:pt x="195" y="1226"/>
                    <a:pt x="199" y="1221"/>
                    <a:pt x="198" y="1216"/>
                  </a:cubicBezTo>
                  <a:cubicBezTo>
                    <a:pt x="230" y="1183"/>
                    <a:pt x="233" y="1182"/>
                    <a:pt x="238" y="1177"/>
                  </a:cubicBezTo>
                  <a:cubicBezTo>
                    <a:pt x="319" y="1129"/>
                    <a:pt x="328" y="1123"/>
                    <a:pt x="336" y="1121"/>
                  </a:cubicBezTo>
                  <a:cubicBezTo>
                    <a:pt x="493" y="1012"/>
                    <a:pt x="511" y="1000"/>
                    <a:pt x="526" y="986"/>
                  </a:cubicBezTo>
                  <a:cubicBezTo>
                    <a:pt x="552" y="958"/>
                    <a:pt x="551" y="956"/>
                    <a:pt x="554" y="954"/>
                  </a:cubicBezTo>
                  <a:cubicBezTo>
                    <a:pt x="522" y="977"/>
                    <a:pt x="521" y="987"/>
                    <a:pt x="507" y="995"/>
                  </a:cubicBezTo>
                  <a:cubicBezTo>
                    <a:pt x="490" y="1009"/>
                    <a:pt x="487" y="1013"/>
                    <a:pt x="482" y="1018"/>
                  </a:cubicBezTo>
                  <a:cubicBezTo>
                    <a:pt x="358" y="1100"/>
                    <a:pt x="341" y="1103"/>
                    <a:pt x="333" y="1113"/>
                  </a:cubicBezTo>
                  <a:cubicBezTo>
                    <a:pt x="251" y="1161"/>
                    <a:pt x="227" y="1171"/>
                    <a:pt x="214" y="1187"/>
                  </a:cubicBezTo>
                  <a:cubicBezTo>
                    <a:pt x="211" y="1186"/>
                    <a:pt x="210" y="1183"/>
                    <a:pt x="213" y="1180"/>
                  </a:cubicBezTo>
                  <a:cubicBezTo>
                    <a:pt x="242" y="1151"/>
                    <a:pt x="248" y="1147"/>
                    <a:pt x="259" y="1137"/>
                  </a:cubicBezTo>
                  <a:cubicBezTo>
                    <a:pt x="360" y="1078"/>
                    <a:pt x="373" y="1070"/>
                    <a:pt x="393" y="1055"/>
                  </a:cubicBezTo>
                  <a:cubicBezTo>
                    <a:pt x="452" y="1010"/>
                    <a:pt x="460" y="1010"/>
                    <a:pt x="463" y="1005"/>
                  </a:cubicBezTo>
                  <a:cubicBezTo>
                    <a:pt x="524" y="947"/>
                    <a:pt x="530" y="944"/>
                    <a:pt x="532" y="940"/>
                  </a:cubicBezTo>
                  <a:cubicBezTo>
                    <a:pt x="561" y="903"/>
                    <a:pt x="566" y="896"/>
                    <a:pt x="574" y="890"/>
                  </a:cubicBezTo>
                  <a:cubicBezTo>
                    <a:pt x="547" y="899"/>
                    <a:pt x="543" y="903"/>
                    <a:pt x="537" y="907"/>
                  </a:cubicBezTo>
                  <a:cubicBezTo>
                    <a:pt x="522" y="918"/>
                    <a:pt x="523" y="921"/>
                    <a:pt x="519" y="922"/>
                  </a:cubicBezTo>
                  <a:cubicBezTo>
                    <a:pt x="491" y="945"/>
                    <a:pt x="485" y="954"/>
                    <a:pt x="474" y="962"/>
                  </a:cubicBezTo>
                  <a:cubicBezTo>
                    <a:pt x="396" y="1023"/>
                    <a:pt x="387" y="1030"/>
                    <a:pt x="378" y="1037"/>
                  </a:cubicBezTo>
                  <a:cubicBezTo>
                    <a:pt x="323" y="1067"/>
                    <a:pt x="317" y="1067"/>
                    <a:pt x="311" y="1070"/>
                  </a:cubicBezTo>
                  <a:cubicBezTo>
                    <a:pt x="262" y="1102"/>
                    <a:pt x="259" y="1103"/>
                    <a:pt x="256" y="1103"/>
                  </a:cubicBezTo>
                  <a:cubicBezTo>
                    <a:pt x="244" y="1115"/>
                    <a:pt x="236" y="1116"/>
                    <a:pt x="239" y="1120"/>
                  </a:cubicBezTo>
                  <a:cubicBezTo>
                    <a:pt x="222" y="1136"/>
                    <a:pt x="217" y="1144"/>
                    <a:pt x="214" y="1140"/>
                  </a:cubicBezTo>
                  <a:cubicBezTo>
                    <a:pt x="260" y="1090"/>
                    <a:pt x="271" y="1086"/>
                    <a:pt x="296" y="1066"/>
                  </a:cubicBezTo>
                  <a:cubicBezTo>
                    <a:pt x="418" y="989"/>
                    <a:pt x="425" y="977"/>
                    <a:pt x="430" y="979"/>
                  </a:cubicBezTo>
                  <a:cubicBezTo>
                    <a:pt x="451" y="961"/>
                    <a:pt x="456" y="956"/>
                    <a:pt x="465" y="947"/>
                  </a:cubicBezTo>
                  <a:cubicBezTo>
                    <a:pt x="540" y="892"/>
                    <a:pt x="549" y="886"/>
                    <a:pt x="560" y="878"/>
                  </a:cubicBezTo>
                  <a:cubicBezTo>
                    <a:pt x="587" y="870"/>
                    <a:pt x="592" y="858"/>
                    <a:pt x="594" y="863"/>
                  </a:cubicBezTo>
                  <a:cubicBezTo>
                    <a:pt x="625" y="848"/>
                    <a:pt x="636" y="854"/>
                    <a:pt x="633" y="845"/>
                  </a:cubicBezTo>
                  <a:cubicBezTo>
                    <a:pt x="574" y="858"/>
                    <a:pt x="566" y="857"/>
                    <a:pt x="557" y="863"/>
                  </a:cubicBezTo>
                  <a:cubicBezTo>
                    <a:pt x="523" y="876"/>
                    <a:pt x="515" y="880"/>
                    <a:pt x="508" y="884"/>
                  </a:cubicBezTo>
                  <a:cubicBezTo>
                    <a:pt x="420" y="945"/>
                    <a:pt x="411" y="951"/>
                    <a:pt x="402" y="958"/>
                  </a:cubicBezTo>
                  <a:cubicBezTo>
                    <a:pt x="299" y="1027"/>
                    <a:pt x="297" y="1029"/>
                    <a:pt x="295" y="1030"/>
                  </a:cubicBezTo>
                  <a:cubicBezTo>
                    <a:pt x="255" y="1062"/>
                    <a:pt x="252" y="1067"/>
                    <a:pt x="244" y="1072"/>
                  </a:cubicBezTo>
                  <a:cubicBezTo>
                    <a:pt x="230" y="1081"/>
                    <a:pt x="230" y="1077"/>
                    <a:pt x="232" y="1073"/>
                  </a:cubicBezTo>
                  <a:cubicBezTo>
                    <a:pt x="251" y="1057"/>
                    <a:pt x="253" y="1055"/>
                    <a:pt x="257" y="1053"/>
                  </a:cubicBezTo>
                  <a:cubicBezTo>
                    <a:pt x="293" y="1015"/>
                    <a:pt x="296" y="1017"/>
                    <a:pt x="300" y="1014"/>
                  </a:cubicBezTo>
                  <a:cubicBezTo>
                    <a:pt x="333" y="985"/>
                    <a:pt x="335" y="986"/>
                    <a:pt x="336" y="986"/>
                  </a:cubicBezTo>
                  <a:cubicBezTo>
                    <a:pt x="380" y="950"/>
                    <a:pt x="404" y="938"/>
                    <a:pt x="433" y="916"/>
                  </a:cubicBezTo>
                  <a:cubicBezTo>
                    <a:pt x="492" y="885"/>
                    <a:pt x="501" y="881"/>
                    <a:pt x="511" y="874"/>
                  </a:cubicBezTo>
                  <a:cubicBezTo>
                    <a:pt x="540" y="857"/>
                    <a:pt x="552" y="855"/>
                    <a:pt x="561" y="848"/>
                  </a:cubicBezTo>
                  <a:cubicBezTo>
                    <a:pt x="574" y="833"/>
                    <a:pt x="569" y="837"/>
                    <a:pt x="565" y="840"/>
                  </a:cubicBezTo>
                  <a:cubicBezTo>
                    <a:pt x="512" y="866"/>
                    <a:pt x="509" y="864"/>
                    <a:pt x="505" y="869"/>
                  </a:cubicBezTo>
                  <a:cubicBezTo>
                    <a:pt x="416" y="917"/>
                    <a:pt x="406" y="926"/>
                    <a:pt x="373" y="944"/>
                  </a:cubicBezTo>
                  <a:cubicBezTo>
                    <a:pt x="332" y="978"/>
                    <a:pt x="317" y="986"/>
                    <a:pt x="306" y="995"/>
                  </a:cubicBezTo>
                  <a:cubicBezTo>
                    <a:pt x="253" y="1040"/>
                    <a:pt x="256" y="1048"/>
                    <a:pt x="251" y="1045"/>
                  </a:cubicBezTo>
                  <a:cubicBezTo>
                    <a:pt x="235" y="1052"/>
                    <a:pt x="237" y="1048"/>
                    <a:pt x="241" y="1044"/>
                  </a:cubicBezTo>
                  <a:cubicBezTo>
                    <a:pt x="310" y="977"/>
                    <a:pt x="362" y="934"/>
                    <a:pt x="419" y="899"/>
                  </a:cubicBezTo>
                  <a:cubicBezTo>
                    <a:pt x="482" y="869"/>
                    <a:pt x="481" y="865"/>
                    <a:pt x="487" y="864"/>
                  </a:cubicBezTo>
                  <a:cubicBezTo>
                    <a:pt x="513" y="858"/>
                    <a:pt x="519" y="848"/>
                    <a:pt x="522" y="852"/>
                  </a:cubicBezTo>
                  <a:cubicBezTo>
                    <a:pt x="583" y="826"/>
                    <a:pt x="598" y="821"/>
                    <a:pt x="613" y="815"/>
                  </a:cubicBezTo>
                  <a:cubicBezTo>
                    <a:pt x="578" y="820"/>
                    <a:pt x="572" y="828"/>
                    <a:pt x="567" y="826"/>
                  </a:cubicBezTo>
                  <a:cubicBezTo>
                    <a:pt x="541" y="835"/>
                    <a:pt x="538" y="835"/>
                    <a:pt x="536" y="837"/>
                  </a:cubicBezTo>
                  <a:cubicBezTo>
                    <a:pt x="509" y="843"/>
                    <a:pt x="505" y="850"/>
                    <a:pt x="502" y="851"/>
                  </a:cubicBezTo>
                  <a:cubicBezTo>
                    <a:pt x="480" y="859"/>
                    <a:pt x="474" y="860"/>
                    <a:pt x="468" y="866"/>
                  </a:cubicBezTo>
                  <a:cubicBezTo>
                    <a:pt x="423" y="890"/>
                    <a:pt x="421" y="886"/>
                    <a:pt x="417" y="890"/>
                  </a:cubicBezTo>
                  <a:cubicBezTo>
                    <a:pt x="390" y="907"/>
                    <a:pt x="385" y="911"/>
                    <a:pt x="380" y="914"/>
                  </a:cubicBezTo>
                  <a:cubicBezTo>
                    <a:pt x="361" y="927"/>
                    <a:pt x="350" y="937"/>
                    <a:pt x="335" y="947"/>
                  </a:cubicBezTo>
                  <a:cubicBezTo>
                    <a:pt x="277" y="996"/>
                    <a:pt x="275" y="1001"/>
                    <a:pt x="266" y="1004"/>
                  </a:cubicBezTo>
                  <a:cubicBezTo>
                    <a:pt x="252" y="1019"/>
                    <a:pt x="249" y="1014"/>
                    <a:pt x="250" y="1013"/>
                  </a:cubicBezTo>
                  <a:cubicBezTo>
                    <a:pt x="261" y="1003"/>
                    <a:pt x="262" y="1003"/>
                    <a:pt x="262" y="1002"/>
                  </a:cubicBezTo>
                  <a:cubicBezTo>
                    <a:pt x="283" y="983"/>
                    <a:pt x="288" y="972"/>
                    <a:pt x="297" y="962"/>
                  </a:cubicBezTo>
                  <a:cubicBezTo>
                    <a:pt x="358" y="911"/>
                    <a:pt x="362" y="915"/>
                    <a:pt x="367" y="909"/>
                  </a:cubicBezTo>
                  <a:cubicBezTo>
                    <a:pt x="396" y="889"/>
                    <a:pt x="399" y="896"/>
                    <a:pt x="403" y="891"/>
                  </a:cubicBezTo>
                  <a:cubicBezTo>
                    <a:pt x="418" y="884"/>
                    <a:pt x="423" y="872"/>
                    <a:pt x="425" y="877"/>
                  </a:cubicBezTo>
                  <a:cubicBezTo>
                    <a:pt x="466" y="855"/>
                    <a:pt x="478" y="855"/>
                    <a:pt x="492" y="844"/>
                  </a:cubicBezTo>
                  <a:cubicBezTo>
                    <a:pt x="573" y="801"/>
                    <a:pt x="571" y="802"/>
                    <a:pt x="578" y="796"/>
                  </a:cubicBezTo>
                  <a:cubicBezTo>
                    <a:pt x="604" y="774"/>
                    <a:pt x="612" y="772"/>
                    <a:pt x="609" y="769"/>
                  </a:cubicBezTo>
                  <a:cubicBezTo>
                    <a:pt x="526" y="821"/>
                    <a:pt x="519" y="826"/>
                    <a:pt x="513" y="829"/>
                  </a:cubicBezTo>
                  <a:cubicBezTo>
                    <a:pt x="463" y="847"/>
                    <a:pt x="455" y="856"/>
                    <a:pt x="450" y="854"/>
                  </a:cubicBezTo>
                  <a:cubicBezTo>
                    <a:pt x="390" y="884"/>
                    <a:pt x="378" y="893"/>
                    <a:pt x="368" y="897"/>
                  </a:cubicBezTo>
                  <a:cubicBezTo>
                    <a:pt x="338" y="920"/>
                    <a:pt x="335" y="923"/>
                    <a:pt x="332" y="925"/>
                  </a:cubicBezTo>
                  <a:cubicBezTo>
                    <a:pt x="316" y="936"/>
                    <a:pt x="308" y="942"/>
                    <a:pt x="301" y="947"/>
                  </a:cubicBezTo>
                  <a:cubicBezTo>
                    <a:pt x="265" y="982"/>
                    <a:pt x="261" y="986"/>
                    <a:pt x="258" y="990"/>
                  </a:cubicBezTo>
                  <a:cubicBezTo>
                    <a:pt x="267" y="967"/>
                    <a:pt x="265" y="971"/>
                    <a:pt x="270" y="972"/>
                  </a:cubicBezTo>
                  <a:cubicBezTo>
                    <a:pt x="317" y="926"/>
                    <a:pt x="316" y="922"/>
                    <a:pt x="337" y="912"/>
                  </a:cubicBezTo>
                  <a:cubicBezTo>
                    <a:pt x="446" y="842"/>
                    <a:pt x="455" y="842"/>
                    <a:pt x="463" y="838"/>
                  </a:cubicBezTo>
                  <a:cubicBezTo>
                    <a:pt x="475" y="832"/>
                    <a:pt x="476" y="831"/>
                    <a:pt x="477" y="830"/>
                  </a:cubicBezTo>
                  <a:cubicBezTo>
                    <a:pt x="595" y="755"/>
                    <a:pt x="608" y="750"/>
                    <a:pt x="608" y="743"/>
                  </a:cubicBezTo>
                  <a:cubicBezTo>
                    <a:pt x="591" y="754"/>
                    <a:pt x="593" y="752"/>
                    <a:pt x="587" y="758"/>
                  </a:cubicBezTo>
                  <a:cubicBezTo>
                    <a:pt x="552" y="781"/>
                    <a:pt x="553" y="785"/>
                    <a:pt x="549" y="783"/>
                  </a:cubicBezTo>
                  <a:cubicBezTo>
                    <a:pt x="516" y="799"/>
                    <a:pt x="510" y="807"/>
                    <a:pt x="506" y="809"/>
                  </a:cubicBezTo>
                  <a:cubicBezTo>
                    <a:pt x="432" y="848"/>
                    <a:pt x="425" y="843"/>
                    <a:pt x="423" y="847"/>
                  </a:cubicBezTo>
                  <a:cubicBezTo>
                    <a:pt x="403" y="861"/>
                    <a:pt x="400" y="858"/>
                    <a:pt x="396" y="861"/>
                  </a:cubicBezTo>
                  <a:cubicBezTo>
                    <a:pt x="290" y="934"/>
                    <a:pt x="289" y="937"/>
                    <a:pt x="284" y="940"/>
                  </a:cubicBezTo>
                  <a:cubicBezTo>
                    <a:pt x="283" y="932"/>
                    <a:pt x="287" y="928"/>
                    <a:pt x="289" y="924"/>
                  </a:cubicBezTo>
                  <a:cubicBezTo>
                    <a:pt x="318" y="903"/>
                    <a:pt x="325" y="895"/>
                    <a:pt x="335" y="888"/>
                  </a:cubicBezTo>
                  <a:cubicBezTo>
                    <a:pt x="381" y="857"/>
                    <a:pt x="388" y="853"/>
                    <a:pt x="394" y="848"/>
                  </a:cubicBezTo>
                  <a:cubicBezTo>
                    <a:pt x="445" y="830"/>
                    <a:pt x="450" y="818"/>
                    <a:pt x="452" y="823"/>
                  </a:cubicBezTo>
                  <a:cubicBezTo>
                    <a:pt x="472" y="813"/>
                    <a:pt x="472" y="811"/>
                    <a:pt x="474" y="812"/>
                  </a:cubicBezTo>
                  <a:cubicBezTo>
                    <a:pt x="492" y="804"/>
                    <a:pt x="496" y="802"/>
                    <a:pt x="499" y="799"/>
                  </a:cubicBezTo>
                  <a:cubicBezTo>
                    <a:pt x="522" y="787"/>
                    <a:pt x="529" y="784"/>
                    <a:pt x="536" y="782"/>
                  </a:cubicBezTo>
                  <a:cubicBezTo>
                    <a:pt x="594" y="740"/>
                    <a:pt x="604" y="733"/>
                    <a:pt x="613" y="727"/>
                  </a:cubicBezTo>
                  <a:cubicBezTo>
                    <a:pt x="629" y="708"/>
                    <a:pt x="626" y="710"/>
                    <a:pt x="623" y="712"/>
                  </a:cubicBezTo>
                  <a:cubicBezTo>
                    <a:pt x="614" y="719"/>
                    <a:pt x="612" y="720"/>
                    <a:pt x="611" y="720"/>
                  </a:cubicBezTo>
                  <a:cubicBezTo>
                    <a:pt x="602" y="727"/>
                    <a:pt x="602" y="731"/>
                    <a:pt x="598" y="733"/>
                  </a:cubicBezTo>
                  <a:cubicBezTo>
                    <a:pt x="578" y="747"/>
                    <a:pt x="571" y="752"/>
                    <a:pt x="564" y="757"/>
                  </a:cubicBezTo>
                  <a:cubicBezTo>
                    <a:pt x="528" y="774"/>
                    <a:pt x="524" y="782"/>
                    <a:pt x="521" y="779"/>
                  </a:cubicBezTo>
                  <a:cubicBezTo>
                    <a:pt x="466" y="806"/>
                    <a:pt x="462" y="809"/>
                    <a:pt x="459" y="809"/>
                  </a:cubicBezTo>
                  <a:cubicBezTo>
                    <a:pt x="423" y="827"/>
                    <a:pt x="420" y="825"/>
                    <a:pt x="416" y="827"/>
                  </a:cubicBezTo>
                  <a:cubicBezTo>
                    <a:pt x="347" y="870"/>
                    <a:pt x="336" y="878"/>
                    <a:pt x="325" y="885"/>
                  </a:cubicBezTo>
                  <a:cubicBezTo>
                    <a:pt x="302" y="902"/>
                    <a:pt x="299" y="905"/>
                    <a:pt x="297" y="904"/>
                  </a:cubicBezTo>
                  <a:cubicBezTo>
                    <a:pt x="342" y="859"/>
                    <a:pt x="352" y="856"/>
                    <a:pt x="352" y="851"/>
                  </a:cubicBezTo>
                  <a:cubicBezTo>
                    <a:pt x="384" y="833"/>
                    <a:pt x="390" y="829"/>
                    <a:pt x="403" y="820"/>
                  </a:cubicBezTo>
                  <a:cubicBezTo>
                    <a:pt x="434" y="799"/>
                    <a:pt x="448" y="797"/>
                    <a:pt x="456" y="791"/>
                  </a:cubicBezTo>
                  <a:cubicBezTo>
                    <a:pt x="491" y="772"/>
                    <a:pt x="498" y="776"/>
                    <a:pt x="509" y="765"/>
                  </a:cubicBezTo>
                  <a:cubicBezTo>
                    <a:pt x="550" y="750"/>
                    <a:pt x="561" y="743"/>
                    <a:pt x="571" y="740"/>
                  </a:cubicBezTo>
                  <a:cubicBezTo>
                    <a:pt x="650" y="685"/>
                    <a:pt x="651" y="680"/>
                    <a:pt x="658" y="677"/>
                  </a:cubicBezTo>
                  <a:cubicBezTo>
                    <a:pt x="663" y="670"/>
                    <a:pt x="651" y="676"/>
                    <a:pt x="643" y="686"/>
                  </a:cubicBezTo>
                  <a:cubicBezTo>
                    <a:pt x="557" y="738"/>
                    <a:pt x="549" y="738"/>
                    <a:pt x="541" y="745"/>
                  </a:cubicBezTo>
                  <a:cubicBezTo>
                    <a:pt x="457" y="783"/>
                    <a:pt x="447" y="787"/>
                    <a:pt x="438" y="789"/>
                  </a:cubicBezTo>
                  <a:cubicBezTo>
                    <a:pt x="417" y="807"/>
                    <a:pt x="409" y="804"/>
                    <a:pt x="401" y="811"/>
                  </a:cubicBezTo>
                  <a:cubicBezTo>
                    <a:pt x="339" y="851"/>
                    <a:pt x="338" y="856"/>
                    <a:pt x="329" y="860"/>
                  </a:cubicBezTo>
                  <a:cubicBezTo>
                    <a:pt x="311" y="871"/>
                    <a:pt x="311" y="863"/>
                    <a:pt x="308" y="866"/>
                  </a:cubicBezTo>
                  <a:cubicBezTo>
                    <a:pt x="324" y="849"/>
                    <a:pt x="327" y="851"/>
                    <a:pt x="327" y="847"/>
                  </a:cubicBezTo>
                  <a:cubicBezTo>
                    <a:pt x="429" y="785"/>
                    <a:pt x="430" y="783"/>
                    <a:pt x="438" y="779"/>
                  </a:cubicBezTo>
                  <a:cubicBezTo>
                    <a:pt x="489" y="753"/>
                    <a:pt x="491" y="753"/>
                    <a:pt x="494" y="751"/>
                  </a:cubicBezTo>
                  <a:cubicBezTo>
                    <a:pt x="546" y="730"/>
                    <a:pt x="551" y="722"/>
                    <a:pt x="554" y="725"/>
                  </a:cubicBezTo>
                  <a:cubicBezTo>
                    <a:pt x="553" y="723"/>
                    <a:pt x="551" y="717"/>
                    <a:pt x="547" y="723"/>
                  </a:cubicBezTo>
                  <a:cubicBezTo>
                    <a:pt x="515" y="736"/>
                    <a:pt x="513" y="732"/>
                    <a:pt x="509" y="735"/>
                  </a:cubicBezTo>
                  <a:cubicBezTo>
                    <a:pt x="487" y="740"/>
                    <a:pt x="482" y="748"/>
                    <a:pt x="479" y="745"/>
                  </a:cubicBezTo>
                  <a:cubicBezTo>
                    <a:pt x="397" y="793"/>
                    <a:pt x="390" y="796"/>
                    <a:pt x="382" y="800"/>
                  </a:cubicBezTo>
                  <a:cubicBezTo>
                    <a:pt x="344" y="825"/>
                    <a:pt x="339" y="829"/>
                    <a:pt x="334" y="833"/>
                  </a:cubicBezTo>
                  <a:cubicBezTo>
                    <a:pt x="346" y="804"/>
                    <a:pt x="361" y="789"/>
                    <a:pt x="375" y="781"/>
                  </a:cubicBezTo>
                  <a:cubicBezTo>
                    <a:pt x="397" y="767"/>
                    <a:pt x="400" y="765"/>
                    <a:pt x="404" y="763"/>
                  </a:cubicBezTo>
                  <a:cubicBezTo>
                    <a:pt x="478" y="727"/>
                    <a:pt x="484" y="727"/>
                    <a:pt x="492" y="721"/>
                  </a:cubicBezTo>
                  <a:cubicBezTo>
                    <a:pt x="514" y="719"/>
                    <a:pt x="521" y="711"/>
                    <a:pt x="527" y="713"/>
                  </a:cubicBezTo>
                  <a:cubicBezTo>
                    <a:pt x="573" y="696"/>
                    <a:pt x="580" y="692"/>
                    <a:pt x="587" y="689"/>
                  </a:cubicBezTo>
                  <a:cubicBezTo>
                    <a:pt x="627" y="664"/>
                    <a:pt x="637" y="667"/>
                    <a:pt x="634" y="660"/>
                  </a:cubicBezTo>
                  <a:cubicBezTo>
                    <a:pt x="534" y="701"/>
                    <a:pt x="528" y="701"/>
                    <a:pt x="521" y="705"/>
                  </a:cubicBezTo>
                  <a:cubicBezTo>
                    <a:pt x="490" y="707"/>
                    <a:pt x="495" y="713"/>
                    <a:pt x="501" y="707"/>
                  </a:cubicBezTo>
                  <a:cubicBezTo>
                    <a:pt x="543" y="697"/>
                    <a:pt x="550" y="686"/>
                    <a:pt x="556" y="687"/>
                  </a:cubicBezTo>
                  <a:cubicBezTo>
                    <a:pt x="578" y="682"/>
                    <a:pt x="584" y="677"/>
                    <a:pt x="590" y="677"/>
                  </a:cubicBezTo>
                  <a:cubicBezTo>
                    <a:pt x="643" y="648"/>
                    <a:pt x="657" y="643"/>
                    <a:pt x="673" y="629"/>
                  </a:cubicBezTo>
                  <a:cubicBezTo>
                    <a:pt x="647" y="645"/>
                    <a:pt x="643" y="645"/>
                    <a:pt x="641" y="645"/>
                  </a:cubicBezTo>
                  <a:cubicBezTo>
                    <a:pt x="611" y="659"/>
                    <a:pt x="604" y="666"/>
                    <a:pt x="597" y="667"/>
                  </a:cubicBezTo>
                  <a:cubicBezTo>
                    <a:pt x="556" y="675"/>
                    <a:pt x="551" y="687"/>
                    <a:pt x="549" y="682"/>
                  </a:cubicBezTo>
                  <a:cubicBezTo>
                    <a:pt x="516" y="695"/>
                    <a:pt x="514" y="691"/>
                    <a:pt x="510" y="696"/>
                  </a:cubicBezTo>
                  <a:cubicBezTo>
                    <a:pt x="487" y="704"/>
                    <a:pt x="483" y="706"/>
                    <a:pt x="480" y="705"/>
                  </a:cubicBezTo>
                  <a:cubicBezTo>
                    <a:pt x="454" y="716"/>
                    <a:pt x="446" y="720"/>
                    <a:pt x="441" y="723"/>
                  </a:cubicBezTo>
                  <a:cubicBezTo>
                    <a:pt x="430" y="731"/>
                    <a:pt x="427" y="727"/>
                    <a:pt x="423" y="731"/>
                  </a:cubicBezTo>
                  <a:cubicBezTo>
                    <a:pt x="386" y="755"/>
                    <a:pt x="382" y="753"/>
                    <a:pt x="377" y="757"/>
                  </a:cubicBezTo>
                  <a:cubicBezTo>
                    <a:pt x="347" y="769"/>
                    <a:pt x="358" y="764"/>
                    <a:pt x="366" y="758"/>
                  </a:cubicBezTo>
                  <a:cubicBezTo>
                    <a:pt x="409" y="728"/>
                    <a:pt x="417" y="725"/>
                    <a:pt x="425" y="718"/>
                  </a:cubicBezTo>
                  <a:cubicBezTo>
                    <a:pt x="571" y="656"/>
                    <a:pt x="601" y="640"/>
                    <a:pt x="630" y="626"/>
                  </a:cubicBezTo>
                  <a:cubicBezTo>
                    <a:pt x="661" y="605"/>
                    <a:pt x="663" y="601"/>
                    <a:pt x="664" y="599"/>
                  </a:cubicBezTo>
                  <a:cubicBezTo>
                    <a:pt x="642" y="607"/>
                    <a:pt x="637" y="615"/>
                    <a:pt x="632" y="617"/>
                  </a:cubicBezTo>
                  <a:cubicBezTo>
                    <a:pt x="575" y="644"/>
                    <a:pt x="557" y="653"/>
                    <a:pt x="540" y="659"/>
                  </a:cubicBezTo>
                  <a:cubicBezTo>
                    <a:pt x="479" y="687"/>
                    <a:pt x="471" y="684"/>
                    <a:pt x="462" y="691"/>
                  </a:cubicBezTo>
                  <a:cubicBezTo>
                    <a:pt x="418" y="713"/>
                    <a:pt x="415" y="715"/>
                    <a:pt x="412" y="717"/>
                  </a:cubicBezTo>
                  <a:cubicBezTo>
                    <a:pt x="381" y="734"/>
                    <a:pt x="377" y="737"/>
                    <a:pt x="373" y="740"/>
                  </a:cubicBezTo>
                  <a:cubicBezTo>
                    <a:pt x="385" y="720"/>
                    <a:pt x="404" y="707"/>
                    <a:pt x="421" y="696"/>
                  </a:cubicBezTo>
                  <a:cubicBezTo>
                    <a:pt x="473" y="672"/>
                    <a:pt x="478" y="677"/>
                    <a:pt x="484" y="670"/>
                  </a:cubicBezTo>
                  <a:cubicBezTo>
                    <a:pt x="519" y="657"/>
                    <a:pt x="524" y="659"/>
                    <a:pt x="529" y="654"/>
                  </a:cubicBezTo>
                  <a:cubicBezTo>
                    <a:pt x="603" y="622"/>
                    <a:pt x="611" y="619"/>
                    <a:pt x="619" y="615"/>
                  </a:cubicBezTo>
                  <a:cubicBezTo>
                    <a:pt x="667" y="570"/>
                    <a:pt x="677" y="568"/>
                    <a:pt x="675" y="564"/>
                  </a:cubicBezTo>
                  <a:cubicBezTo>
                    <a:pt x="719" y="542"/>
                    <a:pt x="725" y="539"/>
                    <a:pt x="730" y="537"/>
                  </a:cubicBezTo>
                  <a:cubicBezTo>
                    <a:pt x="742" y="527"/>
                    <a:pt x="737" y="530"/>
                    <a:pt x="732" y="533"/>
                  </a:cubicBezTo>
                  <a:cubicBezTo>
                    <a:pt x="706" y="538"/>
                    <a:pt x="703" y="542"/>
                    <a:pt x="700" y="544"/>
                  </a:cubicBezTo>
                  <a:cubicBezTo>
                    <a:pt x="637" y="575"/>
                    <a:pt x="629" y="578"/>
                    <a:pt x="622" y="585"/>
                  </a:cubicBezTo>
                  <a:cubicBezTo>
                    <a:pt x="557" y="616"/>
                    <a:pt x="550" y="611"/>
                    <a:pt x="543" y="615"/>
                  </a:cubicBezTo>
                  <a:cubicBezTo>
                    <a:pt x="514" y="623"/>
                    <a:pt x="507" y="625"/>
                    <a:pt x="499" y="630"/>
                  </a:cubicBezTo>
                  <a:cubicBezTo>
                    <a:pt x="469" y="641"/>
                    <a:pt x="463" y="637"/>
                    <a:pt x="455" y="644"/>
                  </a:cubicBezTo>
                  <a:cubicBezTo>
                    <a:pt x="432" y="653"/>
                    <a:pt x="426" y="659"/>
                    <a:pt x="422" y="658"/>
                  </a:cubicBezTo>
                  <a:cubicBezTo>
                    <a:pt x="410" y="660"/>
                    <a:pt x="410" y="653"/>
                    <a:pt x="416" y="648"/>
                  </a:cubicBezTo>
                  <a:cubicBezTo>
                    <a:pt x="439" y="640"/>
                    <a:pt x="445" y="628"/>
                    <a:pt x="447" y="633"/>
                  </a:cubicBezTo>
                  <a:cubicBezTo>
                    <a:pt x="502" y="611"/>
                    <a:pt x="513" y="606"/>
                    <a:pt x="523" y="605"/>
                  </a:cubicBezTo>
                  <a:cubicBezTo>
                    <a:pt x="597" y="583"/>
                    <a:pt x="606" y="581"/>
                    <a:pt x="615" y="576"/>
                  </a:cubicBezTo>
                  <a:cubicBezTo>
                    <a:pt x="655" y="561"/>
                    <a:pt x="660" y="548"/>
                    <a:pt x="663" y="553"/>
                  </a:cubicBezTo>
                  <a:cubicBezTo>
                    <a:pt x="715" y="530"/>
                    <a:pt x="721" y="528"/>
                    <a:pt x="727" y="527"/>
                  </a:cubicBezTo>
                  <a:cubicBezTo>
                    <a:pt x="736" y="512"/>
                    <a:pt x="727" y="524"/>
                    <a:pt x="720" y="520"/>
                  </a:cubicBezTo>
                  <a:cubicBezTo>
                    <a:pt x="677" y="533"/>
                    <a:pt x="673" y="536"/>
                    <a:pt x="668" y="537"/>
                  </a:cubicBezTo>
                  <a:cubicBezTo>
                    <a:pt x="603" y="571"/>
                    <a:pt x="600" y="575"/>
                    <a:pt x="598" y="573"/>
                  </a:cubicBezTo>
                  <a:cubicBezTo>
                    <a:pt x="555" y="592"/>
                    <a:pt x="552" y="588"/>
                    <a:pt x="549" y="589"/>
                  </a:cubicBezTo>
                  <a:cubicBezTo>
                    <a:pt x="507" y="600"/>
                    <a:pt x="504" y="601"/>
                    <a:pt x="501" y="601"/>
                  </a:cubicBezTo>
                  <a:cubicBezTo>
                    <a:pt x="462" y="618"/>
                    <a:pt x="456" y="620"/>
                    <a:pt x="449" y="622"/>
                  </a:cubicBezTo>
                  <a:cubicBezTo>
                    <a:pt x="427" y="627"/>
                    <a:pt x="429" y="624"/>
                    <a:pt x="432" y="622"/>
                  </a:cubicBezTo>
                  <a:cubicBezTo>
                    <a:pt x="464" y="601"/>
                    <a:pt x="476" y="596"/>
                    <a:pt x="488" y="594"/>
                  </a:cubicBezTo>
                  <a:cubicBezTo>
                    <a:pt x="519" y="583"/>
                    <a:pt x="522" y="582"/>
                    <a:pt x="525" y="584"/>
                  </a:cubicBezTo>
                  <a:cubicBezTo>
                    <a:pt x="550" y="574"/>
                    <a:pt x="557" y="572"/>
                    <a:pt x="563" y="571"/>
                  </a:cubicBezTo>
                  <a:cubicBezTo>
                    <a:pt x="588" y="560"/>
                    <a:pt x="594" y="562"/>
                    <a:pt x="600" y="559"/>
                  </a:cubicBezTo>
                  <a:cubicBezTo>
                    <a:pt x="645" y="537"/>
                    <a:pt x="651" y="541"/>
                    <a:pt x="657" y="535"/>
                  </a:cubicBezTo>
                  <a:cubicBezTo>
                    <a:pt x="670" y="528"/>
                    <a:pt x="672" y="530"/>
                    <a:pt x="671" y="528"/>
                  </a:cubicBezTo>
                  <a:cubicBezTo>
                    <a:pt x="707" y="510"/>
                    <a:pt x="711" y="502"/>
                    <a:pt x="714" y="502"/>
                  </a:cubicBezTo>
                  <a:cubicBezTo>
                    <a:pt x="729" y="486"/>
                    <a:pt x="743" y="485"/>
                    <a:pt x="736" y="481"/>
                  </a:cubicBezTo>
                  <a:cubicBezTo>
                    <a:pt x="686" y="515"/>
                    <a:pt x="684" y="515"/>
                    <a:pt x="682" y="515"/>
                  </a:cubicBezTo>
                  <a:cubicBezTo>
                    <a:pt x="660" y="525"/>
                    <a:pt x="654" y="529"/>
                    <a:pt x="648" y="532"/>
                  </a:cubicBezTo>
                  <a:cubicBezTo>
                    <a:pt x="622" y="542"/>
                    <a:pt x="616" y="542"/>
                    <a:pt x="609" y="548"/>
                  </a:cubicBezTo>
                  <a:cubicBezTo>
                    <a:pt x="569" y="562"/>
                    <a:pt x="566" y="558"/>
                    <a:pt x="563" y="561"/>
                  </a:cubicBezTo>
                  <a:cubicBezTo>
                    <a:pt x="541" y="567"/>
                    <a:pt x="537" y="572"/>
                    <a:pt x="535" y="570"/>
                  </a:cubicBezTo>
                  <a:cubicBezTo>
                    <a:pt x="474" y="591"/>
                    <a:pt x="469" y="587"/>
                    <a:pt x="462" y="592"/>
                  </a:cubicBezTo>
                  <a:cubicBezTo>
                    <a:pt x="459" y="582"/>
                    <a:pt x="465" y="573"/>
                    <a:pt x="468" y="576"/>
                  </a:cubicBezTo>
                  <a:cubicBezTo>
                    <a:pt x="497" y="562"/>
                    <a:pt x="501" y="567"/>
                    <a:pt x="506" y="564"/>
                  </a:cubicBezTo>
                  <a:cubicBezTo>
                    <a:pt x="546" y="554"/>
                    <a:pt x="550" y="555"/>
                    <a:pt x="555" y="550"/>
                  </a:cubicBezTo>
                  <a:cubicBezTo>
                    <a:pt x="621" y="530"/>
                    <a:pt x="639" y="521"/>
                    <a:pt x="656" y="514"/>
                  </a:cubicBezTo>
                  <a:cubicBezTo>
                    <a:pt x="724" y="468"/>
                    <a:pt x="727" y="472"/>
                    <a:pt x="731" y="467"/>
                  </a:cubicBezTo>
                  <a:cubicBezTo>
                    <a:pt x="698" y="479"/>
                    <a:pt x="675" y="497"/>
                    <a:pt x="653" y="506"/>
                  </a:cubicBezTo>
                  <a:cubicBezTo>
                    <a:pt x="569" y="540"/>
                    <a:pt x="564" y="539"/>
                    <a:pt x="557" y="543"/>
                  </a:cubicBezTo>
                  <a:cubicBezTo>
                    <a:pt x="520" y="547"/>
                    <a:pt x="515" y="554"/>
                    <a:pt x="512" y="552"/>
                  </a:cubicBezTo>
                  <a:cubicBezTo>
                    <a:pt x="473" y="562"/>
                    <a:pt x="469" y="568"/>
                    <a:pt x="466" y="563"/>
                  </a:cubicBezTo>
                  <a:cubicBezTo>
                    <a:pt x="498" y="545"/>
                    <a:pt x="497" y="541"/>
                    <a:pt x="502" y="539"/>
                  </a:cubicBezTo>
                  <a:cubicBezTo>
                    <a:pt x="563" y="520"/>
                    <a:pt x="573" y="516"/>
                    <a:pt x="581" y="519"/>
                  </a:cubicBezTo>
                  <a:cubicBezTo>
                    <a:pt x="612" y="506"/>
                    <a:pt x="616" y="505"/>
                    <a:pt x="619" y="506"/>
                  </a:cubicBezTo>
                  <a:cubicBezTo>
                    <a:pt x="736" y="443"/>
                    <a:pt x="752" y="427"/>
                    <a:pt x="767" y="422"/>
                  </a:cubicBezTo>
                  <a:cubicBezTo>
                    <a:pt x="792" y="398"/>
                    <a:pt x="801" y="398"/>
                    <a:pt x="799" y="388"/>
                  </a:cubicBezTo>
                  <a:cubicBezTo>
                    <a:pt x="779" y="406"/>
                    <a:pt x="773" y="410"/>
                    <a:pt x="771" y="411"/>
                  </a:cubicBezTo>
                  <a:cubicBezTo>
                    <a:pt x="764" y="417"/>
                    <a:pt x="760" y="419"/>
                    <a:pt x="757" y="421"/>
                  </a:cubicBezTo>
                  <a:cubicBezTo>
                    <a:pt x="698" y="461"/>
                    <a:pt x="694" y="459"/>
                    <a:pt x="692" y="461"/>
                  </a:cubicBezTo>
                  <a:cubicBezTo>
                    <a:pt x="645" y="481"/>
                    <a:pt x="642" y="485"/>
                    <a:pt x="639" y="487"/>
                  </a:cubicBezTo>
                  <a:cubicBezTo>
                    <a:pt x="607" y="499"/>
                    <a:pt x="602" y="499"/>
                    <a:pt x="597" y="503"/>
                  </a:cubicBezTo>
                  <a:cubicBezTo>
                    <a:pt x="580" y="505"/>
                    <a:pt x="572" y="510"/>
                    <a:pt x="564" y="509"/>
                  </a:cubicBezTo>
                  <a:cubicBezTo>
                    <a:pt x="507" y="529"/>
                    <a:pt x="504" y="529"/>
                    <a:pt x="501" y="530"/>
                  </a:cubicBezTo>
                  <a:cubicBezTo>
                    <a:pt x="511" y="516"/>
                    <a:pt x="516" y="516"/>
                    <a:pt x="521" y="510"/>
                  </a:cubicBezTo>
                  <a:cubicBezTo>
                    <a:pt x="560" y="498"/>
                    <a:pt x="569" y="498"/>
                    <a:pt x="580" y="493"/>
                  </a:cubicBezTo>
                  <a:cubicBezTo>
                    <a:pt x="646" y="472"/>
                    <a:pt x="652" y="467"/>
                    <a:pt x="658" y="468"/>
                  </a:cubicBezTo>
                  <a:cubicBezTo>
                    <a:pt x="762" y="408"/>
                    <a:pt x="771" y="401"/>
                    <a:pt x="780" y="395"/>
                  </a:cubicBezTo>
                  <a:cubicBezTo>
                    <a:pt x="794" y="385"/>
                    <a:pt x="799" y="381"/>
                    <a:pt x="804" y="378"/>
                  </a:cubicBezTo>
                  <a:cubicBezTo>
                    <a:pt x="816" y="362"/>
                    <a:pt x="807" y="368"/>
                    <a:pt x="799" y="374"/>
                  </a:cubicBezTo>
                  <a:cubicBezTo>
                    <a:pt x="785" y="381"/>
                    <a:pt x="780" y="387"/>
                    <a:pt x="777" y="392"/>
                  </a:cubicBezTo>
                  <a:cubicBezTo>
                    <a:pt x="741" y="412"/>
                    <a:pt x="732" y="416"/>
                    <a:pt x="722" y="424"/>
                  </a:cubicBezTo>
                  <a:cubicBezTo>
                    <a:pt x="700" y="442"/>
                    <a:pt x="692" y="439"/>
                    <a:pt x="689" y="441"/>
                  </a:cubicBezTo>
                  <a:cubicBezTo>
                    <a:pt x="614" y="471"/>
                    <a:pt x="613" y="473"/>
                    <a:pt x="607" y="476"/>
                  </a:cubicBezTo>
                  <a:cubicBezTo>
                    <a:pt x="566" y="485"/>
                    <a:pt x="556" y="494"/>
                    <a:pt x="549" y="491"/>
                  </a:cubicBezTo>
                  <a:cubicBezTo>
                    <a:pt x="513" y="502"/>
                    <a:pt x="508" y="511"/>
                    <a:pt x="505" y="508"/>
                  </a:cubicBezTo>
                  <a:cubicBezTo>
                    <a:pt x="524" y="490"/>
                    <a:pt x="526" y="487"/>
                    <a:pt x="528" y="486"/>
                  </a:cubicBezTo>
                  <a:cubicBezTo>
                    <a:pt x="546" y="478"/>
                    <a:pt x="555" y="473"/>
                    <a:pt x="564" y="467"/>
                  </a:cubicBezTo>
                  <a:cubicBezTo>
                    <a:pt x="585" y="466"/>
                    <a:pt x="592" y="460"/>
                    <a:pt x="598" y="460"/>
                  </a:cubicBezTo>
                  <a:cubicBezTo>
                    <a:pt x="650" y="440"/>
                    <a:pt x="653" y="444"/>
                    <a:pt x="657" y="440"/>
                  </a:cubicBezTo>
                  <a:cubicBezTo>
                    <a:pt x="729" y="408"/>
                    <a:pt x="743" y="399"/>
                    <a:pt x="758" y="389"/>
                  </a:cubicBezTo>
                  <a:cubicBezTo>
                    <a:pt x="794" y="357"/>
                    <a:pt x="790" y="359"/>
                    <a:pt x="778" y="369"/>
                  </a:cubicBezTo>
                  <a:cubicBezTo>
                    <a:pt x="742" y="393"/>
                    <a:pt x="737" y="396"/>
                    <a:pt x="732" y="400"/>
                  </a:cubicBezTo>
                  <a:cubicBezTo>
                    <a:pt x="693" y="417"/>
                    <a:pt x="690" y="418"/>
                    <a:pt x="687" y="420"/>
                  </a:cubicBezTo>
                  <a:cubicBezTo>
                    <a:pt x="629" y="438"/>
                    <a:pt x="622" y="447"/>
                    <a:pt x="618" y="443"/>
                  </a:cubicBezTo>
                  <a:cubicBezTo>
                    <a:pt x="587" y="455"/>
                    <a:pt x="575" y="459"/>
                    <a:pt x="564" y="457"/>
                  </a:cubicBezTo>
                  <a:cubicBezTo>
                    <a:pt x="544" y="467"/>
                    <a:pt x="539" y="470"/>
                    <a:pt x="534" y="470"/>
                  </a:cubicBezTo>
                  <a:cubicBezTo>
                    <a:pt x="590" y="434"/>
                    <a:pt x="594" y="439"/>
                    <a:pt x="599" y="435"/>
                  </a:cubicBezTo>
                  <a:cubicBezTo>
                    <a:pt x="658" y="416"/>
                    <a:pt x="669" y="411"/>
                    <a:pt x="679" y="409"/>
                  </a:cubicBezTo>
                  <a:cubicBezTo>
                    <a:pt x="766" y="359"/>
                    <a:pt x="770" y="356"/>
                    <a:pt x="786" y="346"/>
                  </a:cubicBezTo>
                  <a:cubicBezTo>
                    <a:pt x="788" y="337"/>
                    <a:pt x="773" y="348"/>
                    <a:pt x="758" y="359"/>
                  </a:cubicBezTo>
                  <a:cubicBezTo>
                    <a:pt x="666" y="405"/>
                    <a:pt x="659" y="405"/>
                    <a:pt x="650" y="410"/>
                  </a:cubicBezTo>
                  <a:cubicBezTo>
                    <a:pt x="579" y="427"/>
                    <a:pt x="571" y="435"/>
                    <a:pt x="566" y="429"/>
                  </a:cubicBezTo>
                  <a:cubicBezTo>
                    <a:pt x="586" y="418"/>
                    <a:pt x="591" y="422"/>
                    <a:pt x="597" y="419"/>
                  </a:cubicBezTo>
                  <a:cubicBezTo>
                    <a:pt x="623" y="411"/>
                    <a:pt x="627" y="405"/>
                    <a:pt x="629" y="408"/>
                  </a:cubicBezTo>
                  <a:cubicBezTo>
                    <a:pt x="674" y="391"/>
                    <a:pt x="674" y="383"/>
                    <a:pt x="679" y="385"/>
                  </a:cubicBezTo>
                  <a:cubicBezTo>
                    <a:pt x="709" y="372"/>
                    <a:pt x="714" y="369"/>
                    <a:pt x="719" y="365"/>
                  </a:cubicBezTo>
                  <a:cubicBezTo>
                    <a:pt x="790" y="326"/>
                    <a:pt x="800" y="319"/>
                    <a:pt x="808" y="316"/>
                  </a:cubicBezTo>
                  <a:cubicBezTo>
                    <a:pt x="851" y="294"/>
                    <a:pt x="848" y="291"/>
                    <a:pt x="852" y="289"/>
                  </a:cubicBezTo>
                  <a:cubicBezTo>
                    <a:pt x="847" y="287"/>
                    <a:pt x="848" y="290"/>
                    <a:pt x="845" y="292"/>
                  </a:cubicBezTo>
                  <a:cubicBezTo>
                    <a:pt x="796" y="312"/>
                    <a:pt x="785" y="320"/>
                    <a:pt x="775" y="325"/>
                  </a:cubicBezTo>
                  <a:cubicBezTo>
                    <a:pt x="686" y="371"/>
                    <a:pt x="681" y="378"/>
                    <a:pt x="677" y="376"/>
                  </a:cubicBezTo>
                  <a:cubicBezTo>
                    <a:pt x="647" y="386"/>
                    <a:pt x="644" y="390"/>
                    <a:pt x="642" y="391"/>
                  </a:cubicBezTo>
                  <a:cubicBezTo>
                    <a:pt x="602" y="407"/>
                    <a:pt x="598" y="406"/>
                    <a:pt x="593" y="409"/>
                  </a:cubicBezTo>
                  <a:cubicBezTo>
                    <a:pt x="585" y="406"/>
                    <a:pt x="586" y="411"/>
                    <a:pt x="589" y="407"/>
                  </a:cubicBezTo>
                  <a:cubicBezTo>
                    <a:pt x="637" y="379"/>
                    <a:pt x="661" y="368"/>
                    <a:pt x="684" y="361"/>
                  </a:cubicBezTo>
                  <a:cubicBezTo>
                    <a:pt x="714" y="348"/>
                    <a:pt x="717" y="344"/>
                    <a:pt x="720" y="343"/>
                  </a:cubicBezTo>
                  <a:cubicBezTo>
                    <a:pt x="761" y="318"/>
                    <a:pt x="780" y="313"/>
                    <a:pt x="794" y="303"/>
                  </a:cubicBezTo>
                  <a:cubicBezTo>
                    <a:pt x="837" y="288"/>
                    <a:pt x="847" y="283"/>
                    <a:pt x="845" y="279"/>
                  </a:cubicBezTo>
                  <a:cubicBezTo>
                    <a:pt x="748" y="324"/>
                    <a:pt x="743" y="322"/>
                    <a:pt x="738" y="327"/>
                  </a:cubicBezTo>
                  <a:cubicBezTo>
                    <a:pt x="712" y="340"/>
                    <a:pt x="702" y="341"/>
                    <a:pt x="692" y="348"/>
                  </a:cubicBezTo>
                  <a:cubicBezTo>
                    <a:pt x="671" y="360"/>
                    <a:pt x="667" y="355"/>
                    <a:pt x="661" y="360"/>
                  </a:cubicBezTo>
                  <a:cubicBezTo>
                    <a:pt x="628" y="371"/>
                    <a:pt x="625" y="375"/>
                    <a:pt x="623" y="373"/>
                  </a:cubicBezTo>
                  <a:cubicBezTo>
                    <a:pt x="602" y="380"/>
                    <a:pt x="603" y="375"/>
                    <a:pt x="608" y="379"/>
                  </a:cubicBezTo>
                  <a:cubicBezTo>
                    <a:pt x="635" y="363"/>
                    <a:pt x="640" y="358"/>
                    <a:pt x="645" y="355"/>
                  </a:cubicBezTo>
                  <a:cubicBezTo>
                    <a:pt x="690" y="337"/>
                    <a:pt x="695" y="339"/>
                    <a:pt x="702" y="336"/>
                  </a:cubicBezTo>
                  <a:cubicBezTo>
                    <a:pt x="778" y="299"/>
                    <a:pt x="789" y="291"/>
                    <a:pt x="800" y="284"/>
                  </a:cubicBezTo>
                  <a:cubicBezTo>
                    <a:pt x="823" y="265"/>
                    <a:pt x="817" y="270"/>
                    <a:pt x="810" y="275"/>
                  </a:cubicBezTo>
                  <a:cubicBezTo>
                    <a:pt x="745" y="308"/>
                    <a:pt x="744" y="312"/>
                    <a:pt x="735" y="317"/>
                  </a:cubicBezTo>
                  <a:cubicBezTo>
                    <a:pt x="706" y="325"/>
                    <a:pt x="698" y="329"/>
                    <a:pt x="692" y="328"/>
                  </a:cubicBezTo>
                  <a:cubicBezTo>
                    <a:pt x="631" y="353"/>
                    <a:pt x="625" y="359"/>
                    <a:pt x="621" y="355"/>
                  </a:cubicBezTo>
                  <a:cubicBezTo>
                    <a:pt x="645" y="341"/>
                    <a:pt x="649" y="339"/>
                    <a:pt x="654" y="336"/>
                  </a:cubicBezTo>
                  <a:cubicBezTo>
                    <a:pt x="697" y="321"/>
                    <a:pt x="705" y="316"/>
                    <a:pt x="713" y="313"/>
                  </a:cubicBezTo>
                  <a:cubicBezTo>
                    <a:pt x="745" y="297"/>
                    <a:pt x="753" y="295"/>
                    <a:pt x="761" y="291"/>
                  </a:cubicBezTo>
                  <a:cubicBezTo>
                    <a:pt x="803" y="262"/>
                    <a:pt x="807" y="264"/>
                    <a:pt x="806" y="261"/>
                  </a:cubicBezTo>
                  <a:cubicBezTo>
                    <a:pt x="839" y="233"/>
                    <a:pt x="843" y="230"/>
                    <a:pt x="847" y="226"/>
                  </a:cubicBezTo>
                  <a:cubicBezTo>
                    <a:pt x="796" y="261"/>
                    <a:pt x="788" y="266"/>
                    <a:pt x="779" y="272"/>
                  </a:cubicBezTo>
                  <a:cubicBezTo>
                    <a:pt x="668" y="319"/>
                    <a:pt x="661" y="325"/>
                    <a:pt x="655" y="325"/>
                  </a:cubicBezTo>
                  <a:cubicBezTo>
                    <a:pt x="643" y="332"/>
                    <a:pt x="643" y="326"/>
                    <a:pt x="646" y="322"/>
                  </a:cubicBezTo>
                  <a:cubicBezTo>
                    <a:pt x="668" y="316"/>
                    <a:pt x="674" y="313"/>
                    <a:pt x="679" y="313"/>
                  </a:cubicBezTo>
                  <a:cubicBezTo>
                    <a:pt x="789" y="253"/>
                    <a:pt x="800" y="245"/>
                    <a:pt x="811" y="238"/>
                  </a:cubicBezTo>
                  <a:cubicBezTo>
                    <a:pt x="830" y="217"/>
                    <a:pt x="839" y="215"/>
                    <a:pt x="836" y="212"/>
                  </a:cubicBezTo>
                  <a:cubicBezTo>
                    <a:pt x="826" y="221"/>
                    <a:pt x="818" y="219"/>
                    <a:pt x="815" y="227"/>
                  </a:cubicBezTo>
                  <a:cubicBezTo>
                    <a:pt x="759" y="262"/>
                    <a:pt x="739" y="275"/>
                    <a:pt x="719" y="284"/>
                  </a:cubicBezTo>
                  <a:cubicBezTo>
                    <a:pt x="673" y="305"/>
                    <a:pt x="671" y="306"/>
                    <a:pt x="668" y="306"/>
                  </a:cubicBezTo>
                  <a:cubicBezTo>
                    <a:pt x="711" y="282"/>
                    <a:pt x="719" y="273"/>
                    <a:pt x="727" y="271"/>
                  </a:cubicBezTo>
                  <a:cubicBezTo>
                    <a:pt x="797" y="226"/>
                    <a:pt x="805" y="220"/>
                    <a:pt x="813" y="214"/>
                  </a:cubicBezTo>
                  <a:cubicBezTo>
                    <a:pt x="850" y="175"/>
                    <a:pt x="861" y="172"/>
                    <a:pt x="859" y="168"/>
                  </a:cubicBezTo>
                  <a:close/>
                  <a:moveTo>
                    <a:pt x="743" y="232"/>
                  </a:moveTo>
                  <a:cubicBezTo>
                    <a:pt x="748" y="239"/>
                    <a:pt x="733" y="238"/>
                    <a:pt x="728" y="246"/>
                  </a:cubicBezTo>
                  <a:cubicBezTo>
                    <a:pt x="725" y="238"/>
                    <a:pt x="737" y="240"/>
                    <a:pt x="743" y="232"/>
                  </a:cubicBezTo>
                  <a:close/>
                  <a:moveTo>
                    <a:pt x="723" y="245"/>
                  </a:moveTo>
                  <a:cubicBezTo>
                    <a:pt x="723" y="251"/>
                    <a:pt x="713" y="252"/>
                    <a:pt x="710" y="254"/>
                  </a:cubicBezTo>
                  <a:cubicBezTo>
                    <a:pt x="709" y="248"/>
                    <a:pt x="719" y="247"/>
                    <a:pt x="723" y="245"/>
                  </a:cubicBezTo>
                  <a:close/>
                  <a:moveTo>
                    <a:pt x="265" y="659"/>
                  </a:moveTo>
                  <a:cubicBezTo>
                    <a:pt x="262" y="656"/>
                    <a:pt x="263" y="654"/>
                    <a:pt x="262" y="651"/>
                  </a:cubicBezTo>
                  <a:cubicBezTo>
                    <a:pt x="260" y="649"/>
                    <a:pt x="256" y="646"/>
                    <a:pt x="259" y="644"/>
                  </a:cubicBezTo>
                  <a:cubicBezTo>
                    <a:pt x="256" y="643"/>
                    <a:pt x="254" y="641"/>
                    <a:pt x="252" y="638"/>
                  </a:cubicBezTo>
                  <a:cubicBezTo>
                    <a:pt x="252" y="636"/>
                    <a:pt x="252" y="634"/>
                    <a:pt x="250" y="635"/>
                  </a:cubicBezTo>
                  <a:cubicBezTo>
                    <a:pt x="248" y="631"/>
                    <a:pt x="248" y="627"/>
                    <a:pt x="243" y="623"/>
                  </a:cubicBezTo>
                  <a:cubicBezTo>
                    <a:pt x="245" y="617"/>
                    <a:pt x="243" y="617"/>
                    <a:pt x="239" y="613"/>
                  </a:cubicBezTo>
                  <a:cubicBezTo>
                    <a:pt x="241" y="610"/>
                    <a:pt x="236" y="605"/>
                    <a:pt x="236" y="601"/>
                  </a:cubicBezTo>
                  <a:cubicBezTo>
                    <a:pt x="231" y="592"/>
                    <a:pt x="230" y="592"/>
                    <a:pt x="223" y="581"/>
                  </a:cubicBezTo>
                  <a:cubicBezTo>
                    <a:pt x="215" y="572"/>
                    <a:pt x="216" y="564"/>
                    <a:pt x="207" y="555"/>
                  </a:cubicBezTo>
                  <a:cubicBezTo>
                    <a:pt x="203" y="545"/>
                    <a:pt x="204" y="543"/>
                    <a:pt x="195" y="532"/>
                  </a:cubicBezTo>
                  <a:cubicBezTo>
                    <a:pt x="199" y="528"/>
                    <a:pt x="191" y="523"/>
                    <a:pt x="193" y="519"/>
                  </a:cubicBezTo>
                  <a:cubicBezTo>
                    <a:pt x="188" y="514"/>
                    <a:pt x="192" y="510"/>
                    <a:pt x="188" y="505"/>
                  </a:cubicBezTo>
                  <a:cubicBezTo>
                    <a:pt x="187" y="496"/>
                    <a:pt x="184" y="487"/>
                    <a:pt x="181" y="478"/>
                  </a:cubicBezTo>
                  <a:cubicBezTo>
                    <a:pt x="189" y="478"/>
                    <a:pt x="185" y="488"/>
                    <a:pt x="189" y="492"/>
                  </a:cubicBezTo>
                  <a:cubicBezTo>
                    <a:pt x="191" y="498"/>
                    <a:pt x="194" y="504"/>
                    <a:pt x="193" y="509"/>
                  </a:cubicBezTo>
                  <a:cubicBezTo>
                    <a:pt x="200" y="517"/>
                    <a:pt x="199" y="523"/>
                    <a:pt x="207" y="531"/>
                  </a:cubicBezTo>
                  <a:cubicBezTo>
                    <a:pt x="210" y="535"/>
                    <a:pt x="208" y="538"/>
                    <a:pt x="209" y="541"/>
                  </a:cubicBezTo>
                  <a:cubicBezTo>
                    <a:pt x="213" y="542"/>
                    <a:pt x="214" y="546"/>
                    <a:pt x="213" y="549"/>
                  </a:cubicBezTo>
                  <a:cubicBezTo>
                    <a:pt x="220" y="554"/>
                    <a:pt x="218" y="557"/>
                    <a:pt x="224" y="565"/>
                  </a:cubicBezTo>
                  <a:cubicBezTo>
                    <a:pt x="227" y="574"/>
                    <a:pt x="233" y="584"/>
                    <a:pt x="237" y="593"/>
                  </a:cubicBezTo>
                  <a:cubicBezTo>
                    <a:pt x="239" y="596"/>
                    <a:pt x="241" y="598"/>
                    <a:pt x="243" y="601"/>
                  </a:cubicBezTo>
                  <a:cubicBezTo>
                    <a:pt x="243" y="603"/>
                    <a:pt x="243" y="605"/>
                    <a:pt x="245" y="604"/>
                  </a:cubicBezTo>
                  <a:cubicBezTo>
                    <a:pt x="246" y="609"/>
                    <a:pt x="245" y="613"/>
                    <a:pt x="250" y="618"/>
                  </a:cubicBezTo>
                  <a:cubicBezTo>
                    <a:pt x="253" y="627"/>
                    <a:pt x="261" y="637"/>
                    <a:pt x="263" y="646"/>
                  </a:cubicBezTo>
                  <a:cubicBezTo>
                    <a:pt x="271" y="655"/>
                    <a:pt x="270" y="664"/>
                    <a:pt x="275" y="673"/>
                  </a:cubicBezTo>
                  <a:cubicBezTo>
                    <a:pt x="268" y="673"/>
                    <a:pt x="271" y="663"/>
                    <a:pt x="265" y="659"/>
                  </a:cubicBezTo>
                  <a:close/>
                  <a:moveTo>
                    <a:pt x="279" y="685"/>
                  </a:moveTo>
                  <a:cubicBezTo>
                    <a:pt x="279" y="692"/>
                    <a:pt x="278" y="682"/>
                    <a:pt x="274" y="679"/>
                  </a:cubicBezTo>
                  <a:cubicBezTo>
                    <a:pt x="273" y="676"/>
                    <a:pt x="276" y="678"/>
                    <a:pt x="277" y="679"/>
                  </a:cubicBezTo>
                  <a:cubicBezTo>
                    <a:pt x="278" y="681"/>
                    <a:pt x="279" y="683"/>
                    <a:pt x="281" y="684"/>
                  </a:cubicBezTo>
                  <a:cubicBezTo>
                    <a:pt x="280" y="685"/>
                    <a:pt x="280" y="685"/>
                    <a:pt x="279" y="685"/>
                  </a:cubicBezTo>
                  <a:close/>
                  <a:moveTo>
                    <a:pt x="166" y="634"/>
                  </a:moveTo>
                  <a:cubicBezTo>
                    <a:pt x="162" y="637"/>
                    <a:pt x="166" y="630"/>
                    <a:pt x="161" y="628"/>
                  </a:cubicBezTo>
                  <a:cubicBezTo>
                    <a:pt x="168" y="628"/>
                    <a:pt x="168" y="638"/>
                    <a:pt x="172" y="642"/>
                  </a:cubicBezTo>
                  <a:cubicBezTo>
                    <a:pt x="168" y="645"/>
                    <a:pt x="166" y="636"/>
                    <a:pt x="166" y="634"/>
                  </a:cubicBezTo>
                  <a:close/>
                  <a:moveTo>
                    <a:pt x="192" y="691"/>
                  </a:moveTo>
                  <a:cubicBezTo>
                    <a:pt x="192" y="690"/>
                    <a:pt x="191" y="690"/>
                    <a:pt x="190" y="691"/>
                  </a:cubicBezTo>
                  <a:cubicBezTo>
                    <a:pt x="187" y="685"/>
                    <a:pt x="184" y="679"/>
                    <a:pt x="184" y="673"/>
                  </a:cubicBezTo>
                  <a:cubicBezTo>
                    <a:pt x="190" y="669"/>
                    <a:pt x="184" y="681"/>
                    <a:pt x="189" y="677"/>
                  </a:cubicBezTo>
                  <a:cubicBezTo>
                    <a:pt x="189" y="682"/>
                    <a:pt x="193" y="688"/>
                    <a:pt x="194" y="693"/>
                  </a:cubicBezTo>
                  <a:cubicBezTo>
                    <a:pt x="195" y="695"/>
                    <a:pt x="196" y="696"/>
                    <a:pt x="197" y="698"/>
                  </a:cubicBezTo>
                  <a:cubicBezTo>
                    <a:pt x="200" y="705"/>
                    <a:pt x="188" y="693"/>
                    <a:pt x="192" y="691"/>
                  </a:cubicBezTo>
                  <a:close/>
                  <a:moveTo>
                    <a:pt x="259" y="828"/>
                  </a:moveTo>
                  <a:cubicBezTo>
                    <a:pt x="258" y="824"/>
                    <a:pt x="255" y="820"/>
                    <a:pt x="256" y="817"/>
                  </a:cubicBezTo>
                  <a:cubicBezTo>
                    <a:pt x="247" y="810"/>
                    <a:pt x="247" y="797"/>
                    <a:pt x="241" y="789"/>
                  </a:cubicBezTo>
                  <a:cubicBezTo>
                    <a:pt x="233" y="777"/>
                    <a:pt x="228" y="766"/>
                    <a:pt x="224" y="755"/>
                  </a:cubicBezTo>
                  <a:cubicBezTo>
                    <a:pt x="220" y="751"/>
                    <a:pt x="217" y="746"/>
                    <a:pt x="214" y="742"/>
                  </a:cubicBezTo>
                  <a:cubicBezTo>
                    <a:pt x="212" y="737"/>
                    <a:pt x="211" y="732"/>
                    <a:pt x="208" y="727"/>
                  </a:cubicBezTo>
                  <a:cubicBezTo>
                    <a:pt x="206" y="724"/>
                    <a:pt x="208" y="722"/>
                    <a:pt x="205" y="719"/>
                  </a:cubicBezTo>
                  <a:cubicBezTo>
                    <a:pt x="202" y="720"/>
                    <a:pt x="204" y="715"/>
                    <a:pt x="201" y="717"/>
                  </a:cubicBezTo>
                  <a:cubicBezTo>
                    <a:pt x="203" y="712"/>
                    <a:pt x="194" y="705"/>
                    <a:pt x="199" y="701"/>
                  </a:cubicBezTo>
                  <a:cubicBezTo>
                    <a:pt x="207" y="710"/>
                    <a:pt x="207" y="720"/>
                    <a:pt x="217" y="725"/>
                  </a:cubicBezTo>
                  <a:cubicBezTo>
                    <a:pt x="214" y="728"/>
                    <a:pt x="222" y="733"/>
                    <a:pt x="220" y="736"/>
                  </a:cubicBezTo>
                  <a:cubicBezTo>
                    <a:pt x="220" y="739"/>
                    <a:pt x="227" y="743"/>
                    <a:pt x="224" y="745"/>
                  </a:cubicBezTo>
                  <a:cubicBezTo>
                    <a:pt x="228" y="751"/>
                    <a:pt x="231" y="757"/>
                    <a:pt x="232" y="763"/>
                  </a:cubicBezTo>
                  <a:cubicBezTo>
                    <a:pt x="242" y="777"/>
                    <a:pt x="242" y="783"/>
                    <a:pt x="252" y="798"/>
                  </a:cubicBezTo>
                  <a:cubicBezTo>
                    <a:pt x="255" y="807"/>
                    <a:pt x="256" y="808"/>
                    <a:pt x="261" y="817"/>
                  </a:cubicBezTo>
                  <a:cubicBezTo>
                    <a:pt x="258" y="822"/>
                    <a:pt x="264" y="829"/>
                    <a:pt x="265" y="836"/>
                  </a:cubicBezTo>
                  <a:cubicBezTo>
                    <a:pt x="259" y="838"/>
                    <a:pt x="262" y="830"/>
                    <a:pt x="259" y="828"/>
                  </a:cubicBezTo>
                  <a:close/>
                  <a:moveTo>
                    <a:pt x="195" y="1053"/>
                  </a:moveTo>
                  <a:cubicBezTo>
                    <a:pt x="187" y="1053"/>
                    <a:pt x="194" y="1042"/>
                    <a:pt x="195" y="1053"/>
                  </a:cubicBezTo>
                  <a:close/>
                  <a:moveTo>
                    <a:pt x="139" y="1162"/>
                  </a:moveTo>
                  <a:cubicBezTo>
                    <a:pt x="139" y="1162"/>
                    <a:pt x="135" y="1161"/>
                    <a:pt x="135" y="1160"/>
                  </a:cubicBezTo>
                  <a:cubicBezTo>
                    <a:pt x="135" y="1160"/>
                    <a:pt x="137" y="1159"/>
                    <a:pt x="137" y="1159"/>
                  </a:cubicBezTo>
                  <a:cubicBezTo>
                    <a:pt x="135" y="1156"/>
                    <a:pt x="134" y="1152"/>
                    <a:pt x="136" y="1155"/>
                  </a:cubicBezTo>
                  <a:cubicBezTo>
                    <a:pt x="138" y="1157"/>
                    <a:pt x="136" y="1158"/>
                    <a:pt x="137" y="1159"/>
                  </a:cubicBezTo>
                  <a:cubicBezTo>
                    <a:pt x="137" y="1159"/>
                    <a:pt x="146" y="1164"/>
                    <a:pt x="139" y="1162"/>
                  </a:cubicBezTo>
                  <a:close/>
                  <a:moveTo>
                    <a:pt x="157" y="1194"/>
                  </a:moveTo>
                  <a:cubicBezTo>
                    <a:pt x="156" y="1188"/>
                    <a:pt x="151" y="1181"/>
                    <a:pt x="146" y="1175"/>
                  </a:cubicBezTo>
                  <a:cubicBezTo>
                    <a:pt x="148" y="1173"/>
                    <a:pt x="150" y="1179"/>
                    <a:pt x="153" y="1177"/>
                  </a:cubicBezTo>
                  <a:cubicBezTo>
                    <a:pt x="149" y="1182"/>
                    <a:pt x="165" y="1190"/>
                    <a:pt x="157" y="1194"/>
                  </a:cubicBezTo>
                  <a:close/>
                  <a:moveTo>
                    <a:pt x="160" y="1194"/>
                  </a:moveTo>
                  <a:cubicBezTo>
                    <a:pt x="165" y="1194"/>
                    <a:pt x="164" y="1204"/>
                    <a:pt x="167" y="1208"/>
                  </a:cubicBezTo>
                  <a:cubicBezTo>
                    <a:pt x="161" y="1208"/>
                    <a:pt x="161" y="1198"/>
                    <a:pt x="160" y="1194"/>
                  </a:cubicBezTo>
                  <a:close/>
                  <a:moveTo>
                    <a:pt x="120" y="1272"/>
                  </a:moveTo>
                  <a:cubicBezTo>
                    <a:pt x="122" y="1271"/>
                    <a:pt x="129" y="1274"/>
                    <a:pt x="125" y="1275"/>
                  </a:cubicBezTo>
                  <a:cubicBezTo>
                    <a:pt x="136" y="1289"/>
                    <a:pt x="127" y="1283"/>
                    <a:pt x="120" y="1272"/>
                  </a:cubicBezTo>
                  <a:close/>
                  <a:moveTo>
                    <a:pt x="25" y="1215"/>
                  </a:moveTo>
                  <a:cubicBezTo>
                    <a:pt x="26" y="1214"/>
                    <a:pt x="27" y="1214"/>
                    <a:pt x="28" y="1213"/>
                  </a:cubicBezTo>
                  <a:cubicBezTo>
                    <a:pt x="29" y="1214"/>
                    <a:pt x="31" y="1216"/>
                    <a:pt x="32" y="1218"/>
                  </a:cubicBezTo>
                  <a:cubicBezTo>
                    <a:pt x="31" y="1218"/>
                    <a:pt x="30" y="1219"/>
                    <a:pt x="29" y="1220"/>
                  </a:cubicBezTo>
                  <a:cubicBezTo>
                    <a:pt x="27" y="1218"/>
                    <a:pt x="26" y="1217"/>
                    <a:pt x="25" y="1215"/>
                  </a:cubicBezTo>
                  <a:close/>
                  <a:moveTo>
                    <a:pt x="121" y="1375"/>
                  </a:moveTo>
                  <a:cubicBezTo>
                    <a:pt x="117" y="1370"/>
                    <a:pt x="114" y="1365"/>
                    <a:pt x="110" y="1360"/>
                  </a:cubicBezTo>
                  <a:cubicBezTo>
                    <a:pt x="113" y="1358"/>
                    <a:pt x="116" y="1360"/>
                    <a:pt x="118" y="1364"/>
                  </a:cubicBezTo>
                  <a:cubicBezTo>
                    <a:pt x="122" y="1365"/>
                    <a:pt x="127" y="1372"/>
                    <a:pt x="121" y="1375"/>
                  </a:cubicBezTo>
                  <a:close/>
                  <a:moveTo>
                    <a:pt x="156" y="1400"/>
                  </a:moveTo>
                  <a:cubicBezTo>
                    <a:pt x="154" y="1401"/>
                    <a:pt x="156" y="1399"/>
                    <a:pt x="154" y="1397"/>
                  </a:cubicBezTo>
                  <a:cubicBezTo>
                    <a:pt x="129" y="1364"/>
                    <a:pt x="125" y="1355"/>
                    <a:pt x="120" y="1353"/>
                  </a:cubicBezTo>
                  <a:cubicBezTo>
                    <a:pt x="103" y="1335"/>
                    <a:pt x="105" y="1329"/>
                    <a:pt x="98" y="1330"/>
                  </a:cubicBezTo>
                  <a:cubicBezTo>
                    <a:pt x="80" y="1305"/>
                    <a:pt x="82" y="1304"/>
                    <a:pt x="82" y="1304"/>
                  </a:cubicBezTo>
                  <a:cubicBezTo>
                    <a:pt x="72" y="1293"/>
                    <a:pt x="73" y="1290"/>
                    <a:pt x="72" y="1290"/>
                  </a:cubicBezTo>
                  <a:cubicBezTo>
                    <a:pt x="60" y="1278"/>
                    <a:pt x="63" y="1277"/>
                    <a:pt x="61" y="1275"/>
                  </a:cubicBezTo>
                  <a:cubicBezTo>
                    <a:pt x="44" y="1247"/>
                    <a:pt x="37" y="1241"/>
                    <a:pt x="37" y="1236"/>
                  </a:cubicBezTo>
                  <a:cubicBezTo>
                    <a:pt x="33" y="1223"/>
                    <a:pt x="41" y="1230"/>
                    <a:pt x="45" y="1233"/>
                  </a:cubicBezTo>
                  <a:cubicBezTo>
                    <a:pt x="83" y="1280"/>
                    <a:pt x="94" y="1291"/>
                    <a:pt x="101" y="1303"/>
                  </a:cubicBezTo>
                  <a:cubicBezTo>
                    <a:pt x="106" y="1310"/>
                    <a:pt x="104" y="1311"/>
                    <a:pt x="105" y="1312"/>
                  </a:cubicBezTo>
                  <a:cubicBezTo>
                    <a:pt x="117" y="1329"/>
                    <a:pt x="118" y="1327"/>
                    <a:pt x="119" y="1329"/>
                  </a:cubicBezTo>
                  <a:cubicBezTo>
                    <a:pt x="159" y="1413"/>
                    <a:pt x="159" y="1403"/>
                    <a:pt x="156" y="1400"/>
                  </a:cubicBezTo>
                  <a:close/>
                  <a:moveTo>
                    <a:pt x="217" y="1325"/>
                  </a:moveTo>
                  <a:cubicBezTo>
                    <a:pt x="220" y="1327"/>
                    <a:pt x="210" y="1334"/>
                    <a:pt x="210" y="1328"/>
                  </a:cubicBezTo>
                  <a:cubicBezTo>
                    <a:pt x="212" y="1325"/>
                    <a:pt x="214" y="1327"/>
                    <a:pt x="217" y="1325"/>
                  </a:cubicBezTo>
                  <a:close/>
                  <a:moveTo>
                    <a:pt x="182" y="1218"/>
                  </a:moveTo>
                  <a:cubicBezTo>
                    <a:pt x="188" y="1216"/>
                    <a:pt x="184" y="1224"/>
                    <a:pt x="189" y="1227"/>
                  </a:cubicBezTo>
                  <a:cubicBezTo>
                    <a:pt x="183" y="1229"/>
                    <a:pt x="184" y="1220"/>
                    <a:pt x="182" y="1218"/>
                  </a:cubicBezTo>
                  <a:close/>
                  <a:moveTo>
                    <a:pt x="339" y="1330"/>
                  </a:moveTo>
                  <a:cubicBezTo>
                    <a:pt x="343" y="1334"/>
                    <a:pt x="348" y="1326"/>
                    <a:pt x="351" y="1333"/>
                  </a:cubicBezTo>
                  <a:cubicBezTo>
                    <a:pt x="345" y="1334"/>
                    <a:pt x="340" y="1333"/>
                    <a:pt x="334" y="1333"/>
                  </a:cubicBezTo>
                  <a:cubicBezTo>
                    <a:pt x="333" y="1331"/>
                    <a:pt x="337" y="1333"/>
                    <a:pt x="339" y="1330"/>
                  </a:cubicBezTo>
                  <a:close/>
                  <a:moveTo>
                    <a:pt x="334" y="1341"/>
                  </a:moveTo>
                  <a:cubicBezTo>
                    <a:pt x="336" y="1340"/>
                    <a:pt x="338" y="1342"/>
                    <a:pt x="340" y="1342"/>
                  </a:cubicBezTo>
                  <a:cubicBezTo>
                    <a:pt x="342" y="1341"/>
                    <a:pt x="344" y="1342"/>
                    <a:pt x="346" y="1340"/>
                  </a:cubicBezTo>
                  <a:cubicBezTo>
                    <a:pt x="357" y="1342"/>
                    <a:pt x="367" y="1347"/>
                    <a:pt x="379" y="1338"/>
                  </a:cubicBezTo>
                  <a:cubicBezTo>
                    <a:pt x="387" y="1341"/>
                    <a:pt x="395" y="1339"/>
                    <a:pt x="403" y="1338"/>
                  </a:cubicBezTo>
                  <a:cubicBezTo>
                    <a:pt x="406" y="1343"/>
                    <a:pt x="399" y="1338"/>
                    <a:pt x="397" y="1342"/>
                  </a:cubicBezTo>
                  <a:cubicBezTo>
                    <a:pt x="395" y="1339"/>
                    <a:pt x="391" y="1345"/>
                    <a:pt x="389" y="1341"/>
                  </a:cubicBezTo>
                  <a:cubicBezTo>
                    <a:pt x="383" y="1345"/>
                    <a:pt x="378" y="1341"/>
                    <a:pt x="372" y="1345"/>
                  </a:cubicBezTo>
                  <a:cubicBezTo>
                    <a:pt x="367" y="1342"/>
                    <a:pt x="362" y="1346"/>
                    <a:pt x="357" y="1344"/>
                  </a:cubicBezTo>
                  <a:cubicBezTo>
                    <a:pt x="352" y="1342"/>
                    <a:pt x="346" y="1348"/>
                    <a:pt x="341" y="1343"/>
                  </a:cubicBezTo>
                  <a:cubicBezTo>
                    <a:pt x="335" y="1345"/>
                    <a:pt x="329" y="1350"/>
                    <a:pt x="324" y="1343"/>
                  </a:cubicBezTo>
                  <a:cubicBezTo>
                    <a:pt x="328" y="1342"/>
                    <a:pt x="330" y="1346"/>
                    <a:pt x="334" y="1341"/>
                  </a:cubicBezTo>
                  <a:close/>
                  <a:moveTo>
                    <a:pt x="321" y="1343"/>
                  </a:moveTo>
                  <a:cubicBezTo>
                    <a:pt x="321" y="1351"/>
                    <a:pt x="310" y="1347"/>
                    <a:pt x="306" y="1349"/>
                  </a:cubicBezTo>
                  <a:cubicBezTo>
                    <a:pt x="300" y="1351"/>
                    <a:pt x="295" y="1352"/>
                    <a:pt x="290" y="1353"/>
                  </a:cubicBezTo>
                  <a:cubicBezTo>
                    <a:pt x="284" y="1355"/>
                    <a:pt x="278" y="1355"/>
                    <a:pt x="272" y="1359"/>
                  </a:cubicBezTo>
                  <a:cubicBezTo>
                    <a:pt x="267" y="1360"/>
                    <a:pt x="265" y="1364"/>
                    <a:pt x="258" y="1364"/>
                  </a:cubicBezTo>
                  <a:cubicBezTo>
                    <a:pt x="249" y="1371"/>
                    <a:pt x="241" y="1374"/>
                    <a:pt x="233" y="1377"/>
                  </a:cubicBezTo>
                  <a:cubicBezTo>
                    <a:pt x="216" y="1388"/>
                    <a:pt x="203" y="1400"/>
                    <a:pt x="192" y="1412"/>
                  </a:cubicBezTo>
                  <a:cubicBezTo>
                    <a:pt x="191" y="1414"/>
                    <a:pt x="190" y="1415"/>
                    <a:pt x="191" y="1417"/>
                  </a:cubicBezTo>
                  <a:cubicBezTo>
                    <a:pt x="188" y="1420"/>
                    <a:pt x="186" y="1418"/>
                    <a:pt x="188" y="1417"/>
                  </a:cubicBezTo>
                  <a:cubicBezTo>
                    <a:pt x="190" y="1412"/>
                    <a:pt x="191" y="1406"/>
                    <a:pt x="196" y="1401"/>
                  </a:cubicBezTo>
                  <a:cubicBezTo>
                    <a:pt x="197" y="1396"/>
                    <a:pt x="204" y="1391"/>
                    <a:pt x="205" y="1385"/>
                  </a:cubicBezTo>
                  <a:cubicBezTo>
                    <a:pt x="211" y="1384"/>
                    <a:pt x="216" y="1375"/>
                    <a:pt x="225" y="1370"/>
                  </a:cubicBezTo>
                  <a:cubicBezTo>
                    <a:pt x="235" y="1364"/>
                    <a:pt x="236" y="1365"/>
                    <a:pt x="246" y="1358"/>
                  </a:cubicBezTo>
                  <a:cubicBezTo>
                    <a:pt x="248" y="1361"/>
                    <a:pt x="252" y="1355"/>
                    <a:pt x="255" y="1356"/>
                  </a:cubicBezTo>
                  <a:cubicBezTo>
                    <a:pt x="258" y="1356"/>
                    <a:pt x="261" y="1355"/>
                    <a:pt x="264" y="1352"/>
                  </a:cubicBezTo>
                  <a:cubicBezTo>
                    <a:pt x="267" y="1356"/>
                    <a:pt x="272" y="1352"/>
                    <a:pt x="275" y="1354"/>
                  </a:cubicBezTo>
                  <a:cubicBezTo>
                    <a:pt x="291" y="1345"/>
                    <a:pt x="306" y="1348"/>
                    <a:pt x="321" y="1343"/>
                  </a:cubicBezTo>
                  <a:close/>
                  <a:moveTo>
                    <a:pt x="193" y="1379"/>
                  </a:moveTo>
                  <a:cubicBezTo>
                    <a:pt x="192" y="1377"/>
                    <a:pt x="196" y="1374"/>
                    <a:pt x="198" y="1376"/>
                  </a:cubicBezTo>
                  <a:cubicBezTo>
                    <a:pt x="198" y="1371"/>
                    <a:pt x="203" y="1367"/>
                    <a:pt x="205" y="1363"/>
                  </a:cubicBezTo>
                  <a:cubicBezTo>
                    <a:pt x="211" y="1359"/>
                    <a:pt x="216" y="1355"/>
                    <a:pt x="221" y="1351"/>
                  </a:cubicBezTo>
                  <a:cubicBezTo>
                    <a:pt x="230" y="1347"/>
                    <a:pt x="237" y="1348"/>
                    <a:pt x="246" y="1341"/>
                  </a:cubicBezTo>
                  <a:cubicBezTo>
                    <a:pt x="251" y="1345"/>
                    <a:pt x="256" y="1336"/>
                    <a:pt x="262" y="1339"/>
                  </a:cubicBezTo>
                  <a:cubicBezTo>
                    <a:pt x="267" y="1334"/>
                    <a:pt x="271" y="1340"/>
                    <a:pt x="277" y="1336"/>
                  </a:cubicBezTo>
                  <a:cubicBezTo>
                    <a:pt x="286" y="1336"/>
                    <a:pt x="296" y="1336"/>
                    <a:pt x="305" y="1335"/>
                  </a:cubicBezTo>
                  <a:cubicBezTo>
                    <a:pt x="306" y="1338"/>
                    <a:pt x="303" y="1337"/>
                    <a:pt x="301" y="1338"/>
                  </a:cubicBezTo>
                  <a:cubicBezTo>
                    <a:pt x="298" y="1342"/>
                    <a:pt x="296" y="1337"/>
                    <a:pt x="293" y="1338"/>
                  </a:cubicBezTo>
                  <a:cubicBezTo>
                    <a:pt x="291" y="1341"/>
                    <a:pt x="290" y="1339"/>
                    <a:pt x="287" y="1340"/>
                  </a:cubicBezTo>
                  <a:cubicBezTo>
                    <a:pt x="284" y="1339"/>
                    <a:pt x="280" y="1341"/>
                    <a:pt x="275" y="1344"/>
                  </a:cubicBezTo>
                  <a:cubicBezTo>
                    <a:pt x="268" y="1341"/>
                    <a:pt x="260" y="1348"/>
                    <a:pt x="252" y="1346"/>
                  </a:cubicBezTo>
                  <a:cubicBezTo>
                    <a:pt x="250" y="1348"/>
                    <a:pt x="248" y="1349"/>
                    <a:pt x="246" y="1348"/>
                  </a:cubicBezTo>
                  <a:cubicBezTo>
                    <a:pt x="236" y="1354"/>
                    <a:pt x="235" y="1357"/>
                    <a:pt x="226" y="1357"/>
                  </a:cubicBezTo>
                  <a:cubicBezTo>
                    <a:pt x="224" y="1364"/>
                    <a:pt x="216" y="1364"/>
                    <a:pt x="214" y="1368"/>
                  </a:cubicBezTo>
                  <a:cubicBezTo>
                    <a:pt x="207" y="1371"/>
                    <a:pt x="208" y="1375"/>
                    <a:pt x="200" y="1376"/>
                  </a:cubicBezTo>
                  <a:cubicBezTo>
                    <a:pt x="199" y="1380"/>
                    <a:pt x="194" y="1384"/>
                    <a:pt x="191" y="1387"/>
                  </a:cubicBezTo>
                  <a:cubicBezTo>
                    <a:pt x="188" y="1384"/>
                    <a:pt x="189" y="1381"/>
                    <a:pt x="193" y="1379"/>
                  </a:cubicBezTo>
                  <a:close/>
                  <a:moveTo>
                    <a:pt x="199" y="1139"/>
                  </a:moveTo>
                  <a:cubicBezTo>
                    <a:pt x="195" y="1136"/>
                    <a:pt x="199" y="1133"/>
                    <a:pt x="194" y="1130"/>
                  </a:cubicBezTo>
                  <a:cubicBezTo>
                    <a:pt x="196" y="1124"/>
                    <a:pt x="191" y="1118"/>
                    <a:pt x="192" y="1112"/>
                  </a:cubicBezTo>
                  <a:cubicBezTo>
                    <a:pt x="172" y="1082"/>
                    <a:pt x="156" y="1052"/>
                    <a:pt x="135" y="1027"/>
                  </a:cubicBezTo>
                  <a:cubicBezTo>
                    <a:pt x="131" y="1022"/>
                    <a:pt x="125" y="1019"/>
                    <a:pt x="121" y="1011"/>
                  </a:cubicBezTo>
                  <a:cubicBezTo>
                    <a:pt x="118" y="1006"/>
                    <a:pt x="120" y="1008"/>
                    <a:pt x="116" y="1004"/>
                  </a:cubicBezTo>
                  <a:cubicBezTo>
                    <a:pt x="114" y="1002"/>
                    <a:pt x="115" y="999"/>
                    <a:pt x="113" y="997"/>
                  </a:cubicBezTo>
                  <a:cubicBezTo>
                    <a:pt x="111" y="993"/>
                    <a:pt x="107" y="991"/>
                    <a:pt x="105" y="988"/>
                  </a:cubicBezTo>
                  <a:cubicBezTo>
                    <a:pt x="105" y="989"/>
                    <a:pt x="106" y="986"/>
                    <a:pt x="105" y="985"/>
                  </a:cubicBezTo>
                  <a:cubicBezTo>
                    <a:pt x="105" y="985"/>
                    <a:pt x="99" y="984"/>
                    <a:pt x="100" y="982"/>
                  </a:cubicBezTo>
                  <a:cubicBezTo>
                    <a:pt x="102" y="976"/>
                    <a:pt x="85" y="961"/>
                    <a:pt x="80" y="952"/>
                  </a:cubicBezTo>
                  <a:cubicBezTo>
                    <a:pt x="80" y="951"/>
                    <a:pt x="78" y="949"/>
                    <a:pt x="78" y="948"/>
                  </a:cubicBezTo>
                  <a:cubicBezTo>
                    <a:pt x="79" y="945"/>
                    <a:pt x="77" y="947"/>
                    <a:pt x="75" y="943"/>
                  </a:cubicBezTo>
                  <a:cubicBezTo>
                    <a:pt x="75" y="943"/>
                    <a:pt x="76" y="942"/>
                    <a:pt x="75" y="941"/>
                  </a:cubicBezTo>
                  <a:cubicBezTo>
                    <a:pt x="70" y="932"/>
                    <a:pt x="58" y="920"/>
                    <a:pt x="53" y="907"/>
                  </a:cubicBezTo>
                  <a:cubicBezTo>
                    <a:pt x="58" y="904"/>
                    <a:pt x="61" y="910"/>
                    <a:pt x="64" y="915"/>
                  </a:cubicBezTo>
                  <a:cubicBezTo>
                    <a:pt x="65" y="919"/>
                    <a:pt x="73" y="924"/>
                    <a:pt x="70" y="927"/>
                  </a:cubicBezTo>
                  <a:cubicBezTo>
                    <a:pt x="77" y="930"/>
                    <a:pt x="83" y="943"/>
                    <a:pt x="90" y="947"/>
                  </a:cubicBezTo>
                  <a:cubicBezTo>
                    <a:pt x="93" y="952"/>
                    <a:pt x="96" y="956"/>
                    <a:pt x="99" y="960"/>
                  </a:cubicBezTo>
                  <a:cubicBezTo>
                    <a:pt x="97" y="963"/>
                    <a:pt x="100" y="962"/>
                    <a:pt x="101" y="963"/>
                  </a:cubicBezTo>
                  <a:cubicBezTo>
                    <a:pt x="101" y="966"/>
                    <a:pt x="102" y="968"/>
                    <a:pt x="104" y="967"/>
                  </a:cubicBezTo>
                  <a:cubicBezTo>
                    <a:pt x="107" y="969"/>
                    <a:pt x="109" y="979"/>
                    <a:pt x="114" y="977"/>
                  </a:cubicBezTo>
                  <a:cubicBezTo>
                    <a:pt x="113" y="980"/>
                    <a:pt x="116" y="984"/>
                    <a:pt x="119" y="985"/>
                  </a:cubicBezTo>
                  <a:cubicBezTo>
                    <a:pt x="124" y="994"/>
                    <a:pt x="128" y="995"/>
                    <a:pt x="134" y="1006"/>
                  </a:cubicBezTo>
                  <a:cubicBezTo>
                    <a:pt x="140" y="1014"/>
                    <a:pt x="146" y="1022"/>
                    <a:pt x="152" y="1030"/>
                  </a:cubicBezTo>
                  <a:cubicBezTo>
                    <a:pt x="154" y="1034"/>
                    <a:pt x="156" y="1034"/>
                    <a:pt x="158" y="1035"/>
                  </a:cubicBezTo>
                  <a:cubicBezTo>
                    <a:pt x="159" y="1040"/>
                    <a:pt x="167" y="1051"/>
                    <a:pt x="174" y="1061"/>
                  </a:cubicBezTo>
                  <a:cubicBezTo>
                    <a:pt x="180" y="1075"/>
                    <a:pt x="188" y="1090"/>
                    <a:pt x="193" y="1104"/>
                  </a:cubicBezTo>
                  <a:cubicBezTo>
                    <a:pt x="196" y="1111"/>
                    <a:pt x="198" y="1118"/>
                    <a:pt x="198" y="1125"/>
                  </a:cubicBezTo>
                  <a:cubicBezTo>
                    <a:pt x="203" y="1132"/>
                    <a:pt x="203" y="1139"/>
                    <a:pt x="203" y="1145"/>
                  </a:cubicBezTo>
                  <a:cubicBezTo>
                    <a:pt x="199" y="1148"/>
                    <a:pt x="199" y="1140"/>
                    <a:pt x="199" y="1139"/>
                  </a:cubicBezTo>
                  <a:close/>
                  <a:moveTo>
                    <a:pt x="228" y="1142"/>
                  </a:moveTo>
                  <a:cubicBezTo>
                    <a:pt x="236" y="1134"/>
                    <a:pt x="246" y="1126"/>
                    <a:pt x="252" y="1118"/>
                  </a:cubicBezTo>
                  <a:cubicBezTo>
                    <a:pt x="300" y="1093"/>
                    <a:pt x="301" y="1085"/>
                    <a:pt x="309" y="1081"/>
                  </a:cubicBezTo>
                  <a:cubicBezTo>
                    <a:pt x="462" y="985"/>
                    <a:pt x="471" y="976"/>
                    <a:pt x="485" y="967"/>
                  </a:cubicBezTo>
                  <a:cubicBezTo>
                    <a:pt x="503" y="945"/>
                    <a:pt x="507" y="947"/>
                    <a:pt x="510" y="941"/>
                  </a:cubicBezTo>
                  <a:cubicBezTo>
                    <a:pt x="557" y="905"/>
                    <a:pt x="553" y="907"/>
                    <a:pt x="551" y="909"/>
                  </a:cubicBezTo>
                  <a:cubicBezTo>
                    <a:pt x="517" y="950"/>
                    <a:pt x="499" y="964"/>
                    <a:pt x="486" y="978"/>
                  </a:cubicBezTo>
                  <a:cubicBezTo>
                    <a:pt x="437" y="1016"/>
                    <a:pt x="427" y="1019"/>
                    <a:pt x="415" y="1030"/>
                  </a:cubicBezTo>
                  <a:cubicBezTo>
                    <a:pt x="412" y="1032"/>
                    <a:pt x="412" y="1035"/>
                    <a:pt x="411" y="1035"/>
                  </a:cubicBezTo>
                  <a:cubicBezTo>
                    <a:pt x="371" y="1063"/>
                    <a:pt x="358" y="1069"/>
                    <a:pt x="346" y="1077"/>
                  </a:cubicBezTo>
                  <a:cubicBezTo>
                    <a:pt x="251" y="1133"/>
                    <a:pt x="244" y="1138"/>
                    <a:pt x="238" y="1142"/>
                  </a:cubicBezTo>
                  <a:cubicBezTo>
                    <a:pt x="217" y="1159"/>
                    <a:pt x="213" y="1164"/>
                    <a:pt x="208" y="1169"/>
                  </a:cubicBezTo>
                  <a:close/>
                  <a:moveTo>
                    <a:pt x="223" y="1067"/>
                  </a:moveTo>
                  <a:cubicBezTo>
                    <a:pt x="223" y="1065"/>
                    <a:pt x="223" y="1063"/>
                    <a:pt x="221" y="1061"/>
                  </a:cubicBezTo>
                  <a:cubicBezTo>
                    <a:pt x="226" y="1059"/>
                    <a:pt x="229" y="1064"/>
                    <a:pt x="223" y="1067"/>
                  </a:cubicBezTo>
                  <a:close/>
                  <a:moveTo>
                    <a:pt x="232" y="1100"/>
                  </a:moveTo>
                  <a:cubicBezTo>
                    <a:pt x="230" y="1094"/>
                    <a:pt x="242" y="1090"/>
                    <a:pt x="243" y="1085"/>
                  </a:cubicBezTo>
                  <a:cubicBezTo>
                    <a:pt x="362" y="999"/>
                    <a:pt x="360" y="990"/>
                    <a:pt x="366" y="989"/>
                  </a:cubicBezTo>
                  <a:cubicBezTo>
                    <a:pt x="390" y="969"/>
                    <a:pt x="398" y="972"/>
                    <a:pt x="400" y="969"/>
                  </a:cubicBezTo>
                  <a:cubicBezTo>
                    <a:pt x="434" y="942"/>
                    <a:pt x="438" y="946"/>
                    <a:pt x="443" y="940"/>
                  </a:cubicBezTo>
                  <a:cubicBezTo>
                    <a:pt x="503" y="895"/>
                    <a:pt x="520" y="886"/>
                    <a:pt x="537" y="875"/>
                  </a:cubicBezTo>
                  <a:cubicBezTo>
                    <a:pt x="594" y="856"/>
                    <a:pt x="595" y="858"/>
                    <a:pt x="592" y="860"/>
                  </a:cubicBezTo>
                  <a:cubicBezTo>
                    <a:pt x="575" y="865"/>
                    <a:pt x="573" y="867"/>
                    <a:pt x="571" y="865"/>
                  </a:cubicBezTo>
                  <a:cubicBezTo>
                    <a:pt x="463" y="940"/>
                    <a:pt x="448" y="949"/>
                    <a:pt x="432" y="965"/>
                  </a:cubicBezTo>
                  <a:cubicBezTo>
                    <a:pt x="322" y="1042"/>
                    <a:pt x="316" y="1041"/>
                    <a:pt x="309" y="1047"/>
                  </a:cubicBezTo>
                  <a:cubicBezTo>
                    <a:pt x="287" y="1062"/>
                    <a:pt x="287" y="1060"/>
                    <a:pt x="285" y="1062"/>
                  </a:cubicBezTo>
                  <a:cubicBezTo>
                    <a:pt x="261" y="1080"/>
                    <a:pt x="257" y="1087"/>
                    <a:pt x="255" y="1084"/>
                  </a:cubicBezTo>
                  <a:close/>
                  <a:moveTo>
                    <a:pt x="231" y="1037"/>
                  </a:moveTo>
                  <a:cubicBezTo>
                    <a:pt x="230" y="1036"/>
                    <a:pt x="229" y="1035"/>
                    <a:pt x="228" y="1034"/>
                  </a:cubicBezTo>
                  <a:cubicBezTo>
                    <a:pt x="230" y="1033"/>
                    <a:pt x="231" y="1032"/>
                    <a:pt x="232" y="1032"/>
                  </a:cubicBezTo>
                  <a:cubicBezTo>
                    <a:pt x="232" y="1033"/>
                    <a:pt x="233" y="1034"/>
                    <a:pt x="234" y="1035"/>
                  </a:cubicBezTo>
                  <a:cubicBezTo>
                    <a:pt x="233" y="1036"/>
                    <a:pt x="232" y="1036"/>
                    <a:pt x="231" y="1037"/>
                  </a:cubicBezTo>
                  <a:close/>
                  <a:moveTo>
                    <a:pt x="269" y="855"/>
                  </a:moveTo>
                  <a:cubicBezTo>
                    <a:pt x="270" y="855"/>
                    <a:pt x="267" y="849"/>
                    <a:pt x="267" y="849"/>
                  </a:cubicBezTo>
                  <a:cubicBezTo>
                    <a:pt x="269" y="847"/>
                    <a:pt x="275" y="856"/>
                    <a:pt x="269" y="855"/>
                  </a:cubicBezTo>
                  <a:close/>
                  <a:moveTo>
                    <a:pt x="301" y="886"/>
                  </a:moveTo>
                  <a:cubicBezTo>
                    <a:pt x="298" y="882"/>
                    <a:pt x="298" y="880"/>
                    <a:pt x="302" y="877"/>
                  </a:cubicBezTo>
                  <a:cubicBezTo>
                    <a:pt x="305" y="881"/>
                    <a:pt x="305" y="884"/>
                    <a:pt x="301" y="886"/>
                  </a:cubicBezTo>
                  <a:close/>
                  <a:moveTo>
                    <a:pt x="301" y="817"/>
                  </a:moveTo>
                  <a:cubicBezTo>
                    <a:pt x="301" y="815"/>
                    <a:pt x="302" y="814"/>
                    <a:pt x="301" y="812"/>
                  </a:cubicBezTo>
                  <a:cubicBezTo>
                    <a:pt x="300" y="808"/>
                    <a:pt x="305" y="812"/>
                    <a:pt x="303" y="813"/>
                  </a:cubicBezTo>
                  <a:cubicBezTo>
                    <a:pt x="305" y="816"/>
                    <a:pt x="303" y="818"/>
                    <a:pt x="306" y="821"/>
                  </a:cubicBezTo>
                  <a:cubicBezTo>
                    <a:pt x="305" y="825"/>
                    <a:pt x="306" y="829"/>
                    <a:pt x="308" y="834"/>
                  </a:cubicBezTo>
                  <a:cubicBezTo>
                    <a:pt x="300" y="833"/>
                    <a:pt x="306" y="822"/>
                    <a:pt x="301" y="817"/>
                  </a:cubicBezTo>
                  <a:close/>
                  <a:moveTo>
                    <a:pt x="481" y="717"/>
                  </a:moveTo>
                  <a:cubicBezTo>
                    <a:pt x="482" y="721"/>
                    <a:pt x="472" y="722"/>
                    <a:pt x="468" y="723"/>
                  </a:cubicBezTo>
                  <a:cubicBezTo>
                    <a:pt x="467" y="719"/>
                    <a:pt x="478" y="718"/>
                    <a:pt x="481" y="717"/>
                  </a:cubicBezTo>
                  <a:close/>
                  <a:moveTo>
                    <a:pt x="463" y="722"/>
                  </a:moveTo>
                  <a:cubicBezTo>
                    <a:pt x="465" y="726"/>
                    <a:pt x="456" y="728"/>
                    <a:pt x="455" y="728"/>
                  </a:cubicBezTo>
                  <a:cubicBezTo>
                    <a:pt x="452" y="724"/>
                    <a:pt x="461" y="722"/>
                    <a:pt x="463" y="722"/>
                  </a:cubicBezTo>
                  <a:close/>
                  <a:moveTo>
                    <a:pt x="356" y="782"/>
                  </a:moveTo>
                  <a:cubicBezTo>
                    <a:pt x="358" y="781"/>
                    <a:pt x="359" y="780"/>
                    <a:pt x="361" y="778"/>
                  </a:cubicBezTo>
                  <a:cubicBezTo>
                    <a:pt x="368" y="777"/>
                    <a:pt x="358" y="783"/>
                    <a:pt x="356" y="785"/>
                  </a:cubicBezTo>
                  <a:cubicBezTo>
                    <a:pt x="353" y="786"/>
                    <a:pt x="354" y="783"/>
                    <a:pt x="356" y="782"/>
                  </a:cubicBezTo>
                  <a:close/>
                  <a:moveTo>
                    <a:pt x="393" y="618"/>
                  </a:moveTo>
                  <a:cubicBezTo>
                    <a:pt x="387" y="621"/>
                    <a:pt x="392" y="614"/>
                    <a:pt x="388" y="612"/>
                  </a:cubicBezTo>
                  <a:cubicBezTo>
                    <a:pt x="392" y="609"/>
                    <a:pt x="392" y="617"/>
                    <a:pt x="393" y="618"/>
                  </a:cubicBezTo>
                  <a:close/>
                  <a:moveTo>
                    <a:pt x="407" y="682"/>
                  </a:moveTo>
                  <a:cubicBezTo>
                    <a:pt x="410" y="678"/>
                    <a:pt x="412" y="674"/>
                    <a:pt x="418" y="671"/>
                  </a:cubicBezTo>
                  <a:cubicBezTo>
                    <a:pt x="450" y="660"/>
                    <a:pt x="454" y="654"/>
                    <a:pt x="457" y="653"/>
                  </a:cubicBezTo>
                  <a:cubicBezTo>
                    <a:pt x="483" y="644"/>
                    <a:pt x="490" y="641"/>
                    <a:pt x="496" y="639"/>
                  </a:cubicBezTo>
                  <a:cubicBezTo>
                    <a:pt x="536" y="628"/>
                    <a:pt x="539" y="625"/>
                    <a:pt x="543" y="625"/>
                  </a:cubicBezTo>
                  <a:cubicBezTo>
                    <a:pt x="574" y="618"/>
                    <a:pt x="580" y="613"/>
                    <a:pt x="586" y="614"/>
                  </a:cubicBezTo>
                  <a:cubicBezTo>
                    <a:pt x="673" y="563"/>
                    <a:pt x="672" y="564"/>
                    <a:pt x="671" y="565"/>
                  </a:cubicBezTo>
                  <a:cubicBezTo>
                    <a:pt x="622" y="601"/>
                    <a:pt x="616" y="610"/>
                    <a:pt x="597" y="618"/>
                  </a:cubicBezTo>
                  <a:cubicBezTo>
                    <a:pt x="544" y="639"/>
                    <a:pt x="541" y="643"/>
                    <a:pt x="537" y="644"/>
                  </a:cubicBezTo>
                  <a:cubicBezTo>
                    <a:pt x="519" y="649"/>
                    <a:pt x="512" y="654"/>
                    <a:pt x="505" y="655"/>
                  </a:cubicBezTo>
                  <a:cubicBezTo>
                    <a:pt x="445" y="679"/>
                    <a:pt x="427" y="685"/>
                    <a:pt x="408" y="693"/>
                  </a:cubicBezTo>
                  <a:cubicBezTo>
                    <a:pt x="383" y="709"/>
                    <a:pt x="384" y="706"/>
                    <a:pt x="383" y="704"/>
                  </a:cubicBezTo>
                  <a:cubicBezTo>
                    <a:pt x="397" y="688"/>
                    <a:pt x="401" y="686"/>
                    <a:pt x="403" y="684"/>
                  </a:cubicBezTo>
                  <a:close/>
                  <a:moveTo>
                    <a:pt x="532" y="454"/>
                  </a:moveTo>
                  <a:cubicBezTo>
                    <a:pt x="532" y="450"/>
                    <a:pt x="531" y="447"/>
                    <a:pt x="535" y="444"/>
                  </a:cubicBezTo>
                  <a:cubicBezTo>
                    <a:pt x="538" y="448"/>
                    <a:pt x="536" y="451"/>
                    <a:pt x="532" y="454"/>
                  </a:cubicBezTo>
                  <a:close/>
                  <a:moveTo>
                    <a:pt x="627" y="333"/>
                  </a:moveTo>
                  <a:cubicBezTo>
                    <a:pt x="626" y="331"/>
                    <a:pt x="628" y="329"/>
                    <a:pt x="627" y="326"/>
                  </a:cubicBezTo>
                  <a:cubicBezTo>
                    <a:pt x="631" y="324"/>
                    <a:pt x="631" y="332"/>
                    <a:pt x="627" y="333"/>
                  </a:cubicBezTo>
                  <a:close/>
                  <a:moveTo>
                    <a:pt x="722" y="53"/>
                  </a:moveTo>
                  <a:cubicBezTo>
                    <a:pt x="723" y="56"/>
                    <a:pt x="721" y="59"/>
                    <a:pt x="718" y="61"/>
                  </a:cubicBezTo>
                  <a:cubicBezTo>
                    <a:pt x="713" y="58"/>
                    <a:pt x="719" y="56"/>
                    <a:pt x="722" y="53"/>
                  </a:cubicBezTo>
                  <a:close/>
                  <a:moveTo>
                    <a:pt x="670" y="251"/>
                  </a:moveTo>
                  <a:cubicBezTo>
                    <a:pt x="668" y="255"/>
                    <a:pt x="668" y="260"/>
                    <a:pt x="668" y="264"/>
                  </a:cubicBezTo>
                  <a:cubicBezTo>
                    <a:pt x="664" y="281"/>
                    <a:pt x="657" y="284"/>
                    <a:pt x="658" y="289"/>
                  </a:cubicBezTo>
                  <a:cubicBezTo>
                    <a:pt x="652" y="296"/>
                    <a:pt x="652" y="292"/>
                    <a:pt x="653" y="288"/>
                  </a:cubicBezTo>
                  <a:cubicBezTo>
                    <a:pt x="661" y="245"/>
                    <a:pt x="661" y="237"/>
                    <a:pt x="665" y="230"/>
                  </a:cubicBezTo>
                  <a:cubicBezTo>
                    <a:pt x="666" y="215"/>
                    <a:pt x="662" y="210"/>
                    <a:pt x="666" y="207"/>
                  </a:cubicBezTo>
                  <a:cubicBezTo>
                    <a:pt x="670" y="171"/>
                    <a:pt x="675" y="168"/>
                    <a:pt x="674" y="164"/>
                  </a:cubicBezTo>
                  <a:cubicBezTo>
                    <a:pt x="679" y="136"/>
                    <a:pt x="684" y="129"/>
                    <a:pt x="685" y="122"/>
                  </a:cubicBezTo>
                  <a:cubicBezTo>
                    <a:pt x="704" y="89"/>
                    <a:pt x="704" y="75"/>
                    <a:pt x="716" y="63"/>
                  </a:cubicBezTo>
                  <a:cubicBezTo>
                    <a:pt x="709" y="86"/>
                    <a:pt x="708" y="91"/>
                    <a:pt x="704" y="96"/>
                  </a:cubicBezTo>
                  <a:cubicBezTo>
                    <a:pt x="684" y="166"/>
                    <a:pt x="687" y="171"/>
                    <a:pt x="684" y="174"/>
                  </a:cubicBezTo>
                  <a:cubicBezTo>
                    <a:pt x="678" y="204"/>
                    <a:pt x="677" y="208"/>
                    <a:pt x="678" y="213"/>
                  </a:cubicBezTo>
                  <a:cubicBezTo>
                    <a:pt x="672" y="242"/>
                    <a:pt x="669" y="246"/>
                    <a:pt x="670" y="251"/>
                  </a:cubicBezTo>
                  <a:close/>
                </a:path>
              </a:pathLst>
            </a:custGeom>
            <a:solidFill>
              <a:srgbClr val="d0cdbb">
                <a:alpha val="50000"/>
              </a:srgbClr>
            </a:solidFill>
            <a:ln w="0">
              <a:noFill/>
            </a:ln>
          </p:spPr>
          <p:style>
            <a:lnRef idx="0"/>
            <a:fillRef idx="0"/>
            <a:effectRef idx="0"/>
            <a:fontRef idx="minor"/>
          </p:style>
          <p:txBody>
            <a:bodyPr tIns="91440" bIns="91440" anchor="ctr">
              <a:noAutofit/>
            </a:bodyPr>
            <a:p>
              <a:pPr>
                <a:lnSpc>
                  <a:spcPct val="100000"/>
                </a:lnSpc>
                <a:tabLst>
                  <a:tab algn="l" pos="0"/>
                </a:tabLst>
              </a:pPr>
              <a:endParaRPr b="0" lang="en-US" sz="1400" spc="-1" strike="noStrike">
                <a:solidFill>
                  <a:srgbClr val="000000"/>
                </a:solidFill>
                <a:latin typeface="Arial"/>
                <a:ea typeface="Arial"/>
              </a:endParaRPr>
            </a:p>
          </p:txBody>
        </p:sp>
      </p:grpSp>
      <p:cxnSp>
        <p:nvCxnSpPr>
          <p:cNvPr id="26" name="Google Shape;59;p13"/>
          <p:cNvCxnSpPr/>
          <p:nvPr/>
        </p:nvCxnSpPr>
        <p:spPr>
          <a:xfrm>
            <a:off x="2199960" y="1631880"/>
            <a:ext cx="6578280" cy="360"/>
          </a:xfrm>
          <a:prstGeom prst="straightConnector1">
            <a:avLst/>
          </a:prstGeom>
          <a:ln w="38100">
            <a:solidFill>
              <a:srgbClr val="79a8a4"/>
            </a:solidFill>
            <a:round/>
          </a:ln>
        </p:spPr>
      </p:cxnSp>
      <p:cxnSp>
        <p:nvCxnSpPr>
          <p:cNvPr id="27" name="Google Shape;60;p13"/>
          <p:cNvCxnSpPr/>
          <p:nvPr/>
        </p:nvCxnSpPr>
        <p:spPr>
          <a:xfrm>
            <a:off x="2199960" y="1631880"/>
            <a:ext cx="6578280" cy="360"/>
          </a:xfrm>
          <a:prstGeom prst="straightConnector1">
            <a:avLst/>
          </a:prstGeom>
          <a:ln w="38100">
            <a:solidFill>
              <a:srgbClr val="79a8a4"/>
            </a:solidFill>
            <a:round/>
          </a:ln>
        </p:spPr>
      </p:cxnSp>
      <p:sp>
        <p:nvSpPr>
          <p:cNvPr id="28" name="PlaceHolder 1"/>
          <p:cNvSpPr>
            <a:spLocks noGrp="1"/>
          </p:cNvSpPr>
          <p:nvPr>
            <p:ph type="title"/>
          </p:nvPr>
        </p:nvSpPr>
        <p:spPr>
          <a:xfrm>
            <a:off x="2104920" y="426240"/>
            <a:ext cx="6672960" cy="1170000"/>
          </a:xfrm>
          <a:prstGeom prst="rect">
            <a:avLst/>
          </a:prstGeom>
          <a:noFill/>
          <a:ln w="0">
            <a:noFill/>
          </a:ln>
        </p:spPr>
        <p:txBody>
          <a:bodyPr lIns="91440" rIns="91440" tIns="45720" bIns="45720" anchor="t">
            <a:normAutofit fontScale="99177" lnSpcReduction="10000"/>
          </a:bodyPr>
          <a:p>
            <a:pPr indent="0">
              <a:buNone/>
            </a:pPr>
            <a:r>
              <a:rPr b="0" lang="en-US" sz="3800" spc="-1" strike="noStrike">
                <a:solidFill>
                  <a:srgbClr val="000000"/>
                </a:solidFill>
                <a:latin typeface="Arial"/>
              </a:rPr>
              <a:t>Click to edit the title text format</a:t>
            </a:r>
            <a:endParaRPr b="0" lang="en-US" sz="3800" spc="-1" strike="noStrike">
              <a:solidFill>
                <a:srgbClr val="000000"/>
              </a:solidFill>
              <a:latin typeface="Arial"/>
            </a:endParaRPr>
          </a:p>
        </p:txBody>
      </p:sp>
      <p:sp>
        <p:nvSpPr>
          <p:cNvPr id="29" name="PlaceHolder 2"/>
          <p:cNvSpPr>
            <a:spLocks noGrp="1"/>
          </p:cNvSpPr>
          <p:nvPr>
            <p:ph type="body"/>
          </p:nvPr>
        </p:nvSpPr>
        <p:spPr>
          <a:xfrm rot="5400000">
            <a:off x="4120200" y="-90720"/>
            <a:ext cx="2738160" cy="6577560"/>
          </a:xfrm>
          <a:prstGeom prst="rect">
            <a:avLst/>
          </a:prstGeom>
          <a:noFill/>
          <a:ln w="0">
            <a:noFill/>
          </a:ln>
        </p:spPr>
        <p:txBody>
          <a:bodyPr lIns="91440" rIns="91440" tIns="45720" bIns="45720" anchor="t">
            <a:normAutofit fontScale="18488" lnSpcReduction="20000"/>
          </a:bodyPr>
          <a:p>
            <a:pPr marL="432000" indent="-324000">
              <a:spcBef>
                <a:spcPts val="1417"/>
              </a:spcBef>
              <a:buClr>
                <a:srgbClr val="000000"/>
              </a:buClr>
              <a:buSzPct val="45000"/>
              <a:buFont typeface="Wingdings" charset="2"/>
              <a:buChar char=""/>
            </a:pPr>
            <a:r>
              <a:rPr b="0" lang="en-US" sz="2000" spc="-1" strike="noStrike">
                <a:solidFill>
                  <a:srgbClr val="000000"/>
                </a:solidFill>
                <a:latin typeface="Arial"/>
              </a:rPr>
              <a:t>Click to edit the outline text format</a:t>
            </a:r>
            <a:endParaRPr b="0" lang="en-US" sz="20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000" spc="-1" strike="noStrike">
                <a:solidFill>
                  <a:srgbClr val="000000"/>
                </a:solidFill>
                <a:latin typeface="Arial"/>
              </a:rPr>
              <a:t>Second Outline Level</a:t>
            </a:r>
            <a:endParaRPr b="0" lang="en-US" sz="20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000" spc="-1" strike="noStrike">
                <a:solidFill>
                  <a:srgbClr val="000000"/>
                </a:solidFill>
                <a:latin typeface="Arial"/>
              </a:rPr>
              <a:t>Third Outline Level</a:t>
            </a:r>
            <a:endParaRPr b="0" lang="en-US" sz="20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
        <p:nvSpPr>
          <p:cNvPr id="30" name="PlaceHolder 3"/>
          <p:cNvSpPr>
            <a:spLocks noGrp="1"/>
          </p:cNvSpPr>
          <p:nvPr>
            <p:ph type="dt" idx="4"/>
          </p:nvPr>
        </p:nvSpPr>
        <p:spPr>
          <a:xfrm>
            <a:off x="6720840" y="4722480"/>
            <a:ext cx="2057040" cy="27360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31" name="PlaceHolder 4"/>
          <p:cNvSpPr>
            <a:spLocks noGrp="1"/>
          </p:cNvSpPr>
          <p:nvPr>
            <p:ph type="ftr" idx="5"/>
          </p:nvPr>
        </p:nvSpPr>
        <p:spPr>
          <a:xfrm>
            <a:off x="2200320" y="4722480"/>
            <a:ext cx="425016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2" name="PlaceHolder 5"/>
          <p:cNvSpPr>
            <a:spLocks noGrp="1"/>
          </p:cNvSpPr>
          <p:nvPr>
            <p:ph type="sldNum" idx="6"/>
          </p:nvPr>
        </p:nvSpPr>
        <p:spPr>
          <a:xfrm>
            <a:off x="285840" y="470880"/>
            <a:ext cx="1413000" cy="4528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 sz="3800" spc="-1" strike="noStrike">
                <a:solidFill>
                  <a:srgbClr val="464b56"/>
                </a:solidFill>
                <a:latin typeface="Century Schoolbook"/>
                <a:ea typeface="Century Schoolbook"/>
              </a:defRPr>
            </a:lvl1pPr>
          </a:lstStyle>
          <a:p>
            <a:pPr indent="0" algn="r">
              <a:lnSpc>
                <a:spcPct val="100000"/>
              </a:lnSpc>
              <a:buNone/>
              <a:tabLst>
                <a:tab algn="l" pos="0"/>
              </a:tabLst>
            </a:pPr>
            <a:fld id="{17CBAEBB-4567-4EA0-9D65-A7A060A3B39B}" type="slidenum">
              <a:rPr b="0" lang="en" sz="3800" spc="-1" strike="noStrike">
                <a:solidFill>
                  <a:srgbClr val="464b56"/>
                </a:solidFill>
                <a:latin typeface="Century Schoolbook"/>
                <a:ea typeface="Century Schoolbook"/>
              </a:rPr>
              <a:t>&lt;number&gt;</a:t>
            </a:fld>
            <a:endParaRPr b="0" lang="en-US" sz="3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2"/>
        </a:solidFill>
      </p:bgPr>
    </p:bg>
    <p:spTree>
      <p:nvGrpSpPr>
        <p:cNvPr id="1" name=""/>
        <p:cNvGrpSpPr/>
        <p:nvPr/>
      </p:nvGrpSpPr>
      <p:grpSpPr>
        <a:xfrm>
          <a:off x="0" y="0"/>
          <a:ext cx="0" cy="0"/>
          <a:chOff x="0" y="0"/>
          <a:chExt cx="0" cy="0"/>
        </a:xfrm>
      </p:grpSpPr>
      <p:grpSp>
        <p:nvGrpSpPr>
          <p:cNvPr id="33" name="Google Shape;51;p13"/>
          <p:cNvGrpSpPr/>
          <p:nvPr/>
        </p:nvGrpSpPr>
        <p:grpSpPr>
          <a:xfrm>
            <a:off x="242280" y="542520"/>
            <a:ext cx="3173400" cy="4223520"/>
            <a:chOff x="242280" y="542520"/>
            <a:chExt cx="3173400" cy="4223520"/>
          </a:xfrm>
        </p:grpSpPr>
        <p:sp>
          <p:nvSpPr>
            <p:cNvPr id="34" name="Google Shape;52;p13"/>
            <p:cNvSpPr/>
            <p:nvPr/>
          </p:nvSpPr>
          <p:spPr>
            <a:xfrm>
              <a:off x="242280" y="542520"/>
              <a:ext cx="2013480" cy="4223520"/>
            </a:xfrm>
            <a:custGeom>
              <a:avLst/>
              <a:gdLst>
                <a:gd name="textAreaLeft" fmla="*/ 0 w 2013480"/>
                <a:gd name="textAreaRight" fmla="*/ 2013840 w 2013480"/>
                <a:gd name="textAreaTop" fmla="*/ 0 h 4223520"/>
                <a:gd name="textAreaBottom" fmla="*/ 4223880 h 4223520"/>
              </a:gdLst>
              <a:ahLst/>
              <a:rect l="textAreaLeft" t="textAreaTop" r="textAreaRight" b="textAreaBottom"/>
              <a:pathLst>
                <a:path w="697" h="1954">
                  <a:moveTo>
                    <a:pt x="251" y="1472"/>
                  </a:moveTo>
                  <a:cubicBezTo>
                    <a:pt x="258" y="1472"/>
                    <a:pt x="252" y="1463"/>
                    <a:pt x="251" y="1462"/>
                  </a:cubicBezTo>
                  <a:cubicBezTo>
                    <a:pt x="248" y="1422"/>
                    <a:pt x="241" y="1424"/>
                    <a:pt x="241" y="1419"/>
                  </a:cubicBezTo>
                  <a:cubicBezTo>
                    <a:pt x="227" y="1388"/>
                    <a:pt x="226" y="1380"/>
                    <a:pt x="221" y="1376"/>
                  </a:cubicBezTo>
                  <a:cubicBezTo>
                    <a:pt x="209" y="1355"/>
                    <a:pt x="209" y="1347"/>
                    <a:pt x="203" y="1344"/>
                  </a:cubicBezTo>
                  <a:cubicBezTo>
                    <a:pt x="169" y="1285"/>
                    <a:pt x="162" y="1275"/>
                    <a:pt x="156" y="1263"/>
                  </a:cubicBezTo>
                  <a:cubicBezTo>
                    <a:pt x="144" y="1242"/>
                    <a:pt x="141" y="1236"/>
                    <a:pt x="138" y="1231"/>
                  </a:cubicBezTo>
                  <a:cubicBezTo>
                    <a:pt x="107" y="1177"/>
                    <a:pt x="108" y="1168"/>
                    <a:pt x="103" y="1165"/>
                  </a:cubicBezTo>
                  <a:cubicBezTo>
                    <a:pt x="90" y="1142"/>
                    <a:pt x="83" y="1131"/>
                    <a:pt x="82" y="1127"/>
                  </a:cubicBezTo>
                  <a:cubicBezTo>
                    <a:pt x="66" y="1090"/>
                    <a:pt x="67" y="1081"/>
                    <a:pt x="62" y="1077"/>
                  </a:cubicBezTo>
                  <a:cubicBezTo>
                    <a:pt x="57" y="1049"/>
                    <a:pt x="51" y="1046"/>
                    <a:pt x="52" y="1037"/>
                  </a:cubicBezTo>
                  <a:cubicBezTo>
                    <a:pt x="48" y="1016"/>
                    <a:pt x="44" y="1007"/>
                    <a:pt x="42" y="1002"/>
                  </a:cubicBezTo>
                  <a:cubicBezTo>
                    <a:pt x="32" y="970"/>
                    <a:pt x="24" y="961"/>
                    <a:pt x="22" y="946"/>
                  </a:cubicBezTo>
                  <a:cubicBezTo>
                    <a:pt x="13" y="922"/>
                    <a:pt x="11" y="916"/>
                    <a:pt x="9" y="909"/>
                  </a:cubicBezTo>
                  <a:cubicBezTo>
                    <a:pt x="5" y="889"/>
                    <a:pt x="11" y="888"/>
                    <a:pt x="9" y="896"/>
                  </a:cubicBezTo>
                  <a:cubicBezTo>
                    <a:pt x="25" y="935"/>
                    <a:pt x="22" y="943"/>
                    <a:pt x="27" y="944"/>
                  </a:cubicBezTo>
                  <a:cubicBezTo>
                    <a:pt x="47" y="979"/>
                    <a:pt x="44" y="987"/>
                    <a:pt x="45" y="992"/>
                  </a:cubicBezTo>
                  <a:cubicBezTo>
                    <a:pt x="78" y="1045"/>
                    <a:pt x="85" y="1060"/>
                    <a:pt x="95" y="1072"/>
                  </a:cubicBezTo>
                  <a:cubicBezTo>
                    <a:pt x="141" y="1130"/>
                    <a:pt x="141" y="1136"/>
                    <a:pt x="140" y="1142"/>
                  </a:cubicBezTo>
                  <a:cubicBezTo>
                    <a:pt x="159" y="1162"/>
                    <a:pt x="156" y="1170"/>
                    <a:pt x="160" y="1170"/>
                  </a:cubicBezTo>
                  <a:cubicBezTo>
                    <a:pt x="198" y="1238"/>
                    <a:pt x="204" y="1243"/>
                    <a:pt x="206" y="1251"/>
                  </a:cubicBezTo>
                  <a:cubicBezTo>
                    <a:pt x="218" y="1278"/>
                    <a:pt x="219" y="1288"/>
                    <a:pt x="226" y="1291"/>
                  </a:cubicBezTo>
                  <a:cubicBezTo>
                    <a:pt x="231" y="1298"/>
                    <a:pt x="231" y="1292"/>
                    <a:pt x="228" y="1288"/>
                  </a:cubicBezTo>
                  <a:cubicBezTo>
                    <a:pt x="196" y="1218"/>
                    <a:pt x="198" y="1206"/>
                    <a:pt x="191" y="1203"/>
                  </a:cubicBezTo>
                  <a:cubicBezTo>
                    <a:pt x="168" y="1159"/>
                    <a:pt x="164" y="1153"/>
                    <a:pt x="160" y="1147"/>
                  </a:cubicBezTo>
                  <a:cubicBezTo>
                    <a:pt x="114" y="1068"/>
                    <a:pt x="104" y="1068"/>
                    <a:pt x="105" y="1057"/>
                  </a:cubicBezTo>
                  <a:cubicBezTo>
                    <a:pt x="67" y="1000"/>
                    <a:pt x="58" y="1000"/>
                    <a:pt x="57" y="992"/>
                  </a:cubicBezTo>
                  <a:cubicBezTo>
                    <a:pt x="80" y="1011"/>
                    <a:pt x="81" y="1021"/>
                    <a:pt x="87" y="1024"/>
                  </a:cubicBezTo>
                  <a:cubicBezTo>
                    <a:pt x="103" y="1041"/>
                    <a:pt x="100" y="1049"/>
                    <a:pt x="105" y="1049"/>
                  </a:cubicBezTo>
                  <a:cubicBezTo>
                    <a:pt x="129" y="1079"/>
                    <a:pt x="130" y="1087"/>
                    <a:pt x="135" y="1092"/>
                  </a:cubicBezTo>
                  <a:cubicBezTo>
                    <a:pt x="163" y="1128"/>
                    <a:pt x="159" y="1136"/>
                    <a:pt x="163" y="1137"/>
                  </a:cubicBezTo>
                  <a:cubicBezTo>
                    <a:pt x="199" y="1191"/>
                    <a:pt x="204" y="1205"/>
                    <a:pt x="211" y="1218"/>
                  </a:cubicBezTo>
                  <a:cubicBezTo>
                    <a:pt x="232" y="1237"/>
                    <a:pt x="226" y="1238"/>
                    <a:pt x="228" y="1230"/>
                  </a:cubicBezTo>
                  <a:cubicBezTo>
                    <a:pt x="202" y="1163"/>
                    <a:pt x="196" y="1163"/>
                    <a:pt x="198" y="1155"/>
                  </a:cubicBezTo>
                  <a:cubicBezTo>
                    <a:pt x="171" y="1106"/>
                    <a:pt x="167" y="1104"/>
                    <a:pt x="165" y="1100"/>
                  </a:cubicBezTo>
                  <a:cubicBezTo>
                    <a:pt x="140" y="1062"/>
                    <a:pt x="138" y="1052"/>
                    <a:pt x="133" y="1047"/>
                  </a:cubicBezTo>
                  <a:cubicBezTo>
                    <a:pt x="76" y="924"/>
                    <a:pt x="76" y="918"/>
                    <a:pt x="75" y="913"/>
                  </a:cubicBezTo>
                  <a:cubicBezTo>
                    <a:pt x="53" y="840"/>
                    <a:pt x="56" y="836"/>
                    <a:pt x="57" y="830"/>
                  </a:cubicBezTo>
                  <a:cubicBezTo>
                    <a:pt x="36" y="706"/>
                    <a:pt x="30" y="721"/>
                    <a:pt x="34" y="725"/>
                  </a:cubicBezTo>
                  <a:cubicBezTo>
                    <a:pt x="45" y="767"/>
                    <a:pt x="46" y="774"/>
                    <a:pt x="49" y="778"/>
                  </a:cubicBezTo>
                  <a:cubicBezTo>
                    <a:pt x="70" y="833"/>
                    <a:pt x="67" y="843"/>
                    <a:pt x="72" y="846"/>
                  </a:cubicBezTo>
                  <a:cubicBezTo>
                    <a:pt x="94" y="887"/>
                    <a:pt x="97" y="899"/>
                    <a:pt x="102" y="908"/>
                  </a:cubicBezTo>
                  <a:cubicBezTo>
                    <a:pt x="143" y="980"/>
                    <a:pt x="154" y="992"/>
                    <a:pt x="160" y="1007"/>
                  </a:cubicBezTo>
                  <a:cubicBezTo>
                    <a:pt x="212" y="1106"/>
                    <a:pt x="218" y="1122"/>
                    <a:pt x="223" y="1137"/>
                  </a:cubicBezTo>
                  <a:cubicBezTo>
                    <a:pt x="218" y="1115"/>
                    <a:pt x="222" y="1106"/>
                    <a:pt x="221" y="1102"/>
                  </a:cubicBezTo>
                  <a:cubicBezTo>
                    <a:pt x="210" y="1080"/>
                    <a:pt x="213" y="1072"/>
                    <a:pt x="208" y="1072"/>
                  </a:cubicBezTo>
                  <a:cubicBezTo>
                    <a:pt x="195" y="1023"/>
                    <a:pt x="188" y="1020"/>
                    <a:pt x="188" y="1012"/>
                  </a:cubicBezTo>
                  <a:cubicBezTo>
                    <a:pt x="149" y="930"/>
                    <a:pt x="144" y="927"/>
                    <a:pt x="145" y="918"/>
                  </a:cubicBezTo>
                  <a:cubicBezTo>
                    <a:pt x="125" y="876"/>
                    <a:pt x="120" y="873"/>
                    <a:pt x="117" y="868"/>
                  </a:cubicBezTo>
                  <a:cubicBezTo>
                    <a:pt x="102" y="832"/>
                    <a:pt x="100" y="833"/>
                    <a:pt x="100" y="830"/>
                  </a:cubicBezTo>
                  <a:cubicBezTo>
                    <a:pt x="80" y="793"/>
                    <a:pt x="77" y="788"/>
                    <a:pt x="75" y="783"/>
                  </a:cubicBezTo>
                  <a:cubicBezTo>
                    <a:pt x="45" y="730"/>
                    <a:pt x="43" y="716"/>
                    <a:pt x="34" y="710"/>
                  </a:cubicBezTo>
                  <a:cubicBezTo>
                    <a:pt x="25" y="678"/>
                    <a:pt x="34" y="684"/>
                    <a:pt x="32" y="690"/>
                  </a:cubicBezTo>
                  <a:cubicBezTo>
                    <a:pt x="50" y="733"/>
                    <a:pt x="60" y="733"/>
                    <a:pt x="59" y="745"/>
                  </a:cubicBezTo>
                  <a:cubicBezTo>
                    <a:pt x="80" y="780"/>
                    <a:pt x="81" y="783"/>
                    <a:pt x="85" y="785"/>
                  </a:cubicBezTo>
                  <a:cubicBezTo>
                    <a:pt x="113" y="833"/>
                    <a:pt x="115" y="842"/>
                    <a:pt x="117" y="851"/>
                  </a:cubicBezTo>
                  <a:cubicBezTo>
                    <a:pt x="147" y="899"/>
                    <a:pt x="151" y="907"/>
                    <a:pt x="153" y="916"/>
                  </a:cubicBezTo>
                  <a:cubicBezTo>
                    <a:pt x="168" y="945"/>
                    <a:pt x="171" y="952"/>
                    <a:pt x="173" y="961"/>
                  </a:cubicBezTo>
                  <a:cubicBezTo>
                    <a:pt x="190" y="999"/>
                    <a:pt x="200" y="1010"/>
                    <a:pt x="203" y="1029"/>
                  </a:cubicBezTo>
                  <a:cubicBezTo>
                    <a:pt x="198" y="998"/>
                    <a:pt x="198" y="994"/>
                    <a:pt x="196" y="994"/>
                  </a:cubicBezTo>
                  <a:cubicBezTo>
                    <a:pt x="175" y="911"/>
                    <a:pt x="168" y="909"/>
                    <a:pt x="170" y="898"/>
                  </a:cubicBezTo>
                  <a:cubicBezTo>
                    <a:pt x="131" y="811"/>
                    <a:pt x="131" y="802"/>
                    <a:pt x="125" y="800"/>
                  </a:cubicBezTo>
                  <a:cubicBezTo>
                    <a:pt x="105" y="747"/>
                    <a:pt x="103" y="742"/>
                    <a:pt x="100" y="740"/>
                  </a:cubicBezTo>
                  <a:cubicBezTo>
                    <a:pt x="82" y="701"/>
                    <a:pt x="78" y="699"/>
                    <a:pt x="77" y="695"/>
                  </a:cubicBezTo>
                  <a:cubicBezTo>
                    <a:pt x="67" y="672"/>
                    <a:pt x="60" y="674"/>
                    <a:pt x="62" y="667"/>
                  </a:cubicBezTo>
                  <a:cubicBezTo>
                    <a:pt x="44" y="641"/>
                    <a:pt x="39" y="635"/>
                    <a:pt x="34" y="629"/>
                  </a:cubicBezTo>
                  <a:cubicBezTo>
                    <a:pt x="21" y="597"/>
                    <a:pt x="29" y="609"/>
                    <a:pt x="37" y="622"/>
                  </a:cubicBezTo>
                  <a:cubicBezTo>
                    <a:pt x="75" y="681"/>
                    <a:pt x="85" y="681"/>
                    <a:pt x="85" y="692"/>
                  </a:cubicBezTo>
                  <a:cubicBezTo>
                    <a:pt x="108" y="731"/>
                    <a:pt x="109" y="735"/>
                    <a:pt x="110" y="740"/>
                  </a:cubicBezTo>
                  <a:cubicBezTo>
                    <a:pt x="123" y="777"/>
                    <a:pt x="130" y="775"/>
                    <a:pt x="130" y="780"/>
                  </a:cubicBezTo>
                  <a:cubicBezTo>
                    <a:pt x="151" y="822"/>
                    <a:pt x="153" y="840"/>
                    <a:pt x="163" y="851"/>
                  </a:cubicBezTo>
                  <a:cubicBezTo>
                    <a:pt x="179" y="903"/>
                    <a:pt x="184" y="907"/>
                    <a:pt x="185" y="916"/>
                  </a:cubicBezTo>
                  <a:cubicBezTo>
                    <a:pt x="203" y="963"/>
                    <a:pt x="199" y="973"/>
                    <a:pt x="201" y="976"/>
                  </a:cubicBezTo>
                  <a:cubicBezTo>
                    <a:pt x="236" y="1076"/>
                    <a:pt x="226" y="1071"/>
                    <a:pt x="228" y="1064"/>
                  </a:cubicBezTo>
                  <a:cubicBezTo>
                    <a:pt x="218" y="972"/>
                    <a:pt x="212" y="965"/>
                    <a:pt x="213" y="951"/>
                  </a:cubicBezTo>
                  <a:cubicBezTo>
                    <a:pt x="185" y="862"/>
                    <a:pt x="181" y="854"/>
                    <a:pt x="178" y="845"/>
                  </a:cubicBezTo>
                  <a:cubicBezTo>
                    <a:pt x="145" y="767"/>
                    <a:pt x="139" y="762"/>
                    <a:pt x="135" y="755"/>
                  </a:cubicBezTo>
                  <a:cubicBezTo>
                    <a:pt x="119" y="717"/>
                    <a:pt x="114" y="719"/>
                    <a:pt x="112" y="717"/>
                  </a:cubicBezTo>
                  <a:cubicBezTo>
                    <a:pt x="92" y="686"/>
                    <a:pt x="92" y="676"/>
                    <a:pt x="87" y="669"/>
                  </a:cubicBezTo>
                  <a:cubicBezTo>
                    <a:pt x="56" y="621"/>
                    <a:pt x="53" y="614"/>
                    <a:pt x="49" y="607"/>
                  </a:cubicBezTo>
                  <a:cubicBezTo>
                    <a:pt x="41" y="564"/>
                    <a:pt x="41" y="578"/>
                    <a:pt x="47" y="586"/>
                  </a:cubicBezTo>
                  <a:cubicBezTo>
                    <a:pt x="72" y="633"/>
                    <a:pt x="77" y="635"/>
                    <a:pt x="77" y="642"/>
                  </a:cubicBezTo>
                  <a:cubicBezTo>
                    <a:pt x="117" y="700"/>
                    <a:pt x="120" y="711"/>
                    <a:pt x="125" y="720"/>
                  </a:cubicBezTo>
                  <a:cubicBezTo>
                    <a:pt x="136" y="738"/>
                    <a:pt x="138" y="743"/>
                    <a:pt x="143" y="745"/>
                  </a:cubicBezTo>
                  <a:cubicBezTo>
                    <a:pt x="165" y="796"/>
                    <a:pt x="169" y="801"/>
                    <a:pt x="173" y="805"/>
                  </a:cubicBezTo>
                  <a:cubicBezTo>
                    <a:pt x="198" y="877"/>
                    <a:pt x="205" y="880"/>
                    <a:pt x="206" y="888"/>
                  </a:cubicBezTo>
                  <a:cubicBezTo>
                    <a:pt x="210" y="912"/>
                    <a:pt x="215" y="915"/>
                    <a:pt x="216" y="923"/>
                  </a:cubicBezTo>
                  <a:cubicBezTo>
                    <a:pt x="239" y="982"/>
                    <a:pt x="234" y="967"/>
                    <a:pt x="238" y="961"/>
                  </a:cubicBezTo>
                  <a:cubicBezTo>
                    <a:pt x="220" y="890"/>
                    <a:pt x="217" y="886"/>
                    <a:pt x="218" y="876"/>
                  </a:cubicBezTo>
                  <a:cubicBezTo>
                    <a:pt x="175" y="774"/>
                    <a:pt x="176" y="763"/>
                    <a:pt x="173" y="755"/>
                  </a:cubicBezTo>
                  <a:cubicBezTo>
                    <a:pt x="155" y="729"/>
                    <a:pt x="156" y="717"/>
                    <a:pt x="150" y="712"/>
                  </a:cubicBezTo>
                  <a:cubicBezTo>
                    <a:pt x="123" y="663"/>
                    <a:pt x="122" y="653"/>
                    <a:pt x="115" y="649"/>
                  </a:cubicBezTo>
                  <a:cubicBezTo>
                    <a:pt x="86" y="590"/>
                    <a:pt x="85" y="586"/>
                    <a:pt x="85" y="581"/>
                  </a:cubicBezTo>
                  <a:cubicBezTo>
                    <a:pt x="60" y="516"/>
                    <a:pt x="65" y="519"/>
                    <a:pt x="64" y="528"/>
                  </a:cubicBezTo>
                  <a:cubicBezTo>
                    <a:pt x="82" y="567"/>
                    <a:pt x="89" y="567"/>
                    <a:pt x="87" y="576"/>
                  </a:cubicBezTo>
                  <a:cubicBezTo>
                    <a:pt x="102" y="603"/>
                    <a:pt x="102" y="606"/>
                    <a:pt x="105" y="606"/>
                  </a:cubicBezTo>
                  <a:cubicBezTo>
                    <a:pt x="133" y="652"/>
                    <a:pt x="128" y="663"/>
                    <a:pt x="135" y="662"/>
                  </a:cubicBezTo>
                  <a:cubicBezTo>
                    <a:pt x="162" y="716"/>
                    <a:pt x="168" y="721"/>
                    <a:pt x="170" y="730"/>
                  </a:cubicBezTo>
                  <a:cubicBezTo>
                    <a:pt x="201" y="805"/>
                    <a:pt x="206" y="810"/>
                    <a:pt x="208" y="818"/>
                  </a:cubicBezTo>
                  <a:cubicBezTo>
                    <a:pt x="243" y="905"/>
                    <a:pt x="235" y="893"/>
                    <a:pt x="233" y="888"/>
                  </a:cubicBezTo>
                  <a:cubicBezTo>
                    <a:pt x="221" y="836"/>
                    <a:pt x="220" y="828"/>
                    <a:pt x="216" y="823"/>
                  </a:cubicBezTo>
                  <a:cubicBezTo>
                    <a:pt x="173" y="707"/>
                    <a:pt x="173" y="697"/>
                    <a:pt x="170" y="689"/>
                  </a:cubicBezTo>
                  <a:cubicBezTo>
                    <a:pt x="157" y="663"/>
                    <a:pt x="154" y="657"/>
                    <a:pt x="150" y="652"/>
                  </a:cubicBezTo>
                  <a:cubicBezTo>
                    <a:pt x="119" y="602"/>
                    <a:pt x="122" y="594"/>
                    <a:pt x="117" y="594"/>
                  </a:cubicBezTo>
                  <a:cubicBezTo>
                    <a:pt x="119" y="590"/>
                    <a:pt x="124" y="592"/>
                    <a:pt x="125" y="596"/>
                  </a:cubicBezTo>
                  <a:cubicBezTo>
                    <a:pt x="159" y="641"/>
                    <a:pt x="154" y="651"/>
                    <a:pt x="163" y="649"/>
                  </a:cubicBezTo>
                  <a:cubicBezTo>
                    <a:pt x="185" y="694"/>
                    <a:pt x="183" y="708"/>
                    <a:pt x="190" y="712"/>
                  </a:cubicBezTo>
                  <a:cubicBezTo>
                    <a:pt x="211" y="753"/>
                    <a:pt x="208" y="762"/>
                    <a:pt x="213" y="762"/>
                  </a:cubicBezTo>
                  <a:cubicBezTo>
                    <a:pt x="237" y="847"/>
                    <a:pt x="238" y="850"/>
                    <a:pt x="238" y="853"/>
                  </a:cubicBezTo>
                  <a:cubicBezTo>
                    <a:pt x="246" y="870"/>
                    <a:pt x="242" y="860"/>
                    <a:pt x="243" y="855"/>
                  </a:cubicBezTo>
                  <a:cubicBezTo>
                    <a:pt x="231" y="791"/>
                    <a:pt x="232" y="779"/>
                    <a:pt x="228" y="757"/>
                  </a:cubicBezTo>
                  <a:cubicBezTo>
                    <a:pt x="212" y="721"/>
                    <a:pt x="215" y="712"/>
                    <a:pt x="210" y="712"/>
                  </a:cubicBezTo>
                  <a:cubicBezTo>
                    <a:pt x="190" y="661"/>
                    <a:pt x="188" y="652"/>
                    <a:pt x="183" y="647"/>
                  </a:cubicBezTo>
                  <a:cubicBezTo>
                    <a:pt x="162" y="617"/>
                    <a:pt x="161" y="598"/>
                    <a:pt x="150" y="589"/>
                  </a:cubicBezTo>
                  <a:cubicBezTo>
                    <a:pt x="126" y="540"/>
                    <a:pt x="121" y="535"/>
                    <a:pt x="117" y="528"/>
                  </a:cubicBezTo>
                  <a:cubicBezTo>
                    <a:pt x="101" y="492"/>
                    <a:pt x="98" y="489"/>
                    <a:pt x="97" y="486"/>
                  </a:cubicBezTo>
                  <a:cubicBezTo>
                    <a:pt x="80" y="432"/>
                    <a:pt x="73" y="429"/>
                    <a:pt x="74" y="418"/>
                  </a:cubicBezTo>
                  <a:cubicBezTo>
                    <a:pt x="93" y="455"/>
                    <a:pt x="94" y="458"/>
                    <a:pt x="94" y="463"/>
                  </a:cubicBezTo>
                  <a:cubicBezTo>
                    <a:pt x="143" y="547"/>
                    <a:pt x="140" y="555"/>
                    <a:pt x="145" y="556"/>
                  </a:cubicBezTo>
                  <a:cubicBezTo>
                    <a:pt x="164" y="593"/>
                    <a:pt x="170" y="599"/>
                    <a:pt x="173" y="606"/>
                  </a:cubicBezTo>
                  <a:cubicBezTo>
                    <a:pt x="191" y="642"/>
                    <a:pt x="200" y="654"/>
                    <a:pt x="205" y="669"/>
                  </a:cubicBezTo>
                  <a:cubicBezTo>
                    <a:pt x="228" y="720"/>
                    <a:pt x="226" y="733"/>
                    <a:pt x="233" y="737"/>
                  </a:cubicBezTo>
                  <a:cubicBezTo>
                    <a:pt x="244" y="794"/>
                    <a:pt x="247" y="802"/>
                    <a:pt x="246" y="815"/>
                  </a:cubicBezTo>
                  <a:cubicBezTo>
                    <a:pt x="257" y="840"/>
                    <a:pt x="255" y="834"/>
                    <a:pt x="256" y="830"/>
                  </a:cubicBezTo>
                  <a:cubicBezTo>
                    <a:pt x="249" y="738"/>
                    <a:pt x="244" y="737"/>
                    <a:pt x="243" y="732"/>
                  </a:cubicBezTo>
                  <a:cubicBezTo>
                    <a:pt x="217" y="655"/>
                    <a:pt x="208" y="642"/>
                    <a:pt x="203" y="624"/>
                  </a:cubicBezTo>
                  <a:cubicBezTo>
                    <a:pt x="179" y="566"/>
                    <a:pt x="170" y="562"/>
                    <a:pt x="170" y="551"/>
                  </a:cubicBezTo>
                  <a:cubicBezTo>
                    <a:pt x="156" y="511"/>
                    <a:pt x="145" y="501"/>
                    <a:pt x="142" y="483"/>
                  </a:cubicBezTo>
                  <a:cubicBezTo>
                    <a:pt x="140" y="458"/>
                    <a:pt x="142" y="465"/>
                    <a:pt x="145" y="471"/>
                  </a:cubicBezTo>
                  <a:cubicBezTo>
                    <a:pt x="163" y="523"/>
                    <a:pt x="171" y="533"/>
                    <a:pt x="175" y="546"/>
                  </a:cubicBezTo>
                  <a:cubicBezTo>
                    <a:pt x="196" y="591"/>
                    <a:pt x="206" y="598"/>
                    <a:pt x="208" y="614"/>
                  </a:cubicBezTo>
                  <a:cubicBezTo>
                    <a:pt x="231" y="662"/>
                    <a:pt x="236" y="674"/>
                    <a:pt x="241" y="687"/>
                  </a:cubicBezTo>
                  <a:cubicBezTo>
                    <a:pt x="252" y="718"/>
                    <a:pt x="249" y="725"/>
                    <a:pt x="253" y="725"/>
                  </a:cubicBezTo>
                  <a:cubicBezTo>
                    <a:pt x="268" y="760"/>
                    <a:pt x="259" y="754"/>
                    <a:pt x="261" y="750"/>
                  </a:cubicBezTo>
                  <a:cubicBezTo>
                    <a:pt x="260" y="703"/>
                    <a:pt x="254" y="700"/>
                    <a:pt x="258" y="692"/>
                  </a:cubicBezTo>
                  <a:cubicBezTo>
                    <a:pt x="248" y="658"/>
                    <a:pt x="249" y="652"/>
                    <a:pt x="246" y="652"/>
                  </a:cubicBezTo>
                  <a:cubicBezTo>
                    <a:pt x="229" y="597"/>
                    <a:pt x="228" y="593"/>
                    <a:pt x="228" y="589"/>
                  </a:cubicBezTo>
                  <a:cubicBezTo>
                    <a:pt x="211" y="547"/>
                    <a:pt x="207" y="538"/>
                    <a:pt x="203" y="528"/>
                  </a:cubicBezTo>
                  <a:cubicBezTo>
                    <a:pt x="186" y="481"/>
                    <a:pt x="179" y="480"/>
                    <a:pt x="180" y="473"/>
                  </a:cubicBezTo>
                  <a:cubicBezTo>
                    <a:pt x="156" y="407"/>
                    <a:pt x="153" y="397"/>
                    <a:pt x="150" y="387"/>
                  </a:cubicBezTo>
                  <a:cubicBezTo>
                    <a:pt x="147" y="345"/>
                    <a:pt x="152" y="348"/>
                    <a:pt x="150" y="357"/>
                  </a:cubicBezTo>
                  <a:cubicBezTo>
                    <a:pt x="176" y="446"/>
                    <a:pt x="183" y="456"/>
                    <a:pt x="188" y="468"/>
                  </a:cubicBezTo>
                  <a:cubicBezTo>
                    <a:pt x="206" y="507"/>
                    <a:pt x="205" y="512"/>
                    <a:pt x="205" y="516"/>
                  </a:cubicBezTo>
                  <a:cubicBezTo>
                    <a:pt x="224" y="553"/>
                    <a:pt x="228" y="566"/>
                    <a:pt x="233" y="579"/>
                  </a:cubicBezTo>
                  <a:cubicBezTo>
                    <a:pt x="232" y="555"/>
                    <a:pt x="229" y="552"/>
                    <a:pt x="228" y="546"/>
                  </a:cubicBezTo>
                  <a:cubicBezTo>
                    <a:pt x="212" y="499"/>
                    <a:pt x="215" y="491"/>
                    <a:pt x="210" y="491"/>
                  </a:cubicBezTo>
                  <a:cubicBezTo>
                    <a:pt x="198" y="374"/>
                    <a:pt x="193" y="371"/>
                    <a:pt x="198" y="360"/>
                  </a:cubicBezTo>
                  <a:cubicBezTo>
                    <a:pt x="209" y="429"/>
                    <a:pt x="211" y="465"/>
                    <a:pt x="223" y="491"/>
                  </a:cubicBezTo>
                  <a:cubicBezTo>
                    <a:pt x="280" y="680"/>
                    <a:pt x="276" y="677"/>
                    <a:pt x="276" y="674"/>
                  </a:cubicBezTo>
                  <a:cubicBezTo>
                    <a:pt x="265" y="621"/>
                    <a:pt x="263" y="596"/>
                    <a:pt x="256" y="576"/>
                  </a:cubicBezTo>
                  <a:cubicBezTo>
                    <a:pt x="238" y="489"/>
                    <a:pt x="237" y="484"/>
                    <a:pt x="233" y="481"/>
                  </a:cubicBezTo>
                  <a:cubicBezTo>
                    <a:pt x="229" y="441"/>
                    <a:pt x="223" y="426"/>
                    <a:pt x="223" y="415"/>
                  </a:cubicBezTo>
                  <a:cubicBezTo>
                    <a:pt x="215" y="326"/>
                    <a:pt x="215" y="313"/>
                    <a:pt x="215" y="299"/>
                  </a:cubicBezTo>
                  <a:cubicBezTo>
                    <a:pt x="216" y="264"/>
                    <a:pt x="215" y="246"/>
                    <a:pt x="215" y="229"/>
                  </a:cubicBezTo>
                  <a:cubicBezTo>
                    <a:pt x="220" y="243"/>
                    <a:pt x="217" y="244"/>
                    <a:pt x="220" y="252"/>
                  </a:cubicBezTo>
                  <a:cubicBezTo>
                    <a:pt x="227" y="394"/>
                    <a:pt x="231" y="403"/>
                    <a:pt x="230" y="418"/>
                  </a:cubicBezTo>
                  <a:cubicBezTo>
                    <a:pt x="241" y="471"/>
                    <a:pt x="249" y="489"/>
                    <a:pt x="253" y="511"/>
                  </a:cubicBezTo>
                  <a:cubicBezTo>
                    <a:pt x="269" y="599"/>
                    <a:pt x="275" y="599"/>
                    <a:pt x="273" y="606"/>
                  </a:cubicBezTo>
                  <a:cubicBezTo>
                    <a:pt x="283" y="651"/>
                    <a:pt x="286" y="652"/>
                    <a:pt x="286" y="672"/>
                  </a:cubicBezTo>
                  <a:cubicBezTo>
                    <a:pt x="296" y="620"/>
                    <a:pt x="298" y="608"/>
                    <a:pt x="293" y="589"/>
                  </a:cubicBezTo>
                  <a:cubicBezTo>
                    <a:pt x="280" y="509"/>
                    <a:pt x="286" y="493"/>
                    <a:pt x="281" y="488"/>
                  </a:cubicBezTo>
                  <a:cubicBezTo>
                    <a:pt x="267" y="299"/>
                    <a:pt x="263" y="266"/>
                    <a:pt x="268" y="241"/>
                  </a:cubicBezTo>
                  <a:cubicBezTo>
                    <a:pt x="274" y="196"/>
                    <a:pt x="264" y="191"/>
                    <a:pt x="270" y="186"/>
                  </a:cubicBezTo>
                  <a:cubicBezTo>
                    <a:pt x="277" y="197"/>
                    <a:pt x="273" y="206"/>
                    <a:pt x="273" y="216"/>
                  </a:cubicBezTo>
                  <a:cubicBezTo>
                    <a:pt x="276" y="229"/>
                    <a:pt x="273" y="230"/>
                    <a:pt x="273" y="239"/>
                  </a:cubicBezTo>
                  <a:cubicBezTo>
                    <a:pt x="284" y="423"/>
                    <a:pt x="283" y="439"/>
                    <a:pt x="286" y="453"/>
                  </a:cubicBezTo>
                  <a:cubicBezTo>
                    <a:pt x="292" y="522"/>
                    <a:pt x="304" y="540"/>
                    <a:pt x="303" y="574"/>
                  </a:cubicBezTo>
                  <a:cubicBezTo>
                    <a:pt x="306" y="533"/>
                    <a:pt x="306" y="521"/>
                    <a:pt x="306" y="508"/>
                  </a:cubicBezTo>
                  <a:cubicBezTo>
                    <a:pt x="292" y="325"/>
                    <a:pt x="289" y="308"/>
                    <a:pt x="291" y="292"/>
                  </a:cubicBezTo>
                  <a:cubicBezTo>
                    <a:pt x="285" y="226"/>
                    <a:pt x="289" y="223"/>
                    <a:pt x="288" y="209"/>
                  </a:cubicBezTo>
                  <a:cubicBezTo>
                    <a:pt x="293" y="131"/>
                    <a:pt x="295" y="122"/>
                    <a:pt x="296" y="111"/>
                  </a:cubicBezTo>
                  <a:cubicBezTo>
                    <a:pt x="296" y="107"/>
                    <a:pt x="305" y="125"/>
                    <a:pt x="298" y="126"/>
                  </a:cubicBezTo>
                  <a:cubicBezTo>
                    <a:pt x="292" y="226"/>
                    <a:pt x="298" y="243"/>
                    <a:pt x="296" y="259"/>
                  </a:cubicBezTo>
                  <a:cubicBezTo>
                    <a:pt x="303" y="366"/>
                    <a:pt x="309" y="397"/>
                    <a:pt x="308" y="435"/>
                  </a:cubicBezTo>
                  <a:cubicBezTo>
                    <a:pt x="323" y="474"/>
                    <a:pt x="314" y="470"/>
                    <a:pt x="316" y="465"/>
                  </a:cubicBezTo>
                  <a:cubicBezTo>
                    <a:pt x="318" y="444"/>
                    <a:pt x="318" y="439"/>
                    <a:pt x="318" y="435"/>
                  </a:cubicBezTo>
                  <a:cubicBezTo>
                    <a:pt x="316" y="396"/>
                    <a:pt x="316" y="392"/>
                    <a:pt x="316" y="387"/>
                  </a:cubicBezTo>
                  <a:cubicBezTo>
                    <a:pt x="315" y="330"/>
                    <a:pt x="313" y="324"/>
                    <a:pt x="313" y="319"/>
                  </a:cubicBezTo>
                  <a:cubicBezTo>
                    <a:pt x="318" y="200"/>
                    <a:pt x="323" y="199"/>
                    <a:pt x="321" y="191"/>
                  </a:cubicBezTo>
                  <a:cubicBezTo>
                    <a:pt x="325" y="160"/>
                    <a:pt x="320" y="150"/>
                    <a:pt x="326" y="151"/>
                  </a:cubicBezTo>
                  <a:cubicBezTo>
                    <a:pt x="333" y="137"/>
                    <a:pt x="331" y="147"/>
                    <a:pt x="328" y="156"/>
                  </a:cubicBezTo>
                  <a:cubicBezTo>
                    <a:pt x="322" y="246"/>
                    <a:pt x="326" y="266"/>
                    <a:pt x="321" y="277"/>
                  </a:cubicBezTo>
                  <a:cubicBezTo>
                    <a:pt x="324" y="351"/>
                    <a:pt x="322" y="357"/>
                    <a:pt x="326" y="357"/>
                  </a:cubicBezTo>
                  <a:cubicBezTo>
                    <a:pt x="328" y="453"/>
                    <a:pt x="326" y="458"/>
                    <a:pt x="326" y="463"/>
                  </a:cubicBezTo>
                  <a:cubicBezTo>
                    <a:pt x="338" y="484"/>
                    <a:pt x="338" y="481"/>
                    <a:pt x="339" y="478"/>
                  </a:cubicBezTo>
                  <a:cubicBezTo>
                    <a:pt x="339" y="467"/>
                    <a:pt x="338" y="461"/>
                    <a:pt x="339" y="453"/>
                  </a:cubicBezTo>
                  <a:cubicBezTo>
                    <a:pt x="339" y="390"/>
                    <a:pt x="345" y="391"/>
                    <a:pt x="344" y="385"/>
                  </a:cubicBezTo>
                  <a:cubicBezTo>
                    <a:pt x="344" y="252"/>
                    <a:pt x="346" y="241"/>
                    <a:pt x="346" y="229"/>
                  </a:cubicBezTo>
                  <a:cubicBezTo>
                    <a:pt x="373" y="110"/>
                    <a:pt x="371" y="102"/>
                    <a:pt x="374" y="98"/>
                  </a:cubicBezTo>
                  <a:cubicBezTo>
                    <a:pt x="379" y="60"/>
                    <a:pt x="385" y="60"/>
                    <a:pt x="384" y="53"/>
                  </a:cubicBezTo>
                  <a:cubicBezTo>
                    <a:pt x="397" y="11"/>
                    <a:pt x="405" y="24"/>
                    <a:pt x="399" y="22"/>
                  </a:cubicBezTo>
                  <a:cubicBezTo>
                    <a:pt x="374" y="102"/>
                    <a:pt x="383" y="117"/>
                    <a:pt x="376" y="116"/>
                  </a:cubicBezTo>
                  <a:cubicBezTo>
                    <a:pt x="367" y="192"/>
                    <a:pt x="355" y="232"/>
                    <a:pt x="351" y="272"/>
                  </a:cubicBezTo>
                  <a:cubicBezTo>
                    <a:pt x="351" y="359"/>
                    <a:pt x="355" y="369"/>
                    <a:pt x="354" y="372"/>
                  </a:cubicBezTo>
                  <a:cubicBezTo>
                    <a:pt x="351" y="399"/>
                    <a:pt x="351" y="403"/>
                    <a:pt x="351" y="407"/>
                  </a:cubicBezTo>
                  <a:cubicBezTo>
                    <a:pt x="362" y="364"/>
                    <a:pt x="358" y="351"/>
                    <a:pt x="364" y="347"/>
                  </a:cubicBezTo>
                  <a:cubicBezTo>
                    <a:pt x="368" y="321"/>
                    <a:pt x="368" y="314"/>
                    <a:pt x="371" y="314"/>
                  </a:cubicBezTo>
                  <a:cubicBezTo>
                    <a:pt x="390" y="172"/>
                    <a:pt x="402" y="149"/>
                    <a:pt x="404" y="116"/>
                  </a:cubicBezTo>
                  <a:cubicBezTo>
                    <a:pt x="432" y="41"/>
                    <a:pt x="427" y="40"/>
                    <a:pt x="429" y="48"/>
                  </a:cubicBezTo>
                  <a:cubicBezTo>
                    <a:pt x="403" y="151"/>
                    <a:pt x="400" y="182"/>
                    <a:pt x="396" y="221"/>
                  </a:cubicBezTo>
                  <a:cubicBezTo>
                    <a:pt x="369" y="402"/>
                    <a:pt x="368" y="392"/>
                    <a:pt x="374" y="387"/>
                  </a:cubicBezTo>
                  <a:cubicBezTo>
                    <a:pt x="381" y="362"/>
                    <a:pt x="384" y="355"/>
                    <a:pt x="386" y="347"/>
                  </a:cubicBezTo>
                  <a:cubicBezTo>
                    <a:pt x="421" y="286"/>
                    <a:pt x="421" y="276"/>
                    <a:pt x="426" y="272"/>
                  </a:cubicBezTo>
                  <a:cubicBezTo>
                    <a:pt x="463" y="190"/>
                    <a:pt x="470" y="184"/>
                    <a:pt x="472" y="173"/>
                  </a:cubicBezTo>
                  <a:cubicBezTo>
                    <a:pt x="478" y="175"/>
                    <a:pt x="469" y="199"/>
                    <a:pt x="462" y="224"/>
                  </a:cubicBezTo>
                  <a:cubicBezTo>
                    <a:pt x="446" y="260"/>
                    <a:pt x="442" y="261"/>
                    <a:pt x="442" y="261"/>
                  </a:cubicBezTo>
                  <a:cubicBezTo>
                    <a:pt x="417" y="299"/>
                    <a:pt x="417" y="319"/>
                    <a:pt x="406" y="329"/>
                  </a:cubicBezTo>
                  <a:cubicBezTo>
                    <a:pt x="393" y="372"/>
                    <a:pt x="394" y="370"/>
                    <a:pt x="396" y="370"/>
                  </a:cubicBezTo>
                  <a:cubicBezTo>
                    <a:pt x="423" y="330"/>
                    <a:pt x="433" y="319"/>
                    <a:pt x="437" y="302"/>
                  </a:cubicBezTo>
                  <a:cubicBezTo>
                    <a:pt x="464" y="262"/>
                    <a:pt x="464" y="255"/>
                    <a:pt x="467" y="251"/>
                  </a:cubicBezTo>
                  <a:cubicBezTo>
                    <a:pt x="504" y="170"/>
                    <a:pt x="509" y="151"/>
                    <a:pt x="512" y="128"/>
                  </a:cubicBezTo>
                  <a:cubicBezTo>
                    <a:pt x="522" y="92"/>
                    <a:pt x="522" y="99"/>
                    <a:pt x="522" y="105"/>
                  </a:cubicBezTo>
                  <a:cubicBezTo>
                    <a:pt x="496" y="217"/>
                    <a:pt x="493" y="220"/>
                    <a:pt x="492" y="224"/>
                  </a:cubicBezTo>
                  <a:cubicBezTo>
                    <a:pt x="470" y="268"/>
                    <a:pt x="468" y="270"/>
                    <a:pt x="467" y="274"/>
                  </a:cubicBezTo>
                  <a:cubicBezTo>
                    <a:pt x="460" y="300"/>
                    <a:pt x="449" y="294"/>
                    <a:pt x="452" y="302"/>
                  </a:cubicBezTo>
                  <a:cubicBezTo>
                    <a:pt x="426" y="346"/>
                    <a:pt x="419" y="348"/>
                    <a:pt x="419" y="357"/>
                  </a:cubicBezTo>
                  <a:cubicBezTo>
                    <a:pt x="377" y="415"/>
                    <a:pt x="378" y="425"/>
                    <a:pt x="369" y="425"/>
                  </a:cubicBezTo>
                  <a:cubicBezTo>
                    <a:pt x="358" y="467"/>
                    <a:pt x="351" y="467"/>
                    <a:pt x="354" y="475"/>
                  </a:cubicBezTo>
                  <a:cubicBezTo>
                    <a:pt x="367" y="453"/>
                    <a:pt x="377" y="450"/>
                    <a:pt x="379" y="438"/>
                  </a:cubicBezTo>
                  <a:cubicBezTo>
                    <a:pt x="409" y="380"/>
                    <a:pt x="416" y="379"/>
                    <a:pt x="417" y="372"/>
                  </a:cubicBezTo>
                  <a:cubicBezTo>
                    <a:pt x="432" y="354"/>
                    <a:pt x="437" y="346"/>
                    <a:pt x="442" y="337"/>
                  </a:cubicBezTo>
                  <a:cubicBezTo>
                    <a:pt x="466" y="307"/>
                    <a:pt x="467" y="295"/>
                    <a:pt x="477" y="292"/>
                  </a:cubicBezTo>
                  <a:cubicBezTo>
                    <a:pt x="499" y="244"/>
                    <a:pt x="508" y="247"/>
                    <a:pt x="507" y="239"/>
                  </a:cubicBezTo>
                  <a:cubicBezTo>
                    <a:pt x="524" y="202"/>
                    <a:pt x="526" y="190"/>
                    <a:pt x="532" y="183"/>
                  </a:cubicBezTo>
                  <a:cubicBezTo>
                    <a:pt x="548" y="92"/>
                    <a:pt x="554" y="90"/>
                    <a:pt x="550" y="85"/>
                  </a:cubicBezTo>
                  <a:cubicBezTo>
                    <a:pt x="558" y="74"/>
                    <a:pt x="553" y="90"/>
                    <a:pt x="555" y="113"/>
                  </a:cubicBezTo>
                  <a:cubicBezTo>
                    <a:pt x="542" y="172"/>
                    <a:pt x="541" y="178"/>
                    <a:pt x="537" y="181"/>
                  </a:cubicBezTo>
                  <a:cubicBezTo>
                    <a:pt x="505" y="263"/>
                    <a:pt x="501" y="266"/>
                    <a:pt x="499" y="271"/>
                  </a:cubicBezTo>
                  <a:cubicBezTo>
                    <a:pt x="484" y="295"/>
                    <a:pt x="484" y="297"/>
                    <a:pt x="482" y="297"/>
                  </a:cubicBezTo>
                  <a:cubicBezTo>
                    <a:pt x="457" y="329"/>
                    <a:pt x="455" y="341"/>
                    <a:pt x="447" y="347"/>
                  </a:cubicBezTo>
                  <a:cubicBezTo>
                    <a:pt x="407" y="407"/>
                    <a:pt x="403" y="417"/>
                    <a:pt x="399" y="428"/>
                  </a:cubicBezTo>
                  <a:cubicBezTo>
                    <a:pt x="366" y="495"/>
                    <a:pt x="355" y="497"/>
                    <a:pt x="354" y="511"/>
                  </a:cubicBezTo>
                  <a:cubicBezTo>
                    <a:pt x="335" y="549"/>
                    <a:pt x="325" y="553"/>
                    <a:pt x="326" y="569"/>
                  </a:cubicBezTo>
                  <a:cubicBezTo>
                    <a:pt x="362" y="513"/>
                    <a:pt x="363" y="500"/>
                    <a:pt x="369" y="493"/>
                  </a:cubicBezTo>
                  <a:cubicBezTo>
                    <a:pt x="404" y="438"/>
                    <a:pt x="412" y="433"/>
                    <a:pt x="414" y="423"/>
                  </a:cubicBezTo>
                  <a:cubicBezTo>
                    <a:pt x="432" y="393"/>
                    <a:pt x="442" y="397"/>
                    <a:pt x="439" y="387"/>
                  </a:cubicBezTo>
                  <a:cubicBezTo>
                    <a:pt x="476" y="345"/>
                    <a:pt x="475" y="336"/>
                    <a:pt x="482" y="334"/>
                  </a:cubicBezTo>
                  <a:cubicBezTo>
                    <a:pt x="503" y="295"/>
                    <a:pt x="509" y="292"/>
                    <a:pt x="512" y="287"/>
                  </a:cubicBezTo>
                  <a:cubicBezTo>
                    <a:pt x="539" y="245"/>
                    <a:pt x="539" y="228"/>
                    <a:pt x="547" y="219"/>
                  </a:cubicBezTo>
                  <a:cubicBezTo>
                    <a:pt x="562" y="165"/>
                    <a:pt x="567" y="153"/>
                    <a:pt x="570" y="138"/>
                  </a:cubicBezTo>
                  <a:cubicBezTo>
                    <a:pt x="577" y="72"/>
                    <a:pt x="586" y="67"/>
                    <a:pt x="585" y="57"/>
                  </a:cubicBezTo>
                  <a:cubicBezTo>
                    <a:pt x="585" y="94"/>
                    <a:pt x="579" y="99"/>
                    <a:pt x="580" y="110"/>
                  </a:cubicBezTo>
                  <a:cubicBezTo>
                    <a:pt x="567" y="189"/>
                    <a:pt x="560" y="188"/>
                    <a:pt x="562" y="196"/>
                  </a:cubicBezTo>
                  <a:cubicBezTo>
                    <a:pt x="550" y="239"/>
                    <a:pt x="538" y="250"/>
                    <a:pt x="535" y="269"/>
                  </a:cubicBezTo>
                  <a:cubicBezTo>
                    <a:pt x="506" y="321"/>
                    <a:pt x="500" y="322"/>
                    <a:pt x="500" y="329"/>
                  </a:cubicBezTo>
                  <a:cubicBezTo>
                    <a:pt x="467" y="374"/>
                    <a:pt x="461" y="376"/>
                    <a:pt x="457" y="380"/>
                  </a:cubicBezTo>
                  <a:cubicBezTo>
                    <a:pt x="427" y="424"/>
                    <a:pt x="425" y="427"/>
                    <a:pt x="424" y="430"/>
                  </a:cubicBezTo>
                  <a:cubicBezTo>
                    <a:pt x="401" y="471"/>
                    <a:pt x="394" y="474"/>
                    <a:pt x="391" y="480"/>
                  </a:cubicBezTo>
                  <a:cubicBezTo>
                    <a:pt x="381" y="509"/>
                    <a:pt x="381" y="506"/>
                    <a:pt x="381" y="503"/>
                  </a:cubicBezTo>
                  <a:cubicBezTo>
                    <a:pt x="415" y="463"/>
                    <a:pt x="421" y="454"/>
                    <a:pt x="429" y="448"/>
                  </a:cubicBezTo>
                  <a:cubicBezTo>
                    <a:pt x="442" y="427"/>
                    <a:pt x="447" y="428"/>
                    <a:pt x="447" y="425"/>
                  </a:cubicBezTo>
                  <a:cubicBezTo>
                    <a:pt x="472" y="394"/>
                    <a:pt x="479" y="387"/>
                    <a:pt x="484" y="380"/>
                  </a:cubicBezTo>
                  <a:cubicBezTo>
                    <a:pt x="504" y="353"/>
                    <a:pt x="508" y="349"/>
                    <a:pt x="512" y="347"/>
                  </a:cubicBezTo>
                  <a:cubicBezTo>
                    <a:pt x="538" y="309"/>
                    <a:pt x="541" y="301"/>
                    <a:pt x="545" y="294"/>
                  </a:cubicBezTo>
                  <a:cubicBezTo>
                    <a:pt x="559" y="253"/>
                    <a:pt x="562" y="251"/>
                    <a:pt x="567" y="251"/>
                  </a:cubicBezTo>
                  <a:cubicBezTo>
                    <a:pt x="523" y="343"/>
                    <a:pt x="520" y="354"/>
                    <a:pt x="512" y="360"/>
                  </a:cubicBezTo>
                  <a:cubicBezTo>
                    <a:pt x="483" y="397"/>
                    <a:pt x="482" y="399"/>
                    <a:pt x="482" y="402"/>
                  </a:cubicBezTo>
                  <a:cubicBezTo>
                    <a:pt x="463" y="420"/>
                    <a:pt x="460" y="424"/>
                    <a:pt x="459" y="430"/>
                  </a:cubicBezTo>
                  <a:cubicBezTo>
                    <a:pt x="433" y="460"/>
                    <a:pt x="432" y="462"/>
                    <a:pt x="429" y="463"/>
                  </a:cubicBezTo>
                  <a:cubicBezTo>
                    <a:pt x="403" y="503"/>
                    <a:pt x="395" y="502"/>
                    <a:pt x="394" y="508"/>
                  </a:cubicBezTo>
                  <a:cubicBezTo>
                    <a:pt x="360" y="548"/>
                    <a:pt x="356" y="558"/>
                    <a:pt x="351" y="566"/>
                  </a:cubicBezTo>
                  <a:cubicBezTo>
                    <a:pt x="315" y="653"/>
                    <a:pt x="316" y="649"/>
                    <a:pt x="319" y="649"/>
                  </a:cubicBezTo>
                  <a:cubicBezTo>
                    <a:pt x="332" y="628"/>
                    <a:pt x="333" y="622"/>
                    <a:pt x="336" y="619"/>
                  </a:cubicBezTo>
                  <a:cubicBezTo>
                    <a:pt x="367" y="582"/>
                    <a:pt x="371" y="575"/>
                    <a:pt x="376" y="568"/>
                  </a:cubicBezTo>
                  <a:cubicBezTo>
                    <a:pt x="394" y="542"/>
                    <a:pt x="402" y="543"/>
                    <a:pt x="402" y="536"/>
                  </a:cubicBezTo>
                  <a:cubicBezTo>
                    <a:pt x="438" y="505"/>
                    <a:pt x="438" y="494"/>
                    <a:pt x="447" y="490"/>
                  </a:cubicBezTo>
                  <a:cubicBezTo>
                    <a:pt x="471" y="464"/>
                    <a:pt x="471" y="452"/>
                    <a:pt x="479" y="448"/>
                  </a:cubicBezTo>
                  <a:cubicBezTo>
                    <a:pt x="500" y="419"/>
                    <a:pt x="504" y="411"/>
                    <a:pt x="510" y="405"/>
                  </a:cubicBezTo>
                  <a:cubicBezTo>
                    <a:pt x="544" y="340"/>
                    <a:pt x="544" y="334"/>
                    <a:pt x="547" y="332"/>
                  </a:cubicBezTo>
                  <a:cubicBezTo>
                    <a:pt x="576" y="260"/>
                    <a:pt x="573" y="249"/>
                    <a:pt x="577" y="244"/>
                  </a:cubicBezTo>
                  <a:cubicBezTo>
                    <a:pt x="586" y="197"/>
                    <a:pt x="588" y="164"/>
                    <a:pt x="595" y="135"/>
                  </a:cubicBezTo>
                  <a:cubicBezTo>
                    <a:pt x="594" y="196"/>
                    <a:pt x="589" y="206"/>
                    <a:pt x="590" y="224"/>
                  </a:cubicBezTo>
                  <a:cubicBezTo>
                    <a:pt x="572" y="286"/>
                    <a:pt x="575" y="297"/>
                    <a:pt x="570" y="299"/>
                  </a:cubicBezTo>
                  <a:cubicBezTo>
                    <a:pt x="537" y="378"/>
                    <a:pt x="533" y="389"/>
                    <a:pt x="525" y="397"/>
                  </a:cubicBezTo>
                  <a:cubicBezTo>
                    <a:pt x="506" y="431"/>
                    <a:pt x="503" y="431"/>
                    <a:pt x="502" y="435"/>
                  </a:cubicBezTo>
                  <a:cubicBezTo>
                    <a:pt x="485" y="464"/>
                    <a:pt x="476" y="464"/>
                    <a:pt x="477" y="473"/>
                  </a:cubicBezTo>
                  <a:cubicBezTo>
                    <a:pt x="452" y="503"/>
                    <a:pt x="446" y="505"/>
                    <a:pt x="442" y="508"/>
                  </a:cubicBezTo>
                  <a:cubicBezTo>
                    <a:pt x="424" y="523"/>
                    <a:pt x="427" y="534"/>
                    <a:pt x="419" y="533"/>
                  </a:cubicBezTo>
                  <a:cubicBezTo>
                    <a:pt x="337" y="645"/>
                    <a:pt x="338" y="641"/>
                    <a:pt x="341" y="641"/>
                  </a:cubicBezTo>
                  <a:cubicBezTo>
                    <a:pt x="357" y="630"/>
                    <a:pt x="354" y="622"/>
                    <a:pt x="359" y="621"/>
                  </a:cubicBezTo>
                  <a:cubicBezTo>
                    <a:pt x="419" y="562"/>
                    <a:pt x="442" y="543"/>
                    <a:pt x="459" y="518"/>
                  </a:cubicBezTo>
                  <a:cubicBezTo>
                    <a:pt x="475" y="496"/>
                    <a:pt x="482" y="498"/>
                    <a:pt x="482" y="493"/>
                  </a:cubicBezTo>
                  <a:cubicBezTo>
                    <a:pt x="501" y="474"/>
                    <a:pt x="503" y="471"/>
                    <a:pt x="505" y="468"/>
                  </a:cubicBezTo>
                  <a:cubicBezTo>
                    <a:pt x="547" y="407"/>
                    <a:pt x="552" y="402"/>
                    <a:pt x="557" y="397"/>
                  </a:cubicBezTo>
                  <a:cubicBezTo>
                    <a:pt x="585" y="334"/>
                    <a:pt x="592" y="336"/>
                    <a:pt x="590" y="329"/>
                  </a:cubicBezTo>
                  <a:cubicBezTo>
                    <a:pt x="604" y="294"/>
                    <a:pt x="606" y="286"/>
                    <a:pt x="610" y="281"/>
                  </a:cubicBezTo>
                  <a:cubicBezTo>
                    <a:pt x="629" y="217"/>
                    <a:pt x="627" y="222"/>
                    <a:pt x="628" y="226"/>
                  </a:cubicBezTo>
                  <a:cubicBezTo>
                    <a:pt x="614" y="259"/>
                    <a:pt x="624" y="266"/>
                    <a:pt x="618" y="269"/>
                  </a:cubicBezTo>
                  <a:cubicBezTo>
                    <a:pt x="600" y="334"/>
                    <a:pt x="592" y="341"/>
                    <a:pt x="590" y="354"/>
                  </a:cubicBezTo>
                  <a:cubicBezTo>
                    <a:pt x="569" y="389"/>
                    <a:pt x="569" y="396"/>
                    <a:pt x="565" y="400"/>
                  </a:cubicBezTo>
                  <a:cubicBezTo>
                    <a:pt x="539" y="449"/>
                    <a:pt x="528" y="446"/>
                    <a:pt x="530" y="455"/>
                  </a:cubicBezTo>
                  <a:cubicBezTo>
                    <a:pt x="494" y="498"/>
                    <a:pt x="491" y="501"/>
                    <a:pt x="487" y="505"/>
                  </a:cubicBezTo>
                  <a:cubicBezTo>
                    <a:pt x="467" y="523"/>
                    <a:pt x="465" y="536"/>
                    <a:pt x="454" y="541"/>
                  </a:cubicBezTo>
                  <a:cubicBezTo>
                    <a:pt x="435" y="560"/>
                    <a:pt x="434" y="562"/>
                    <a:pt x="434" y="566"/>
                  </a:cubicBezTo>
                  <a:cubicBezTo>
                    <a:pt x="409" y="593"/>
                    <a:pt x="397" y="589"/>
                    <a:pt x="399" y="599"/>
                  </a:cubicBezTo>
                  <a:cubicBezTo>
                    <a:pt x="371" y="623"/>
                    <a:pt x="367" y="627"/>
                    <a:pt x="364" y="631"/>
                  </a:cubicBezTo>
                  <a:cubicBezTo>
                    <a:pt x="347" y="653"/>
                    <a:pt x="344" y="654"/>
                    <a:pt x="341" y="654"/>
                  </a:cubicBezTo>
                  <a:cubicBezTo>
                    <a:pt x="306" y="715"/>
                    <a:pt x="304" y="720"/>
                    <a:pt x="301" y="722"/>
                  </a:cubicBezTo>
                  <a:cubicBezTo>
                    <a:pt x="296" y="747"/>
                    <a:pt x="297" y="745"/>
                    <a:pt x="299" y="745"/>
                  </a:cubicBezTo>
                  <a:cubicBezTo>
                    <a:pt x="318" y="708"/>
                    <a:pt x="325" y="704"/>
                    <a:pt x="329" y="697"/>
                  </a:cubicBezTo>
                  <a:cubicBezTo>
                    <a:pt x="354" y="669"/>
                    <a:pt x="351" y="661"/>
                    <a:pt x="356" y="662"/>
                  </a:cubicBezTo>
                  <a:cubicBezTo>
                    <a:pt x="380" y="634"/>
                    <a:pt x="389" y="622"/>
                    <a:pt x="399" y="611"/>
                  </a:cubicBezTo>
                  <a:cubicBezTo>
                    <a:pt x="461" y="555"/>
                    <a:pt x="469" y="552"/>
                    <a:pt x="472" y="543"/>
                  </a:cubicBezTo>
                  <a:cubicBezTo>
                    <a:pt x="512" y="507"/>
                    <a:pt x="513" y="503"/>
                    <a:pt x="520" y="503"/>
                  </a:cubicBezTo>
                  <a:cubicBezTo>
                    <a:pt x="550" y="469"/>
                    <a:pt x="557" y="461"/>
                    <a:pt x="565" y="455"/>
                  </a:cubicBezTo>
                  <a:cubicBezTo>
                    <a:pt x="598" y="394"/>
                    <a:pt x="603" y="386"/>
                    <a:pt x="610" y="380"/>
                  </a:cubicBezTo>
                  <a:cubicBezTo>
                    <a:pt x="617" y="354"/>
                    <a:pt x="618" y="350"/>
                    <a:pt x="623" y="349"/>
                  </a:cubicBezTo>
                  <a:cubicBezTo>
                    <a:pt x="643" y="301"/>
                    <a:pt x="640" y="315"/>
                    <a:pt x="638" y="317"/>
                  </a:cubicBezTo>
                  <a:cubicBezTo>
                    <a:pt x="614" y="376"/>
                    <a:pt x="614" y="391"/>
                    <a:pt x="605" y="397"/>
                  </a:cubicBezTo>
                  <a:cubicBezTo>
                    <a:pt x="571" y="455"/>
                    <a:pt x="568" y="462"/>
                    <a:pt x="565" y="470"/>
                  </a:cubicBezTo>
                  <a:cubicBezTo>
                    <a:pt x="543" y="489"/>
                    <a:pt x="545" y="498"/>
                    <a:pt x="537" y="495"/>
                  </a:cubicBezTo>
                  <a:cubicBezTo>
                    <a:pt x="520" y="516"/>
                    <a:pt x="516" y="518"/>
                    <a:pt x="512" y="521"/>
                  </a:cubicBezTo>
                  <a:cubicBezTo>
                    <a:pt x="488" y="541"/>
                    <a:pt x="485" y="549"/>
                    <a:pt x="477" y="553"/>
                  </a:cubicBezTo>
                  <a:cubicBezTo>
                    <a:pt x="451" y="584"/>
                    <a:pt x="445" y="583"/>
                    <a:pt x="444" y="589"/>
                  </a:cubicBezTo>
                  <a:cubicBezTo>
                    <a:pt x="416" y="615"/>
                    <a:pt x="402" y="624"/>
                    <a:pt x="392" y="636"/>
                  </a:cubicBezTo>
                  <a:cubicBezTo>
                    <a:pt x="369" y="660"/>
                    <a:pt x="366" y="668"/>
                    <a:pt x="359" y="672"/>
                  </a:cubicBezTo>
                  <a:cubicBezTo>
                    <a:pt x="326" y="726"/>
                    <a:pt x="315" y="734"/>
                    <a:pt x="309" y="747"/>
                  </a:cubicBezTo>
                  <a:cubicBezTo>
                    <a:pt x="299" y="770"/>
                    <a:pt x="301" y="766"/>
                    <a:pt x="304" y="762"/>
                  </a:cubicBezTo>
                  <a:cubicBezTo>
                    <a:pt x="323" y="737"/>
                    <a:pt x="326" y="734"/>
                    <a:pt x="329" y="730"/>
                  </a:cubicBezTo>
                  <a:cubicBezTo>
                    <a:pt x="353" y="695"/>
                    <a:pt x="356" y="695"/>
                    <a:pt x="359" y="694"/>
                  </a:cubicBezTo>
                  <a:cubicBezTo>
                    <a:pt x="373" y="674"/>
                    <a:pt x="377" y="671"/>
                    <a:pt x="379" y="667"/>
                  </a:cubicBezTo>
                  <a:cubicBezTo>
                    <a:pt x="427" y="618"/>
                    <a:pt x="427" y="612"/>
                    <a:pt x="432" y="611"/>
                  </a:cubicBezTo>
                  <a:cubicBezTo>
                    <a:pt x="465" y="583"/>
                    <a:pt x="468" y="575"/>
                    <a:pt x="477" y="573"/>
                  </a:cubicBezTo>
                  <a:cubicBezTo>
                    <a:pt x="532" y="525"/>
                    <a:pt x="537" y="523"/>
                    <a:pt x="540" y="521"/>
                  </a:cubicBezTo>
                  <a:cubicBezTo>
                    <a:pt x="572" y="493"/>
                    <a:pt x="577" y="488"/>
                    <a:pt x="583" y="483"/>
                  </a:cubicBezTo>
                  <a:cubicBezTo>
                    <a:pt x="603" y="467"/>
                    <a:pt x="601" y="462"/>
                    <a:pt x="603" y="460"/>
                  </a:cubicBezTo>
                  <a:cubicBezTo>
                    <a:pt x="640" y="421"/>
                    <a:pt x="644" y="403"/>
                    <a:pt x="656" y="392"/>
                  </a:cubicBezTo>
                  <a:cubicBezTo>
                    <a:pt x="677" y="336"/>
                    <a:pt x="684" y="332"/>
                    <a:pt x="686" y="322"/>
                  </a:cubicBezTo>
                  <a:cubicBezTo>
                    <a:pt x="694" y="312"/>
                    <a:pt x="693" y="316"/>
                    <a:pt x="691" y="319"/>
                  </a:cubicBezTo>
                  <a:cubicBezTo>
                    <a:pt x="672" y="371"/>
                    <a:pt x="672" y="380"/>
                    <a:pt x="666" y="385"/>
                  </a:cubicBezTo>
                  <a:cubicBezTo>
                    <a:pt x="638" y="427"/>
                    <a:pt x="637" y="437"/>
                    <a:pt x="630" y="440"/>
                  </a:cubicBezTo>
                  <a:cubicBezTo>
                    <a:pt x="614" y="466"/>
                    <a:pt x="617" y="473"/>
                    <a:pt x="613" y="473"/>
                  </a:cubicBezTo>
                  <a:cubicBezTo>
                    <a:pt x="599" y="501"/>
                    <a:pt x="588" y="506"/>
                    <a:pt x="585" y="521"/>
                  </a:cubicBezTo>
                  <a:cubicBezTo>
                    <a:pt x="536" y="580"/>
                    <a:pt x="527" y="580"/>
                    <a:pt x="527" y="589"/>
                  </a:cubicBezTo>
                  <a:cubicBezTo>
                    <a:pt x="498" y="618"/>
                    <a:pt x="489" y="617"/>
                    <a:pt x="490" y="626"/>
                  </a:cubicBezTo>
                  <a:cubicBezTo>
                    <a:pt x="455" y="659"/>
                    <a:pt x="447" y="668"/>
                    <a:pt x="437" y="674"/>
                  </a:cubicBezTo>
                  <a:cubicBezTo>
                    <a:pt x="408" y="701"/>
                    <a:pt x="406" y="706"/>
                    <a:pt x="404" y="709"/>
                  </a:cubicBezTo>
                  <a:cubicBezTo>
                    <a:pt x="384" y="728"/>
                    <a:pt x="380" y="730"/>
                    <a:pt x="377" y="732"/>
                  </a:cubicBezTo>
                  <a:cubicBezTo>
                    <a:pt x="365" y="749"/>
                    <a:pt x="359" y="754"/>
                    <a:pt x="354" y="760"/>
                  </a:cubicBezTo>
                  <a:cubicBezTo>
                    <a:pt x="309" y="824"/>
                    <a:pt x="309" y="830"/>
                    <a:pt x="304" y="830"/>
                  </a:cubicBezTo>
                  <a:cubicBezTo>
                    <a:pt x="289" y="858"/>
                    <a:pt x="285" y="858"/>
                    <a:pt x="286" y="863"/>
                  </a:cubicBezTo>
                  <a:cubicBezTo>
                    <a:pt x="270" y="881"/>
                    <a:pt x="270" y="888"/>
                    <a:pt x="266" y="891"/>
                  </a:cubicBezTo>
                  <a:cubicBezTo>
                    <a:pt x="252" y="942"/>
                    <a:pt x="260" y="953"/>
                    <a:pt x="253" y="961"/>
                  </a:cubicBezTo>
                  <a:cubicBezTo>
                    <a:pt x="275" y="924"/>
                    <a:pt x="276" y="916"/>
                    <a:pt x="281" y="913"/>
                  </a:cubicBezTo>
                  <a:cubicBezTo>
                    <a:pt x="296" y="889"/>
                    <a:pt x="296" y="885"/>
                    <a:pt x="296" y="881"/>
                  </a:cubicBezTo>
                  <a:cubicBezTo>
                    <a:pt x="328" y="826"/>
                    <a:pt x="337" y="820"/>
                    <a:pt x="341" y="808"/>
                  </a:cubicBezTo>
                  <a:cubicBezTo>
                    <a:pt x="391" y="746"/>
                    <a:pt x="402" y="741"/>
                    <a:pt x="407" y="730"/>
                  </a:cubicBezTo>
                  <a:cubicBezTo>
                    <a:pt x="466" y="676"/>
                    <a:pt x="464" y="669"/>
                    <a:pt x="472" y="672"/>
                  </a:cubicBezTo>
                  <a:cubicBezTo>
                    <a:pt x="497" y="651"/>
                    <a:pt x="495" y="644"/>
                    <a:pt x="500" y="644"/>
                  </a:cubicBezTo>
                  <a:cubicBezTo>
                    <a:pt x="524" y="614"/>
                    <a:pt x="532" y="607"/>
                    <a:pt x="540" y="599"/>
                  </a:cubicBezTo>
                  <a:cubicBezTo>
                    <a:pt x="560" y="577"/>
                    <a:pt x="562" y="575"/>
                    <a:pt x="563" y="578"/>
                  </a:cubicBezTo>
                  <a:cubicBezTo>
                    <a:pt x="532" y="621"/>
                    <a:pt x="526" y="621"/>
                    <a:pt x="525" y="626"/>
                  </a:cubicBezTo>
                  <a:cubicBezTo>
                    <a:pt x="515" y="645"/>
                    <a:pt x="502" y="643"/>
                    <a:pt x="502" y="654"/>
                  </a:cubicBezTo>
                  <a:cubicBezTo>
                    <a:pt x="477" y="678"/>
                    <a:pt x="473" y="681"/>
                    <a:pt x="467" y="682"/>
                  </a:cubicBezTo>
                  <a:cubicBezTo>
                    <a:pt x="440" y="699"/>
                    <a:pt x="454" y="709"/>
                    <a:pt x="442" y="707"/>
                  </a:cubicBezTo>
                  <a:cubicBezTo>
                    <a:pt x="411" y="729"/>
                    <a:pt x="426" y="737"/>
                    <a:pt x="417" y="737"/>
                  </a:cubicBezTo>
                  <a:cubicBezTo>
                    <a:pt x="405" y="760"/>
                    <a:pt x="394" y="754"/>
                    <a:pt x="397" y="762"/>
                  </a:cubicBezTo>
                  <a:cubicBezTo>
                    <a:pt x="340" y="837"/>
                    <a:pt x="330" y="837"/>
                    <a:pt x="331" y="848"/>
                  </a:cubicBezTo>
                  <a:cubicBezTo>
                    <a:pt x="298" y="899"/>
                    <a:pt x="301" y="909"/>
                    <a:pt x="294" y="911"/>
                  </a:cubicBezTo>
                  <a:cubicBezTo>
                    <a:pt x="276" y="946"/>
                    <a:pt x="271" y="948"/>
                    <a:pt x="271" y="956"/>
                  </a:cubicBezTo>
                  <a:cubicBezTo>
                    <a:pt x="289" y="939"/>
                    <a:pt x="287" y="927"/>
                    <a:pt x="294" y="923"/>
                  </a:cubicBezTo>
                  <a:cubicBezTo>
                    <a:pt x="324" y="876"/>
                    <a:pt x="325" y="872"/>
                    <a:pt x="329" y="871"/>
                  </a:cubicBezTo>
                  <a:cubicBezTo>
                    <a:pt x="345" y="847"/>
                    <a:pt x="350" y="842"/>
                    <a:pt x="351" y="833"/>
                  </a:cubicBezTo>
                  <a:cubicBezTo>
                    <a:pt x="391" y="775"/>
                    <a:pt x="403" y="777"/>
                    <a:pt x="404" y="767"/>
                  </a:cubicBezTo>
                  <a:cubicBezTo>
                    <a:pt x="425" y="740"/>
                    <a:pt x="432" y="742"/>
                    <a:pt x="434" y="740"/>
                  </a:cubicBezTo>
                  <a:cubicBezTo>
                    <a:pt x="450" y="719"/>
                    <a:pt x="452" y="717"/>
                    <a:pt x="455" y="714"/>
                  </a:cubicBezTo>
                  <a:cubicBezTo>
                    <a:pt x="479" y="688"/>
                    <a:pt x="486" y="686"/>
                    <a:pt x="490" y="682"/>
                  </a:cubicBezTo>
                  <a:cubicBezTo>
                    <a:pt x="517" y="654"/>
                    <a:pt x="523" y="652"/>
                    <a:pt x="525" y="646"/>
                  </a:cubicBezTo>
                  <a:cubicBezTo>
                    <a:pt x="547" y="627"/>
                    <a:pt x="547" y="624"/>
                    <a:pt x="548" y="621"/>
                  </a:cubicBezTo>
                  <a:cubicBezTo>
                    <a:pt x="574" y="586"/>
                    <a:pt x="584" y="581"/>
                    <a:pt x="588" y="571"/>
                  </a:cubicBezTo>
                  <a:cubicBezTo>
                    <a:pt x="602" y="554"/>
                    <a:pt x="603" y="558"/>
                    <a:pt x="603" y="561"/>
                  </a:cubicBezTo>
                  <a:cubicBezTo>
                    <a:pt x="564" y="608"/>
                    <a:pt x="562" y="624"/>
                    <a:pt x="553" y="631"/>
                  </a:cubicBezTo>
                  <a:cubicBezTo>
                    <a:pt x="533" y="653"/>
                    <a:pt x="531" y="655"/>
                    <a:pt x="527" y="656"/>
                  </a:cubicBezTo>
                  <a:cubicBezTo>
                    <a:pt x="489" y="688"/>
                    <a:pt x="491" y="694"/>
                    <a:pt x="487" y="694"/>
                  </a:cubicBezTo>
                  <a:cubicBezTo>
                    <a:pt x="459" y="725"/>
                    <a:pt x="455" y="729"/>
                    <a:pt x="450" y="732"/>
                  </a:cubicBezTo>
                  <a:cubicBezTo>
                    <a:pt x="414" y="777"/>
                    <a:pt x="409" y="779"/>
                    <a:pt x="404" y="782"/>
                  </a:cubicBezTo>
                  <a:cubicBezTo>
                    <a:pt x="368" y="827"/>
                    <a:pt x="367" y="833"/>
                    <a:pt x="364" y="838"/>
                  </a:cubicBezTo>
                  <a:cubicBezTo>
                    <a:pt x="347" y="861"/>
                    <a:pt x="347" y="865"/>
                    <a:pt x="344" y="865"/>
                  </a:cubicBezTo>
                  <a:cubicBezTo>
                    <a:pt x="316" y="902"/>
                    <a:pt x="318" y="908"/>
                    <a:pt x="314" y="908"/>
                  </a:cubicBezTo>
                  <a:cubicBezTo>
                    <a:pt x="297" y="944"/>
                    <a:pt x="292" y="947"/>
                    <a:pt x="289" y="951"/>
                  </a:cubicBezTo>
                  <a:cubicBezTo>
                    <a:pt x="272" y="991"/>
                    <a:pt x="265" y="999"/>
                    <a:pt x="264" y="1012"/>
                  </a:cubicBezTo>
                  <a:cubicBezTo>
                    <a:pt x="246" y="1070"/>
                    <a:pt x="247" y="1080"/>
                    <a:pt x="243" y="1084"/>
                  </a:cubicBezTo>
                  <a:cubicBezTo>
                    <a:pt x="275" y="1031"/>
                    <a:pt x="275" y="1019"/>
                    <a:pt x="281" y="1014"/>
                  </a:cubicBezTo>
                  <a:cubicBezTo>
                    <a:pt x="300" y="980"/>
                    <a:pt x="306" y="968"/>
                    <a:pt x="311" y="956"/>
                  </a:cubicBezTo>
                  <a:cubicBezTo>
                    <a:pt x="329" y="925"/>
                    <a:pt x="336" y="929"/>
                    <a:pt x="334" y="921"/>
                  </a:cubicBezTo>
                  <a:cubicBezTo>
                    <a:pt x="370" y="883"/>
                    <a:pt x="367" y="872"/>
                    <a:pt x="377" y="873"/>
                  </a:cubicBezTo>
                  <a:cubicBezTo>
                    <a:pt x="395" y="849"/>
                    <a:pt x="404" y="842"/>
                    <a:pt x="412" y="833"/>
                  </a:cubicBezTo>
                  <a:cubicBezTo>
                    <a:pt x="432" y="811"/>
                    <a:pt x="434" y="810"/>
                    <a:pt x="434" y="808"/>
                  </a:cubicBezTo>
                  <a:cubicBezTo>
                    <a:pt x="468" y="774"/>
                    <a:pt x="473" y="764"/>
                    <a:pt x="482" y="757"/>
                  </a:cubicBezTo>
                  <a:cubicBezTo>
                    <a:pt x="518" y="710"/>
                    <a:pt x="527" y="711"/>
                    <a:pt x="525" y="702"/>
                  </a:cubicBezTo>
                  <a:cubicBezTo>
                    <a:pt x="512" y="725"/>
                    <a:pt x="513" y="729"/>
                    <a:pt x="512" y="732"/>
                  </a:cubicBezTo>
                  <a:cubicBezTo>
                    <a:pt x="497" y="756"/>
                    <a:pt x="486" y="759"/>
                    <a:pt x="482" y="767"/>
                  </a:cubicBezTo>
                  <a:cubicBezTo>
                    <a:pt x="463" y="791"/>
                    <a:pt x="457" y="793"/>
                    <a:pt x="452" y="795"/>
                  </a:cubicBezTo>
                  <a:cubicBezTo>
                    <a:pt x="362" y="908"/>
                    <a:pt x="358" y="911"/>
                    <a:pt x="354" y="913"/>
                  </a:cubicBezTo>
                  <a:cubicBezTo>
                    <a:pt x="338" y="944"/>
                    <a:pt x="330" y="941"/>
                    <a:pt x="331" y="948"/>
                  </a:cubicBezTo>
                  <a:cubicBezTo>
                    <a:pt x="305" y="988"/>
                    <a:pt x="305" y="994"/>
                    <a:pt x="301" y="996"/>
                  </a:cubicBezTo>
                  <a:cubicBezTo>
                    <a:pt x="313" y="984"/>
                    <a:pt x="317" y="981"/>
                    <a:pt x="319" y="976"/>
                  </a:cubicBezTo>
                  <a:cubicBezTo>
                    <a:pt x="362" y="938"/>
                    <a:pt x="357" y="928"/>
                    <a:pt x="364" y="928"/>
                  </a:cubicBezTo>
                  <a:cubicBezTo>
                    <a:pt x="379" y="903"/>
                    <a:pt x="390" y="907"/>
                    <a:pt x="389" y="901"/>
                  </a:cubicBezTo>
                  <a:cubicBezTo>
                    <a:pt x="416" y="869"/>
                    <a:pt x="427" y="873"/>
                    <a:pt x="424" y="865"/>
                  </a:cubicBezTo>
                  <a:cubicBezTo>
                    <a:pt x="450" y="844"/>
                    <a:pt x="454" y="836"/>
                    <a:pt x="462" y="833"/>
                  </a:cubicBezTo>
                  <a:cubicBezTo>
                    <a:pt x="510" y="785"/>
                    <a:pt x="513" y="782"/>
                    <a:pt x="515" y="780"/>
                  </a:cubicBezTo>
                  <a:cubicBezTo>
                    <a:pt x="536" y="752"/>
                    <a:pt x="545" y="755"/>
                    <a:pt x="543" y="747"/>
                  </a:cubicBezTo>
                  <a:cubicBezTo>
                    <a:pt x="566" y="714"/>
                    <a:pt x="568" y="710"/>
                    <a:pt x="570" y="707"/>
                  </a:cubicBezTo>
                  <a:cubicBezTo>
                    <a:pt x="591" y="657"/>
                    <a:pt x="601" y="647"/>
                    <a:pt x="605" y="631"/>
                  </a:cubicBezTo>
                  <a:cubicBezTo>
                    <a:pt x="597" y="662"/>
                    <a:pt x="596" y="668"/>
                    <a:pt x="595" y="674"/>
                  </a:cubicBezTo>
                  <a:cubicBezTo>
                    <a:pt x="577" y="704"/>
                    <a:pt x="573" y="716"/>
                    <a:pt x="568" y="727"/>
                  </a:cubicBezTo>
                  <a:cubicBezTo>
                    <a:pt x="537" y="772"/>
                    <a:pt x="532" y="774"/>
                    <a:pt x="528" y="777"/>
                  </a:cubicBezTo>
                  <a:cubicBezTo>
                    <a:pt x="516" y="796"/>
                    <a:pt x="509" y="797"/>
                    <a:pt x="507" y="802"/>
                  </a:cubicBezTo>
                  <a:cubicBezTo>
                    <a:pt x="475" y="834"/>
                    <a:pt x="473" y="835"/>
                    <a:pt x="472" y="838"/>
                  </a:cubicBezTo>
                  <a:cubicBezTo>
                    <a:pt x="458" y="853"/>
                    <a:pt x="452" y="855"/>
                    <a:pt x="447" y="858"/>
                  </a:cubicBezTo>
                  <a:cubicBezTo>
                    <a:pt x="430" y="871"/>
                    <a:pt x="434" y="882"/>
                    <a:pt x="424" y="881"/>
                  </a:cubicBezTo>
                  <a:cubicBezTo>
                    <a:pt x="388" y="922"/>
                    <a:pt x="381" y="923"/>
                    <a:pt x="379" y="928"/>
                  </a:cubicBezTo>
                  <a:cubicBezTo>
                    <a:pt x="356" y="958"/>
                    <a:pt x="346" y="955"/>
                    <a:pt x="347" y="964"/>
                  </a:cubicBezTo>
                  <a:cubicBezTo>
                    <a:pt x="311" y="1003"/>
                    <a:pt x="313" y="1013"/>
                    <a:pt x="306" y="1014"/>
                  </a:cubicBezTo>
                  <a:cubicBezTo>
                    <a:pt x="282" y="1051"/>
                    <a:pt x="281" y="1054"/>
                    <a:pt x="281" y="1057"/>
                  </a:cubicBezTo>
                  <a:cubicBezTo>
                    <a:pt x="263" y="1076"/>
                    <a:pt x="266" y="1095"/>
                    <a:pt x="256" y="1100"/>
                  </a:cubicBezTo>
                  <a:cubicBezTo>
                    <a:pt x="251" y="1150"/>
                    <a:pt x="250" y="1138"/>
                    <a:pt x="256" y="1135"/>
                  </a:cubicBezTo>
                  <a:cubicBezTo>
                    <a:pt x="289" y="1070"/>
                    <a:pt x="297" y="1067"/>
                    <a:pt x="299" y="1059"/>
                  </a:cubicBezTo>
                  <a:cubicBezTo>
                    <a:pt x="316" y="1029"/>
                    <a:pt x="323" y="1031"/>
                    <a:pt x="321" y="1024"/>
                  </a:cubicBezTo>
                  <a:cubicBezTo>
                    <a:pt x="338" y="1004"/>
                    <a:pt x="340" y="996"/>
                    <a:pt x="344" y="991"/>
                  </a:cubicBezTo>
                  <a:cubicBezTo>
                    <a:pt x="361" y="971"/>
                    <a:pt x="363" y="965"/>
                    <a:pt x="369" y="961"/>
                  </a:cubicBezTo>
                  <a:cubicBezTo>
                    <a:pt x="436" y="888"/>
                    <a:pt x="448" y="891"/>
                    <a:pt x="447" y="880"/>
                  </a:cubicBezTo>
                  <a:cubicBezTo>
                    <a:pt x="469" y="858"/>
                    <a:pt x="474" y="859"/>
                    <a:pt x="475" y="855"/>
                  </a:cubicBezTo>
                  <a:cubicBezTo>
                    <a:pt x="505" y="824"/>
                    <a:pt x="511" y="822"/>
                    <a:pt x="512" y="815"/>
                  </a:cubicBezTo>
                  <a:cubicBezTo>
                    <a:pt x="568" y="753"/>
                    <a:pt x="565" y="741"/>
                    <a:pt x="573" y="739"/>
                  </a:cubicBezTo>
                  <a:cubicBezTo>
                    <a:pt x="584" y="730"/>
                    <a:pt x="582" y="734"/>
                    <a:pt x="580" y="737"/>
                  </a:cubicBezTo>
                  <a:cubicBezTo>
                    <a:pt x="561" y="775"/>
                    <a:pt x="553" y="785"/>
                    <a:pt x="545" y="795"/>
                  </a:cubicBezTo>
                  <a:cubicBezTo>
                    <a:pt x="516" y="828"/>
                    <a:pt x="510" y="830"/>
                    <a:pt x="507" y="838"/>
                  </a:cubicBezTo>
                  <a:cubicBezTo>
                    <a:pt x="443" y="909"/>
                    <a:pt x="435" y="906"/>
                    <a:pt x="435" y="911"/>
                  </a:cubicBezTo>
                  <a:cubicBezTo>
                    <a:pt x="419" y="924"/>
                    <a:pt x="417" y="927"/>
                    <a:pt x="417" y="931"/>
                  </a:cubicBezTo>
                  <a:cubicBezTo>
                    <a:pt x="381" y="966"/>
                    <a:pt x="371" y="974"/>
                    <a:pt x="364" y="986"/>
                  </a:cubicBezTo>
                  <a:cubicBezTo>
                    <a:pt x="347" y="1005"/>
                    <a:pt x="346" y="1013"/>
                    <a:pt x="339" y="1014"/>
                  </a:cubicBezTo>
                  <a:cubicBezTo>
                    <a:pt x="294" y="1085"/>
                    <a:pt x="293" y="1095"/>
                    <a:pt x="286" y="1100"/>
                  </a:cubicBezTo>
                  <a:cubicBezTo>
                    <a:pt x="259" y="1148"/>
                    <a:pt x="259" y="1154"/>
                    <a:pt x="256" y="1157"/>
                  </a:cubicBezTo>
                  <a:cubicBezTo>
                    <a:pt x="241" y="1199"/>
                    <a:pt x="246" y="1208"/>
                    <a:pt x="241" y="1218"/>
                  </a:cubicBezTo>
                  <a:cubicBezTo>
                    <a:pt x="260" y="1178"/>
                    <a:pt x="260" y="1172"/>
                    <a:pt x="264" y="1170"/>
                  </a:cubicBezTo>
                  <a:cubicBezTo>
                    <a:pt x="290" y="1114"/>
                    <a:pt x="297" y="1109"/>
                    <a:pt x="301" y="1102"/>
                  </a:cubicBezTo>
                  <a:cubicBezTo>
                    <a:pt x="336" y="1056"/>
                    <a:pt x="339" y="1048"/>
                    <a:pt x="344" y="1042"/>
                  </a:cubicBezTo>
                  <a:cubicBezTo>
                    <a:pt x="367" y="1006"/>
                    <a:pt x="373" y="1006"/>
                    <a:pt x="374" y="1001"/>
                  </a:cubicBezTo>
                  <a:cubicBezTo>
                    <a:pt x="410" y="964"/>
                    <a:pt x="416" y="964"/>
                    <a:pt x="417" y="959"/>
                  </a:cubicBezTo>
                  <a:cubicBezTo>
                    <a:pt x="453" y="919"/>
                    <a:pt x="467" y="910"/>
                    <a:pt x="475" y="896"/>
                  </a:cubicBezTo>
                  <a:cubicBezTo>
                    <a:pt x="505" y="865"/>
                    <a:pt x="517" y="863"/>
                    <a:pt x="520" y="850"/>
                  </a:cubicBezTo>
                  <a:cubicBezTo>
                    <a:pt x="554" y="810"/>
                    <a:pt x="558" y="807"/>
                    <a:pt x="560" y="802"/>
                  </a:cubicBezTo>
                  <a:cubicBezTo>
                    <a:pt x="584" y="766"/>
                    <a:pt x="596" y="762"/>
                    <a:pt x="598" y="750"/>
                  </a:cubicBezTo>
                  <a:cubicBezTo>
                    <a:pt x="627" y="704"/>
                    <a:pt x="632" y="702"/>
                    <a:pt x="633" y="697"/>
                  </a:cubicBezTo>
                  <a:cubicBezTo>
                    <a:pt x="623" y="720"/>
                    <a:pt x="626" y="728"/>
                    <a:pt x="621" y="727"/>
                  </a:cubicBezTo>
                  <a:cubicBezTo>
                    <a:pt x="597" y="761"/>
                    <a:pt x="596" y="771"/>
                    <a:pt x="588" y="772"/>
                  </a:cubicBezTo>
                  <a:cubicBezTo>
                    <a:pt x="575" y="802"/>
                    <a:pt x="566" y="803"/>
                    <a:pt x="565" y="812"/>
                  </a:cubicBezTo>
                  <a:cubicBezTo>
                    <a:pt x="538" y="856"/>
                    <a:pt x="525" y="854"/>
                    <a:pt x="525" y="865"/>
                  </a:cubicBezTo>
                  <a:cubicBezTo>
                    <a:pt x="510" y="886"/>
                    <a:pt x="501" y="883"/>
                    <a:pt x="500" y="888"/>
                  </a:cubicBezTo>
                  <a:cubicBezTo>
                    <a:pt x="481" y="905"/>
                    <a:pt x="479" y="907"/>
                    <a:pt x="477" y="911"/>
                  </a:cubicBezTo>
                  <a:cubicBezTo>
                    <a:pt x="449" y="935"/>
                    <a:pt x="452" y="943"/>
                    <a:pt x="447" y="943"/>
                  </a:cubicBezTo>
                  <a:cubicBezTo>
                    <a:pt x="429" y="962"/>
                    <a:pt x="427" y="963"/>
                    <a:pt x="425" y="966"/>
                  </a:cubicBezTo>
                  <a:cubicBezTo>
                    <a:pt x="401" y="992"/>
                    <a:pt x="398" y="995"/>
                    <a:pt x="394" y="996"/>
                  </a:cubicBezTo>
                  <a:cubicBezTo>
                    <a:pt x="379" y="1017"/>
                    <a:pt x="373" y="1015"/>
                    <a:pt x="374" y="1021"/>
                  </a:cubicBezTo>
                  <a:cubicBezTo>
                    <a:pt x="331" y="1077"/>
                    <a:pt x="326" y="1081"/>
                    <a:pt x="324" y="1089"/>
                  </a:cubicBezTo>
                  <a:cubicBezTo>
                    <a:pt x="309" y="1105"/>
                    <a:pt x="309" y="1109"/>
                    <a:pt x="309" y="1112"/>
                  </a:cubicBezTo>
                  <a:cubicBezTo>
                    <a:pt x="293" y="1133"/>
                    <a:pt x="293" y="1139"/>
                    <a:pt x="289" y="1142"/>
                  </a:cubicBezTo>
                  <a:cubicBezTo>
                    <a:pt x="272" y="1170"/>
                    <a:pt x="273" y="1176"/>
                    <a:pt x="271" y="1180"/>
                  </a:cubicBezTo>
                  <a:cubicBezTo>
                    <a:pt x="246" y="1241"/>
                    <a:pt x="246" y="1250"/>
                    <a:pt x="246" y="1258"/>
                  </a:cubicBezTo>
                  <a:cubicBezTo>
                    <a:pt x="257" y="1254"/>
                    <a:pt x="254" y="1246"/>
                    <a:pt x="259" y="1246"/>
                  </a:cubicBezTo>
                  <a:cubicBezTo>
                    <a:pt x="274" y="1211"/>
                    <a:pt x="275" y="1207"/>
                    <a:pt x="279" y="1205"/>
                  </a:cubicBezTo>
                  <a:cubicBezTo>
                    <a:pt x="320" y="1146"/>
                    <a:pt x="319" y="1135"/>
                    <a:pt x="327" y="1132"/>
                  </a:cubicBezTo>
                  <a:cubicBezTo>
                    <a:pt x="353" y="1085"/>
                    <a:pt x="363" y="1084"/>
                    <a:pt x="364" y="1074"/>
                  </a:cubicBezTo>
                  <a:cubicBezTo>
                    <a:pt x="392" y="1044"/>
                    <a:pt x="389" y="1036"/>
                    <a:pt x="394" y="1037"/>
                  </a:cubicBezTo>
                  <a:cubicBezTo>
                    <a:pt x="409" y="1021"/>
                    <a:pt x="409" y="1018"/>
                    <a:pt x="409" y="1016"/>
                  </a:cubicBezTo>
                  <a:cubicBezTo>
                    <a:pt x="421" y="1005"/>
                    <a:pt x="423" y="1003"/>
                    <a:pt x="427" y="1001"/>
                  </a:cubicBezTo>
                  <a:cubicBezTo>
                    <a:pt x="466" y="955"/>
                    <a:pt x="477" y="948"/>
                    <a:pt x="485" y="938"/>
                  </a:cubicBezTo>
                  <a:cubicBezTo>
                    <a:pt x="518" y="914"/>
                    <a:pt x="515" y="906"/>
                    <a:pt x="520" y="906"/>
                  </a:cubicBezTo>
                  <a:cubicBezTo>
                    <a:pt x="551" y="882"/>
                    <a:pt x="558" y="873"/>
                    <a:pt x="568" y="865"/>
                  </a:cubicBezTo>
                  <a:cubicBezTo>
                    <a:pt x="556" y="886"/>
                    <a:pt x="553" y="888"/>
                    <a:pt x="548" y="888"/>
                  </a:cubicBezTo>
                  <a:cubicBezTo>
                    <a:pt x="519" y="917"/>
                    <a:pt x="514" y="922"/>
                    <a:pt x="508" y="926"/>
                  </a:cubicBezTo>
                  <a:cubicBezTo>
                    <a:pt x="486" y="947"/>
                    <a:pt x="481" y="952"/>
                    <a:pt x="477" y="958"/>
                  </a:cubicBezTo>
                  <a:cubicBezTo>
                    <a:pt x="437" y="1004"/>
                    <a:pt x="435" y="1006"/>
                    <a:pt x="432" y="1009"/>
                  </a:cubicBezTo>
                  <a:cubicBezTo>
                    <a:pt x="378" y="1069"/>
                    <a:pt x="375" y="1086"/>
                    <a:pt x="362" y="1094"/>
                  </a:cubicBezTo>
                  <a:cubicBezTo>
                    <a:pt x="324" y="1152"/>
                    <a:pt x="326" y="1159"/>
                    <a:pt x="319" y="1157"/>
                  </a:cubicBezTo>
                  <a:cubicBezTo>
                    <a:pt x="305" y="1192"/>
                    <a:pt x="293" y="1190"/>
                    <a:pt x="294" y="1200"/>
                  </a:cubicBezTo>
                  <a:cubicBezTo>
                    <a:pt x="266" y="1260"/>
                    <a:pt x="259" y="1258"/>
                    <a:pt x="259" y="1263"/>
                  </a:cubicBezTo>
                  <a:cubicBezTo>
                    <a:pt x="251" y="1298"/>
                    <a:pt x="251" y="1292"/>
                    <a:pt x="246" y="1291"/>
                  </a:cubicBezTo>
                  <a:cubicBezTo>
                    <a:pt x="271" y="1295"/>
                    <a:pt x="258" y="1283"/>
                    <a:pt x="271" y="1283"/>
                  </a:cubicBezTo>
                  <a:cubicBezTo>
                    <a:pt x="326" y="1167"/>
                    <a:pt x="332" y="1165"/>
                    <a:pt x="334" y="1160"/>
                  </a:cubicBezTo>
                  <a:cubicBezTo>
                    <a:pt x="350" y="1123"/>
                    <a:pt x="361" y="1126"/>
                    <a:pt x="359" y="1117"/>
                  </a:cubicBezTo>
                  <a:cubicBezTo>
                    <a:pt x="387" y="1084"/>
                    <a:pt x="394" y="1076"/>
                    <a:pt x="399" y="1067"/>
                  </a:cubicBezTo>
                  <a:cubicBezTo>
                    <a:pt x="475" y="1001"/>
                    <a:pt x="472" y="992"/>
                    <a:pt x="480" y="994"/>
                  </a:cubicBezTo>
                  <a:cubicBezTo>
                    <a:pt x="497" y="981"/>
                    <a:pt x="502" y="975"/>
                    <a:pt x="510" y="971"/>
                  </a:cubicBezTo>
                  <a:cubicBezTo>
                    <a:pt x="532" y="952"/>
                    <a:pt x="534" y="948"/>
                    <a:pt x="540" y="948"/>
                  </a:cubicBezTo>
                  <a:cubicBezTo>
                    <a:pt x="553" y="931"/>
                    <a:pt x="556" y="931"/>
                    <a:pt x="558" y="931"/>
                  </a:cubicBezTo>
                  <a:cubicBezTo>
                    <a:pt x="594" y="891"/>
                    <a:pt x="607" y="882"/>
                    <a:pt x="613" y="865"/>
                  </a:cubicBezTo>
                  <a:cubicBezTo>
                    <a:pt x="599" y="896"/>
                    <a:pt x="595" y="896"/>
                    <a:pt x="596" y="901"/>
                  </a:cubicBezTo>
                  <a:cubicBezTo>
                    <a:pt x="577" y="920"/>
                    <a:pt x="574" y="924"/>
                    <a:pt x="568" y="926"/>
                  </a:cubicBezTo>
                  <a:cubicBezTo>
                    <a:pt x="544" y="951"/>
                    <a:pt x="537" y="951"/>
                    <a:pt x="538" y="958"/>
                  </a:cubicBezTo>
                  <a:cubicBezTo>
                    <a:pt x="508" y="985"/>
                    <a:pt x="498" y="990"/>
                    <a:pt x="490" y="996"/>
                  </a:cubicBezTo>
                  <a:cubicBezTo>
                    <a:pt x="458" y="1014"/>
                    <a:pt x="462" y="1026"/>
                    <a:pt x="455" y="1026"/>
                  </a:cubicBezTo>
                  <a:cubicBezTo>
                    <a:pt x="438" y="1046"/>
                    <a:pt x="433" y="1046"/>
                    <a:pt x="432" y="1049"/>
                  </a:cubicBezTo>
                  <a:cubicBezTo>
                    <a:pt x="398" y="1090"/>
                    <a:pt x="392" y="1088"/>
                    <a:pt x="392" y="1092"/>
                  </a:cubicBezTo>
                  <a:cubicBezTo>
                    <a:pt x="371" y="1115"/>
                    <a:pt x="368" y="1120"/>
                    <a:pt x="367" y="1127"/>
                  </a:cubicBezTo>
                  <a:cubicBezTo>
                    <a:pt x="343" y="1159"/>
                    <a:pt x="343" y="1167"/>
                    <a:pt x="339" y="1170"/>
                  </a:cubicBezTo>
                  <a:cubicBezTo>
                    <a:pt x="304" y="1239"/>
                    <a:pt x="296" y="1239"/>
                    <a:pt x="296" y="1248"/>
                  </a:cubicBezTo>
                  <a:cubicBezTo>
                    <a:pt x="278" y="1277"/>
                    <a:pt x="287" y="1279"/>
                    <a:pt x="281" y="1281"/>
                  </a:cubicBezTo>
                  <a:cubicBezTo>
                    <a:pt x="246" y="1371"/>
                    <a:pt x="256" y="1372"/>
                    <a:pt x="254" y="1386"/>
                  </a:cubicBezTo>
                  <a:cubicBezTo>
                    <a:pt x="266" y="1357"/>
                    <a:pt x="266" y="1353"/>
                    <a:pt x="266" y="1349"/>
                  </a:cubicBezTo>
                  <a:cubicBezTo>
                    <a:pt x="293" y="1281"/>
                    <a:pt x="296" y="1281"/>
                    <a:pt x="299" y="1281"/>
                  </a:cubicBezTo>
                  <a:cubicBezTo>
                    <a:pt x="308" y="1258"/>
                    <a:pt x="314" y="1259"/>
                    <a:pt x="312" y="1251"/>
                  </a:cubicBezTo>
                  <a:cubicBezTo>
                    <a:pt x="332" y="1226"/>
                    <a:pt x="333" y="1221"/>
                    <a:pt x="334" y="1215"/>
                  </a:cubicBezTo>
                  <a:cubicBezTo>
                    <a:pt x="360" y="1186"/>
                    <a:pt x="360" y="1174"/>
                    <a:pt x="367" y="1170"/>
                  </a:cubicBezTo>
                  <a:cubicBezTo>
                    <a:pt x="400" y="1124"/>
                    <a:pt x="404" y="1118"/>
                    <a:pt x="410" y="1112"/>
                  </a:cubicBezTo>
                  <a:cubicBezTo>
                    <a:pt x="423" y="1096"/>
                    <a:pt x="424" y="1094"/>
                    <a:pt x="427" y="1094"/>
                  </a:cubicBezTo>
                  <a:cubicBezTo>
                    <a:pt x="449" y="1060"/>
                    <a:pt x="460" y="1065"/>
                    <a:pt x="457" y="1057"/>
                  </a:cubicBezTo>
                  <a:cubicBezTo>
                    <a:pt x="497" y="1018"/>
                    <a:pt x="528" y="1004"/>
                    <a:pt x="548" y="979"/>
                  </a:cubicBezTo>
                  <a:cubicBezTo>
                    <a:pt x="588" y="940"/>
                    <a:pt x="590" y="931"/>
                    <a:pt x="596" y="926"/>
                  </a:cubicBezTo>
                  <a:cubicBezTo>
                    <a:pt x="623" y="900"/>
                    <a:pt x="616" y="899"/>
                    <a:pt x="618" y="906"/>
                  </a:cubicBezTo>
                  <a:cubicBezTo>
                    <a:pt x="606" y="925"/>
                    <a:pt x="604" y="927"/>
                    <a:pt x="601" y="928"/>
                  </a:cubicBezTo>
                  <a:cubicBezTo>
                    <a:pt x="563" y="980"/>
                    <a:pt x="555" y="982"/>
                    <a:pt x="553" y="989"/>
                  </a:cubicBezTo>
                  <a:cubicBezTo>
                    <a:pt x="513" y="1021"/>
                    <a:pt x="511" y="1023"/>
                    <a:pt x="508" y="1024"/>
                  </a:cubicBezTo>
                  <a:cubicBezTo>
                    <a:pt x="476" y="1056"/>
                    <a:pt x="471" y="1060"/>
                    <a:pt x="465" y="1062"/>
                  </a:cubicBezTo>
                  <a:cubicBezTo>
                    <a:pt x="439" y="1098"/>
                    <a:pt x="432" y="1100"/>
                    <a:pt x="427" y="1104"/>
                  </a:cubicBezTo>
                  <a:cubicBezTo>
                    <a:pt x="413" y="1124"/>
                    <a:pt x="407" y="1124"/>
                    <a:pt x="407" y="1132"/>
                  </a:cubicBezTo>
                  <a:cubicBezTo>
                    <a:pt x="374" y="1182"/>
                    <a:pt x="363" y="1186"/>
                    <a:pt x="359" y="1198"/>
                  </a:cubicBezTo>
                  <a:cubicBezTo>
                    <a:pt x="344" y="1221"/>
                    <a:pt x="342" y="1223"/>
                    <a:pt x="342" y="1225"/>
                  </a:cubicBezTo>
                  <a:cubicBezTo>
                    <a:pt x="314" y="1273"/>
                    <a:pt x="309" y="1276"/>
                    <a:pt x="309" y="1283"/>
                  </a:cubicBezTo>
                  <a:cubicBezTo>
                    <a:pt x="299" y="1304"/>
                    <a:pt x="294" y="1306"/>
                    <a:pt x="294" y="1313"/>
                  </a:cubicBezTo>
                  <a:cubicBezTo>
                    <a:pt x="281" y="1340"/>
                    <a:pt x="281" y="1342"/>
                    <a:pt x="279" y="1341"/>
                  </a:cubicBezTo>
                  <a:cubicBezTo>
                    <a:pt x="272" y="1377"/>
                    <a:pt x="264" y="1384"/>
                    <a:pt x="266" y="1402"/>
                  </a:cubicBezTo>
                  <a:cubicBezTo>
                    <a:pt x="266" y="1422"/>
                    <a:pt x="267" y="1407"/>
                    <a:pt x="274" y="1399"/>
                  </a:cubicBezTo>
                  <a:cubicBezTo>
                    <a:pt x="295" y="1345"/>
                    <a:pt x="300" y="1321"/>
                    <a:pt x="314" y="1306"/>
                  </a:cubicBezTo>
                  <a:cubicBezTo>
                    <a:pt x="332" y="1263"/>
                    <a:pt x="339" y="1255"/>
                    <a:pt x="347" y="1248"/>
                  </a:cubicBezTo>
                  <a:cubicBezTo>
                    <a:pt x="384" y="1190"/>
                    <a:pt x="386" y="1184"/>
                    <a:pt x="392" y="1182"/>
                  </a:cubicBezTo>
                  <a:cubicBezTo>
                    <a:pt x="430" y="1138"/>
                    <a:pt x="434" y="1127"/>
                    <a:pt x="445" y="1122"/>
                  </a:cubicBezTo>
                  <a:cubicBezTo>
                    <a:pt x="500" y="1074"/>
                    <a:pt x="508" y="1067"/>
                    <a:pt x="515" y="1059"/>
                  </a:cubicBezTo>
                  <a:cubicBezTo>
                    <a:pt x="543" y="1027"/>
                    <a:pt x="554" y="1024"/>
                    <a:pt x="558" y="1014"/>
                  </a:cubicBezTo>
                  <a:cubicBezTo>
                    <a:pt x="546" y="1032"/>
                    <a:pt x="548" y="1039"/>
                    <a:pt x="545" y="1041"/>
                  </a:cubicBezTo>
                  <a:cubicBezTo>
                    <a:pt x="519" y="1066"/>
                    <a:pt x="517" y="1068"/>
                    <a:pt x="515" y="1072"/>
                  </a:cubicBezTo>
                  <a:cubicBezTo>
                    <a:pt x="498" y="1090"/>
                    <a:pt x="490" y="1087"/>
                    <a:pt x="490" y="1092"/>
                  </a:cubicBezTo>
                  <a:cubicBezTo>
                    <a:pt x="467" y="1109"/>
                    <a:pt x="464" y="1117"/>
                    <a:pt x="457" y="1120"/>
                  </a:cubicBezTo>
                  <a:cubicBezTo>
                    <a:pt x="439" y="1141"/>
                    <a:pt x="434" y="1146"/>
                    <a:pt x="430" y="1152"/>
                  </a:cubicBezTo>
                  <a:cubicBezTo>
                    <a:pt x="407" y="1180"/>
                    <a:pt x="396" y="1189"/>
                    <a:pt x="389" y="1203"/>
                  </a:cubicBezTo>
                  <a:cubicBezTo>
                    <a:pt x="340" y="1277"/>
                    <a:pt x="340" y="1283"/>
                    <a:pt x="334" y="1283"/>
                  </a:cubicBezTo>
                  <a:cubicBezTo>
                    <a:pt x="311" y="1324"/>
                    <a:pt x="312" y="1337"/>
                    <a:pt x="304" y="1341"/>
                  </a:cubicBezTo>
                  <a:cubicBezTo>
                    <a:pt x="283" y="1403"/>
                    <a:pt x="280" y="1411"/>
                    <a:pt x="276" y="1419"/>
                  </a:cubicBezTo>
                  <a:cubicBezTo>
                    <a:pt x="267" y="1456"/>
                    <a:pt x="262" y="1466"/>
                    <a:pt x="264" y="1469"/>
                  </a:cubicBezTo>
                  <a:cubicBezTo>
                    <a:pt x="279" y="1429"/>
                    <a:pt x="286" y="1428"/>
                    <a:pt x="284" y="1419"/>
                  </a:cubicBezTo>
                  <a:cubicBezTo>
                    <a:pt x="311" y="1363"/>
                    <a:pt x="316" y="1353"/>
                    <a:pt x="322" y="1344"/>
                  </a:cubicBezTo>
                  <a:cubicBezTo>
                    <a:pt x="341" y="1299"/>
                    <a:pt x="344" y="1299"/>
                    <a:pt x="347" y="1298"/>
                  </a:cubicBezTo>
                  <a:cubicBezTo>
                    <a:pt x="377" y="1253"/>
                    <a:pt x="377" y="1246"/>
                    <a:pt x="382" y="1243"/>
                  </a:cubicBezTo>
                  <a:cubicBezTo>
                    <a:pt x="470" y="1149"/>
                    <a:pt x="469" y="1136"/>
                    <a:pt x="480" y="1135"/>
                  </a:cubicBezTo>
                  <a:cubicBezTo>
                    <a:pt x="514" y="1093"/>
                    <a:pt x="525" y="1097"/>
                    <a:pt x="523" y="1089"/>
                  </a:cubicBezTo>
                  <a:cubicBezTo>
                    <a:pt x="569" y="1039"/>
                    <a:pt x="577" y="1036"/>
                    <a:pt x="581" y="1029"/>
                  </a:cubicBezTo>
                  <a:cubicBezTo>
                    <a:pt x="617" y="976"/>
                    <a:pt x="617" y="985"/>
                    <a:pt x="613" y="989"/>
                  </a:cubicBezTo>
                  <a:cubicBezTo>
                    <a:pt x="598" y="1018"/>
                    <a:pt x="597" y="1023"/>
                    <a:pt x="596" y="1029"/>
                  </a:cubicBezTo>
                  <a:cubicBezTo>
                    <a:pt x="570" y="1050"/>
                    <a:pt x="572" y="1056"/>
                    <a:pt x="568" y="1057"/>
                  </a:cubicBezTo>
                  <a:cubicBezTo>
                    <a:pt x="549" y="1084"/>
                    <a:pt x="545" y="1084"/>
                    <a:pt x="545" y="1089"/>
                  </a:cubicBezTo>
                  <a:cubicBezTo>
                    <a:pt x="517" y="1111"/>
                    <a:pt x="509" y="1114"/>
                    <a:pt x="505" y="1122"/>
                  </a:cubicBezTo>
                  <a:cubicBezTo>
                    <a:pt x="448" y="1187"/>
                    <a:pt x="435" y="1186"/>
                    <a:pt x="435" y="1198"/>
                  </a:cubicBezTo>
                  <a:cubicBezTo>
                    <a:pt x="358" y="1294"/>
                    <a:pt x="359" y="1303"/>
                    <a:pt x="352" y="1303"/>
                  </a:cubicBezTo>
                  <a:cubicBezTo>
                    <a:pt x="338" y="1342"/>
                    <a:pt x="332" y="1344"/>
                    <a:pt x="329" y="1349"/>
                  </a:cubicBezTo>
                  <a:cubicBezTo>
                    <a:pt x="294" y="1419"/>
                    <a:pt x="294" y="1435"/>
                    <a:pt x="287" y="1442"/>
                  </a:cubicBezTo>
                  <a:cubicBezTo>
                    <a:pt x="275" y="1485"/>
                    <a:pt x="278" y="1489"/>
                    <a:pt x="279" y="1495"/>
                  </a:cubicBezTo>
                  <a:cubicBezTo>
                    <a:pt x="284" y="1538"/>
                    <a:pt x="280" y="1529"/>
                    <a:pt x="282" y="1525"/>
                  </a:cubicBezTo>
                  <a:cubicBezTo>
                    <a:pt x="295" y="1474"/>
                    <a:pt x="302" y="1461"/>
                    <a:pt x="307" y="1447"/>
                  </a:cubicBezTo>
                  <a:cubicBezTo>
                    <a:pt x="319" y="1424"/>
                    <a:pt x="316" y="1416"/>
                    <a:pt x="319" y="1414"/>
                  </a:cubicBezTo>
                  <a:cubicBezTo>
                    <a:pt x="344" y="1364"/>
                    <a:pt x="347" y="1363"/>
                    <a:pt x="347" y="1359"/>
                  </a:cubicBezTo>
                  <a:cubicBezTo>
                    <a:pt x="359" y="1339"/>
                    <a:pt x="361" y="1336"/>
                    <a:pt x="362" y="1334"/>
                  </a:cubicBezTo>
                  <a:cubicBezTo>
                    <a:pt x="386" y="1299"/>
                    <a:pt x="387" y="1292"/>
                    <a:pt x="392" y="1288"/>
                  </a:cubicBezTo>
                  <a:cubicBezTo>
                    <a:pt x="420" y="1249"/>
                    <a:pt x="427" y="1239"/>
                    <a:pt x="435" y="1230"/>
                  </a:cubicBezTo>
                  <a:cubicBezTo>
                    <a:pt x="468" y="1194"/>
                    <a:pt x="469" y="1191"/>
                    <a:pt x="473" y="1190"/>
                  </a:cubicBezTo>
                  <a:cubicBezTo>
                    <a:pt x="499" y="1158"/>
                    <a:pt x="504" y="1154"/>
                    <a:pt x="508" y="1150"/>
                  </a:cubicBezTo>
                  <a:cubicBezTo>
                    <a:pt x="538" y="1112"/>
                    <a:pt x="545" y="1102"/>
                    <a:pt x="553" y="1092"/>
                  </a:cubicBezTo>
                  <a:cubicBezTo>
                    <a:pt x="577" y="1069"/>
                    <a:pt x="569" y="1068"/>
                    <a:pt x="568" y="1074"/>
                  </a:cubicBezTo>
                  <a:cubicBezTo>
                    <a:pt x="540" y="1125"/>
                    <a:pt x="527" y="1138"/>
                    <a:pt x="518" y="1152"/>
                  </a:cubicBezTo>
                  <a:cubicBezTo>
                    <a:pt x="491" y="1186"/>
                    <a:pt x="486" y="1188"/>
                    <a:pt x="483" y="1190"/>
                  </a:cubicBezTo>
                  <a:cubicBezTo>
                    <a:pt x="445" y="1238"/>
                    <a:pt x="436" y="1241"/>
                    <a:pt x="432" y="1250"/>
                  </a:cubicBezTo>
                  <a:cubicBezTo>
                    <a:pt x="381" y="1320"/>
                    <a:pt x="378" y="1330"/>
                    <a:pt x="372" y="1336"/>
                  </a:cubicBezTo>
                  <a:cubicBezTo>
                    <a:pt x="342" y="1391"/>
                    <a:pt x="337" y="1398"/>
                    <a:pt x="332" y="1404"/>
                  </a:cubicBezTo>
                  <a:cubicBezTo>
                    <a:pt x="297" y="1512"/>
                    <a:pt x="299" y="1511"/>
                    <a:pt x="297" y="1517"/>
                  </a:cubicBezTo>
                  <a:cubicBezTo>
                    <a:pt x="285" y="1562"/>
                    <a:pt x="292" y="1562"/>
                    <a:pt x="292" y="1570"/>
                  </a:cubicBezTo>
                  <a:cubicBezTo>
                    <a:pt x="308" y="1526"/>
                    <a:pt x="315" y="1528"/>
                    <a:pt x="312" y="1520"/>
                  </a:cubicBezTo>
                  <a:cubicBezTo>
                    <a:pt x="334" y="1475"/>
                    <a:pt x="332" y="1464"/>
                    <a:pt x="339" y="1462"/>
                  </a:cubicBezTo>
                  <a:cubicBezTo>
                    <a:pt x="371" y="1397"/>
                    <a:pt x="376" y="1392"/>
                    <a:pt x="380" y="1386"/>
                  </a:cubicBezTo>
                  <a:cubicBezTo>
                    <a:pt x="418" y="1328"/>
                    <a:pt x="420" y="1321"/>
                    <a:pt x="425" y="1316"/>
                  </a:cubicBezTo>
                  <a:cubicBezTo>
                    <a:pt x="441" y="1283"/>
                    <a:pt x="447" y="1285"/>
                    <a:pt x="447" y="1281"/>
                  </a:cubicBezTo>
                  <a:cubicBezTo>
                    <a:pt x="479" y="1240"/>
                    <a:pt x="484" y="1230"/>
                    <a:pt x="493" y="1225"/>
                  </a:cubicBezTo>
                  <a:cubicBezTo>
                    <a:pt x="510" y="1208"/>
                    <a:pt x="509" y="1213"/>
                    <a:pt x="513" y="1213"/>
                  </a:cubicBezTo>
                  <a:cubicBezTo>
                    <a:pt x="523" y="1194"/>
                    <a:pt x="525" y="1193"/>
                    <a:pt x="525" y="1190"/>
                  </a:cubicBezTo>
                  <a:cubicBezTo>
                    <a:pt x="562" y="1144"/>
                    <a:pt x="564" y="1140"/>
                    <a:pt x="563" y="1135"/>
                  </a:cubicBezTo>
                  <a:cubicBezTo>
                    <a:pt x="582" y="1095"/>
                    <a:pt x="589" y="1084"/>
                    <a:pt x="596" y="1072"/>
                  </a:cubicBezTo>
                  <a:cubicBezTo>
                    <a:pt x="579" y="1116"/>
                    <a:pt x="576" y="1130"/>
                    <a:pt x="571" y="1142"/>
                  </a:cubicBezTo>
                  <a:cubicBezTo>
                    <a:pt x="549" y="1177"/>
                    <a:pt x="552" y="1188"/>
                    <a:pt x="545" y="1190"/>
                  </a:cubicBezTo>
                  <a:cubicBezTo>
                    <a:pt x="519" y="1245"/>
                    <a:pt x="511" y="1246"/>
                    <a:pt x="513" y="1255"/>
                  </a:cubicBezTo>
                  <a:cubicBezTo>
                    <a:pt x="489" y="1289"/>
                    <a:pt x="487" y="1295"/>
                    <a:pt x="485" y="1301"/>
                  </a:cubicBezTo>
                  <a:cubicBezTo>
                    <a:pt x="460" y="1334"/>
                    <a:pt x="463" y="1345"/>
                    <a:pt x="458" y="1349"/>
                  </a:cubicBezTo>
                  <a:cubicBezTo>
                    <a:pt x="437" y="1384"/>
                    <a:pt x="437" y="1392"/>
                    <a:pt x="432" y="1396"/>
                  </a:cubicBezTo>
                  <a:cubicBezTo>
                    <a:pt x="427" y="1433"/>
                    <a:pt x="425" y="1426"/>
                    <a:pt x="427" y="1424"/>
                  </a:cubicBezTo>
                  <a:cubicBezTo>
                    <a:pt x="443" y="1405"/>
                    <a:pt x="440" y="1397"/>
                    <a:pt x="445" y="1396"/>
                  </a:cubicBezTo>
                  <a:cubicBezTo>
                    <a:pt x="475" y="1348"/>
                    <a:pt x="476" y="1344"/>
                    <a:pt x="475" y="1338"/>
                  </a:cubicBezTo>
                  <a:cubicBezTo>
                    <a:pt x="497" y="1313"/>
                    <a:pt x="494" y="1305"/>
                    <a:pt x="498" y="1303"/>
                  </a:cubicBezTo>
                  <a:cubicBezTo>
                    <a:pt x="497" y="1315"/>
                    <a:pt x="494" y="1322"/>
                    <a:pt x="490" y="1328"/>
                  </a:cubicBezTo>
                  <a:cubicBezTo>
                    <a:pt x="462" y="1378"/>
                    <a:pt x="460" y="1382"/>
                    <a:pt x="460" y="1386"/>
                  </a:cubicBezTo>
                  <a:cubicBezTo>
                    <a:pt x="425" y="1445"/>
                    <a:pt x="428" y="1453"/>
                    <a:pt x="425" y="1454"/>
                  </a:cubicBezTo>
                  <a:cubicBezTo>
                    <a:pt x="405" y="1499"/>
                    <a:pt x="398" y="1512"/>
                    <a:pt x="392" y="1525"/>
                  </a:cubicBezTo>
                  <a:cubicBezTo>
                    <a:pt x="371" y="1599"/>
                    <a:pt x="365" y="1598"/>
                    <a:pt x="367" y="1605"/>
                  </a:cubicBezTo>
                  <a:cubicBezTo>
                    <a:pt x="354" y="1641"/>
                    <a:pt x="358" y="1653"/>
                    <a:pt x="352" y="1656"/>
                  </a:cubicBezTo>
                  <a:cubicBezTo>
                    <a:pt x="346" y="1759"/>
                    <a:pt x="343" y="1757"/>
                    <a:pt x="342" y="1754"/>
                  </a:cubicBezTo>
                  <a:cubicBezTo>
                    <a:pt x="349" y="1713"/>
                    <a:pt x="354" y="1702"/>
                    <a:pt x="357" y="1691"/>
                  </a:cubicBezTo>
                  <a:cubicBezTo>
                    <a:pt x="378" y="1637"/>
                    <a:pt x="375" y="1627"/>
                    <a:pt x="380" y="1625"/>
                  </a:cubicBezTo>
                  <a:cubicBezTo>
                    <a:pt x="393" y="1579"/>
                    <a:pt x="398" y="1569"/>
                    <a:pt x="402" y="1560"/>
                  </a:cubicBezTo>
                  <a:cubicBezTo>
                    <a:pt x="415" y="1520"/>
                    <a:pt x="417" y="1514"/>
                    <a:pt x="422" y="1512"/>
                  </a:cubicBezTo>
                  <a:cubicBezTo>
                    <a:pt x="438" y="1477"/>
                    <a:pt x="435" y="1466"/>
                    <a:pt x="440" y="1464"/>
                  </a:cubicBezTo>
                  <a:cubicBezTo>
                    <a:pt x="491" y="1374"/>
                    <a:pt x="493" y="1369"/>
                    <a:pt x="493" y="1361"/>
                  </a:cubicBezTo>
                  <a:cubicBezTo>
                    <a:pt x="533" y="1307"/>
                    <a:pt x="537" y="1281"/>
                    <a:pt x="551" y="1265"/>
                  </a:cubicBezTo>
                  <a:cubicBezTo>
                    <a:pt x="567" y="1213"/>
                    <a:pt x="572" y="1200"/>
                    <a:pt x="576" y="1187"/>
                  </a:cubicBezTo>
                  <a:cubicBezTo>
                    <a:pt x="570" y="1224"/>
                    <a:pt x="567" y="1232"/>
                    <a:pt x="566" y="1243"/>
                  </a:cubicBezTo>
                  <a:cubicBezTo>
                    <a:pt x="527" y="1322"/>
                    <a:pt x="522" y="1329"/>
                    <a:pt x="520" y="1338"/>
                  </a:cubicBezTo>
                  <a:cubicBezTo>
                    <a:pt x="499" y="1364"/>
                    <a:pt x="499" y="1376"/>
                    <a:pt x="493" y="1381"/>
                  </a:cubicBezTo>
                  <a:cubicBezTo>
                    <a:pt x="498" y="1392"/>
                    <a:pt x="498" y="1398"/>
                    <a:pt x="498" y="1404"/>
                  </a:cubicBezTo>
                  <a:cubicBezTo>
                    <a:pt x="532" y="1330"/>
                    <a:pt x="532" y="1345"/>
                    <a:pt x="528" y="1343"/>
                  </a:cubicBezTo>
                  <a:cubicBezTo>
                    <a:pt x="511" y="1391"/>
                    <a:pt x="508" y="1400"/>
                    <a:pt x="505" y="1409"/>
                  </a:cubicBezTo>
                  <a:cubicBezTo>
                    <a:pt x="497" y="1445"/>
                    <a:pt x="494" y="1455"/>
                    <a:pt x="493" y="1467"/>
                  </a:cubicBezTo>
                  <a:cubicBezTo>
                    <a:pt x="496" y="1535"/>
                    <a:pt x="492" y="1549"/>
                    <a:pt x="490" y="1567"/>
                  </a:cubicBezTo>
                  <a:cubicBezTo>
                    <a:pt x="476" y="1593"/>
                    <a:pt x="479" y="1606"/>
                    <a:pt x="473" y="1610"/>
                  </a:cubicBezTo>
                  <a:cubicBezTo>
                    <a:pt x="427" y="1706"/>
                    <a:pt x="422" y="1720"/>
                    <a:pt x="413" y="1731"/>
                  </a:cubicBezTo>
                  <a:cubicBezTo>
                    <a:pt x="408" y="1755"/>
                    <a:pt x="414" y="1746"/>
                    <a:pt x="415" y="1744"/>
                  </a:cubicBezTo>
                  <a:cubicBezTo>
                    <a:pt x="452" y="1724"/>
                    <a:pt x="461" y="1714"/>
                    <a:pt x="468" y="1718"/>
                  </a:cubicBezTo>
                  <a:cubicBezTo>
                    <a:pt x="439" y="1738"/>
                    <a:pt x="429" y="1744"/>
                    <a:pt x="423" y="1754"/>
                  </a:cubicBezTo>
                  <a:cubicBezTo>
                    <a:pt x="390" y="1807"/>
                    <a:pt x="394" y="1818"/>
                    <a:pt x="390" y="1819"/>
                  </a:cubicBezTo>
                  <a:cubicBezTo>
                    <a:pt x="387" y="1852"/>
                    <a:pt x="390" y="1857"/>
                    <a:pt x="393" y="1864"/>
                  </a:cubicBezTo>
                  <a:cubicBezTo>
                    <a:pt x="395" y="1893"/>
                    <a:pt x="401" y="1904"/>
                    <a:pt x="405" y="1917"/>
                  </a:cubicBezTo>
                  <a:cubicBezTo>
                    <a:pt x="418" y="1937"/>
                    <a:pt x="423" y="1944"/>
                    <a:pt x="418" y="1950"/>
                  </a:cubicBezTo>
                  <a:cubicBezTo>
                    <a:pt x="398" y="1927"/>
                    <a:pt x="390" y="1922"/>
                    <a:pt x="388" y="1912"/>
                  </a:cubicBezTo>
                  <a:cubicBezTo>
                    <a:pt x="371" y="1883"/>
                    <a:pt x="363" y="1883"/>
                    <a:pt x="357" y="1880"/>
                  </a:cubicBezTo>
                  <a:cubicBezTo>
                    <a:pt x="325" y="1849"/>
                    <a:pt x="317" y="1848"/>
                    <a:pt x="315" y="1842"/>
                  </a:cubicBezTo>
                  <a:cubicBezTo>
                    <a:pt x="284" y="1820"/>
                    <a:pt x="288" y="1832"/>
                    <a:pt x="299" y="1829"/>
                  </a:cubicBezTo>
                  <a:cubicBezTo>
                    <a:pt x="296" y="1823"/>
                    <a:pt x="286" y="1823"/>
                    <a:pt x="282" y="1817"/>
                  </a:cubicBezTo>
                  <a:cubicBezTo>
                    <a:pt x="235" y="1800"/>
                    <a:pt x="246" y="1796"/>
                    <a:pt x="252" y="1802"/>
                  </a:cubicBezTo>
                  <a:cubicBezTo>
                    <a:pt x="301" y="1810"/>
                    <a:pt x="324" y="1818"/>
                    <a:pt x="342" y="1829"/>
                  </a:cubicBezTo>
                  <a:cubicBezTo>
                    <a:pt x="332" y="1811"/>
                    <a:pt x="328" y="1807"/>
                    <a:pt x="325" y="1802"/>
                  </a:cubicBezTo>
                  <a:cubicBezTo>
                    <a:pt x="300" y="1767"/>
                    <a:pt x="291" y="1768"/>
                    <a:pt x="292" y="1759"/>
                  </a:cubicBezTo>
                  <a:cubicBezTo>
                    <a:pt x="254" y="1707"/>
                    <a:pt x="246" y="1698"/>
                    <a:pt x="239" y="1688"/>
                  </a:cubicBezTo>
                  <a:cubicBezTo>
                    <a:pt x="214" y="1649"/>
                    <a:pt x="204" y="1642"/>
                    <a:pt x="201" y="1628"/>
                  </a:cubicBezTo>
                  <a:cubicBezTo>
                    <a:pt x="178" y="1567"/>
                    <a:pt x="173" y="1562"/>
                    <a:pt x="168" y="1558"/>
                  </a:cubicBezTo>
                  <a:cubicBezTo>
                    <a:pt x="153" y="1520"/>
                    <a:pt x="151" y="1514"/>
                    <a:pt x="146" y="1512"/>
                  </a:cubicBezTo>
                  <a:cubicBezTo>
                    <a:pt x="133" y="1472"/>
                    <a:pt x="123" y="1469"/>
                    <a:pt x="123" y="1457"/>
                  </a:cubicBezTo>
                  <a:cubicBezTo>
                    <a:pt x="108" y="1419"/>
                    <a:pt x="98" y="1416"/>
                    <a:pt x="100" y="1402"/>
                  </a:cubicBezTo>
                  <a:cubicBezTo>
                    <a:pt x="109" y="1417"/>
                    <a:pt x="115" y="1416"/>
                    <a:pt x="113" y="1424"/>
                  </a:cubicBezTo>
                  <a:cubicBezTo>
                    <a:pt x="141" y="1468"/>
                    <a:pt x="143" y="1471"/>
                    <a:pt x="146" y="1475"/>
                  </a:cubicBezTo>
                  <a:cubicBezTo>
                    <a:pt x="184" y="1527"/>
                    <a:pt x="192" y="1530"/>
                    <a:pt x="196" y="1537"/>
                  </a:cubicBezTo>
                  <a:cubicBezTo>
                    <a:pt x="219" y="1559"/>
                    <a:pt x="223" y="1568"/>
                    <a:pt x="231" y="1573"/>
                  </a:cubicBezTo>
                  <a:cubicBezTo>
                    <a:pt x="246" y="1588"/>
                    <a:pt x="247" y="1590"/>
                    <a:pt x="249" y="1590"/>
                  </a:cubicBezTo>
                  <a:cubicBezTo>
                    <a:pt x="274" y="1624"/>
                    <a:pt x="278" y="1626"/>
                    <a:pt x="282" y="1628"/>
                  </a:cubicBezTo>
                  <a:cubicBezTo>
                    <a:pt x="265" y="1589"/>
                    <a:pt x="257" y="1590"/>
                    <a:pt x="259" y="1580"/>
                  </a:cubicBezTo>
                  <a:cubicBezTo>
                    <a:pt x="203" y="1511"/>
                    <a:pt x="196" y="1509"/>
                    <a:pt x="193" y="1502"/>
                  </a:cubicBezTo>
                  <a:cubicBezTo>
                    <a:pt x="172" y="1477"/>
                    <a:pt x="168" y="1477"/>
                    <a:pt x="168" y="1472"/>
                  </a:cubicBezTo>
                  <a:cubicBezTo>
                    <a:pt x="147" y="1441"/>
                    <a:pt x="145" y="1442"/>
                    <a:pt x="146" y="1439"/>
                  </a:cubicBezTo>
                  <a:cubicBezTo>
                    <a:pt x="127" y="1411"/>
                    <a:pt x="130" y="1404"/>
                    <a:pt x="125" y="1404"/>
                  </a:cubicBezTo>
                  <a:cubicBezTo>
                    <a:pt x="102" y="1363"/>
                    <a:pt x="100" y="1355"/>
                    <a:pt x="95" y="1351"/>
                  </a:cubicBezTo>
                  <a:cubicBezTo>
                    <a:pt x="61" y="1229"/>
                    <a:pt x="62" y="1234"/>
                    <a:pt x="62" y="1241"/>
                  </a:cubicBezTo>
                  <a:cubicBezTo>
                    <a:pt x="80" y="1283"/>
                    <a:pt x="77" y="1293"/>
                    <a:pt x="83" y="1293"/>
                  </a:cubicBezTo>
                  <a:cubicBezTo>
                    <a:pt x="100" y="1336"/>
                    <a:pt x="98" y="1345"/>
                    <a:pt x="105" y="1344"/>
                  </a:cubicBezTo>
                  <a:cubicBezTo>
                    <a:pt x="128" y="1387"/>
                    <a:pt x="129" y="1398"/>
                    <a:pt x="135" y="1404"/>
                  </a:cubicBezTo>
                  <a:cubicBezTo>
                    <a:pt x="148" y="1422"/>
                    <a:pt x="148" y="1425"/>
                    <a:pt x="148" y="1427"/>
                  </a:cubicBezTo>
                  <a:cubicBezTo>
                    <a:pt x="176" y="1460"/>
                    <a:pt x="173" y="1469"/>
                    <a:pt x="178" y="1470"/>
                  </a:cubicBezTo>
                  <a:cubicBezTo>
                    <a:pt x="203" y="1506"/>
                    <a:pt x="213" y="1502"/>
                    <a:pt x="211" y="1510"/>
                  </a:cubicBezTo>
                  <a:cubicBezTo>
                    <a:pt x="240" y="1542"/>
                    <a:pt x="244" y="1544"/>
                    <a:pt x="244" y="1550"/>
                  </a:cubicBezTo>
                  <a:cubicBezTo>
                    <a:pt x="270" y="1548"/>
                    <a:pt x="267" y="1546"/>
                    <a:pt x="264" y="1545"/>
                  </a:cubicBezTo>
                  <a:cubicBezTo>
                    <a:pt x="251" y="1520"/>
                    <a:pt x="247" y="1516"/>
                    <a:pt x="249" y="1507"/>
                  </a:cubicBezTo>
                  <a:cubicBezTo>
                    <a:pt x="229" y="1481"/>
                    <a:pt x="225" y="1479"/>
                    <a:pt x="221" y="1477"/>
                  </a:cubicBezTo>
                  <a:cubicBezTo>
                    <a:pt x="196" y="1426"/>
                    <a:pt x="189" y="1427"/>
                    <a:pt x="188" y="1422"/>
                  </a:cubicBezTo>
                  <a:cubicBezTo>
                    <a:pt x="166" y="1386"/>
                    <a:pt x="161" y="1384"/>
                    <a:pt x="161" y="1379"/>
                  </a:cubicBezTo>
                  <a:cubicBezTo>
                    <a:pt x="153" y="1363"/>
                    <a:pt x="149" y="1362"/>
                    <a:pt x="151" y="1354"/>
                  </a:cubicBezTo>
                  <a:cubicBezTo>
                    <a:pt x="119" y="1295"/>
                    <a:pt x="118" y="1290"/>
                    <a:pt x="113" y="1288"/>
                  </a:cubicBezTo>
                  <a:cubicBezTo>
                    <a:pt x="97" y="1255"/>
                    <a:pt x="100" y="1245"/>
                    <a:pt x="95" y="1243"/>
                  </a:cubicBezTo>
                  <a:cubicBezTo>
                    <a:pt x="70" y="1172"/>
                    <a:pt x="70" y="1159"/>
                    <a:pt x="62" y="1153"/>
                  </a:cubicBezTo>
                  <a:cubicBezTo>
                    <a:pt x="55" y="1121"/>
                    <a:pt x="45" y="1115"/>
                    <a:pt x="52" y="1112"/>
                  </a:cubicBezTo>
                  <a:cubicBezTo>
                    <a:pt x="42" y="1090"/>
                    <a:pt x="43" y="1087"/>
                    <a:pt x="42" y="1085"/>
                  </a:cubicBezTo>
                  <a:cubicBezTo>
                    <a:pt x="59" y="1118"/>
                    <a:pt x="61" y="1122"/>
                    <a:pt x="60" y="1127"/>
                  </a:cubicBezTo>
                  <a:cubicBezTo>
                    <a:pt x="83" y="1168"/>
                    <a:pt x="78" y="1179"/>
                    <a:pt x="85" y="1178"/>
                  </a:cubicBezTo>
                  <a:cubicBezTo>
                    <a:pt x="124" y="1262"/>
                    <a:pt x="134" y="1265"/>
                    <a:pt x="135" y="1276"/>
                  </a:cubicBezTo>
                  <a:cubicBezTo>
                    <a:pt x="156" y="1299"/>
                    <a:pt x="155" y="1305"/>
                    <a:pt x="161" y="1306"/>
                  </a:cubicBezTo>
                  <a:cubicBezTo>
                    <a:pt x="182" y="1344"/>
                    <a:pt x="191" y="1353"/>
                    <a:pt x="196" y="1366"/>
                  </a:cubicBezTo>
                  <a:cubicBezTo>
                    <a:pt x="224" y="1410"/>
                    <a:pt x="227" y="1424"/>
                    <a:pt x="236" y="1434"/>
                  </a:cubicBezTo>
                  <a:close/>
                  <a:moveTo>
                    <a:pt x="176" y="1565"/>
                  </a:moveTo>
                  <a:cubicBezTo>
                    <a:pt x="182" y="1568"/>
                    <a:pt x="180" y="1578"/>
                    <a:pt x="186" y="1580"/>
                  </a:cubicBezTo>
                  <a:cubicBezTo>
                    <a:pt x="184" y="1591"/>
                    <a:pt x="194" y="1591"/>
                    <a:pt x="194" y="1600"/>
                  </a:cubicBezTo>
                  <a:cubicBezTo>
                    <a:pt x="200" y="1612"/>
                    <a:pt x="206" y="1624"/>
                    <a:pt x="214" y="1633"/>
                  </a:cubicBezTo>
                  <a:cubicBezTo>
                    <a:pt x="215" y="1640"/>
                    <a:pt x="219" y="1645"/>
                    <a:pt x="224" y="1648"/>
                  </a:cubicBezTo>
                  <a:cubicBezTo>
                    <a:pt x="223" y="1658"/>
                    <a:pt x="232" y="1658"/>
                    <a:pt x="234" y="1666"/>
                  </a:cubicBezTo>
                  <a:cubicBezTo>
                    <a:pt x="240" y="1679"/>
                    <a:pt x="253" y="1684"/>
                    <a:pt x="257" y="1699"/>
                  </a:cubicBezTo>
                  <a:cubicBezTo>
                    <a:pt x="263" y="1700"/>
                    <a:pt x="262" y="1710"/>
                    <a:pt x="269" y="1711"/>
                  </a:cubicBezTo>
                  <a:cubicBezTo>
                    <a:pt x="268" y="1721"/>
                    <a:pt x="280" y="1719"/>
                    <a:pt x="279" y="1729"/>
                  </a:cubicBezTo>
                  <a:cubicBezTo>
                    <a:pt x="290" y="1736"/>
                    <a:pt x="296" y="1747"/>
                    <a:pt x="304" y="1756"/>
                  </a:cubicBezTo>
                  <a:cubicBezTo>
                    <a:pt x="310" y="1768"/>
                    <a:pt x="321" y="1775"/>
                    <a:pt x="327" y="1787"/>
                  </a:cubicBezTo>
                  <a:cubicBezTo>
                    <a:pt x="332" y="1791"/>
                    <a:pt x="334" y="1798"/>
                    <a:pt x="340" y="1802"/>
                  </a:cubicBezTo>
                  <a:cubicBezTo>
                    <a:pt x="340" y="1806"/>
                    <a:pt x="342" y="1808"/>
                    <a:pt x="345" y="1809"/>
                  </a:cubicBezTo>
                  <a:cubicBezTo>
                    <a:pt x="344" y="1812"/>
                    <a:pt x="352" y="1818"/>
                    <a:pt x="352" y="1812"/>
                  </a:cubicBezTo>
                  <a:cubicBezTo>
                    <a:pt x="345" y="1803"/>
                    <a:pt x="341" y="1791"/>
                    <a:pt x="337" y="1779"/>
                  </a:cubicBezTo>
                  <a:cubicBezTo>
                    <a:pt x="333" y="1767"/>
                    <a:pt x="322" y="1762"/>
                    <a:pt x="319" y="1749"/>
                  </a:cubicBezTo>
                  <a:cubicBezTo>
                    <a:pt x="311" y="1741"/>
                    <a:pt x="309" y="1727"/>
                    <a:pt x="299" y="1721"/>
                  </a:cubicBezTo>
                  <a:cubicBezTo>
                    <a:pt x="294" y="1710"/>
                    <a:pt x="284" y="1703"/>
                    <a:pt x="282" y="1688"/>
                  </a:cubicBezTo>
                  <a:cubicBezTo>
                    <a:pt x="273" y="1689"/>
                    <a:pt x="274" y="1681"/>
                    <a:pt x="269" y="1678"/>
                  </a:cubicBezTo>
                  <a:cubicBezTo>
                    <a:pt x="267" y="1672"/>
                    <a:pt x="260" y="1670"/>
                    <a:pt x="256" y="1666"/>
                  </a:cubicBezTo>
                  <a:cubicBezTo>
                    <a:pt x="257" y="1662"/>
                    <a:pt x="255" y="1660"/>
                    <a:pt x="254" y="1658"/>
                  </a:cubicBezTo>
                  <a:cubicBezTo>
                    <a:pt x="254" y="1654"/>
                    <a:pt x="248" y="1656"/>
                    <a:pt x="249" y="1651"/>
                  </a:cubicBezTo>
                  <a:cubicBezTo>
                    <a:pt x="242" y="1650"/>
                    <a:pt x="245" y="1640"/>
                    <a:pt x="236" y="1641"/>
                  </a:cubicBezTo>
                  <a:cubicBezTo>
                    <a:pt x="236" y="1638"/>
                    <a:pt x="236" y="1635"/>
                    <a:pt x="231" y="1636"/>
                  </a:cubicBezTo>
                  <a:cubicBezTo>
                    <a:pt x="231" y="1631"/>
                    <a:pt x="229" y="1629"/>
                    <a:pt x="226" y="1628"/>
                  </a:cubicBezTo>
                  <a:cubicBezTo>
                    <a:pt x="223" y="1623"/>
                    <a:pt x="218" y="1620"/>
                    <a:pt x="216" y="1613"/>
                  </a:cubicBezTo>
                  <a:cubicBezTo>
                    <a:pt x="209" y="1604"/>
                    <a:pt x="202" y="1595"/>
                    <a:pt x="196" y="1585"/>
                  </a:cubicBezTo>
                  <a:cubicBezTo>
                    <a:pt x="189" y="1576"/>
                    <a:pt x="185" y="1565"/>
                    <a:pt x="176" y="1558"/>
                  </a:cubicBezTo>
                  <a:cubicBezTo>
                    <a:pt x="176" y="1560"/>
                    <a:pt x="176" y="1563"/>
                    <a:pt x="176" y="1565"/>
                  </a:cubicBezTo>
                  <a:close/>
                  <a:moveTo>
                    <a:pt x="301" y="820"/>
                  </a:moveTo>
                  <a:cubicBezTo>
                    <a:pt x="302" y="810"/>
                    <a:pt x="310" y="806"/>
                    <a:pt x="311" y="795"/>
                  </a:cubicBezTo>
                  <a:cubicBezTo>
                    <a:pt x="358" y="743"/>
                    <a:pt x="361" y="735"/>
                    <a:pt x="366" y="730"/>
                  </a:cubicBezTo>
                  <a:cubicBezTo>
                    <a:pt x="397" y="702"/>
                    <a:pt x="399" y="697"/>
                    <a:pt x="402" y="694"/>
                  </a:cubicBezTo>
                  <a:cubicBezTo>
                    <a:pt x="437" y="662"/>
                    <a:pt x="439" y="659"/>
                    <a:pt x="442" y="657"/>
                  </a:cubicBezTo>
                  <a:cubicBezTo>
                    <a:pt x="480" y="626"/>
                    <a:pt x="475" y="615"/>
                    <a:pt x="485" y="619"/>
                  </a:cubicBezTo>
                  <a:cubicBezTo>
                    <a:pt x="521" y="575"/>
                    <a:pt x="530" y="573"/>
                    <a:pt x="535" y="566"/>
                  </a:cubicBezTo>
                  <a:cubicBezTo>
                    <a:pt x="554" y="538"/>
                    <a:pt x="566" y="538"/>
                    <a:pt x="568" y="528"/>
                  </a:cubicBezTo>
                  <a:cubicBezTo>
                    <a:pt x="581" y="513"/>
                    <a:pt x="584" y="512"/>
                    <a:pt x="583" y="508"/>
                  </a:cubicBezTo>
                  <a:cubicBezTo>
                    <a:pt x="609" y="476"/>
                    <a:pt x="605" y="465"/>
                    <a:pt x="613" y="468"/>
                  </a:cubicBezTo>
                  <a:cubicBezTo>
                    <a:pt x="604" y="479"/>
                    <a:pt x="593" y="475"/>
                    <a:pt x="595" y="483"/>
                  </a:cubicBezTo>
                  <a:cubicBezTo>
                    <a:pt x="573" y="503"/>
                    <a:pt x="570" y="506"/>
                    <a:pt x="568" y="510"/>
                  </a:cubicBezTo>
                  <a:cubicBezTo>
                    <a:pt x="482" y="577"/>
                    <a:pt x="482" y="583"/>
                    <a:pt x="477" y="584"/>
                  </a:cubicBezTo>
                  <a:cubicBezTo>
                    <a:pt x="464" y="596"/>
                    <a:pt x="458" y="596"/>
                    <a:pt x="457" y="601"/>
                  </a:cubicBezTo>
                  <a:cubicBezTo>
                    <a:pt x="421" y="633"/>
                    <a:pt x="418" y="642"/>
                    <a:pt x="412" y="649"/>
                  </a:cubicBezTo>
                  <a:cubicBezTo>
                    <a:pt x="371" y="689"/>
                    <a:pt x="369" y="694"/>
                    <a:pt x="366" y="697"/>
                  </a:cubicBezTo>
                  <a:cubicBezTo>
                    <a:pt x="338" y="737"/>
                    <a:pt x="331" y="742"/>
                    <a:pt x="326" y="750"/>
                  </a:cubicBezTo>
                  <a:cubicBezTo>
                    <a:pt x="309" y="785"/>
                    <a:pt x="297" y="788"/>
                    <a:pt x="296" y="803"/>
                  </a:cubicBezTo>
                  <a:cubicBezTo>
                    <a:pt x="266" y="851"/>
                    <a:pt x="266" y="857"/>
                    <a:pt x="266" y="863"/>
                  </a:cubicBezTo>
                  <a:close/>
                  <a:moveTo>
                    <a:pt x="318" y="526"/>
                  </a:moveTo>
                  <a:cubicBezTo>
                    <a:pt x="319" y="522"/>
                    <a:pt x="318" y="516"/>
                    <a:pt x="316" y="521"/>
                  </a:cubicBezTo>
                  <a:cubicBezTo>
                    <a:pt x="316" y="524"/>
                    <a:pt x="317" y="530"/>
                    <a:pt x="318" y="526"/>
                  </a:cubicBezTo>
                  <a:close/>
                  <a:moveTo>
                    <a:pt x="321" y="662"/>
                  </a:moveTo>
                  <a:cubicBezTo>
                    <a:pt x="322" y="667"/>
                    <a:pt x="309" y="673"/>
                    <a:pt x="316" y="677"/>
                  </a:cubicBezTo>
                  <a:cubicBezTo>
                    <a:pt x="320" y="673"/>
                    <a:pt x="322" y="665"/>
                    <a:pt x="326" y="662"/>
                  </a:cubicBezTo>
                  <a:cubicBezTo>
                    <a:pt x="326" y="656"/>
                    <a:pt x="338" y="651"/>
                    <a:pt x="331" y="647"/>
                  </a:cubicBezTo>
                  <a:cubicBezTo>
                    <a:pt x="328" y="652"/>
                    <a:pt x="325" y="658"/>
                    <a:pt x="321" y="662"/>
                  </a:cubicBezTo>
                  <a:close/>
                  <a:moveTo>
                    <a:pt x="276" y="745"/>
                  </a:moveTo>
                  <a:cubicBezTo>
                    <a:pt x="274" y="736"/>
                    <a:pt x="283" y="730"/>
                    <a:pt x="273" y="727"/>
                  </a:cubicBezTo>
                  <a:cubicBezTo>
                    <a:pt x="275" y="732"/>
                    <a:pt x="270" y="744"/>
                    <a:pt x="276" y="745"/>
                  </a:cubicBezTo>
                  <a:close/>
                  <a:moveTo>
                    <a:pt x="276" y="793"/>
                  </a:moveTo>
                  <a:cubicBezTo>
                    <a:pt x="277" y="785"/>
                    <a:pt x="285" y="771"/>
                    <a:pt x="278" y="765"/>
                  </a:cubicBezTo>
                  <a:cubicBezTo>
                    <a:pt x="281" y="776"/>
                    <a:pt x="270" y="787"/>
                    <a:pt x="276" y="793"/>
                  </a:cubicBezTo>
                  <a:close/>
                  <a:moveTo>
                    <a:pt x="271" y="830"/>
                  </a:moveTo>
                  <a:cubicBezTo>
                    <a:pt x="268" y="819"/>
                    <a:pt x="285" y="812"/>
                    <a:pt x="273" y="808"/>
                  </a:cubicBezTo>
                  <a:cubicBezTo>
                    <a:pt x="277" y="818"/>
                    <a:pt x="262" y="823"/>
                    <a:pt x="271" y="830"/>
                  </a:cubicBezTo>
                  <a:close/>
                  <a:moveTo>
                    <a:pt x="70" y="883"/>
                  </a:moveTo>
                  <a:cubicBezTo>
                    <a:pt x="75" y="887"/>
                    <a:pt x="73" y="896"/>
                    <a:pt x="77" y="901"/>
                  </a:cubicBezTo>
                  <a:cubicBezTo>
                    <a:pt x="117" y="1000"/>
                    <a:pt x="122" y="1004"/>
                    <a:pt x="123" y="1012"/>
                  </a:cubicBezTo>
                  <a:cubicBezTo>
                    <a:pt x="141" y="1040"/>
                    <a:pt x="140" y="1043"/>
                    <a:pt x="140" y="1044"/>
                  </a:cubicBezTo>
                  <a:cubicBezTo>
                    <a:pt x="173" y="1100"/>
                    <a:pt x="181" y="1101"/>
                    <a:pt x="181" y="1110"/>
                  </a:cubicBezTo>
                  <a:cubicBezTo>
                    <a:pt x="212" y="1160"/>
                    <a:pt x="210" y="1167"/>
                    <a:pt x="213" y="1168"/>
                  </a:cubicBezTo>
                  <a:cubicBezTo>
                    <a:pt x="227" y="1183"/>
                    <a:pt x="222" y="1175"/>
                    <a:pt x="218" y="1168"/>
                  </a:cubicBezTo>
                  <a:cubicBezTo>
                    <a:pt x="214" y="1136"/>
                    <a:pt x="209" y="1137"/>
                    <a:pt x="211" y="1130"/>
                  </a:cubicBezTo>
                  <a:cubicBezTo>
                    <a:pt x="190" y="1087"/>
                    <a:pt x="191" y="1077"/>
                    <a:pt x="186" y="1072"/>
                  </a:cubicBezTo>
                  <a:cubicBezTo>
                    <a:pt x="164" y="1046"/>
                    <a:pt x="172" y="1032"/>
                    <a:pt x="165" y="1034"/>
                  </a:cubicBezTo>
                  <a:cubicBezTo>
                    <a:pt x="130" y="971"/>
                    <a:pt x="123" y="968"/>
                    <a:pt x="123" y="959"/>
                  </a:cubicBezTo>
                  <a:cubicBezTo>
                    <a:pt x="98" y="914"/>
                    <a:pt x="92" y="910"/>
                    <a:pt x="90" y="903"/>
                  </a:cubicBezTo>
                  <a:cubicBezTo>
                    <a:pt x="61" y="859"/>
                    <a:pt x="68" y="868"/>
                    <a:pt x="70" y="883"/>
                  </a:cubicBezTo>
                  <a:close/>
                  <a:moveTo>
                    <a:pt x="266" y="976"/>
                  </a:moveTo>
                  <a:cubicBezTo>
                    <a:pt x="265" y="972"/>
                    <a:pt x="269" y="971"/>
                    <a:pt x="269" y="966"/>
                  </a:cubicBezTo>
                  <a:cubicBezTo>
                    <a:pt x="272" y="966"/>
                    <a:pt x="270" y="959"/>
                    <a:pt x="269" y="964"/>
                  </a:cubicBezTo>
                  <a:cubicBezTo>
                    <a:pt x="266" y="966"/>
                    <a:pt x="260" y="982"/>
                    <a:pt x="266" y="976"/>
                  </a:cubicBezTo>
                  <a:close/>
                  <a:moveTo>
                    <a:pt x="246" y="996"/>
                  </a:moveTo>
                  <a:cubicBezTo>
                    <a:pt x="243" y="988"/>
                    <a:pt x="256" y="983"/>
                    <a:pt x="248" y="979"/>
                  </a:cubicBezTo>
                  <a:cubicBezTo>
                    <a:pt x="246" y="981"/>
                    <a:pt x="239" y="993"/>
                    <a:pt x="246" y="996"/>
                  </a:cubicBezTo>
                  <a:close/>
                  <a:moveTo>
                    <a:pt x="62" y="1039"/>
                  </a:moveTo>
                  <a:cubicBezTo>
                    <a:pt x="61" y="1036"/>
                    <a:pt x="60" y="1034"/>
                    <a:pt x="57" y="1032"/>
                  </a:cubicBezTo>
                  <a:cubicBezTo>
                    <a:pt x="57" y="1035"/>
                    <a:pt x="61" y="1046"/>
                    <a:pt x="62" y="1039"/>
                  </a:cubicBezTo>
                  <a:close/>
                  <a:moveTo>
                    <a:pt x="77" y="1095"/>
                  </a:moveTo>
                  <a:cubicBezTo>
                    <a:pt x="82" y="1101"/>
                    <a:pt x="83" y="1111"/>
                    <a:pt x="87" y="1117"/>
                  </a:cubicBezTo>
                  <a:cubicBezTo>
                    <a:pt x="124" y="1184"/>
                    <a:pt x="126" y="1187"/>
                    <a:pt x="128" y="1190"/>
                  </a:cubicBezTo>
                  <a:cubicBezTo>
                    <a:pt x="146" y="1213"/>
                    <a:pt x="141" y="1224"/>
                    <a:pt x="145" y="1225"/>
                  </a:cubicBezTo>
                  <a:cubicBezTo>
                    <a:pt x="170" y="1271"/>
                    <a:pt x="171" y="1275"/>
                    <a:pt x="176" y="1276"/>
                  </a:cubicBezTo>
                  <a:cubicBezTo>
                    <a:pt x="198" y="1315"/>
                    <a:pt x="204" y="1320"/>
                    <a:pt x="206" y="1329"/>
                  </a:cubicBezTo>
                  <a:cubicBezTo>
                    <a:pt x="220" y="1358"/>
                    <a:pt x="231" y="1358"/>
                    <a:pt x="229" y="1371"/>
                  </a:cubicBezTo>
                  <a:cubicBezTo>
                    <a:pt x="241" y="1386"/>
                    <a:pt x="240" y="1376"/>
                    <a:pt x="239" y="1366"/>
                  </a:cubicBezTo>
                  <a:cubicBezTo>
                    <a:pt x="220" y="1308"/>
                    <a:pt x="214" y="1302"/>
                    <a:pt x="213" y="1291"/>
                  </a:cubicBezTo>
                  <a:cubicBezTo>
                    <a:pt x="199" y="1268"/>
                    <a:pt x="202" y="1260"/>
                    <a:pt x="198" y="1258"/>
                  </a:cubicBezTo>
                  <a:cubicBezTo>
                    <a:pt x="180" y="1215"/>
                    <a:pt x="168" y="1215"/>
                    <a:pt x="168" y="1203"/>
                  </a:cubicBezTo>
                  <a:cubicBezTo>
                    <a:pt x="145" y="1172"/>
                    <a:pt x="150" y="1162"/>
                    <a:pt x="143" y="1163"/>
                  </a:cubicBezTo>
                  <a:cubicBezTo>
                    <a:pt x="113" y="1114"/>
                    <a:pt x="107" y="1108"/>
                    <a:pt x="105" y="1100"/>
                  </a:cubicBezTo>
                  <a:cubicBezTo>
                    <a:pt x="89" y="1081"/>
                    <a:pt x="86" y="1078"/>
                    <a:pt x="85" y="1075"/>
                  </a:cubicBezTo>
                  <a:cubicBezTo>
                    <a:pt x="71" y="1059"/>
                    <a:pt x="73" y="1055"/>
                    <a:pt x="70" y="1054"/>
                  </a:cubicBezTo>
                  <a:close/>
                  <a:moveTo>
                    <a:pt x="332" y="1623"/>
                  </a:moveTo>
                  <a:cubicBezTo>
                    <a:pt x="339" y="1624"/>
                    <a:pt x="330" y="1609"/>
                    <a:pt x="337" y="1610"/>
                  </a:cubicBezTo>
                  <a:cubicBezTo>
                    <a:pt x="359" y="1560"/>
                    <a:pt x="356" y="1544"/>
                    <a:pt x="365" y="1540"/>
                  </a:cubicBezTo>
                  <a:cubicBezTo>
                    <a:pt x="401" y="1455"/>
                    <a:pt x="401" y="1449"/>
                    <a:pt x="402" y="1444"/>
                  </a:cubicBezTo>
                  <a:cubicBezTo>
                    <a:pt x="418" y="1396"/>
                    <a:pt x="424" y="1396"/>
                    <a:pt x="425" y="1391"/>
                  </a:cubicBezTo>
                  <a:cubicBezTo>
                    <a:pt x="450" y="1344"/>
                    <a:pt x="454" y="1335"/>
                    <a:pt x="458" y="1326"/>
                  </a:cubicBezTo>
                  <a:cubicBezTo>
                    <a:pt x="490" y="1276"/>
                    <a:pt x="490" y="1269"/>
                    <a:pt x="493" y="1265"/>
                  </a:cubicBezTo>
                  <a:cubicBezTo>
                    <a:pt x="508" y="1240"/>
                    <a:pt x="511" y="1239"/>
                    <a:pt x="513" y="1238"/>
                  </a:cubicBezTo>
                  <a:cubicBezTo>
                    <a:pt x="521" y="1225"/>
                    <a:pt x="520" y="1221"/>
                    <a:pt x="523" y="1220"/>
                  </a:cubicBezTo>
                  <a:cubicBezTo>
                    <a:pt x="527" y="1215"/>
                    <a:pt x="518" y="1212"/>
                    <a:pt x="520" y="1220"/>
                  </a:cubicBezTo>
                  <a:cubicBezTo>
                    <a:pt x="481" y="1266"/>
                    <a:pt x="469" y="1280"/>
                    <a:pt x="460" y="1296"/>
                  </a:cubicBezTo>
                  <a:cubicBezTo>
                    <a:pt x="412" y="1376"/>
                    <a:pt x="407" y="1384"/>
                    <a:pt x="405" y="1394"/>
                  </a:cubicBezTo>
                  <a:cubicBezTo>
                    <a:pt x="376" y="1447"/>
                    <a:pt x="378" y="1450"/>
                    <a:pt x="377" y="1452"/>
                  </a:cubicBezTo>
                  <a:cubicBezTo>
                    <a:pt x="371" y="1467"/>
                    <a:pt x="366" y="1465"/>
                    <a:pt x="367" y="1472"/>
                  </a:cubicBezTo>
                  <a:cubicBezTo>
                    <a:pt x="344" y="1511"/>
                    <a:pt x="348" y="1521"/>
                    <a:pt x="342" y="1522"/>
                  </a:cubicBezTo>
                  <a:cubicBezTo>
                    <a:pt x="323" y="1591"/>
                    <a:pt x="318" y="1593"/>
                    <a:pt x="317" y="1598"/>
                  </a:cubicBezTo>
                  <a:cubicBezTo>
                    <a:pt x="309" y="1646"/>
                    <a:pt x="309" y="1656"/>
                    <a:pt x="309" y="1666"/>
                  </a:cubicBezTo>
                  <a:close/>
                  <a:moveTo>
                    <a:pt x="115" y="1273"/>
                  </a:moveTo>
                  <a:cubicBezTo>
                    <a:pt x="122" y="1281"/>
                    <a:pt x="126" y="1292"/>
                    <a:pt x="130" y="1301"/>
                  </a:cubicBezTo>
                  <a:cubicBezTo>
                    <a:pt x="136" y="1302"/>
                    <a:pt x="130" y="1315"/>
                    <a:pt x="138" y="1314"/>
                  </a:cubicBezTo>
                  <a:cubicBezTo>
                    <a:pt x="137" y="1322"/>
                    <a:pt x="142" y="1324"/>
                    <a:pt x="145" y="1329"/>
                  </a:cubicBezTo>
                  <a:cubicBezTo>
                    <a:pt x="152" y="1351"/>
                    <a:pt x="166" y="1365"/>
                    <a:pt x="176" y="1384"/>
                  </a:cubicBezTo>
                  <a:cubicBezTo>
                    <a:pt x="182" y="1392"/>
                    <a:pt x="186" y="1402"/>
                    <a:pt x="193" y="1409"/>
                  </a:cubicBezTo>
                  <a:cubicBezTo>
                    <a:pt x="198" y="1412"/>
                    <a:pt x="198" y="1418"/>
                    <a:pt x="201" y="1422"/>
                  </a:cubicBezTo>
                  <a:cubicBezTo>
                    <a:pt x="204" y="1426"/>
                    <a:pt x="207" y="1431"/>
                    <a:pt x="211" y="1434"/>
                  </a:cubicBezTo>
                  <a:cubicBezTo>
                    <a:pt x="214" y="1446"/>
                    <a:pt x="223" y="1451"/>
                    <a:pt x="226" y="1462"/>
                  </a:cubicBezTo>
                  <a:cubicBezTo>
                    <a:pt x="229" y="1467"/>
                    <a:pt x="233" y="1470"/>
                    <a:pt x="236" y="1475"/>
                  </a:cubicBezTo>
                  <a:cubicBezTo>
                    <a:pt x="241" y="1475"/>
                    <a:pt x="241" y="1491"/>
                    <a:pt x="246" y="1482"/>
                  </a:cubicBezTo>
                  <a:cubicBezTo>
                    <a:pt x="241" y="1479"/>
                    <a:pt x="241" y="1471"/>
                    <a:pt x="239" y="1464"/>
                  </a:cubicBezTo>
                  <a:cubicBezTo>
                    <a:pt x="234" y="1460"/>
                    <a:pt x="231" y="1455"/>
                    <a:pt x="229" y="1449"/>
                  </a:cubicBezTo>
                  <a:cubicBezTo>
                    <a:pt x="229" y="1447"/>
                    <a:pt x="229" y="1444"/>
                    <a:pt x="229" y="1442"/>
                  </a:cubicBezTo>
                  <a:cubicBezTo>
                    <a:pt x="221" y="1436"/>
                    <a:pt x="220" y="1425"/>
                    <a:pt x="214" y="1419"/>
                  </a:cubicBezTo>
                  <a:cubicBezTo>
                    <a:pt x="216" y="1411"/>
                    <a:pt x="210" y="1411"/>
                    <a:pt x="208" y="1407"/>
                  </a:cubicBezTo>
                  <a:cubicBezTo>
                    <a:pt x="205" y="1404"/>
                    <a:pt x="205" y="1397"/>
                    <a:pt x="201" y="1394"/>
                  </a:cubicBezTo>
                  <a:cubicBezTo>
                    <a:pt x="197" y="1385"/>
                    <a:pt x="194" y="1376"/>
                    <a:pt x="186" y="1371"/>
                  </a:cubicBezTo>
                  <a:cubicBezTo>
                    <a:pt x="182" y="1362"/>
                    <a:pt x="179" y="1352"/>
                    <a:pt x="171" y="1346"/>
                  </a:cubicBezTo>
                  <a:cubicBezTo>
                    <a:pt x="166" y="1338"/>
                    <a:pt x="163" y="1329"/>
                    <a:pt x="156" y="1324"/>
                  </a:cubicBezTo>
                  <a:cubicBezTo>
                    <a:pt x="157" y="1316"/>
                    <a:pt x="149" y="1319"/>
                    <a:pt x="151" y="1311"/>
                  </a:cubicBezTo>
                  <a:cubicBezTo>
                    <a:pt x="147" y="1311"/>
                    <a:pt x="145" y="1310"/>
                    <a:pt x="145" y="1306"/>
                  </a:cubicBezTo>
                  <a:cubicBezTo>
                    <a:pt x="145" y="1303"/>
                    <a:pt x="141" y="1304"/>
                    <a:pt x="140" y="1301"/>
                  </a:cubicBezTo>
                  <a:cubicBezTo>
                    <a:pt x="139" y="1290"/>
                    <a:pt x="129" y="1287"/>
                    <a:pt x="128" y="1276"/>
                  </a:cubicBezTo>
                  <a:cubicBezTo>
                    <a:pt x="119" y="1278"/>
                    <a:pt x="126" y="1265"/>
                    <a:pt x="118" y="1266"/>
                  </a:cubicBezTo>
                  <a:cubicBezTo>
                    <a:pt x="118" y="1262"/>
                    <a:pt x="117" y="1260"/>
                    <a:pt x="115" y="1258"/>
                  </a:cubicBezTo>
                  <a:cubicBezTo>
                    <a:pt x="112" y="1258"/>
                    <a:pt x="111" y="1255"/>
                    <a:pt x="110" y="1258"/>
                  </a:cubicBezTo>
                  <a:cubicBezTo>
                    <a:pt x="114" y="1261"/>
                    <a:pt x="115" y="1267"/>
                    <a:pt x="115" y="1273"/>
                  </a:cubicBezTo>
                  <a:close/>
                  <a:moveTo>
                    <a:pt x="427" y="1331"/>
                  </a:moveTo>
                  <a:cubicBezTo>
                    <a:pt x="427" y="1327"/>
                    <a:pt x="436" y="1326"/>
                    <a:pt x="430" y="1323"/>
                  </a:cubicBezTo>
                  <a:cubicBezTo>
                    <a:pt x="422" y="1329"/>
                    <a:pt x="427" y="1338"/>
                    <a:pt x="427" y="1331"/>
                  </a:cubicBezTo>
                  <a:close/>
                  <a:moveTo>
                    <a:pt x="402" y="1371"/>
                  </a:moveTo>
                  <a:cubicBezTo>
                    <a:pt x="394" y="1377"/>
                    <a:pt x="392" y="1390"/>
                    <a:pt x="385" y="1396"/>
                  </a:cubicBezTo>
                  <a:cubicBezTo>
                    <a:pt x="374" y="1414"/>
                    <a:pt x="363" y="1432"/>
                    <a:pt x="357" y="1454"/>
                  </a:cubicBezTo>
                  <a:cubicBezTo>
                    <a:pt x="353" y="1459"/>
                    <a:pt x="347" y="1461"/>
                    <a:pt x="347" y="1469"/>
                  </a:cubicBezTo>
                  <a:cubicBezTo>
                    <a:pt x="342" y="1473"/>
                    <a:pt x="341" y="1480"/>
                    <a:pt x="337" y="1485"/>
                  </a:cubicBezTo>
                  <a:cubicBezTo>
                    <a:pt x="333" y="1498"/>
                    <a:pt x="325" y="1508"/>
                    <a:pt x="322" y="1522"/>
                  </a:cubicBezTo>
                  <a:cubicBezTo>
                    <a:pt x="321" y="1526"/>
                    <a:pt x="319" y="1527"/>
                    <a:pt x="322" y="1530"/>
                  </a:cubicBezTo>
                  <a:cubicBezTo>
                    <a:pt x="319" y="1531"/>
                    <a:pt x="317" y="1533"/>
                    <a:pt x="317" y="1537"/>
                  </a:cubicBezTo>
                  <a:cubicBezTo>
                    <a:pt x="313" y="1542"/>
                    <a:pt x="314" y="1551"/>
                    <a:pt x="309" y="1555"/>
                  </a:cubicBezTo>
                  <a:cubicBezTo>
                    <a:pt x="307" y="1561"/>
                    <a:pt x="308" y="1570"/>
                    <a:pt x="304" y="1575"/>
                  </a:cubicBezTo>
                  <a:cubicBezTo>
                    <a:pt x="303" y="1580"/>
                    <a:pt x="298" y="1594"/>
                    <a:pt x="304" y="1598"/>
                  </a:cubicBezTo>
                  <a:cubicBezTo>
                    <a:pt x="320" y="1574"/>
                    <a:pt x="321" y="1536"/>
                    <a:pt x="337" y="1512"/>
                  </a:cubicBezTo>
                  <a:cubicBezTo>
                    <a:pt x="341" y="1497"/>
                    <a:pt x="349" y="1486"/>
                    <a:pt x="354" y="1472"/>
                  </a:cubicBezTo>
                  <a:cubicBezTo>
                    <a:pt x="359" y="1472"/>
                    <a:pt x="356" y="1463"/>
                    <a:pt x="359" y="1462"/>
                  </a:cubicBezTo>
                  <a:cubicBezTo>
                    <a:pt x="361" y="1458"/>
                    <a:pt x="363" y="1456"/>
                    <a:pt x="365" y="1452"/>
                  </a:cubicBezTo>
                  <a:cubicBezTo>
                    <a:pt x="369" y="1446"/>
                    <a:pt x="371" y="1438"/>
                    <a:pt x="372" y="1429"/>
                  </a:cubicBezTo>
                  <a:cubicBezTo>
                    <a:pt x="377" y="1429"/>
                    <a:pt x="374" y="1421"/>
                    <a:pt x="380" y="1422"/>
                  </a:cubicBezTo>
                  <a:cubicBezTo>
                    <a:pt x="381" y="1417"/>
                    <a:pt x="381" y="1411"/>
                    <a:pt x="385" y="1409"/>
                  </a:cubicBezTo>
                  <a:cubicBezTo>
                    <a:pt x="388" y="1401"/>
                    <a:pt x="392" y="1393"/>
                    <a:pt x="395" y="1384"/>
                  </a:cubicBezTo>
                  <a:cubicBezTo>
                    <a:pt x="401" y="1379"/>
                    <a:pt x="404" y="1371"/>
                    <a:pt x="407" y="1364"/>
                  </a:cubicBezTo>
                  <a:cubicBezTo>
                    <a:pt x="411" y="1361"/>
                    <a:pt x="412" y="1357"/>
                    <a:pt x="415" y="1354"/>
                  </a:cubicBezTo>
                  <a:cubicBezTo>
                    <a:pt x="414" y="1350"/>
                    <a:pt x="423" y="1344"/>
                    <a:pt x="417" y="1344"/>
                  </a:cubicBezTo>
                  <a:cubicBezTo>
                    <a:pt x="414" y="1355"/>
                    <a:pt x="403" y="1358"/>
                    <a:pt x="402" y="1371"/>
                  </a:cubicBezTo>
                  <a:close/>
                  <a:moveTo>
                    <a:pt x="483" y="1406"/>
                  </a:moveTo>
                  <a:cubicBezTo>
                    <a:pt x="475" y="1408"/>
                    <a:pt x="479" y="1423"/>
                    <a:pt x="470" y="1424"/>
                  </a:cubicBezTo>
                  <a:cubicBezTo>
                    <a:pt x="466" y="1429"/>
                    <a:pt x="467" y="1440"/>
                    <a:pt x="460" y="1442"/>
                  </a:cubicBezTo>
                  <a:cubicBezTo>
                    <a:pt x="460" y="1452"/>
                    <a:pt x="454" y="1456"/>
                    <a:pt x="450" y="1462"/>
                  </a:cubicBezTo>
                  <a:cubicBezTo>
                    <a:pt x="449" y="1483"/>
                    <a:pt x="435" y="1492"/>
                    <a:pt x="433" y="1512"/>
                  </a:cubicBezTo>
                  <a:cubicBezTo>
                    <a:pt x="425" y="1516"/>
                    <a:pt x="426" y="1527"/>
                    <a:pt x="422" y="1535"/>
                  </a:cubicBezTo>
                  <a:cubicBezTo>
                    <a:pt x="425" y="1543"/>
                    <a:pt x="419" y="1543"/>
                    <a:pt x="417" y="1547"/>
                  </a:cubicBezTo>
                  <a:cubicBezTo>
                    <a:pt x="425" y="1550"/>
                    <a:pt x="412" y="1551"/>
                    <a:pt x="415" y="1557"/>
                  </a:cubicBezTo>
                  <a:cubicBezTo>
                    <a:pt x="410" y="1558"/>
                    <a:pt x="413" y="1566"/>
                    <a:pt x="410" y="1568"/>
                  </a:cubicBezTo>
                  <a:cubicBezTo>
                    <a:pt x="412" y="1575"/>
                    <a:pt x="403" y="1572"/>
                    <a:pt x="405" y="1580"/>
                  </a:cubicBezTo>
                  <a:cubicBezTo>
                    <a:pt x="402" y="1583"/>
                    <a:pt x="402" y="1589"/>
                    <a:pt x="400" y="1593"/>
                  </a:cubicBezTo>
                  <a:cubicBezTo>
                    <a:pt x="398" y="1597"/>
                    <a:pt x="399" y="1603"/>
                    <a:pt x="395" y="1605"/>
                  </a:cubicBezTo>
                  <a:cubicBezTo>
                    <a:pt x="395" y="1616"/>
                    <a:pt x="389" y="1621"/>
                    <a:pt x="387" y="1630"/>
                  </a:cubicBezTo>
                  <a:cubicBezTo>
                    <a:pt x="386" y="1635"/>
                    <a:pt x="386" y="1641"/>
                    <a:pt x="382" y="1643"/>
                  </a:cubicBezTo>
                  <a:cubicBezTo>
                    <a:pt x="384" y="1648"/>
                    <a:pt x="375" y="1654"/>
                    <a:pt x="382" y="1656"/>
                  </a:cubicBezTo>
                  <a:cubicBezTo>
                    <a:pt x="386" y="1646"/>
                    <a:pt x="390" y="1637"/>
                    <a:pt x="395" y="1628"/>
                  </a:cubicBezTo>
                  <a:cubicBezTo>
                    <a:pt x="397" y="1623"/>
                    <a:pt x="401" y="1621"/>
                    <a:pt x="402" y="1615"/>
                  </a:cubicBezTo>
                  <a:cubicBezTo>
                    <a:pt x="402" y="1608"/>
                    <a:pt x="410" y="1608"/>
                    <a:pt x="407" y="1598"/>
                  </a:cubicBezTo>
                  <a:cubicBezTo>
                    <a:pt x="417" y="1594"/>
                    <a:pt x="412" y="1576"/>
                    <a:pt x="422" y="1573"/>
                  </a:cubicBezTo>
                  <a:cubicBezTo>
                    <a:pt x="425" y="1568"/>
                    <a:pt x="422" y="1559"/>
                    <a:pt x="430" y="1560"/>
                  </a:cubicBezTo>
                  <a:cubicBezTo>
                    <a:pt x="430" y="1552"/>
                    <a:pt x="430" y="1545"/>
                    <a:pt x="438" y="1545"/>
                  </a:cubicBezTo>
                  <a:cubicBezTo>
                    <a:pt x="436" y="1537"/>
                    <a:pt x="439" y="1533"/>
                    <a:pt x="440" y="1527"/>
                  </a:cubicBezTo>
                  <a:cubicBezTo>
                    <a:pt x="446" y="1526"/>
                    <a:pt x="443" y="1516"/>
                    <a:pt x="448" y="1515"/>
                  </a:cubicBezTo>
                  <a:cubicBezTo>
                    <a:pt x="450" y="1503"/>
                    <a:pt x="457" y="1495"/>
                    <a:pt x="460" y="1484"/>
                  </a:cubicBezTo>
                  <a:cubicBezTo>
                    <a:pt x="465" y="1483"/>
                    <a:pt x="462" y="1473"/>
                    <a:pt x="468" y="1472"/>
                  </a:cubicBezTo>
                  <a:cubicBezTo>
                    <a:pt x="469" y="1465"/>
                    <a:pt x="471" y="1460"/>
                    <a:pt x="475" y="1457"/>
                  </a:cubicBezTo>
                  <a:cubicBezTo>
                    <a:pt x="478" y="1446"/>
                    <a:pt x="485" y="1438"/>
                    <a:pt x="488" y="1427"/>
                  </a:cubicBezTo>
                  <a:cubicBezTo>
                    <a:pt x="492" y="1421"/>
                    <a:pt x="490" y="1410"/>
                    <a:pt x="493" y="1404"/>
                  </a:cubicBezTo>
                  <a:cubicBezTo>
                    <a:pt x="491" y="1399"/>
                    <a:pt x="496" y="1387"/>
                    <a:pt x="490" y="1386"/>
                  </a:cubicBezTo>
                  <a:cubicBezTo>
                    <a:pt x="490" y="1395"/>
                    <a:pt x="483" y="1398"/>
                    <a:pt x="483" y="1406"/>
                  </a:cubicBezTo>
                  <a:close/>
                  <a:moveTo>
                    <a:pt x="415" y="1444"/>
                  </a:moveTo>
                  <a:cubicBezTo>
                    <a:pt x="417" y="1454"/>
                    <a:pt x="421" y="1430"/>
                    <a:pt x="417" y="1439"/>
                  </a:cubicBezTo>
                  <a:cubicBezTo>
                    <a:pt x="417" y="1441"/>
                    <a:pt x="414" y="1440"/>
                    <a:pt x="415" y="1444"/>
                  </a:cubicBezTo>
                  <a:close/>
                  <a:moveTo>
                    <a:pt x="402" y="1477"/>
                  </a:moveTo>
                  <a:cubicBezTo>
                    <a:pt x="397" y="1479"/>
                    <a:pt x="396" y="1484"/>
                    <a:pt x="395" y="1490"/>
                  </a:cubicBezTo>
                  <a:cubicBezTo>
                    <a:pt x="400" y="1488"/>
                    <a:pt x="398" y="1478"/>
                    <a:pt x="405" y="1477"/>
                  </a:cubicBezTo>
                  <a:cubicBezTo>
                    <a:pt x="403" y="1470"/>
                    <a:pt x="408" y="1470"/>
                    <a:pt x="407" y="1464"/>
                  </a:cubicBezTo>
                  <a:cubicBezTo>
                    <a:pt x="409" y="1464"/>
                    <a:pt x="410" y="1462"/>
                    <a:pt x="410" y="1459"/>
                  </a:cubicBezTo>
                  <a:cubicBezTo>
                    <a:pt x="410" y="1456"/>
                    <a:pt x="413" y="1455"/>
                    <a:pt x="410" y="1454"/>
                  </a:cubicBezTo>
                  <a:cubicBezTo>
                    <a:pt x="407" y="1461"/>
                    <a:pt x="402" y="1467"/>
                    <a:pt x="402" y="1477"/>
                  </a:cubicBezTo>
                  <a:close/>
                  <a:moveTo>
                    <a:pt x="470" y="1484"/>
                  </a:moveTo>
                  <a:cubicBezTo>
                    <a:pt x="470" y="1498"/>
                    <a:pt x="461" y="1502"/>
                    <a:pt x="460" y="1515"/>
                  </a:cubicBezTo>
                  <a:cubicBezTo>
                    <a:pt x="437" y="1576"/>
                    <a:pt x="431" y="1575"/>
                    <a:pt x="430" y="1580"/>
                  </a:cubicBezTo>
                  <a:cubicBezTo>
                    <a:pt x="411" y="1635"/>
                    <a:pt x="400" y="1637"/>
                    <a:pt x="397" y="1648"/>
                  </a:cubicBezTo>
                  <a:cubicBezTo>
                    <a:pt x="386" y="1684"/>
                    <a:pt x="383" y="1687"/>
                    <a:pt x="382" y="1693"/>
                  </a:cubicBezTo>
                  <a:cubicBezTo>
                    <a:pt x="371" y="1730"/>
                    <a:pt x="371" y="1738"/>
                    <a:pt x="367" y="1741"/>
                  </a:cubicBezTo>
                  <a:cubicBezTo>
                    <a:pt x="361" y="1788"/>
                    <a:pt x="357" y="1799"/>
                    <a:pt x="362" y="1799"/>
                  </a:cubicBezTo>
                  <a:cubicBezTo>
                    <a:pt x="379" y="1754"/>
                    <a:pt x="376" y="1747"/>
                    <a:pt x="380" y="1746"/>
                  </a:cubicBezTo>
                  <a:cubicBezTo>
                    <a:pt x="391" y="1697"/>
                    <a:pt x="403" y="1699"/>
                    <a:pt x="400" y="1688"/>
                  </a:cubicBezTo>
                  <a:cubicBezTo>
                    <a:pt x="430" y="1632"/>
                    <a:pt x="427" y="1621"/>
                    <a:pt x="433" y="1618"/>
                  </a:cubicBezTo>
                  <a:cubicBezTo>
                    <a:pt x="459" y="1557"/>
                    <a:pt x="462" y="1552"/>
                    <a:pt x="465" y="1547"/>
                  </a:cubicBezTo>
                  <a:cubicBezTo>
                    <a:pt x="482" y="1493"/>
                    <a:pt x="477" y="1484"/>
                    <a:pt x="483" y="1484"/>
                  </a:cubicBezTo>
                  <a:close/>
                  <a:moveTo>
                    <a:pt x="166" y="1522"/>
                  </a:moveTo>
                  <a:cubicBezTo>
                    <a:pt x="169" y="1533"/>
                    <a:pt x="177" y="1538"/>
                    <a:pt x="181" y="1548"/>
                  </a:cubicBezTo>
                  <a:cubicBezTo>
                    <a:pt x="187" y="1555"/>
                    <a:pt x="191" y="1564"/>
                    <a:pt x="199" y="1570"/>
                  </a:cubicBezTo>
                  <a:cubicBezTo>
                    <a:pt x="197" y="1578"/>
                    <a:pt x="205" y="1577"/>
                    <a:pt x="206" y="1583"/>
                  </a:cubicBezTo>
                  <a:cubicBezTo>
                    <a:pt x="209" y="1583"/>
                    <a:pt x="208" y="1587"/>
                    <a:pt x="211" y="1588"/>
                  </a:cubicBezTo>
                  <a:cubicBezTo>
                    <a:pt x="210" y="1593"/>
                    <a:pt x="215" y="1593"/>
                    <a:pt x="216" y="1595"/>
                  </a:cubicBezTo>
                  <a:cubicBezTo>
                    <a:pt x="220" y="1604"/>
                    <a:pt x="227" y="1611"/>
                    <a:pt x="234" y="1618"/>
                  </a:cubicBezTo>
                  <a:cubicBezTo>
                    <a:pt x="240" y="1626"/>
                    <a:pt x="247" y="1633"/>
                    <a:pt x="254" y="1641"/>
                  </a:cubicBezTo>
                  <a:cubicBezTo>
                    <a:pt x="260" y="1648"/>
                    <a:pt x="265" y="1657"/>
                    <a:pt x="272" y="1663"/>
                  </a:cubicBezTo>
                  <a:cubicBezTo>
                    <a:pt x="275" y="1667"/>
                    <a:pt x="278" y="1670"/>
                    <a:pt x="282" y="1673"/>
                  </a:cubicBezTo>
                  <a:cubicBezTo>
                    <a:pt x="283" y="1680"/>
                    <a:pt x="288" y="1682"/>
                    <a:pt x="292" y="1686"/>
                  </a:cubicBezTo>
                  <a:cubicBezTo>
                    <a:pt x="293" y="1695"/>
                    <a:pt x="300" y="1698"/>
                    <a:pt x="302" y="1706"/>
                  </a:cubicBezTo>
                  <a:cubicBezTo>
                    <a:pt x="309" y="1709"/>
                    <a:pt x="309" y="1719"/>
                    <a:pt x="317" y="1721"/>
                  </a:cubicBezTo>
                  <a:cubicBezTo>
                    <a:pt x="317" y="1715"/>
                    <a:pt x="317" y="1709"/>
                    <a:pt x="314" y="1706"/>
                  </a:cubicBezTo>
                  <a:cubicBezTo>
                    <a:pt x="311" y="1705"/>
                    <a:pt x="313" y="1703"/>
                    <a:pt x="314" y="1701"/>
                  </a:cubicBezTo>
                  <a:cubicBezTo>
                    <a:pt x="311" y="1701"/>
                    <a:pt x="312" y="1697"/>
                    <a:pt x="312" y="1693"/>
                  </a:cubicBezTo>
                  <a:cubicBezTo>
                    <a:pt x="303" y="1693"/>
                    <a:pt x="307" y="1680"/>
                    <a:pt x="299" y="1678"/>
                  </a:cubicBezTo>
                  <a:cubicBezTo>
                    <a:pt x="302" y="1670"/>
                    <a:pt x="291" y="1676"/>
                    <a:pt x="294" y="1668"/>
                  </a:cubicBezTo>
                  <a:cubicBezTo>
                    <a:pt x="293" y="1665"/>
                    <a:pt x="290" y="1662"/>
                    <a:pt x="287" y="1661"/>
                  </a:cubicBezTo>
                  <a:cubicBezTo>
                    <a:pt x="281" y="1646"/>
                    <a:pt x="269" y="1638"/>
                    <a:pt x="264" y="1623"/>
                  </a:cubicBezTo>
                  <a:cubicBezTo>
                    <a:pt x="254" y="1618"/>
                    <a:pt x="249" y="1607"/>
                    <a:pt x="241" y="1600"/>
                  </a:cubicBezTo>
                  <a:cubicBezTo>
                    <a:pt x="239" y="1595"/>
                    <a:pt x="235" y="1592"/>
                    <a:pt x="231" y="1588"/>
                  </a:cubicBezTo>
                  <a:cubicBezTo>
                    <a:pt x="227" y="1584"/>
                    <a:pt x="225" y="1577"/>
                    <a:pt x="219" y="1575"/>
                  </a:cubicBezTo>
                  <a:cubicBezTo>
                    <a:pt x="215" y="1571"/>
                    <a:pt x="210" y="1568"/>
                    <a:pt x="209" y="1563"/>
                  </a:cubicBezTo>
                  <a:cubicBezTo>
                    <a:pt x="203" y="1560"/>
                    <a:pt x="199" y="1555"/>
                    <a:pt x="196" y="1550"/>
                  </a:cubicBezTo>
                  <a:cubicBezTo>
                    <a:pt x="188" y="1542"/>
                    <a:pt x="180" y="1534"/>
                    <a:pt x="171" y="1527"/>
                  </a:cubicBezTo>
                  <a:cubicBezTo>
                    <a:pt x="171" y="1518"/>
                    <a:pt x="164" y="1516"/>
                    <a:pt x="161" y="1510"/>
                  </a:cubicBezTo>
                  <a:cubicBezTo>
                    <a:pt x="160" y="1506"/>
                    <a:pt x="157" y="1506"/>
                    <a:pt x="156" y="1502"/>
                  </a:cubicBezTo>
                  <a:cubicBezTo>
                    <a:pt x="152" y="1504"/>
                    <a:pt x="150" y="1492"/>
                    <a:pt x="148" y="1500"/>
                  </a:cubicBezTo>
                  <a:cubicBezTo>
                    <a:pt x="157" y="1504"/>
                    <a:pt x="157" y="1518"/>
                    <a:pt x="166" y="1522"/>
                  </a:cubicBezTo>
                  <a:close/>
                  <a:moveTo>
                    <a:pt x="465" y="1575"/>
                  </a:moveTo>
                  <a:cubicBezTo>
                    <a:pt x="457" y="1583"/>
                    <a:pt x="454" y="1598"/>
                    <a:pt x="448" y="1608"/>
                  </a:cubicBezTo>
                  <a:cubicBezTo>
                    <a:pt x="445" y="1613"/>
                    <a:pt x="444" y="1620"/>
                    <a:pt x="440" y="1625"/>
                  </a:cubicBezTo>
                  <a:cubicBezTo>
                    <a:pt x="437" y="1631"/>
                    <a:pt x="440" y="1642"/>
                    <a:pt x="433" y="1643"/>
                  </a:cubicBezTo>
                  <a:cubicBezTo>
                    <a:pt x="434" y="1653"/>
                    <a:pt x="426" y="1653"/>
                    <a:pt x="425" y="1661"/>
                  </a:cubicBezTo>
                  <a:cubicBezTo>
                    <a:pt x="424" y="1668"/>
                    <a:pt x="419" y="1671"/>
                    <a:pt x="418" y="1678"/>
                  </a:cubicBezTo>
                  <a:cubicBezTo>
                    <a:pt x="414" y="1683"/>
                    <a:pt x="413" y="1690"/>
                    <a:pt x="410" y="1696"/>
                  </a:cubicBezTo>
                  <a:cubicBezTo>
                    <a:pt x="405" y="1696"/>
                    <a:pt x="411" y="1700"/>
                    <a:pt x="407" y="1701"/>
                  </a:cubicBezTo>
                  <a:cubicBezTo>
                    <a:pt x="407" y="1704"/>
                    <a:pt x="404" y="1705"/>
                    <a:pt x="407" y="1708"/>
                  </a:cubicBezTo>
                  <a:cubicBezTo>
                    <a:pt x="401" y="1710"/>
                    <a:pt x="401" y="1719"/>
                    <a:pt x="397" y="1724"/>
                  </a:cubicBezTo>
                  <a:cubicBezTo>
                    <a:pt x="399" y="1734"/>
                    <a:pt x="389" y="1732"/>
                    <a:pt x="392" y="1744"/>
                  </a:cubicBezTo>
                  <a:cubicBezTo>
                    <a:pt x="390" y="1749"/>
                    <a:pt x="388" y="1756"/>
                    <a:pt x="385" y="1761"/>
                  </a:cubicBezTo>
                  <a:cubicBezTo>
                    <a:pt x="384" y="1766"/>
                    <a:pt x="376" y="1775"/>
                    <a:pt x="382" y="1779"/>
                  </a:cubicBezTo>
                  <a:cubicBezTo>
                    <a:pt x="389" y="1772"/>
                    <a:pt x="391" y="1760"/>
                    <a:pt x="395" y="1751"/>
                  </a:cubicBezTo>
                  <a:cubicBezTo>
                    <a:pt x="398" y="1741"/>
                    <a:pt x="404" y="1733"/>
                    <a:pt x="405" y="1721"/>
                  </a:cubicBezTo>
                  <a:cubicBezTo>
                    <a:pt x="421" y="1704"/>
                    <a:pt x="428" y="1679"/>
                    <a:pt x="443" y="1661"/>
                  </a:cubicBezTo>
                  <a:cubicBezTo>
                    <a:pt x="445" y="1648"/>
                    <a:pt x="451" y="1638"/>
                    <a:pt x="455" y="1628"/>
                  </a:cubicBezTo>
                  <a:cubicBezTo>
                    <a:pt x="459" y="1624"/>
                    <a:pt x="459" y="1616"/>
                    <a:pt x="463" y="1613"/>
                  </a:cubicBezTo>
                  <a:cubicBezTo>
                    <a:pt x="463" y="1609"/>
                    <a:pt x="464" y="1607"/>
                    <a:pt x="465" y="1605"/>
                  </a:cubicBezTo>
                  <a:cubicBezTo>
                    <a:pt x="469" y="1605"/>
                    <a:pt x="467" y="1598"/>
                    <a:pt x="470" y="1598"/>
                  </a:cubicBezTo>
                  <a:cubicBezTo>
                    <a:pt x="468" y="1588"/>
                    <a:pt x="478" y="1590"/>
                    <a:pt x="475" y="1580"/>
                  </a:cubicBezTo>
                  <a:cubicBezTo>
                    <a:pt x="476" y="1573"/>
                    <a:pt x="480" y="1570"/>
                    <a:pt x="480" y="1562"/>
                  </a:cubicBezTo>
                  <a:cubicBezTo>
                    <a:pt x="485" y="1559"/>
                    <a:pt x="482" y="1549"/>
                    <a:pt x="485" y="1545"/>
                  </a:cubicBezTo>
                  <a:cubicBezTo>
                    <a:pt x="489" y="1540"/>
                    <a:pt x="488" y="1530"/>
                    <a:pt x="490" y="1525"/>
                  </a:cubicBezTo>
                  <a:cubicBezTo>
                    <a:pt x="490" y="1522"/>
                    <a:pt x="490" y="1520"/>
                    <a:pt x="490" y="1517"/>
                  </a:cubicBezTo>
                  <a:cubicBezTo>
                    <a:pt x="490" y="1514"/>
                    <a:pt x="494" y="1513"/>
                    <a:pt x="490" y="1512"/>
                  </a:cubicBezTo>
                  <a:cubicBezTo>
                    <a:pt x="489" y="1508"/>
                    <a:pt x="493" y="1497"/>
                    <a:pt x="488" y="1497"/>
                  </a:cubicBezTo>
                  <a:cubicBezTo>
                    <a:pt x="484" y="1527"/>
                    <a:pt x="474" y="1550"/>
                    <a:pt x="465" y="1575"/>
                  </a:cubicBezTo>
                  <a:close/>
                  <a:moveTo>
                    <a:pt x="337" y="1693"/>
                  </a:moveTo>
                  <a:cubicBezTo>
                    <a:pt x="336" y="1689"/>
                    <a:pt x="340" y="1688"/>
                    <a:pt x="340" y="1683"/>
                  </a:cubicBezTo>
                  <a:cubicBezTo>
                    <a:pt x="340" y="1680"/>
                    <a:pt x="339" y="1674"/>
                    <a:pt x="342" y="1673"/>
                  </a:cubicBezTo>
                  <a:cubicBezTo>
                    <a:pt x="337" y="1663"/>
                    <a:pt x="347" y="1649"/>
                    <a:pt x="347" y="1636"/>
                  </a:cubicBezTo>
                  <a:cubicBezTo>
                    <a:pt x="350" y="1635"/>
                    <a:pt x="350" y="1632"/>
                    <a:pt x="350" y="1628"/>
                  </a:cubicBezTo>
                  <a:cubicBezTo>
                    <a:pt x="350" y="1625"/>
                    <a:pt x="353" y="1623"/>
                    <a:pt x="352" y="1618"/>
                  </a:cubicBezTo>
                  <a:cubicBezTo>
                    <a:pt x="356" y="1613"/>
                    <a:pt x="354" y="1604"/>
                    <a:pt x="357" y="1598"/>
                  </a:cubicBezTo>
                  <a:cubicBezTo>
                    <a:pt x="359" y="1591"/>
                    <a:pt x="360" y="1584"/>
                    <a:pt x="365" y="1580"/>
                  </a:cubicBezTo>
                  <a:cubicBezTo>
                    <a:pt x="369" y="1576"/>
                    <a:pt x="366" y="1565"/>
                    <a:pt x="372" y="1563"/>
                  </a:cubicBezTo>
                  <a:cubicBezTo>
                    <a:pt x="372" y="1557"/>
                    <a:pt x="372" y="1552"/>
                    <a:pt x="372" y="1547"/>
                  </a:cubicBezTo>
                  <a:cubicBezTo>
                    <a:pt x="380" y="1547"/>
                    <a:pt x="370" y="1537"/>
                    <a:pt x="372" y="1547"/>
                  </a:cubicBezTo>
                  <a:cubicBezTo>
                    <a:pt x="368" y="1551"/>
                    <a:pt x="369" y="1560"/>
                    <a:pt x="365" y="1563"/>
                  </a:cubicBezTo>
                  <a:cubicBezTo>
                    <a:pt x="363" y="1568"/>
                    <a:pt x="362" y="1575"/>
                    <a:pt x="360" y="1580"/>
                  </a:cubicBezTo>
                  <a:cubicBezTo>
                    <a:pt x="356" y="1584"/>
                    <a:pt x="357" y="1593"/>
                    <a:pt x="352" y="1595"/>
                  </a:cubicBezTo>
                  <a:cubicBezTo>
                    <a:pt x="352" y="1604"/>
                    <a:pt x="349" y="1609"/>
                    <a:pt x="345" y="1613"/>
                  </a:cubicBezTo>
                  <a:cubicBezTo>
                    <a:pt x="342" y="1647"/>
                    <a:pt x="327" y="1669"/>
                    <a:pt x="330" y="1708"/>
                  </a:cubicBezTo>
                  <a:cubicBezTo>
                    <a:pt x="338" y="1709"/>
                    <a:pt x="334" y="1698"/>
                    <a:pt x="337" y="1693"/>
                  </a:cubicBezTo>
                  <a:close/>
                  <a:moveTo>
                    <a:pt x="299" y="1623"/>
                  </a:moveTo>
                  <a:cubicBezTo>
                    <a:pt x="299" y="1618"/>
                    <a:pt x="306" y="1608"/>
                    <a:pt x="299" y="1605"/>
                  </a:cubicBezTo>
                  <a:cubicBezTo>
                    <a:pt x="299" y="1610"/>
                    <a:pt x="292" y="1620"/>
                    <a:pt x="299" y="1623"/>
                  </a:cubicBezTo>
                  <a:close/>
                  <a:moveTo>
                    <a:pt x="372" y="1678"/>
                  </a:moveTo>
                  <a:cubicBezTo>
                    <a:pt x="367" y="1681"/>
                    <a:pt x="371" y="1692"/>
                    <a:pt x="365" y="1693"/>
                  </a:cubicBezTo>
                  <a:cubicBezTo>
                    <a:pt x="366" y="1702"/>
                    <a:pt x="363" y="1705"/>
                    <a:pt x="362" y="1711"/>
                  </a:cubicBezTo>
                  <a:cubicBezTo>
                    <a:pt x="363" y="1715"/>
                    <a:pt x="355" y="1724"/>
                    <a:pt x="362" y="1726"/>
                  </a:cubicBezTo>
                  <a:cubicBezTo>
                    <a:pt x="367" y="1717"/>
                    <a:pt x="364" y="1701"/>
                    <a:pt x="372" y="1696"/>
                  </a:cubicBezTo>
                  <a:cubicBezTo>
                    <a:pt x="370" y="1686"/>
                    <a:pt x="375" y="1684"/>
                    <a:pt x="375" y="1676"/>
                  </a:cubicBezTo>
                  <a:cubicBezTo>
                    <a:pt x="375" y="1672"/>
                    <a:pt x="386" y="1660"/>
                    <a:pt x="375" y="1661"/>
                  </a:cubicBezTo>
                  <a:cubicBezTo>
                    <a:pt x="376" y="1669"/>
                    <a:pt x="370" y="1670"/>
                    <a:pt x="372" y="1678"/>
                  </a:cubicBezTo>
                  <a:close/>
                  <a:moveTo>
                    <a:pt x="352" y="1776"/>
                  </a:moveTo>
                  <a:cubicBezTo>
                    <a:pt x="352" y="1773"/>
                    <a:pt x="352" y="1770"/>
                    <a:pt x="352" y="1766"/>
                  </a:cubicBezTo>
                  <a:cubicBezTo>
                    <a:pt x="350" y="1766"/>
                    <a:pt x="347" y="1766"/>
                    <a:pt x="345" y="1766"/>
                  </a:cubicBezTo>
                  <a:cubicBezTo>
                    <a:pt x="346" y="1771"/>
                    <a:pt x="346" y="1777"/>
                    <a:pt x="352" y="1776"/>
                  </a:cubicBezTo>
                  <a:close/>
                  <a:moveTo>
                    <a:pt x="375" y="1804"/>
                  </a:moveTo>
                  <a:cubicBezTo>
                    <a:pt x="376" y="1799"/>
                    <a:pt x="383" y="1788"/>
                    <a:pt x="377" y="1784"/>
                  </a:cubicBezTo>
                  <a:cubicBezTo>
                    <a:pt x="378" y="1791"/>
                    <a:pt x="368" y="1799"/>
                    <a:pt x="375" y="1804"/>
                  </a:cubicBezTo>
                  <a:close/>
                </a:path>
              </a:pathLst>
            </a:custGeom>
            <a:solidFill>
              <a:srgbClr val="d0cdbb">
                <a:alpha val="75000"/>
              </a:srgbClr>
            </a:solidFill>
            <a:ln w="0">
              <a:noFill/>
            </a:ln>
          </p:spPr>
          <p:style>
            <a:lnRef idx="0"/>
            <a:fillRef idx="0"/>
            <a:effectRef idx="0"/>
            <a:fontRef idx="minor"/>
          </p:style>
          <p:txBody>
            <a:bodyPr tIns="91440" bIns="91440" anchor="ctr">
              <a:noAutofit/>
            </a:bodyPr>
            <a:p>
              <a:pPr>
                <a:lnSpc>
                  <a:spcPct val="100000"/>
                </a:lnSpc>
                <a:tabLst>
                  <a:tab algn="l" pos="0"/>
                </a:tabLst>
              </a:pPr>
              <a:endParaRPr b="0" lang="en-US" sz="1400" spc="-1" strike="noStrike">
                <a:solidFill>
                  <a:srgbClr val="000000"/>
                </a:solidFill>
                <a:latin typeface="Arial"/>
                <a:ea typeface="Arial"/>
              </a:endParaRPr>
            </a:p>
          </p:txBody>
        </p:sp>
        <p:sp>
          <p:nvSpPr>
            <p:cNvPr id="35" name="Google Shape;53;p13"/>
            <p:cNvSpPr/>
            <p:nvPr/>
          </p:nvSpPr>
          <p:spPr>
            <a:xfrm>
              <a:off x="907920" y="1528200"/>
              <a:ext cx="2507760" cy="3231000"/>
            </a:xfrm>
            <a:custGeom>
              <a:avLst/>
              <a:gdLst>
                <a:gd name="textAreaLeft" fmla="*/ 0 w 2507760"/>
                <a:gd name="textAreaRight" fmla="*/ 2508120 w 2507760"/>
                <a:gd name="textAreaTop" fmla="*/ 0 h 3231000"/>
                <a:gd name="textAreaBottom" fmla="*/ 3231360 h 3231000"/>
              </a:gdLst>
              <a:ahLst/>
              <a:rect l="textAreaLeft" t="textAreaTop" r="textAreaRight" b="textAreaBottom"/>
              <a:pathLst>
                <a:path w="869" h="1495">
                  <a:moveTo>
                    <a:pt x="865" y="156"/>
                  </a:moveTo>
                  <a:cubicBezTo>
                    <a:pt x="856" y="165"/>
                    <a:pt x="851" y="173"/>
                    <a:pt x="844" y="182"/>
                  </a:cubicBezTo>
                  <a:cubicBezTo>
                    <a:pt x="804" y="216"/>
                    <a:pt x="802" y="216"/>
                    <a:pt x="800" y="216"/>
                  </a:cubicBezTo>
                  <a:cubicBezTo>
                    <a:pt x="775" y="232"/>
                    <a:pt x="768" y="237"/>
                    <a:pt x="760" y="239"/>
                  </a:cubicBezTo>
                  <a:cubicBezTo>
                    <a:pt x="699" y="279"/>
                    <a:pt x="696" y="275"/>
                    <a:pt x="693" y="278"/>
                  </a:cubicBezTo>
                  <a:cubicBezTo>
                    <a:pt x="706" y="270"/>
                    <a:pt x="707" y="266"/>
                    <a:pt x="714" y="263"/>
                  </a:cubicBezTo>
                  <a:cubicBezTo>
                    <a:pt x="766" y="230"/>
                    <a:pt x="774" y="225"/>
                    <a:pt x="782" y="219"/>
                  </a:cubicBezTo>
                  <a:cubicBezTo>
                    <a:pt x="830" y="181"/>
                    <a:pt x="830" y="177"/>
                    <a:pt x="834" y="174"/>
                  </a:cubicBezTo>
                  <a:cubicBezTo>
                    <a:pt x="831" y="170"/>
                    <a:pt x="831" y="178"/>
                    <a:pt x="827" y="175"/>
                  </a:cubicBezTo>
                  <a:cubicBezTo>
                    <a:pt x="792" y="205"/>
                    <a:pt x="784" y="209"/>
                    <a:pt x="783" y="213"/>
                  </a:cubicBezTo>
                  <a:cubicBezTo>
                    <a:pt x="763" y="227"/>
                    <a:pt x="760" y="223"/>
                    <a:pt x="757" y="227"/>
                  </a:cubicBezTo>
                  <a:cubicBezTo>
                    <a:pt x="776" y="212"/>
                    <a:pt x="774" y="208"/>
                    <a:pt x="780" y="206"/>
                  </a:cubicBezTo>
                  <a:cubicBezTo>
                    <a:pt x="824" y="164"/>
                    <a:pt x="830" y="160"/>
                    <a:pt x="833" y="155"/>
                  </a:cubicBezTo>
                  <a:cubicBezTo>
                    <a:pt x="806" y="176"/>
                    <a:pt x="797" y="184"/>
                    <a:pt x="788" y="193"/>
                  </a:cubicBezTo>
                  <a:cubicBezTo>
                    <a:pt x="731" y="226"/>
                    <a:pt x="724" y="237"/>
                    <a:pt x="720" y="234"/>
                  </a:cubicBezTo>
                  <a:cubicBezTo>
                    <a:pt x="766" y="194"/>
                    <a:pt x="786" y="180"/>
                    <a:pt x="803" y="159"/>
                  </a:cubicBezTo>
                  <a:cubicBezTo>
                    <a:pt x="785" y="170"/>
                    <a:pt x="775" y="180"/>
                    <a:pt x="763" y="188"/>
                  </a:cubicBezTo>
                  <a:cubicBezTo>
                    <a:pt x="736" y="208"/>
                    <a:pt x="735" y="202"/>
                    <a:pt x="737" y="200"/>
                  </a:cubicBezTo>
                  <a:cubicBezTo>
                    <a:pt x="749" y="181"/>
                    <a:pt x="754" y="177"/>
                    <a:pt x="756" y="172"/>
                  </a:cubicBezTo>
                  <a:cubicBezTo>
                    <a:pt x="787" y="134"/>
                    <a:pt x="791" y="136"/>
                    <a:pt x="790" y="130"/>
                  </a:cubicBezTo>
                  <a:cubicBezTo>
                    <a:pt x="769" y="150"/>
                    <a:pt x="765" y="152"/>
                    <a:pt x="766" y="155"/>
                  </a:cubicBezTo>
                  <a:cubicBezTo>
                    <a:pt x="746" y="174"/>
                    <a:pt x="746" y="170"/>
                    <a:pt x="746" y="169"/>
                  </a:cubicBezTo>
                  <a:cubicBezTo>
                    <a:pt x="748" y="164"/>
                    <a:pt x="752" y="160"/>
                    <a:pt x="752" y="160"/>
                  </a:cubicBezTo>
                  <a:cubicBezTo>
                    <a:pt x="764" y="139"/>
                    <a:pt x="770" y="129"/>
                    <a:pt x="777" y="119"/>
                  </a:cubicBezTo>
                  <a:cubicBezTo>
                    <a:pt x="800" y="82"/>
                    <a:pt x="812" y="81"/>
                    <a:pt x="808" y="77"/>
                  </a:cubicBezTo>
                  <a:cubicBezTo>
                    <a:pt x="770" y="123"/>
                    <a:pt x="765" y="125"/>
                    <a:pt x="763" y="127"/>
                  </a:cubicBezTo>
                  <a:cubicBezTo>
                    <a:pt x="747" y="156"/>
                    <a:pt x="743" y="161"/>
                    <a:pt x="740" y="166"/>
                  </a:cubicBezTo>
                  <a:cubicBezTo>
                    <a:pt x="744" y="144"/>
                    <a:pt x="749" y="134"/>
                    <a:pt x="753" y="124"/>
                  </a:cubicBezTo>
                  <a:cubicBezTo>
                    <a:pt x="782" y="79"/>
                    <a:pt x="781" y="77"/>
                    <a:pt x="784" y="75"/>
                  </a:cubicBezTo>
                  <a:cubicBezTo>
                    <a:pt x="769" y="89"/>
                    <a:pt x="765" y="92"/>
                    <a:pt x="765" y="96"/>
                  </a:cubicBezTo>
                  <a:cubicBezTo>
                    <a:pt x="728" y="162"/>
                    <a:pt x="722" y="177"/>
                    <a:pt x="718" y="191"/>
                  </a:cubicBezTo>
                  <a:cubicBezTo>
                    <a:pt x="710" y="205"/>
                    <a:pt x="719" y="210"/>
                    <a:pt x="712" y="213"/>
                  </a:cubicBezTo>
                  <a:cubicBezTo>
                    <a:pt x="703" y="240"/>
                    <a:pt x="708" y="247"/>
                    <a:pt x="697" y="251"/>
                  </a:cubicBezTo>
                  <a:cubicBezTo>
                    <a:pt x="699" y="232"/>
                    <a:pt x="702" y="230"/>
                    <a:pt x="701" y="228"/>
                  </a:cubicBezTo>
                  <a:cubicBezTo>
                    <a:pt x="714" y="177"/>
                    <a:pt x="714" y="170"/>
                    <a:pt x="714" y="162"/>
                  </a:cubicBezTo>
                  <a:cubicBezTo>
                    <a:pt x="735" y="103"/>
                    <a:pt x="740" y="88"/>
                    <a:pt x="749" y="73"/>
                  </a:cubicBezTo>
                  <a:cubicBezTo>
                    <a:pt x="757" y="53"/>
                    <a:pt x="753" y="62"/>
                    <a:pt x="744" y="70"/>
                  </a:cubicBezTo>
                  <a:cubicBezTo>
                    <a:pt x="727" y="107"/>
                    <a:pt x="722" y="112"/>
                    <a:pt x="722" y="118"/>
                  </a:cubicBezTo>
                  <a:cubicBezTo>
                    <a:pt x="706" y="172"/>
                    <a:pt x="705" y="175"/>
                    <a:pt x="703" y="177"/>
                  </a:cubicBezTo>
                  <a:cubicBezTo>
                    <a:pt x="696" y="206"/>
                    <a:pt x="696" y="209"/>
                    <a:pt x="696" y="212"/>
                  </a:cubicBezTo>
                  <a:cubicBezTo>
                    <a:pt x="687" y="247"/>
                    <a:pt x="685" y="253"/>
                    <a:pt x="684" y="260"/>
                  </a:cubicBezTo>
                  <a:cubicBezTo>
                    <a:pt x="671" y="275"/>
                    <a:pt x="673" y="272"/>
                    <a:pt x="677" y="270"/>
                  </a:cubicBezTo>
                  <a:cubicBezTo>
                    <a:pt x="682" y="240"/>
                    <a:pt x="681" y="234"/>
                    <a:pt x="684" y="229"/>
                  </a:cubicBezTo>
                  <a:cubicBezTo>
                    <a:pt x="694" y="189"/>
                    <a:pt x="690" y="182"/>
                    <a:pt x="693" y="177"/>
                  </a:cubicBezTo>
                  <a:cubicBezTo>
                    <a:pt x="706" y="119"/>
                    <a:pt x="707" y="113"/>
                    <a:pt x="709" y="107"/>
                  </a:cubicBezTo>
                  <a:cubicBezTo>
                    <a:pt x="721" y="64"/>
                    <a:pt x="727" y="59"/>
                    <a:pt x="729" y="53"/>
                  </a:cubicBezTo>
                  <a:cubicBezTo>
                    <a:pt x="751" y="15"/>
                    <a:pt x="760" y="13"/>
                    <a:pt x="759" y="10"/>
                  </a:cubicBezTo>
                  <a:cubicBezTo>
                    <a:pt x="752" y="12"/>
                    <a:pt x="750" y="14"/>
                    <a:pt x="749" y="17"/>
                  </a:cubicBezTo>
                  <a:cubicBezTo>
                    <a:pt x="722" y="50"/>
                    <a:pt x="719" y="46"/>
                    <a:pt x="715" y="51"/>
                  </a:cubicBezTo>
                  <a:cubicBezTo>
                    <a:pt x="696" y="86"/>
                    <a:pt x="689" y="94"/>
                    <a:pt x="687" y="103"/>
                  </a:cubicBezTo>
                  <a:cubicBezTo>
                    <a:pt x="667" y="145"/>
                    <a:pt x="670" y="146"/>
                    <a:pt x="670" y="148"/>
                  </a:cubicBezTo>
                  <a:cubicBezTo>
                    <a:pt x="662" y="166"/>
                    <a:pt x="660" y="175"/>
                    <a:pt x="659" y="185"/>
                  </a:cubicBezTo>
                  <a:cubicBezTo>
                    <a:pt x="655" y="217"/>
                    <a:pt x="655" y="222"/>
                    <a:pt x="653" y="226"/>
                  </a:cubicBezTo>
                  <a:cubicBezTo>
                    <a:pt x="646" y="259"/>
                    <a:pt x="650" y="265"/>
                    <a:pt x="650" y="270"/>
                  </a:cubicBezTo>
                  <a:cubicBezTo>
                    <a:pt x="632" y="316"/>
                    <a:pt x="637" y="319"/>
                    <a:pt x="630" y="321"/>
                  </a:cubicBezTo>
                  <a:cubicBezTo>
                    <a:pt x="630" y="285"/>
                    <a:pt x="633" y="283"/>
                    <a:pt x="633" y="280"/>
                  </a:cubicBezTo>
                  <a:cubicBezTo>
                    <a:pt x="637" y="248"/>
                    <a:pt x="637" y="243"/>
                    <a:pt x="639" y="238"/>
                  </a:cubicBezTo>
                  <a:cubicBezTo>
                    <a:pt x="639" y="222"/>
                    <a:pt x="641" y="220"/>
                    <a:pt x="641" y="217"/>
                  </a:cubicBezTo>
                  <a:cubicBezTo>
                    <a:pt x="649" y="175"/>
                    <a:pt x="652" y="166"/>
                    <a:pt x="654" y="157"/>
                  </a:cubicBezTo>
                  <a:cubicBezTo>
                    <a:pt x="673" y="112"/>
                    <a:pt x="670" y="107"/>
                    <a:pt x="677" y="103"/>
                  </a:cubicBezTo>
                  <a:cubicBezTo>
                    <a:pt x="690" y="65"/>
                    <a:pt x="699" y="63"/>
                    <a:pt x="694" y="59"/>
                  </a:cubicBezTo>
                  <a:cubicBezTo>
                    <a:pt x="663" y="118"/>
                    <a:pt x="658" y="124"/>
                    <a:pt x="654" y="130"/>
                  </a:cubicBezTo>
                  <a:cubicBezTo>
                    <a:pt x="644" y="160"/>
                    <a:pt x="640" y="163"/>
                    <a:pt x="644" y="166"/>
                  </a:cubicBezTo>
                  <a:cubicBezTo>
                    <a:pt x="632" y="198"/>
                    <a:pt x="638" y="202"/>
                    <a:pt x="632" y="204"/>
                  </a:cubicBezTo>
                  <a:cubicBezTo>
                    <a:pt x="630" y="226"/>
                    <a:pt x="628" y="229"/>
                    <a:pt x="630" y="233"/>
                  </a:cubicBezTo>
                  <a:cubicBezTo>
                    <a:pt x="624" y="286"/>
                    <a:pt x="621" y="292"/>
                    <a:pt x="621" y="298"/>
                  </a:cubicBezTo>
                  <a:cubicBezTo>
                    <a:pt x="622" y="314"/>
                    <a:pt x="617" y="316"/>
                    <a:pt x="621" y="318"/>
                  </a:cubicBezTo>
                  <a:cubicBezTo>
                    <a:pt x="615" y="341"/>
                    <a:pt x="613" y="344"/>
                    <a:pt x="612" y="347"/>
                  </a:cubicBezTo>
                  <a:cubicBezTo>
                    <a:pt x="610" y="337"/>
                    <a:pt x="612" y="332"/>
                    <a:pt x="615" y="327"/>
                  </a:cubicBezTo>
                  <a:cubicBezTo>
                    <a:pt x="612" y="290"/>
                    <a:pt x="621" y="286"/>
                    <a:pt x="616" y="280"/>
                  </a:cubicBezTo>
                  <a:cubicBezTo>
                    <a:pt x="615" y="259"/>
                    <a:pt x="621" y="255"/>
                    <a:pt x="620" y="250"/>
                  </a:cubicBezTo>
                  <a:cubicBezTo>
                    <a:pt x="624" y="201"/>
                    <a:pt x="625" y="198"/>
                    <a:pt x="626" y="196"/>
                  </a:cubicBezTo>
                  <a:cubicBezTo>
                    <a:pt x="635" y="171"/>
                    <a:pt x="633" y="168"/>
                    <a:pt x="634" y="166"/>
                  </a:cubicBezTo>
                  <a:cubicBezTo>
                    <a:pt x="642" y="141"/>
                    <a:pt x="642" y="139"/>
                    <a:pt x="642" y="136"/>
                  </a:cubicBezTo>
                  <a:cubicBezTo>
                    <a:pt x="655" y="109"/>
                    <a:pt x="657" y="104"/>
                    <a:pt x="662" y="99"/>
                  </a:cubicBezTo>
                  <a:cubicBezTo>
                    <a:pt x="645" y="113"/>
                    <a:pt x="645" y="122"/>
                    <a:pt x="637" y="130"/>
                  </a:cubicBezTo>
                  <a:cubicBezTo>
                    <a:pt x="617" y="197"/>
                    <a:pt x="614" y="202"/>
                    <a:pt x="614" y="207"/>
                  </a:cubicBezTo>
                  <a:cubicBezTo>
                    <a:pt x="613" y="227"/>
                    <a:pt x="609" y="228"/>
                    <a:pt x="612" y="231"/>
                  </a:cubicBezTo>
                  <a:cubicBezTo>
                    <a:pt x="612" y="251"/>
                    <a:pt x="612" y="254"/>
                    <a:pt x="608" y="256"/>
                  </a:cubicBezTo>
                  <a:cubicBezTo>
                    <a:pt x="608" y="278"/>
                    <a:pt x="607" y="283"/>
                    <a:pt x="607" y="289"/>
                  </a:cubicBezTo>
                  <a:cubicBezTo>
                    <a:pt x="595" y="363"/>
                    <a:pt x="592" y="374"/>
                    <a:pt x="587" y="384"/>
                  </a:cubicBezTo>
                  <a:cubicBezTo>
                    <a:pt x="589" y="326"/>
                    <a:pt x="592" y="323"/>
                    <a:pt x="592" y="319"/>
                  </a:cubicBezTo>
                  <a:cubicBezTo>
                    <a:pt x="594" y="243"/>
                    <a:pt x="593" y="240"/>
                    <a:pt x="594" y="237"/>
                  </a:cubicBezTo>
                  <a:cubicBezTo>
                    <a:pt x="597" y="223"/>
                    <a:pt x="596" y="219"/>
                    <a:pt x="596" y="216"/>
                  </a:cubicBezTo>
                  <a:cubicBezTo>
                    <a:pt x="608" y="177"/>
                    <a:pt x="610" y="170"/>
                    <a:pt x="614" y="163"/>
                  </a:cubicBezTo>
                  <a:cubicBezTo>
                    <a:pt x="624" y="125"/>
                    <a:pt x="623" y="130"/>
                    <a:pt x="621" y="134"/>
                  </a:cubicBezTo>
                  <a:cubicBezTo>
                    <a:pt x="598" y="185"/>
                    <a:pt x="595" y="190"/>
                    <a:pt x="594" y="195"/>
                  </a:cubicBezTo>
                  <a:cubicBezTo>
                    <a:pt x="583" y="227"/>
                    <a:pt x="590" y="232"/>
                    <a:pt x="586" y="235"/>
                  </a:cubicBezTo>
                  <a:cubicBezTo>
                    <a:pt x="585" y="269"/>
                    <a:pt x="583" y="276"/>
                    <a:pt x="584" y="284"/>
                  </a:cubicBezTo>
                  <a:cubicBezTo>
                    <a:pt x="583" y="334"/>
                    <a:pt x="581" y="338"/>
                    <a:pt x="584" y="342"/>
                  </a:cubicBezTo>
                  <a:cubicBezTo>
                    <a:pt x="578" y="377"/>
                    <a:pt x="579" y="381"/>
                    <a:pt x="575" y="384"/>
                  </a:cubicBezTo>
                  <a:cubicBezTo>
                    <a:pt x="572" y="368"/>
                    <a:pt x="578" y="365"/>
                    <a:pt x="575" y="361"/>
                  </a:cubicBezTo>
                  <a:cubicBezTo>
                    <a:pt x="580" y="316"/>
                    <a:pt x="571" y="307"/>
                    <a:pt x="578" y="300"/>
                  </a:cubicBezTo>
                  <a:cubicBezTo>
                    <a:pt x="572" y="220"/>
                    <a:pt x="574" y="213"/>
                    <a:pt x="573" y="205"/>
                  </a:cubicBezTo>
                  <a:cubicBezTo>
                    <a:pt x="581" y="177"/>
                    <a:pt x="576" y="169"/>
                    <a:pt x="580" y="163"/>
                  </a:cubicBezTo>
                  <a:cubicBezTo>
                    <a:pt x="594" y="117"/>
                    <a:pt x="601" y="111"/>
                    <a:pt x="598" y="103"/>
                  </a:cubicBezTo>
                  <a:cubicBezTo>
                    <a:pt x="577" y="151"/>
                    <a:pt x="576" y="154"/>
                    <a:pt x="573" y="156"/>
                  </a:cubicBezTo>
                  <a:cubicBezTo>
                    <a:pt x="562" y="241"/>
                    <a:pt x="563" y="252"/>
                    <a:pt x="564" y="263"/>
                  </a:cubicBezTo>
                  <a:cubicBezTo>
                    <a:pt x="569" y="302"/>
                    <a:pt x="564" y="307"/>
                    <a:pt x="568" y="312"/>
                  </a:cubicBezTo>
                  <a:cubicBezTo>
                    <a:pt x="566" y="341"/>
                    <a:pt x="565" y="352"/>
                    <a:pt x="568" y="364"/>
                  </a:cubicBezTo>
                  <a:cubicBezTo>
                    <a:pt x="553" y="423"/>
                    <a:pt x="553" y="420"/>
                    <a:pt x="555" y="417"/>
                  </a:cubicBezTo>
                  <a:cubicBezTo>
                    <a:pt x="556" y="394"/>
                    <a:pt x="560" y="392"/>
                    <a:pt x="558" y="388"/>
                  </a:cubicBezTo>
                  <a:cubicBezTo>
                    <a:pt x="561" y="333"/>
                    <a:pt x="563" y="331"/>
                    <a:pt x="562" y="329"/>
                  </a:cubicBezTo>
                  <a:cubicBezTo>
                    <a:pt x="559" y="274"/>
                    <a:pt x="553" y="255"/>
                    <a:pt x="554" y="236"/>
                  </a:cubicBezTo>
                  <a:cubicBezTo>
                    <a:pt x="554" y="218"/>
                    <a:pt x="555" y="214"/>
                    <a:pt x="554" y="209"/>
                  </a:cubicBezTo>
                  <a:cubicBezTo>
                    <a:pt x="559" y="193"/>
                    <a:pt x="557" y="190"/>
                    <a:pt x="559" y="188"/>
                  </a:cubicBezTo>
                  <a:cubicBezTo>
                    <a:pt x="569" y="145"/>
                    <a:pt x="573" y="136"/>
                    <a:pt x="573" y="126"/>
                  </a:cubicBezTo>
                  <a:cubicBezTo>
                    <a:pt x="557" y="167"/>
                    <a:pt x="554" y="173"/>
                    <a:pt x="555" y="179"/>
                  </a:cubicBezTo>
                  <a:cubicBezTo>
                    <a:pt x="548" y="204"/>
                    <a:pt x="545" y="211"/>
                    <a:pt x="547" y="219"/>
                  </a:cubicBezTo>
                  <a:cubicBezTo>
                    <a:pt x="545" y="249"/>
                    <a:pt x="547" y="257"/>
                    <a:pt x="548" y="265"/>
                  </a:cubicBezTo>
                  <a:cubicBezTo>
                    <a:pt x="553" y="302"/>
                    <a:pt x="551" y="305"/>
                    <a:pt x="550" y="308"/>
                  </a:cubicBezTo>
                  <a:cubicBezTo>
                    <a:pt x="556" y="350"/>
                    <a:pt x="553" y="352"/>
                    <a:pt x="554" y="354"/>
                  </a:cubicBezTo>
                  <a:cubicBezTo>
                    <a:pt x="551" y="391"/>
                    <a:pt x="544" y="394"/>
                    <a:pt x="549" y="399"/>
                  </a:cubicBezTo>
                  <a:cubicBezTo>
                    <a:pt x="548" y="423"/>
                    <a:pt x="541" y="425"/>
                    <a:pt x="543" y="428"/>
                  </a:cubicBezTo>
                  <a:cubicBezTo>
                    <a:pt x="534" y="435"/>
                    <a:pt x="534" y="428"/>
                    <a:pt x="538" y="422"/>
                  </a:cubicBezTo>
                  <a:cubicBezTo>
                    <a:pt x="537" y="386"/>
                    <a:pt x="541" y="383"/>
                    <a:pt x="540" y="379"/>
                  </a:cubicBezTo>
                  <a:cubicBezTo>
                    <a:pt x="538" y="342"/>
                    <a:pt x="537" y="338"/>
                    <a:pt x="538" y="333"/>
                  </a:cubicBezTo>
                  <a:cubicBezTo>
                    <a:pt x="535" y="297"/>
                    <a:pt x="532" y="288"/>
                    <a:pt x="531" y="280"/>
                  </a:cubicBezTo>
                  <a:cubicBezTo>
                    <a:pt x="528" y="237"/>
                    <a:pt x="531" y="236"/>
                    <a:pt x="530" y="234"/>
                  </a:cubicBezTo>
                  <a:cubicBezTo>
                    <a:pt x="531" y="195"/>
                    <a:pt x="535" y="192"/>
                    <a:pt x="534" y="187"/>
                  </a:cubicBezTo>
                  <a:cubicBezTo>
                    <a:pt x="537" y="169"/>
                    <a:pt x="538" y="165"/>
                    <a:pt x="539" y="161"/>
                  </a:cubicBezTo>
                  <a:cubicBezTo>
                    <a:pt x="534" y="156"/>
                    <a:pt x="534" y="160"/>
                    <a:pt x="532" y="164"/>
                  </a:cubicBezTo>
                  <a:cubicBezTo>
                    <a:pt x="527" y="184"/>
                    <a:pt x="527" y="187"/>
                    <a:pt x="528" y="189"/>
                  </a:cubicBezTo>
                  <a:cubicBezTo>
                    <a:pt x="521" y="228"/>
                    <a:pt x="522" y="230"/>
                    <a:pt x="522" y="232"/>
                  </a:cubicBezTo>
                  <a:cubicBezTo>
                    <a:pt x="521" y="256"/>
                    <a:pt x="520" y="257"/>
                    <a:pt x="522" y="259"/>
                  </a:cubicBezTo>
                  <a:cubicBezTo>
                    <a:pt x="527" y="285"/>
                    <a:pt x="520" y="288"/>
                    <a:pt x="524" y="293"/>
                  </a:cubicBezTo>
                  <a:cubicBezTo>
                    <a:pt x="532" y="343"/>
                    <a:pt x="530" y="351"/>
                    <a:pt x="534" y="361"/>
                  </a:cubicBezTo>
                  <a:cubicBezTo>
                    <a:pt x="531" y="378"/>
                    <a:pt x="529" y="380"/>
                    <a:pt x="532" y="382"/>
                  </a:cubicBezTo>
                  <a:cubicBezTo>
                    <a:pt x="530" y="417"/>
                    <a:pt x="530" y="421"/>
                    <a:pt x="528" y="424"/>
                  </a:cubicBezTo>
                  <a:cubicBezTo>
                    <a:pt x="523" y="442"/>
                    <a:pt x="525" y="445"/>
                    <a:pt x="522" y="444"/>
                  </a:cubicBezTo>
                  <a:cubicBezTo>
                    <a:pt x="523" y="396"/>
                    <a:pt x="516" y="383"/>
                    <a:pt x="519" y="372"/>
                  </a:cubicBezTo>
                  <a:cubicBezTo>
                    <a:pt x="517" y="348"/>
                    <a:pt x="514" y="341"/>
                    <a:pt x="515" y="335"/>
                  </a:cubicBezTo>
                  <a:cubicBezTo>
                    <a:pt x="506" y="291"/>
                    <a:pt x="509" y="286"/>
                    <a:pt x="507" y="280"/>
                  </a:cubicBezTo>
                  <a:cubicBezTo>
                    <a:pt x="508" y="220"/>
                    <a:pt x="509" y="215"/>
                    <a:pt x="510" y="209"/>
                  </a:cubicBezTo>
                  <a:cubicBezTo>
                    <a:pt x="513" y="185"/>
                    <a:pt x="512" y="178"/>
                    <a:pt x="516" y="173"/>
                  </a:cubicBezTo>
                  <a:cubicBezTo>
                    <a:pt x="515" y="159"/>
                    <a:pt x="514" y="162"/>
                    <a:pt x="512" y="164"/>
                  </a:cubicBezTo>
                  <a:cubicBezTo>
                    <a:pt x="505" y="191"/>
                    <a:pt x="507" y="196"/>
                    <a:pt x="504" y="201"/>
                  </a:cubicBezTo>
                  <a:cubicBezTo>
                    <a:pt x="500" y="221"/>
                    <a:pt x="502" y="226"/>
                    <a:pt x="501" y="230"/>
                  </a:cubicBezTo>
                  <a:cubicBezTo>
                    <a:pt x="498" y="248"/>
                    <a:pt x="500" y="251"/>
                    <a:pt x="500" y="253"/>
                  </a:cubicBezTo>
                  <a:cubicBezTo>
                    <a:pt x="496" y="271"/>
                    <a:pt x="502" y="275"/>
                    <a:pt x="498" y="277"/>
                  </a:cubicBezTo>
                  <a:cubicBezTo>
                    <a:pt x="497" y="300"/>
                    <a:pt x="497" y="294"/>
                    <a:pt x="497" y="290"/>
                  </a:cubicBezTo>
                  <a:cubicBezTo>
                    <a:pt x="494" y="271"/>
                    <a:pt x="495" y="268"/>
                    <a:pt x="495" y="266"/>
                  </a:cubicBezTo>
                  <a:cubicBezTo>
                    <a:pt x="494" y="202"/>
                    <a:pt x="495" y="187"/>
                    <a:pt x="499" y="173"/>
                  </a:cubicBezTo>
                  <a:cubicBezTo>
                    <a:pt x="501" y="135"/>
                    <a:pt x="510" y="133"/>
                    <a:pt x="503" y="128"/>
                  </a:cubicBezTo>
                  <a:cubicBezTo>
                    <a:pt x="490" y="173"/>
                    <a:pt x="490" y="178"/>
                    <a:pt x="489" y="183"/>
                  </a:cubicBezTo>
                  <a:cubicBezTo>
                    <a:pt x="485" y="220"/>
                    <a:pt x="485" y="223"/>
                    <a:pt x="485" y="225"/>
                  </a:cubicBezTo>
                  <a:cubicBezTo>
                    <a:pt x="484" y="256"/>
                    <a:pt x="483" y="258"/>
                    <a:pt x="486" y="261"/>
                  </a:cubicBezTo>
                  <a:cubicBezTo>
                    <a:pt x="484" y="277"/>
                    <a:pt x="489" y="280"/>
                    <a:pt x="487" y="282"/>
                  </a:cubicBezTo>
                  <a:cubicBezTo>
                    <a:pt x="498" y="337"/>
                    <a:pt x="496" y="347"/>
                    <a:pt x="502" y="357"/>
                  </a:cubicBezTo>
                  <a:cubicBezTo>
                    <a:pt x="506" y="408"/>
                    <a:pt x="505" y="413"/>
                    <a:pt x="503" y="418"/>
                  </a:cubicBezTo>
                  <a:cubicBezTo>
                    <a:pt x="505" y="450"/>
                    <a:pt x="505" y="453"/>
                    <a:pt x="503" y="455"/>
                  </a:cubicBezTo>
                  <a:cubicBezTo>
                    <a:pt x="499" y="471"/>
                    <a:pt x="503" y="479"/>
                    <a:pt x="498" y="475"/>
                  </a:cubicBezTo>
                  <a:cubicBezTo>
                    <a:pt x="493" y="426"/>
                    <a:pt x="495" y="423"/>
                    <a:pt x="495" y="419"/>
                  </a:cubicBezTo>
                  <a:cubicBezTo>
                    <a:pt x="485" y="375"/>
                    <a:pt x="480" y="366"/>
                    <a:pt x="483" y="359"/>
                  </a:cubicBezTo>
                  <a:cubicBezTo>
                    <a:pt x="470" y="321"/>
                    <a:pt x="476" y="319"/>
                    <a:pt x="470" y="314"/>
                  </a:cubicBezTo>
                  <a:cubicBezTo>
                    <a:pt x="459" y="218"/>
                    <a:pt x="466" y="212"/>
                    <a:pt x="462" y="204"/>
                  </a:cubicBezTo>
                  <a:cubicBezTo>
                    <a:pt x="457" y="195"/>
                    <a:pt x="457" y="204"/>
                    <a:pt x="457" y="213"/>
                  </a:cubicBezTo>
                  <a:cubicBezTo>
                    <a:pt x="457" y="232"/>
                    <a:pt x="452" y="236"/>
                    <a:pt x="455" y="241"/>
                  </a:cubicBezTo>
                  <a:cubicBezTo>
                    <a:pt x="454" y="275"/>
                    <a:pt x="459" y="280"/>
                    <a:pt x="456" y="285"/>
                  </a:cubicBezTo>
                  <a:cubicBezTo>
                    <a:pt x="462" y="317"/>
                    <a:pt x="462" y="322"/>
                    <a:pt x="465" y="327"/>
                  </a:cubicBezTo>
                  <a:cubicBezTo>
                    <a:pt x="475" y="362"/>
                    <a:pt x="473" y="368"/>
                    <a:pt x="475" y="375"/>
                  </a:cubicBezTo>
                  <a:cubicBezTo>
                    <a:pt x="478" y="394"/>
                    <a:pt x="483" y="397"/>
                    <a:pt x="481" y="400"/>
                  </a:cubicBezTo>
                  <a:cubicBezTo>
                    <a:pt x="484" y="436"/>
                    <a:pt x="490" y="444"/>
                    <a:pt x="487" y="449"/>
                  </a:cubicBezTo>
                  <a:cubicBezTo>
                    <a:pt x="483" y="480"/>
                    <a:pt x="490" y="485"/>
                    <a:pt x="488" y="488"/>
                  </a:cubicBezTo>
                  <a:cubicBezTo>
                    <a:pt x="483" y="503"/>
                    <a:pt x="485" y="499"/>
                    <a:pt x="485" y="495"/>
                  </a:cubicBezTo>
                  <a:cubicBezTo>
                    <a:pt x="486" y="464"/>
                    <a:pt x="482" y="459"/>
                    <a:pt x="483" y="454"/>
                  </a:cubicBezTo>
                  <a:cubicBezTo>
                    <a:pt x="474" y="394"/>
                    <a:pt x="466" y="388"/>
                    <a:pt x="469" y="384"/>
                  </a:cubicBezTo>
                  <a:cubicBezTo>
                    <a:pt x="462" y="348"/>
                    <a:pt x="459" y="346"/>
                    <a:pt x="457" y="346"/>
                  </a:cubicBezTo>
                  <a:cubicBezTo>
                    <a:pt x="449" y="328"/>
                    <a:pt x="460" y="322"/>
                    <a:pt x="453" y="324"/>
                  </a:cubicBezTo>
                  <a:cubicBezTo>
                    <a:pt x="446" y="286"/>
                    <a:pt x="449" y="281"/>
                    <a:pt x="445" y="276"/>
                  </a:cubicBezTo>
                  <a:cubicBezTo>
                    <a:pt x="449" y="241"/>
                    <a:pt x="443" y="235"/>
                    <a:pt x="444" y="230"/>
                  </a:cubicBezTo>
                  <a:cubicBezTo>
                    <a:pt x="450" y="210"/>
                    <a:pt x="442" y="203"/>
                    <a:pt x="449" y="199"/>
                  </a:cubicBezTo>
                  <a:cubicBezTo>
                    <a:pt x="454" y="163"/>
                    <a:pt x="461" y="159"/>
                    <a:pt x="458" y="153"/>
                  </a:cubicBezTo>
                  <a:cubicBezTo>
                    <a:pt x="444" y="191"/>
                    <a:pt x="439" y="200"/>
                    <a:pt x="440" y="211"/>
                  </a:cubicBezTo>
                  <a:cubicBezTo>
                    <a:pt x="435" y="250"/>
                    <a:pt x="436" y="261"/>
                    <a:pt x="437" y="271"/>
                  </a:cubicBezTo>
                  <a:cubicBezTo>
                    <a:pt x="442" y="313"/>
                    <a:pt x="444" y="323"/>
                    <a:pt x="448" y="335"/>
                  </a:cubicBezTo>
                  <a:cubicBezTo>
                    <a:pt x="458" y="387"/>
                    <a:pt x="461" y="393"/>
                    <a:pt x="460" y="398"/>
                  </a:cubicBezTo>
                  <a:cubicBezTo>
                    <a:pt x="473" y="464"/>
                    <a:pt x="476" y="471"/>
                    <a:pt x="475" y="477"/>
                  </a:cubicBezTo>
                  <a:cubicBezTo>
                    <a:pt x="472" y="519"/>
                    <a:pt x="470" y="522"/>
                    <a:pt x="473" y="526"/>
                  </a:cubicBezTo>
                  <a:cubicBezTo>
                    <a:pt x="466" y="546"/>
                    <a:pt x="465" y="547"/>
                    <a:pt x="465" y="548"/>
                  </a:cubicBezTo>
                  <a:cubicBezTo>
                    <a:pt x="459" y="507"/>
                    <a:pt x="462" y="504"/>
                    <a:pt x="463" y="501"/>
                  </a:cubicBezTo>
                  <a:cubicBezTo>
                    <a:pt x="458" y="462"/>
                    <a:pt x="451" y="454"/>
                    <a:pt x="451" y="448"/>
                  </a:cubicBezTo>
                  <a:cubicBezTo>
                    <a:pt x="436" y="412"/>
                    <a:pt x="440" y="409"/>
                    <a:pt x="436" y="405"/>
                  </a:cubicBezTo>
                  <a:cubicBezTo>
                    <a:pt x="427" y="372"/>
                    <a:pt x="429" y="369"/>
                    <a:pt x="426" y="365"/>
                  </a:cubicBezTo>
                  <a:cubicBezTo>
                    <a:pt x="421" y="351"/>
                    <a:pt x="423" y="350"/>
                    <a:pt x="421" y="347"/>
                  </a:cubicBezTo>
                  <a:cubicBezTo>
                    <a:pt x="417" y="313"/>
                    <a:pt x="414" y="309"/>
                    <a:pt x="415" y="305"/>
                  </a:cubicBezTo>
                  <a:cubicBezTo>
                    <a:pt x="416" y="260"/>
                    <a:pt x="418" y="257"/>
                    <a:pt x="414" y="253"/>
                  </a:cubicBezTo>
                  <a:cubicBezTo>
                    <a:pt x="416" y="237"/>
                    <a:pt x="416" y="229"/>
                    <a:pt x="414" y="222"/>
                  </a:cubicBezTo>
                  <a:cubicBezTo>
                    <a:pt x="416" y="200"/>
                    <a:pt x="418" y="197"/>
                    <a:pt x="418" y="194"/>
                  </a:cubicBezTo>
                  <a:cubicBezTo>
                    <a:pt x="414" y="206"/>
                    <a:pt x="410" y="211"/>
                    <a:pt x="412" y="216"/>
                  </a:cubicBezTo>
                  <a:cubicBezTo>
                    <a:pt x="409" y="236"/>
                    <a:pt x="410" y="242"/>
                    <a:pt x="410" y="247"/>
                  </a:cubicBezTo>
                  <a:cubicBezTo>
                    <a:pt x="407" y="327"/>
                    <a:pt x="412" y="332"/>
                    <a:pt x="410" y="335"/>
                  </a:cubicBezTo>
                  <a:cubicBezTo>
                    <a:pt x="414" y="368"/>
                    <a:pt x="422" y="373"/>
                    <a:pt x="420" y="377"/>
                  </a:cubicBezTo>
                  <a:cubicBezTo>
                    <a:pt x="438" y="439"/>
                    <a:pt x="445" y="459"/>
                    <a:pt x="448" y="477"/>
                  </a:cubicBezTo>
                  <a:cubicBezTo>
                    <a:pt x="451" y="509"/>
                    <a:pt x="452" y="514"/>
                    <a:pt x="453" y="518"/>
                  </a:cubicBezTo>
                  <a:cubicBezTo>
                    <a:pt x="449" y="518"/>
                    <a:pt x="452" y="515"/>
                    <a:pt x="448" y="512"/>
                  </a:cubicBezTo>
                  <a:cubicBezTo>
                    <a:pt x="443" y="484"/>
                    <a:pt x="442" y="477"/>
                    <a:pt x="441" y="470"/>
                  </a:cubicBezTo>
                  <a:cubicBezTo>
                    <a:pt x="432" y="436"/>
                    <a:pt x="429" y="432"/>
                    <a:pt x="428" y="428"/>
                  </a:cubicBezTo>
                  <a:cubicBezTo>
                    <a:pt x="416" y="393"/>
                    <a:pt x="413" y="389"/>
                    <a:pt x="414" y="386"/>
                  </a:cubicBezTo>
                  <a:cubicBezTo>
                    <a:pt x="407" y="359"/>
                    <a:pt x="405" y="356"/>
                    <a:pt x="403" y="350"/>
                  </a:cubicBezTo>
                  <a:cubicBezTo>
                    <a:pt x="401" y="334"/>
                    <a:pt x="403" y="333"/>
                    <a:pt x="403" y="333"/>
                  </a:cubicBezTo>
                  <a:cubicBezTo>
                    <a:pt x="401" y="321"/>
                    <a:pt x="400" y="317"/>
                    <a:pt x="399" y="314"/>
                  </a:cubicBezTo>
                  <a:cubicBezTo>
                    <a:pt x="395" y="298"/>
                    <a:pt x="397" y="295"/>
                    <a:pt x="396" y="293"/>
                  </a:cubicBezTo>
                  <a:cubicBezTo>
                    <a:pt x="390" y="256"/>
                    <a:pt x="396" y="250"/>
                    <a:pt x="392" y="243"/>
                  </a:cubicBezTo>
                  <a:cubicBezTo>
                    <a:pt x="394" y="217"/>
                    <a:pt x="395" y="215"/>
                    <a:pt x="395" y="213"/>
                  </a:cubicBezTo>
                  <a:cubicBezTo>
                    <a:pt x="388" y="211"/>
                    <a:pt x="391" y="212"/>
                    <a:pt x="391" y="214"/>
                  </a:cubicBezTo>
                  <a:cubicBezTo>
                    <a:pt x="386" y="231"/>
                    <a:pt x="389" y="235"/>
                    <a:pt x="386" y="237"/>
                  </a:cubicBezTo>
                  <a:cubicBezTo>
                    <a:pt x="387" y="268"/>
                    <a:pt x="385" y="271"/>
                    <a:pt x="388" y="275"/>
                  </a:cubicBezTo>
                  <a:cubicBezTo>
                    <a:pt x="391" y="325"/>
                    <a:pt x="397" y="338"/>
                    <a:pt x="393" y="350"/>
                  </a:cubicBezTo>
                  <a:cubicBezTo>
                    <a:pt x="405" y="382"/>
                    <a:pt x="403" y="390"/>
                    <a:pt x="408" y="398"/>
                  </a:cubicBezTo>
                  <a:cubicBezTo>
                    <a:pt x="419" y="430"/>
                    <a:pt x="421" y="438"/>
                    <a:pt x="423" y="446"/>
                  </a:cubicBezTo>
                  <a:cubicBezTo>
                    <a:pt x="436" y="483"/>
                    <a:pt x="432" y="487"/>
                    <a:pt x="436" y="491"/>
                  </a:cubicBezTo>
                  <a:cubicBezTo>
                    <a:pt x="440" y="554"/>
                    <a:pt x="443" y="558"/>
                    <a:pt x="443" y="562"/>
                  </a:cubicBezTo>
                  <a:cubicBezTo>
                    <a:pt x="428" y="572"/>
                    <a:pt x="429" y="568"/>
                    <a:pt x="430" y="564"/>
                  </a:cubicBezTo>
                  <a:cubicBezTo>
                    <a:pt x="417" y="498"/>
                    <a:pt x="416" y="485"/>
                    <a:pt x="415" y="472"/>
                  </a:cubicBezTo>
                  <a:cubicBezTo>
                    <a:pt x="409" y="449"/>
                    <a:pt x="405" y="442"/>
                    <a:pt x="406" y="436"/>
                  </a:cubicBezTo>
                  <a:cubicBezTo>
                    <a:pt x="401" y="421"/>
                    <a:pt x="398" y="415"/>
                    <a:pt x="398" y="411"/>
                  </a:cubicBezTo>
                  <a:cubicBezTo>
                    <a:pt x="393" y="374"/>
                    <a:pt x="387" y="375"/>
                    <a:pt x="389" y="372"/>
                  </a:cubicBezTo>
                  <a:cubicBezTo>
                    <a:pt x="382" y="312"/>
                    <a:pt x="377" y="293"/>
                    <a:pt x="381" y="275"/>
                  </a:cubicBezTo>
                  <a:cubicBezTo>
                    <a:pt x="385" y="244"/>
                    <a:pt x="380" y="238"/>
                    <a:pt x="383" y="234"/>
                  </a:cubicBezTo>
                  <a:cubicBezTo>
                    <a:pt x="377" y="239"/>
                    <a:pt x="376" y="242"/>
                    <a:pt x="376" y="244"/>
                  </a:cubicBezTo>
                  <a:cubicBezTo>
                    <a:pt x="375" y="300"/>
                    <a:pt x="373" y="312"/>
                    <a:pt x="372" y="324"/>
                  </a:cubicBezTo>
                  <a:cubicBezTo>
                    <a:pt x="386" y="402"/>
                    <a:pt x="389" y="407"/>
                    <a:pt x="389" y="412"/>
                  </a:cubicBezTo>
                  <a:cubicBezTo>
                    <a:pt x="411" y="512"/>
                    <a:pt x="416" y="522"/>
                    <a:pt x="416" y="532"/>
                  </a:cubicBezTo>
                  <a:cubicBezTo>
                    <a:pt x="418" y="573"/>
                    <a:pt x="419" y="584"/>
                    <a:pt x="420" y="595"/>
                  </a:cubicBezTo>
                  <a:cubicBezTo>
                    <a:pt x="411" y="622"/>
                    <a:pt x="419" y="616"/>
                    <a:pt x="413" y="608"/>
                  </a:cubicBezTo>
                  <a:cubicBezTo>
                    <a:pt x="406" y="541"/>
                    <a:pt x="407" y="534"/>
                    <a:pt x="403" y="527"/>
                  </a:cubicBezTo>
                  <a:cubicBezTo>
                    <a:pt x="394" y="499"/>
                    <a:pt x="398" y="493"/>
                    <a:pt x="395" y="486"/>
                  </a:cubicBezTo>
                  <a:cubicBezTo>
                    <a:pt x="376" y="417"/>
                    <a:pt x="378" y="413"/>
                    <a:pt x="374" y="408"/>
                  </a:cubicBezTo>
                  <a:cubicBezTo>
                    <a:pt x="370" y="378"/>
                    <a:pt x="365" y="372"/>
                    <a:pt x="367" y="369"/>
                  </a:cubicBezTo>
                  <a:cubicBezTo>
                    <a:pt x="363" y="308"/>
                    <a:pt x="356" y="298"/>
                    <a:pt x="360" y="290"/>
                  </a:cubicBezTo>
                  <a:cubicBezTo>
                    <a:pt x="362" y="248"/>
                    <a:pt x="362" y="244"/>
                    <a:pt x="362" y="239"/>
                  </a:cubicBezTo>
                  <a:cubicBezTo>
                    <a:pt x="363" y="220"/>
                    <a:pt x="361" y="223"/>
                    <a:pt x="360" y="226"/>
                  </a:cubicBezTo>
                  <a:cubicBezTo>
                    <a:pt x="358" y="241"/>
                    <a:pt x="353" y="244"/>
                    <a:pt x="357" y="248"/>
                  </a:cubicBezTo>
                  <a:cubicBezTo>
                    <a:pt x="352" y="267"/>
                    <a:pt x="356" y="270"/>
                    <a:pt x="351" y="272"/>
                  </a:cubicBezTo>
                  <a:cubicBezTo>
                    <a:pt x="350" y="303"/>
                    <a:pt x="355" y="306"/>
                    <a:pt x="353" y="308"/>
                  </a:cubicBezTo>
                  <a:cubicBezTo>
                    <a:pt x="351" y="332"/>
                    <a:pt x="356" y="338"/>
                    <a:pt x="353" y="342"/>
                  </a:cubicBezTo>
                  <a:cubicBezTo>
                    <a:pt x="363" y="389"/>
                    <a:pt x="362" y="393"/>
                    <a:pt x="367" y="398"/>
                  </a:cubicBezTo>
                  <a:cubicBezTo>
                    <a:pt x="367" y="433"/>
                    <a:pt x="379" y="443"/>
                    <a:pt x="375" y="451"/>
                  </a:cubicBezTo>
                  <a:cubicBezTo>
                    <a:pt x="395" y="536"/>
                    <a:pt x="399" y="541"/>
                    <a:pt x="399" y="545"/>
                  </a:cubicBezTo>
                  <a:cubicBezTo>
                    <a:pt x="400" y="576"/>
                    <a:pt x="402" y="581"/>
                    <a:pt x="406" y="586"/>
                  </a:cubicBezTo>
                  <a:cubicBezTo>
                    <a:pt x="406" y="605"/>
                    <a:pt x="405" y="608"/>
                    <a:pt x="404" y="610"/>
                  </a:cubicBezTo>
                  <a:cubicBezTo>
                    <a:pt x="402" y="627"/>
                    <a:pt x="408" y="632"/>
                    <a:pt x="403" y="635"/>
                  </a:cubicBezTo>
                  <a:cubicBezTo>
                    <a:pt x="396" y="601"/>
                    <a:pt x="401" y="597"/>
                    <a:pt x="398" y="592"/>
                  </a:cubicBezTo>
                  <a:cubicBezTo>
                    <a:pt x="383" y="512"/>
                    <a:pt x="375" y="506"/>
                    <a:pt x="377" y="501"/>
                  </a:cubicBezTo>
                  <a:cubicBezTo>
                    <a:pt x="354" y="435"/>
                    <a:pt x="354" y="416"/>
                    <a:pt x="344" y="395"/>
                  </a:cubicBezTo>
                  <a:cubicBezTo>
                    <a:pt x="338" y="338"/>
                    <a:pt x="338" y="335"/>
                    <a:pt x="339" y="333"/>
                  </a:cubicBezTo>
                  <a:cubicBezTo>
                    <a:pt x="340" y="299"/>
                    <a:pt x="336" y="293"/>
                    <a:pt x="338" y="287"/>
                  </a:cubicBezTo>
                  <a:cubicBezTo>
                    <a:pt x="331" y="289"/>
                    <a:pt x="332" y="300"/>
                    <a:pt x="330" y="310"/>
                  </a:cubicBezTo>
                  <a:cubicBezTo>
                    <a:pt x="334" y="336"/>
                    <a:pt x="329" y="338"/>
                    <a:pt x="333" y="342"/>
                  </a:cubicBezTo>
                  <a:cubicBezTo>
                    <a:pt x="337" y="378"/>
                    <a:pt x="335" y="383"/>
                    <a:pt x="337" y="388"/>
                  </a:cubicBezTo>
                  <a:cubicBezTo>
                    <a:pt x="337" y="409"/>
                    <a:pt x="345" y="415"/>
                    <a:pt x="343" y="420"/>
                  </a:cubicBezTo>
                  <a:cubicBezTo>
                    <a:pt x="357" y="454"/>
                    <a:pt x="351" y="461"/>
                    <a:pt x="357" y="467"/>
                  </a:cubicBezTo>
                  <a:cubicBezTo>
                    <a:pt x="369" y="497"/>
                    <a:pt x="364" y="504"/>
                    <a:pt x="368" y="506"/>
                  </a:cubicBezTo>
                  <a:cubicBezTo>
                    <a:pt x="379" y="543"/>
                    <a:pt x="382" y="551"/>
                    <a:pt x="384" y="558"/>
                  </a:cubicBezTo>
                  <a:cubicBezTo>
                    <a:pt x="390" y="600"/>
                    <a:pt x="393" y="605"/>
                    <a:pt x="388" y="609"/>
                  </a:cubicBezTo>
                  <a:cubicBezTo>
                    <a:pt x="376" y="559"/>
                    <a:pt x="371" y="556"/>
                    <a:pt x="373" y="554"/>
                  </a:cubicBezTo>
                  <a:cubicBezTo>
                    <a:pt x="357" y="504"/>
                    <a:pt x="350" y="497"/>
                    <a:pt x="350" y="491"/>
                  </a:cubicBezTo>
                  <a:cubicBezTo>
                    <a:pt x="323" y="433"/>
                    <a:pt x="327" y="431"/>
                    <a:pt x="324" y="427"/>
                  </a:cubicBezTo>
                  <a:cubicBezTo>
                    <a:pt x="313" y="386"/>
                    <a:pt x="309" y="374"/>
                    <a:pt x="308" y="362"/>
                  </a:cubicBezTo>
                  <a:cubicBezTo>
                    <a:pt x="306" y="320"/>
                    <a:pt x="303" y="314"/>
                    <a:pt x="304" y="308"/>
                  </a:cubicBezTo>
                  <a:cubicBezTo>
                    <a:pt x="303" y="284"/>
                    <a:pt x="306" y="279"/>
                    <a:pt x="306" y="273"/>
                  </a:cubicBezTo>
                  <a:cubicBezTo>
                    <a:pt x="300" y="263"/>
                    <a:pt x="301" y="273"/>
                    <a:pt x="300" y="282"/>
                  </a:cubicBezTo>
                  <a:cubicBezTo>
                    <a:pt x="298" y="301"/>
                    <a:pt x="297" y="305"/>
                    <a:pt x="295" y="310"/>
                  </a:cubicBezTo>
                  <a:cubicBezTo>
                    <a:pt x="307" y="382"/>
                    <a:pt x="302" y="391"/>
                    <a:pt x="310" y="402"/>
                  </a:cubicBezTo>
                  <a:cubicBezTo>
                    <a:pt x="317" y="439"/>
                    <a:pt x="325" y="446"/>
                    <a:pt x="323" y="450"/>
                  </a:cubicBezTo>
                  <a:cubicBezTo>
                    <a:pt x="337" y="478"/>
                    <a:pt x="337" y="489"/>
                    <a:pt x="345" y="500"/>
                  </a:cubicBezTo>
                  <a:cubicBezTo>
                    <a:pt x="352" y="526"/>
                    <a:pt x="359" y="530"/>
                    <a:pt x="355" y="532"/>
                  </a:cubicBezTo>
                  <a:cubicBezTo>
                    <a:pt x="378" y="589"/>
                    <a:pt x="373" y="597"/>
                    <a:pt x="377" y="600"/>
                  </a:cubicBezTo>
                  <a:cubicBezTo>
                    <a:pt x="374" y="595"/>
                    <a:pt x="367" y="591"/>
                    <a:pt x="366" y="588"/>
                  </a:cubicBezTo>
                  <a:cubicBezTo>
                    <a:pt x="355" y="552"/>
                    <a:pt x="348" y="544"/>
                    <a:pt x="350" y="538"/>
                  </a:cubicBezTo>
                  <a:cubicBezTo>
                    <a:pt x="324" y="484"/>
                    <a:pt x="321" y="468"/>
                    <a:pt x="311" y="451"/>
                  </a:cubicBezTo>
                  <a:cubicBezTo>
                    <a:pt x="301" y="423"/>
                    <a:pt x="301" y="419"/>
                    <a:pt x="300" y="415"/>
                  </a:cubicBezTo>
                  <a:cubicBezTo>
                    <a:pt x="290" y="374"/>
                    <a:pt x="287" y="369"/>
                    <a:pt x="289" y="366"/>
                  </a:cubicBezTo>
                  <a:cubicBezTo>
                    <a:pt x="286" y="345"/>
                    <a:pt x="285" y="337"/>
                    <a:pt x="285" y="330"/>
                  </a:cubicBezTo>
                  <a:cubicBezTo>
                    <a:pt x="278" y="309"/>
                    <a:pt x="280" y="316"/>
                    <a:pt x="280" y="319"/>
                  </a:cubicBezTo>
                  <a:cubicBezTo>
                    <a:pt x="279" y="330"/>
                    <a:pt x="279" y="333"/>
                    <a:pt x="279" y="334"/>
                  </a:cubicBezTo>
                  <a:cubicBezTo>
                    <a:pt x="276" y="357"/>
                    <a:pt x="284" y="362"/>
                    <a:pt x="281" y="365"/>
                  </a:cubicBezTo>
                  <a:cubicBezTo>
                    <a:pt x="287" y="400"/>
                    <a:pt x="290" y="404"/>
                    <a:pt x="290" y="407"/>
                  </a:cubicBezTo>
                  <a:cubicBezTo>
                    <a:pt x="314" y="477"/>
                    <a:pt x="313" y="479"/>
                    <a:pt x="313" y="481"/>
                  </a:cubicBezTo>
                  <a:cubicBezTo>
                    <a:pt x="324" y="507"/>
                    <a:pt x="331" y="514"/>
                    <a:pt x="329" y="519"/>
                  </a:cubicBezTo>
                  <a:cubicBezTo>
                    <a:pt x="359" y="601"/>
                    <a:pt x="365" y="601"/>
                    <a:pt x="364" y="609"/>
                  </a:cubicBezTo>
                  <a:cubicBezTo>
                    <a:pt x="371" y="640"/>
                    <a:pt x="372" y="643"/>
                    <a:pt x="374" y="646"/>
                  </a:cubicBezTo>
                  <a:cubicBezTo>
                    <a:pt x="376" y="667"/>
                    <a:pt x="377" y="669"/>
                    <a:pt x="374" y="671"/>
                  </a:cubicBezTo>
                  <a:cubicBezTo>
                    <a:pt x="375" y="687"/>
                    <a:pt x="374" y="690"/>
                    <a:pt x="375" y="692"/>
                  </a:cubicBezTo>
                  <a:cubicBezTo>
                    <a:pt x="370" y="713"/>
                    <a:pt x="369" y="717"/>
                    <a:pt x="367" y="715"/>
                  </a:cubicBezTo>
                  <a:cubicBezTo>
                    <a:pt x="363" y="675"/>
                    <a:pt x="362" y="670"/>
                    <a:pt x="363" y="666"/>
                  </a:cubicBezTo>
                  <a:cubicBezTo>
                    <a:pt x="352" y="608"/>
                    <a:pt x="345" y="610"/>
                    <a:pt x="346" y="605"/>
                  </a:cubicBezTo>
                  <a:cubicBezTo>
                    <a:pt x="334" y="572"/>
                    <a:pt x="329" y="574"/>
                    <a:pt x="329" y="568"/>
                  </a:cubicBezTo>
                  <a:cubicBezTo>
                    <a:pt x="310" y="526"/>
                    <a:pt x="303" y="521"/>
                    <a:pt x="305" y="517"/>
                  </a:cubicBezTo>
                  <a:cubicBezTo>
                    <a:pt x="290" y="492"/>
                    <a:pt x="293" y="489"/>
                    <a:pt x="289" y="484"/>
                  </a:cubicBezTo>
                  <a:cubicBezTo>
                    <a:pt x="272" y="442"/>
                    <a:pt x="272" y="433"/>
                    <a:pt x="267" y="424"/>
                  </a:cubicBezTo>
                  <a:cubicBezTo>
                    <a:pt x="263" y="382"/>
                    <a:pt x="261" y="377"/>
                    <a:pt x="262" y="373"/>
                  </a:cubicBezTo>
                  <a:cubicBezTo>
                    <a:pt x="263" y="332"/>
                    <a:pt x="259" y="327"/>
                    <a:pt x="260" y="323"/>
                  </a:cubicBezTo>
                  <a:cubicBezTo>
                    <a:pt x="255" y="324"/>
                    <a:pt x="255" y="328"/>
                    <a:pt x="258" y="332"/>
                  </a:cubicBezTo>
                  <a:cubicBezTo>
                    <a:pt x="253" y="357"/>
                    <a:pt x="255" y="358"/>
                    <a:pt x="255" y="359"/>
                  </a:cubicBezTo>
                  <a:cubicBezTo>
                    <a:pt x="256" y="372"/>
                    <a:pt x="254" y="373"/>
                    <a:pt x="255" y="376"/>
                  </a:cubicBezTo>
                  <a:cubicBezTo>
                    <a:pt x="262" y="413"/>
                    <a:pt x="257" y="421"/>
                    <a:pt x="262" y="430"/>
                  </a:cubicBezTo>
                  <a:cubicBezTo>
                    <a:pt x="271" y="463"/>
                    <a:pt x="270" y="468"/>
                    <a:pt x="276" y="474"/>
                  </a:cubicBezTo>
                  <a:cubicBezTo>
                    <a:pt x="293" y="525"/>
                    <a:pt x="305" y="537"/>
                    <a:pt x="308" y="549"/>
                  </a:cubicBezTo>
                  <a:cubicBezTo>
                    <a:pt x="326" y="593"/>
                    <a:pt x="338" y="598"/>
                    <a:pt x="333" y="600"/>
                  </a:cubicBezTo>
                  <a:cubicBezTo>
                    <a:pt x="344" y="639"/>
                    <a:pt x="350" y="643"/>
                    <a:pt x="348" y="645"/>
                  </a:cubicBezTo>
                  <a:cubicBezTo>
                    <a:pt x="360" y="675"/>
                    <a:pt x="349" y="681"/>
                    <a:pt x="356" y="679"/>
                  </a:cubicBezTo>
                  <a:cubicBezTo>
                    <a:pt x="356" y="718"/>
                    <a:pt x="357" y="722"/>
                    <a:pt x="358" y="727"/>
                  </a:cubicBezTo>
                  <a:cubicBezTo>
                    <a:pt x="355" y="728"/>
                    <a:pt x="353" y="720"/>
                    <a:pt x="355" y="712"/>
                  </a:cubicBezTo>
                  <a:cubicBezTo>
                    <a:pt x="344" y="656"/>
                    <a:pt x="337" y="650"/>
                    <a:pt x="339" y="647"/>
                  </a:cubicBezTo>
                  <a:cubicBezTo>
                    <a:pt x="327" y="614"/>
                    <a:pt x="329" y="612"/>
                    <a:pt x="327" y="609"/>
                  </a:cubicBezTo>
                  <a:cubicBezTo>
                    <a:pt x="296" y="547"/>
                    <a:pt x="292" y="535"/>
                    <a:pt x="286" y="521"/>
                  </a:cubicBezTo>
                  <a:cubicBezTo>
                    <a:pt x="264" y="475"/>
                    <a:pt x="265" y="471"/>
                    <a:pt x="260" y="465"/>
                  </a:cubicBezTo>
                  <a:cubicBezTo>
                    <a:pt x="247" y="411"/>
                    <a:pt x="246" y="405"/>
                    <a:pt x="244" y="399"/>
                  </a:cubicBezTo>
                  <a:cubicBezTo>
                    <a:pt x="237" y="392"/>
                    <a:pt x="243" y="396"/>
                    <a:pt x="240" y="399"/>
                  </a:cubicBezTo>
                  <a:cubicBezTo>
                    <a:pt x="245" y="450"/>
                    <a:pt x="252" y="456"/>
                    <a:pt x="251" y="460"/>
                  </a:cubicBezTo>
                  <a:cubicBezTo>
                    <a:pt x="278" y="524"/>
                    <a:pt x="284" y="536"/>
                    <a:pt x="288" y="548"/>
                  </a:cubicBezTo>
                  <a:cubicBezTo>
                    <a:pt x="302" y="574"/>
                    <a:pt x="305" y="577"/>
                    <a:pt x="303" y="579"/>
                  </a:cubicBezTo>
                  <a:cubicBezTo>
                    <a:pt x="316" y="612"/>
                    <a:pt x="323" y="618"/>
                    <a:pt x="323" y="624"/>
                  </a:cubicBezTo>
                  <a:cubicBezTo>
                    <a:pt x="325" y="635"/>
                    <a:pt x="328" y="634"/>
                    <a:pt x="329" y="635"/>
                  </a:cubicBezTo>
                  <a:cubicBezTo>
                    <a:pt x="329" y="647"/>
                    <a:pt x="332" y="649"/>
                    <a:pt x="330" y="651"/>
                  </a:cubicBezTo>
                  <a:cubicBezTo>
                    <a:pt x="342" y="695"/>
                    <a:pt x="341" y="702"/>
                    <a:pt x="346" y="710"/>
                  </a:cubicBezTo>
                  <a:cubicBezTo>
                    <a:pt x="344" y="729"/>
                    <a:pt x="346" y="732"/>
                    <a:pt x="343" y="730"/>
                  </a:cubicBezTo>
                  <a:cubicBezTo>
                    <a:pt x="342" y="696"/>
                    <a:pt x="336" y="691"/>
                    <a:pt x="340" y="688"/>
                  </a:cubicBezTo>
                  <a:cubicBezTo>
                    <a:pt x="322" y="644"/>
                    <a:pt x="323" y="635"/>
                    <a:pt x="319" y="625"/>
                  </a:cubicBezTo>
                  <a:cubicBezTo>
                    <a:pt x="304" y="603"/>
                    <a:pt x="309" y="596"/>
                    <a:pt x="304" y="598"/>
                  </a:cubicBezTo>
                  <a:cubicBezTo>
                    <a:pt x="283" y="562"/>
                    <a:pt x="281" y="562"/>
                    <a:pt x="280" y="557"/>
                  </a:cubicBezTo>
                  <a:cubicBezTo>
                    <a:pt x="239" y="483"/>
                    <a:pt x="234" y="468"/>
                    <a:pt x="227" y="453"/>
                  </a:cubicBezTo>
                  <a:cubicBezTo>
                    <a:pt x="222" y="406"/>
                    <a:pt x="214" y="401"/>
                    <a:pt x="217" y="399"/>
                  </a:cubicBezTo>
                  <a:cubicBezTo>
                    <a:pt x="210" y="368"/>
                    <a:pt x="206" y="371"/>
                    <a:pt x="209" y="374"/>
                  </a:cubicBezTo>
                  <a:cubicBezTo>
                    <a:pt x="211" y="412"/>
                    <a:pt x="214" y="416"/>
                    <a:pt x="212" y="419"/>
                  </a:cubicBezTo>
                  <a:cubicBezTo>
                    <a:pt x="217" y="447"/>
                    <a:pt x="220" y="451"/>
                    <a:pt x="218" y="454"/>
                  </a:cubicBezTo>
                  <a:cubicBezTo>
                    <a:pt x="237" y="486"/>
                    <a:pt x="228" y="488"/>
                    <a:pt x="233" y="492"/>
                  </a:cubicBezTo>
                  <a:cubicBezTo>
                    <a:pt x="243" y="506"/>
                    <a:pt x="241" y="507"/>
                    <a:pt x="243" y="510"/>
                  </a:cubicBezTo>
                  <a:cubicBezTo>
                    <a:pt x="273" y="563"/>
                    <a:pt x="281" y="573"/>
                    <a:pt x="290" y="592"/>
                  </a:cubicBezTo>
                  <a:cubicBezTo>
                    <a:pt x="313" y="641"/>
                    <a:pt x="320" y="646"/>
                    <a:pt x="317" y="650"/>
                  </a:cubicBezTo>
                  <a:cubicBezTo>
                    <a:pt x="324" y="674"/>
                    <a:pt x="328" y="677"/>
                    <a:pt x="326" y="679"/>
                  </a:cubicBezTo>
                  <a:cubicBezTo>
                    <a:pt x="331" y="728"/>
                    <a:pt x="335" y="734"/>
                    <a:pt x="335" y="739"/>
                  </a:cubicBezTo>
                  <a:cubicBezTo>
                    <a:pt x="329" y="772"/>
                    <a:pt x="335" y="778"/>
                    <a:pt x="329" y="782"/>
                  </a:cubicBezTo>
                  <a:cubicBezTo>
                    <a:pt x="329" y="760"/>
                    <a:pt x="324" y="756"/>
                    <a:pt x="326" y="754"/>
                  </a:cubicBezTo>
                  <a:cubicBezTo>
                    <a:pt x="316" y="694"/>
                    <a:pt x="311" y="688"/>
                    <a:pt x="312" y="684"/>
                  </a:cubicBezTo>
                  <a:cubicBezTo>
                    <a:pt x="303" y="664"/>
                    <a:pt x="300" y="660"/>
                    <a:pt x="297" y="655"/>
                  </a:cubicBezTo>
                  <a:cubicBezTo>
                    <a:pt x="277" y="614"/>
                    <a:pt x="276" y="603"/>
                    <a:pt x="266" y="592"/>
                  </a:cubicBezTo>
                  <a:cubicBezTo>
                    <a:pt x="229" y="512"/>
                    <a:pt x="224" y="509"/>
                    <a:pt x="226" y="507"/>
                  </a:cubicBezTo>
                  <a:cubicBezTo>
                    <a:pt x="219" y="487"/>
                    <a:pt x="218" y="484"/>
                    <a:pt x="215" y="481"/>
                  </a:cubicBezTo>
                  <a:cubicBezTo>
                    <a:pt x="207" y="434"/>
                    <a:pt x="204" y="427"/>
                    <a:pt x="203" y="421"/>
                  </a:cubicBezTo>
                  <a:cubicBezTo>
                    <a:pt x="200" y="407"/>
                    <a:pt x="202" y="403"/>
                    <a:pt x="198" y="400"/>
                  </a:cubicBezTo>
                  <a:cubicBezTo>
                    <a:pt x="196" y="424"/>
                    <a:pt x="202" y="423"/>
                    <a:pt x="200" y="426"/>
                  </a:cubicBezTo>
                  <a:cubicBezTo>
                    <a:pt x="204" y="466"/>
                    <a:pt x="207" y="469"/>
                    <a:pt x="205" y="471"/>
                  </a:cubicBezTo>
                  <a:cubicBezTo>
                    <a:pt x="232" y="535"/>
                    <a:pt x="234" y="550"/>
                    <a:pt x="247" y="566"/>
                  </a:cubicBezTo>
                  <a:cubicBezTo>
                    <a:pt x="301" y="688"/>
                    <a:pt x="306" y="693"/>
                    <a:pt x="305" y="698"/>
                  </a:cubicBezTo>
                  <a:cubicBezTo>
                    <a:pt x="318" y="764"/>
                    <a:pt x="321" y="768"/>
                    <a:pt x="316" y="771"/>
                  </a:cubicBezTo>
                  <a:cubicBezTo>
                    <a:pt x="320" y="797"/>
                    <a:pt x="318" y="798"/>
                    <a:pt x="320" y="800"/>
                  </a:cubicBezTo>
                  <a:cubicBezTo>
                    <a:pt x="311" y="765"/>
                    <a:pt x="308" y="755"/>
                    <a:pt x="311" y="746"/>
                  </a:cubicBezTo>
                  <a:cubicBezTo>
                    <a:pt x="292" y="699"/>
                    <a:pt x="295" y="695"/>
                    <a:pt x="291" y="689"/>
                  </a:cubicBezTo>
                  <a:cubicBezTo>
                    <a:pt x="279" y="664"/>
                    <a:pt x="281" y="659"/>
                    <a:pt x="274" y="652"/>
                  </a:cubicBezTo>
                  <a:cubicBezTo>
                    <a:pt x="272" y="634"/>
                    <a:pt x="265" y="630"/>
                    <a:pt x="264" y="627"/>
                  </a:cubicBezTo>
                  <a:cubicBezTo>
                    <a:pt x="258" y="606"/>
                    <a:pt x="250" y="601"/>
                    <a:pt x="253" y="598"/>
                  </a:cubicBezTo>
                  <a:cubicBezTo>
                    <a:pt x="219" y="535"/>
                    <a:pt x="210" y="531"/>
                    <a:pt x="213" y="526"/>
                  </a:cubicBezTo>
                  <a:cubicBezTo>
                    <a:pt x="196" y="496"/>
                    <a:pt x="200" y="495"/>
                    <a:pt x="199" y="493"/>
                  </a:cubicBezTo>
                  <a:cubicBezTo>
                    <a:pt x="188" y="444"/>
                    <a:pt x="183" y="435"/>
                    <a:pt x="184" y="427"/>
                  </a:cubicBezTo>
                  <a:cubicBezTo>
                    <a:pt x="176" y="409"/>
                    <a:pt x="175" y="415"/>
                    <a:pt x="176" y="421"/>
                  </a:cubicBezTo>
                  <a:cubicBezTo>
                    <a:pt x="180" y="443"/>
                    <a:pt x="180" y="448"/>
                    <a:pt x="180" y="452"/>
                  </a:cubicBezTo>
                  <a:cubicBezTo>
                    <a:pt x="181" y="498"/>
                    <a:pt x="184" y="526"/>
                    <a:pt x="195" y="545"/>
                  </a:cubicBezTo>
                  <a:cubicBezTo>
                    <a:pt x="206" y="572"/>
                    <a:pt x="208" y="569"/>
                    <a:pt x="211" y="577"/>
                  </a:cubicBezTo>
                  <a:cubicBezTo>
                    <a:pt x="236" y="627"/>
                    <a:pt x="240" y="630"/>
                    <a:pt x="238" y="632"/>
                  </a:cubicBezTo>
                  <a:cubicBezTo>
                    <a:pt x="260" y="671"/>
                    <a:pt x="263" y="679"/>
                    <a:pt x="270" y="687"/>
                  </a:cubicBezTo>
                  <a:cubicBezTo>
                    <a:pt x="277" y="703"/>
                    <a:pt x="278" y="705"/>
                    <a:pt x="280" y="707"/>
                  </a:cubicBezTo>
                  <a:cubicBezTo>
                    <a:pt x="284" y="736"/>
                    <a:pt x="293" y="745"/>
                    <a:pt x="290" y="751"/>
                  </a:cubicBezTo>
                  <a:cubicBezTo>
                    <a:pt x="300" y="786"/>
                    <a:pt x="298" y="788"/>
                    <a:pt x="301" y="790"/>
                  </a:cubicBezTo>
                  <a:cubicBezTo>
                    <a:pt x="285" y="760"/>
                    <a:pt x="280" y="751"/>
                    <a:pt x="281" y="743"/>
                  </a:cubicBezTo>
                  <a:cubicBezTo>
                    <a:pt x="267" y="717"/>
                    <a:pt x="263" y="712"/>
                    <a:pt x="264" y="709"/>
                  </a:cubicBezTo>
                  <a:cubicBezTo>
                    <a:pt x="248" y="682"/>
                    <a:pt x="246" y="670"/>
                    <a:pt x="242" y="658"/>
                  </a:cubicBezTo>
                  <a:cubicBezTo>
                    <a:pt x="179" y="534"/>
                    <a:pt x="172" y="518"/>
                    <a:pt x="162" y="502"/>
                  </a:cubicBezTo>
                  <a:cubicBezTo>
                    <a:pt x="145" y="444"/>
                    <a:pt x="148" y="430"/>
                    <a:pt x="143" y="415"/>
                  </a:cubicBezTo>
                  <a:cubicBezTo>
                    <a:pt x="140" y="444"/>
                    <a:pt x="143" y="452"/>
                    <a:pt x="143" y="459"/>
                  </a:cubicBezTo>
                  <a:cubicBezTo>
                    <a:pt x="153" y="499"/>
                    <a:pt x="156" y="503"/>
                    <a:pt x="155" y="507"/>
                  </a:cubicBezTo>
                  <a:cubicBezTo>
                    <a:pt x="184" y="563"/>
                    <a:pt x="185" y="565"/>
                    <a:pt x="185" y="569"/>
                  </a:cubicBezTo>
                  <a:cubicBezTo>
                    <a:pt x="202" y="603"/>
                    <a:pt x="208" y="605"/>
                    <a:pt x="207" y="612"/>
                  </a:cubicBezTo>
                  <a:cubicBezTo>
                    <a:pt x="217" y="641"/>
                    <a:pt x="230" y="639"/>
                    <a:pt x="224" y="644"/>
                  </a:cubicBezTo>
                  <a:cubicBezTo>
                    <a:pt x="287" y="796"/>
                    <a:pt x="292" y="802"/>
                    <a:pt x="291" y="807"/>
                  </a:cubicBezTo>
                  <a:cubicBezTo>
                    <a:pt x="298" y="844"/>
                    <a:pt x="299" y="847"/>
                    <a:pt x="297" y="849"/>
                  </a:cubicBezTo>
                  <a:cubicBezTo>
                    <a:pt x="295" y="844"/>
                    <a:pt x="294" y="840"/>
                    <a:pt x="292" y="836"/>
                  </a:cubicBezTo>
                  <a:cubicBezTo>
                    <a:pt x="285" y="809"/>
                    <a:pt x="281" y="804"/>
                    <a:pt x="278" y="799"/>
                  </a:cubicBezTo>
                  <a:cubicBezTo>
                    <a:pt x="255" y="746"/>
                    <a:pt x="249" y="747"/>
                    <a:pt x="250" y="741"/>
                  </a:cubicBezTo>
                  <a:cubicBezTo>
                    <a:pt x="223" y="694"/>
                    <a:pt x="225" y="692"/>
                    <a:pt x="223" y="689"/>
                  </a:cubicBezTo>
                  <a:cubicBezTo>
                    <a:pt x="216" y="674"/>
                    <a:pt x="215" y="671"/>
                    <a:pt x="212" y="667"/>
                  </a:cubicBezTo>
                  <a:cubicBezTo>
                    <a:pt x="201" y="644"/>
                    <a:pt x="195" y="640"/>
                    <a:pt x="198" y="638"/>
                  </a:cubicBezTo>
                  <a:cubicBezTo>
                    <a:pt x="149" y="549"/>
                    <a:pt x="156" y="559"/>
                    <a:pt x="157" y="567"/>
                  </a:cubicBezTo>
                  <a:cubicBezTo>
                    <a:pt x="160" y="580"/>
                    <a:pt x="164" y="583"/>
                    <a:pt x="165" y="586"/>
                  </a:cubicBezTo>
                  <a:cubicBezTo>
                    <a:pt x="177" y="613"/>
                    <a:pt x="172" y="614"/>
                    <a:pt x="179" y="618"/>
                  </a:cubicBezTo>
                  <a:cubicBezTo>
                    <a:pt x="187" y="642"/>
                    <a:pt x="191" y="644"/>
                    <a:pt x="192" y="647"/>
                  </a:cubicBezTo>
                  <a:cubicBezTo>
                    <a:pt x="208" y="677"/>
                    <a:pt x="206" y="681"/>
                    <a:pt x="209" y="680"/>
                  </a:cubicBezTo>
                  <a:cubicBezTo>
                    <a:pt x="229" y="715"/>
                    <a:pt x="236" y="735"/>
                    <a:pt x="245" y="754"/>
                  </a:cubicBezTo>
                  <a:cubicBezTo>
                    <a:pt x="265" y="789"/>
                    <a:pt x="268" y="793"/>
                    <a:pt x="268" y="796"/>
                  </a:cubicBezTo>
                  <a:cubicBezTo>
                    <a:pt x="284" y="831"/>
                    <a:pt x="281" y="834"/>
                    <a:pt x="283" y="837"/>
                  </a:cubicBezTo>
                  <a:cubicBezTo>
                    <a:pt x="287" y="855"/>
                    <a:pt x="283" y="857"/>
                    <a:pt x="287" y="859"/>
                  </a:cubicBezTo>
                  <a:cubicBezTo>
                    <a:pt x="285" y="886"/>
                    <a:pt x="282" y="878"/>
                    <a:pt x="285" y="870"/>
                  </a:cubicBezTo>
                  <a:cubicBezTo>
                    <a:pt x="268" y="821"/>
                    <a:pt x="270" y="819"/>
                    <a:pt x="268" y="816"/>
                  </a:cubicBezTo>
                  <a:cubicBezTo>
                    <a:pt x="259" y="786"/>
                    <a:pt x="252" y="782"/>
                    <a:pt x="251" y="779"/>
                  </a:cubicBezTo>
                  <a:cubicBezTo>
                    <a:pt x="234" y="751"/>
                    <a:pt x="238" y="749"/>
                    <a:pt x="234" y="745"/>
                  </a:cubicBezTo>
                  <a:cubicBezTo>
                    <a:pt x="205" y="692"/>
                    <a:pt x="202" y="688"/>
                    <a:pt x="199" y="684"/>
                  </a:cubicBezTo>
                  <a:cubicBezTo>
                    <a:pt x="177" y="630"/>
                    <a:pt x="166" y="611"/>
                    <a:pt x="158" y="593"/>
                  </a:cubicBezTo>
                  <a:cubicBezTo>
                    <a:pt x="147" y="546"/>
                    <a:pt x="142" y="548"/>
                    <a:pt x="140" y="540"/>
                  </a:cubicBezTo>
                  <a:cubicBezTo>
                    <a:pt x="140" y="522"/>
                    <a:pt x="138" y="522"/>
                    <a:pt x="136" y="521"/>
                  </a:cubicBezTo>
                  <a:cubicBezTo>
                    <a:pt x="130" y="496"/>
                    <a:pt x="129" y="493"/>
                    <a:pt x="131" y="490"/>
                  </a:cubicBezTo>
                  <a:cubicBezTo>
                    <a:pt x="122" y="493"/>
                    <a:pt x="128" y="497"/>
                    <a:pt x="125" y="499"/>
                  </a:cubicBezTo>
                  <a:cubicBezTo>
                    <a:pt x="131" y="527"/>
                    <a:pt x="132" y="536"/>
                    <a:pt x="136" y="545"/>
                  </a:cubicBezTo>
                  <a:cubicBezTo>
                    <a:pt x="139" y="569"/>
                    <a:pt x="140" y="574"/>
                    <a:pt x="139" y="580"/>
                  </a:cubicBezTo>
                  <a:cubicBezTo>
                    <a:pt x="160" y="639"/>
                    <a:pt x="161" y="642"/>
                    <a:pt x="159" y="645"/>
                  </a:cubicBezTo>
                  <a:cubicBezTo>
                    <a:pt x="169" y="668"/>
                    <a:pt x="176" y="672"/>
                    <a:pt x="172" y="674"/>
                  </a:cubicBezTo>
                  <a:cubicBezTo>
                    <a:pt x="200" y="724"/>
                    <a:pt x="201" y="738"/>
                    <a:pt x="214" y="755"/>
                  </a:cubicBezTo>
                  <a:cubicBezTo>
                    <a:pt x="236" y="805"/>
                    <a:pt x="246" y="814"/>
                    <a:pt x="247" y="821"/>
                  </a:cubicBezTo>
                  <a:cubicBezTo>
                    <a:pt x="268" y="868"/>
                    <a:pt x="261" y="870"/>
                    <a:pt x="266" y="874"/>
                  </a:cubicBezTo>
                  <a:cubicBezTo>
                    <a:pt x="224" y="800"/>
                    <a:pt x="220" y="795"/>
                    <a:pt x="217" y="789"/>
                  </a:cubicBezTo>
                  <a:cubicBezTo>
                    <a:pt x="185" y="740"/>
                    <a:pt x="190" y="733"/>
                    <a:pt x="185" y="736"/>
                  </a:cubicBezTo>
                  <a:cubicBezTo>
                    <a:pt x="171" y="702"/>
                    <a:pt x="168" y="697"/>
                    <a:pt x="166" y="693"/>
                  </a:cubicBezTo>
                  <a:cubicBezTo>
                    <a:pt x="134" y="606"/>
                    <a:pt x="125" y="601"/>
                    <a:pt x="129" y="597"/>
                  </a:cubicBezTo>
                  <a:cubicBezTo>
                    <a:pt x="119" y="542"/>
                    <a:pt x="118" y="540"/>
                    <a:pt x="116" y="538"/>
                  </a:cubicBezTo>
                  <a:cubicBezTo>
                    <a:pt x="111" y="539"/>
                    <a:pt x="113" y="558"/>
                    <a:pt x="117" y="576"/>
                  </a:cubicBezTo>
                  <a:cubicBezTo>
                    <a:pt x="141" y="650"/>
                    <a:pt x="140" y="667"/>
                    <a:pt x="151" y="685"/>
                  </a:cubicBezTo>
                  <a:cubicBezTo>
                    <a:pt x="194" y="767"/>
                    <a:pt x="201" y="774"/>
                    <a:pt x="207" y="789"/>
                  </a:cubicBezTo>
                  <a:cubicBezTo>
                    <a:pt x="228" y="836"/>
                    <a:pt x="240" y="840"/>
                    <a:pt x="235" y="842"/>
                  </a:cubicBezTo>
                  <a:cubicBezTo>
                    <a:pt x="251" y="882"/>
                    <a:pt x="258" y="889"/>
                    <a:pt x="255" y="894"/>
                  </a:cubicBezTo>
                  <a:cubicBezTo>
                    <a:pt x="228" y="846"/>
                    <a:pt x="227" y="844"/>
                    <a:pt x="225" y="842"/>
                  </a:cubicBezTo>
                  <a:cubicBezTo>
                    <a:pt x="212" y="821"/>
                    <a:pt x="210" y="822"/>
                    <a:pt x="209" y="820"/>
                  </a:cubicBezTo>
                  <a:cubicBezTo>
                    <a:pt x="166" y="769"/>
                    <a:pt x="157" y="757"/>
                    <a:pt x="144" y="743"/>
                  </a:cubicBezTo>
                  <a:cubicBezTo>
                    <a:pt x="123" y="700"/>
                    <a:pt x="116" y="696"/>
                    <a:pt x="115" y="693"/>
                  </a:cubicBezTo>
                  <a:cubicBezTo>
                    <a:pt x="107" y="669"/>
                    <a:pt x="105" y="663"/>
                    <a:pt x="101" y="657"/>
                  </a:cubicBezTo>
                  <a:cubicBezTo>
                    <a:pt x="96" y="630"/>
                    <a:pt x="93" y="623"/>
                    <a:pt x="91" y="615"/>
                  </a:cubicBezTo>
                  <a:cubicBezTo>
                    <a:pt x="87" y="604"/>
                    <a:pt x="82" y="608"/>
                    <a:pt x="85" y="614"/>
                  </a:cubicBezTo>
                  <a:cubicBezTo>
                    <a:pt x="95" y="654"/>
                    <a:pt x="92" y="660"/>
                    <a:pt x="95" y="666"/>
                  </a:cubicBezTo>
                  <a:cubicBezTo>
                    <a:pt x="154" y="770"/>
                    <a:pt x="155" y="771"/>
                    <a:pt x="161" y="778"/>
                  </a:cubicBezTo>
                  <a:cubicBezTo>
                    <a:pt x="204" y="829"/>
                    <a:pt x="208" y="830"/>
                    <a:pt x="211" y="836"/>
                  </a:cubicBezTo>
                  <a:cubicBezTo>
                    <a:pt x="249" y="919"/>
                    <a:pt x="255" y="928"/>
                    <a:pt x="253" y="935"/>
                  </a:cubicBezTo>
                  <a:cubicBezTo>
                    <a:pt x="253" y="956"/>
                    <a:pt x="256" y="954"/>
                    <a:pt x="252" y="951"/>
                  </a:cubicBezTo>
                  <a:cubicBezTo>
                    <a:pt x="255" y="941"/>
                    <a:pt x="249" y="937"/>
                    <a:pt x="247" y="934"/>
                  </a:cubicBezTo>
                  <a:cubicBezTo>
                    <a:pt x="223" y="877"/>
                    <a:pt x="219" y="872"/>
                    <a:pt x="216" y="866"/>
                  </a:cubicBezTo>
                  <a:cubicBezTo>
                    <a:pt x="166" y="796"/>
                    <a:pt x="160" y="792"/>
                    <a:pt x="155" y="782"/>
                  </a:cubicBezTo>
                  <a:cubicBezTo>
                    <a:pt x="107" y="716"/>
                    <a:pt x="103" y="719"/>
                    <a:pt x="103" y="714"/>
                  </a:cubicBezTo>
                  <a:cubicBezTo>
                    <a:pt x="85" y="675"/>
                    <a:pt x="83" y="673"/>
                    <a:pt x="82" y="671"/>
                  </a:cubicBezTo>
                  <a:cubicBezTo>
                    <a:pt x="79" y="658"/>
                    <a:pt x="74" y="655"/>
                    <a:pt x="76" y="653"/>
                  </a:cubicBezTo>
                  <a:cubicBezTo>
                    <a:pt x="72" y="651"/>
                    <a:pt x="73" y="653"/>
                    <a:pt x="70" y="654"/>
                  </a:cubicBezTo>
                  <a:cubicBezTo>
                    <a:pt x="78" y="674"/>
                    <a:pt x="75" y="677"/>
                    <a:pt x="80" y="682"/>
                  </a:cubicBezTo>
                  <a:cubicBezTo>
                    <a:pt x="93" y="713"/>
                    <a:pt x="99" y="721"/>
                    <a:pt x="102" y="730"/>
                  </a:cubicBezTo>
                  <a:cubicBezTo>
                    <a:pt x="168" y="818"/>
                    <a:pt x="173" y="816"/>
                    <a:pt x="176" y="821"/>
                  </a:cubicBezTo>
                  <a:cubicBezTo>
                    <a:pt x="206" y="868"/>
                    <a:pt x="208" y="871"/>
                    <a:pt x="210" y="875"/>
                  </a:cubicBezTo>
                  <a:cubicBezTo>
                    <a:pt x="237" y="926"/>
                    <a:pt x="238" y="934"/>
                    <a:pt x="240" y="942"/>
                  </a:cubicBezTo>
                  <a:cubicBezTo>
                    <a:pt x="254" y="974"/>
                    <a:pt x="251" y="976"/>
                    <a:pt x="252" y="978"/>
                  </a:cubicBezTo>
                  <a:cubicBezTo>
                    <a:pt x="244" y="978"/>
                    <a:pt x="245" y="972"/>
                    <a:pt x="245" y="965"/>
                  </a:cubicBezTo>
                  <a:cubicBezTo>
                    <a:pt x="220" y="909"/>
                    <a:pt x="215" y="897"/>
                    <a:pt x="207" y="885"/>
                  </a:cubicBezTo>
                  <a:cubicBezTo>
                    <a:pt x="195" y="866"/>
                    <a:pt x="195" y="864"/>
                    <a:pt x="193" y="865"/>
                  </a:cubicBezTo>
                  <a:cubicBezTo>
                    <a:pt x="179" y="855"/>
                    <a:pt x="185" y="844"/>
                    <a:pt x="180" y="848"/>
                  </a:cubicBezTo>
                  <a:cubicBezTo>
                    <a:pt x="148" y="807"/>
                    <a:pt x="140" y="795"/>
                    <a:pt x="131" y="783"/>
                  </a:cubicBezTo>
                  <a:cubicBezTo>
                    <a:pt x="118" y="762"/>
                    <a:pt x="110" y="755"/>
                    <a:pt x="106" y="749"/>
                  </a:cubicBezTo>
                  <a:cubicBezTo>
                    <a:pt x="80" y="696"/>
                    <a:pt x="80" y="694"/>
                    <a:pt x="80" y="692"/>
                  </a:cubicBezTo>
                  <a:cubicBezTo>
                    <a:pt x="71" y="664"/>
                    <a:pt x="69" y="658"/>
                    <a:pt x="65" y="661"/>
                  </a:cubicBezTo>
                  <a:cubicBezTo>
                    <a:pt x="71" y="688"/>
                    <a:pt x="73" y="693"/>
                    <a:pt x="76" y="697"/>
                  </a:cubicBezTo>
                  <a:cubicBezTo>
                    <a:pt x="113" y="772"/>
                    <a:pt x="120" y="781"/>
                    <a:pt x="125" y="789"/>
                  </a:cubicBezTo>
                  <a:cubicBezTo>
                    <a:pt x="135" y="803"/>
                    <a:pt x="136" y="809"/>
                    <a:pt x="140" y="813"/>
                  </a:cubicBezTo>
                  <a:cubicBezTo>
                    <a:pt x="178" y="859"/>
                    <a:pt x="181" y="858"/>
                    <a:pt x="179" y="860"/>
                  </a:cubicBezTo>
                  <a:cubicBezTo>
                    <a:pt x="193" y="881"/>
                    <a:pt x="195" y="882"/>
                    <a:pt x="198" y="889"/>
                  </a:cubicBezTo>
                  <a:cubicBezTo>
                    <a:pt x="227" y="944"/>
                    <a:pt x="231" y="952"/>
                    <a:pt x="235" y="961"/>
                  </a:cubicBezTo>
                  <a:cubicBezTo>
                    <a:pt x="244" y="999"/>
                    <a:pt x="243" y="1002"/>
                    <a:pt x="242" y="1005"/>
                  </a:cubicBezTo>
                  <a:cubicBezTo>
                    <a:pt x="238" y="996"/>
                    <a:pt x="233" y="991"/>
                    <a:pt x="234" y="988"/>
                  </a:cubicBezTo>
                  <a:cubicBezTo>
                    <a:pt x="225" y="962"/>
                    <a:pt x="224" y="959"/>
                    <a:pt x="222" y="957"/>
                  </a:cubicBezTo>
                  <a:cubicBezTo>
                    <a:pt x="210" y="930"/>
                    <a:pt x="207" y="921"/>
                    <a:pt x="204" y="912"/>
                  </a:cubicBezTo>
                  <a:cubicBezTo>
                    <a:pt x="190" y="898"/>
                    <a:pt x="190" y="892"/>
                    <a:pt x="189" y="891"/>
                  </a:cubicBezTo>
                  <a:cubicBezTo>
                    <a:pt x="171" y="869"/>
                    <a:pt x="172" y="868"/>
                    <a:pt x="171" y="866"/>
                  </a:cubicBezTo>
                  <a:cubicBezTo>
                    <a:pt x="166" y="860"/>
                    <a:pt x="165" y="861"/>
                    <a:pt x="164" y="859"/>
                  </a:cubicBezTo>
                  <a:cubicBezTo>
                    <a:pt x="156" y="850"/>
                    <a:pt x="152" y="845"/>
                    <a:pt x="148" y="841"/>
                  </a:cubicBezTo>
                  <a:cubicBezTo>
                    <a:pt x="65" y="711"/>
                    <a:pt x="53" y="694"/>
                    <a:pt x="50" y="678"/>
                  </a:cubicBezTo>
                  <a:cubicBezTo>
                    <a:pt x="50" y="701"/>
                    <a:pt x="55" y="704"/>
                    <a:pt x="53" y="706"/>
                  </a:cubicBezTo>
                  <a:cubicBezTo>
                    <a:pt x="169" y="875"/>
                    <a:pt x="172" y="884"/>
                    <a:pt x="197" y="919"/>
                  </a:cubicBezTo>
                  <a:cubicBezTo>
                    <a:pt x="218" y="976"/>
                    <a:pt x="221" y="979"/>
                    <a:pt x="224" y="983"/>
                  </a:cubicBezTo>
                  <a:cubicBezTo>
                    <a:pt x="228" y="1009"/>
                    <a:pt x="232" y="1014"/>
                    <a:pt x="228" y="1017"/>
                  </a:cubicBezTo>
                  <a:cubicBezTo>
                    <a:pt x="224" y="1004"/>
                    <a:pt x="219" y="996"/>
                    <a:pt x="221" y="990"/>
                  </a:cubicBezTo>
                  <a:cubicBezTo>
                    <a:pt x="201" y="949"/>
                    <a:pt x="198" y="938"/>
                    <a:pt x="196" y="934"/>
                  </a:cubicBezTo>
                  <a:cubicBezTo>
                    <a:pt x="166" y="892"/>
                    <a:pt x="165" y="887"/>
                    <a:pt x="163" y="885"/>
                  </a:cubicBezTo>
                  <a:cubicBezTo>
                    <a:pt x="129" y="843"/>
                    <a:pt x="120" y="840"/>
                    <a:pt x="115" y="826"/>
                  </a:cubicBezTo>
                  <a:cubicBezTo>
                    <a:pt x="95" y="810"/>
                    <a:pt x="100" y="803"/>
                    <a:pt x="95" y="801"/>
                  </a:cubicBezTo>
                  <a:cubicBezTo>
                    <a:pt x="58" y="746"/>
                    <a:pt x="61" y="750"/>
                    <a:pt x="63" y="753"/>
                  </a:cubicBezTo>
                  <a:cubicBezTo>
                    <a:pt x="73" y="778"/>
                    <a:pt x="76" y="782"/>
                    <a:pt x="79" y="786"/>
                  </a:cubicBezTo>
                  <a:cubicBezTo>
                    <a:pt x="96" y="817"/>
                    <a:pt x="95" y="817"/>
                    <a:pt x="101" y="826"/>
                  </a:cubicBezTo>
                  <a:cubicBezTo>
                    <a:pt x="112" y="844"/>
                    <a:pt x="119" y="843"/>
                    <a:pt x="118" y="851"/>
                  </a:cubicBezTo>
                  <a:cubicBezTo>
                    <a:pt x="187" y="941"/>
                    <a:pt x="193" y="948"/>
                    <a:pt x="198" y="955"/>
                  </a:cubicBezTo>
                  <a:cubicBezTo>
                    <a:pt x="206" y="972"/>
                    <a:pt x="204" y="974"/>
                    <a:pt x="206" y="976"/>
                  </a:cubicBezTo>
                  <a:cubicBezTo>
                    <a:pt x="210" y="996"/>
                    <a:pt x="210" y="999"/>
                    <a:pt x="212" y="1001"/>
                  </a:cubicBezTo>
                  <a:cubicBezTo>
                    <a:pt x="219" y="1030"/>
                    <a:pt x="221" y="1035"/>
                    <a:pt x="219" y="1038"/>
                  </a:cubicBezTo>
                  <a:cubicBezTo>
                    <a:pt x="213" y="1023"/>
                    <a:pt x="208" y="1019"/>
                    <a:pt x="207" y="1015"/>
                  </a:cubicBezTo>
                  <a:cubicBezTo>
                    <a:pt x="176" y="958"/>
                    <a:pt x="173" y="948"/>
                    <a:pt x="164" y="941"/>
                  </a:cubicBezTo>
                  <a:cubicBezTo>
                    <a:pt x="138" y="898"/>
                    <a:pt x="141" y="893"/>
                    <a:pt x="136" y="892"/>
                  </a:cubicBezTo>
                  <a:cubicBezTo>
                    <a:pt x="80" y="806"/>
                    <a:pt x="75" y="794"/>
                    <a:pt x="68" y="781"/>
                  </a:cubicBezTo>
                  <a:cubicBezTo>
                    <a:pt x="55" y="735"/>
                    <a:pt x="49" y="731"/>
                    <a:pt x="52" y="729"/>
                  </a:cubicBezTo>
                  <a:cubicBezTo>
                    <a:pt x="46" y="719"/>
                    <a:pt x="43" y="724"/>
                    <a:pt x="46" y="731"/>
                  </a:cubicBezTo>
                  <a:cubicBezTo>
                    <a:pt x="61" y="773"/>
                    <a:pt x="58" y="778"/>
                    <a:pt x="63" y="785"/>
                  </a:cubicBezTo>
                  <a:cubicBezTo>
                    <a:pt x="108" y="861"/>
                    <a:pt x="106" y="867"/>
                    <a:pt x="113" y="874"/>
                  </a:cubicBezTo>
                  <a:cubicBezTo>
                    <a:pt x="153" y="937"/>
                    <a:pt x="160" y="950"/>
                    <a:pt x="170" y="963"/>
                  </a:cubicBezTo>
                  <a:cubicBezTo>
                    <a:pt x="201" y="1018"/>
                    <a:pt x="197" y="1023"/>
                    <a:pt x="203" y="1030"/>
                  </a:cubicBezTo>
                  <a:cubicBezTo>
                    <a:pt x="212" y="1054"/>
                    <a:pt x="211" y="1060"/>
                    <a:pt x="215" y="1066"/>
                  </a:cubicBezTo>
                  <a:cubicBezTo>
                    <a:pt x="213" y="1076"/>
                    <a:pt x="211" y="1072"/>
                    <a:pt x="209" y="1068"/>
                  </a:cubicBezTo>
                  <a:cubicBezTo>
                    <a:pt x="192" y="1018"/>
                    <a:pt x="185" y="1004"/>
                    <a:pt x="179" y="986"/>
                  </a:cubicBezTo>
                  <a:cubicBezTo>
                    <a:pt x="167" y="965"/>
                    <a:pt x="163" y="959"/>
                    <a:pt x="162" y="959"/>
                  </a:cubicBezTo>
                  <a:cubicBezTo>
                    <a:pt x="150" y="943"/>
                    <a:pt x="146" y="939"/>
                    <a:pt x="143" y="936"/>
                  </a:cubicBezTo>
                  <a:cubicBezTo>
                    <a:pt x="94" y="874"/>
                    <a:pt x="79" y="852"/>
                    <a:pt x="64" y="833"/>
                  </a:cubicBezTo>
                  <a:cubicBezTo>
                    <a:pt x="39" y="757"/>
                    <a:pt x="29" y="752"/>
                    <a:pt x="35" y="749"/>
                  </a:cubicBezTo>
                  <a:cubicBezTo>
                    <a:pt x="29" y="755"/>
                    <a:pt x="31" y="759"/>
                    <a:pt x="33" y="763"/>
                  </a:cubicBezTo>
                  <a:cubicBezTo>
                    <a:pt x="44" y="793"/>
                    <a:pt x="39" y="799"/>
                    <a:pt x="45" y="807"/>
                  </a:cubicBezTo>
                  <a:cubicBezTo>
                    <a:pt x="89" y="874"/>
                    <a:pt x="113" y="915"/>
                    <a:pt x="129" y="931"/>
                  </a:cubicBezTo>
                  <a:cubicBezTo>
                    <a:pt x="153" y="967"/>
                    <a:pt x="164" y="977"/>
                    <a:pt x="170" y="987"/>
                  </a:cubicBezTo>
                  <a:cubicBezTo>
                    <a:pt x="186" y="1036"/>
                    <a:pt x="176" y="1025"/>
                    <a:pt x="171" y="1012"/>
                  </a:cubicBezTo>
                  <a:cubicBezTo>
                    <a:pt x="150" y="985"/>
                    <a:pt x="142" y="980"/>
                    <a:pt x="145" y="976"/>
                  </a:cubicBezTo>
                  <a:cubicBezTo>
                    <a:pt x="89" y="910"/>
                    <a:pt x="75" y="887"/>
                    <a:pt x="51" y="850"/>
                  </a:cubicBezTo>
                  <a:cubicBezTo>
                    <a:pt x="32" y="802"/>
                    <a:pt x="32" y="799"/>
                    <a:pt x="33" y="797"/>
                  </a:cubicBezTo>
                  <a:cubicBezTo>
                    <a:pt x="29" y="798"/>
                    <a:pt x="29" y="800"/>
                    <a:pt x="29" y="802"/>
                  </a:cubicBezTo>
                  <a:cubicBezTo>
                    <a:pt x="34" y="829"/>
                    <a:pt x="41" y="834"/>
                    <a:pt x="38" y="838"/>
                  </a:cubicBezTo>
                  <a:cubicBezTo>
                    <a:pt x="56" y="874"/>
                    <a:pt x="56" y="876"/>
                    <a:pt x="56" y="876"/>
                  </a:cubicBezTo>
                  <a:cubicBezTo>
                    <a:pt x="77" y="905"/>
                    <a:pt x="93" y="930"/>
                    <a:pt x="103" y="938"/>
                  </a:cubicBezTo>
                  <a:cubicBezTo>
                    <a:pt x="143" y="990"/>
                    <a:pt x="145" y="993"/>
                    <a:pt x="147" y="997"/>
                  </a:cubicBezTo>
                  <a:cubicBezTo>
                    <a:pt x="170" y="1023"/>
                    <a:pt x="170" y="1030"/>
                    <a:pt x="170" y="1032"/>
                  </a:cubicBezTo>
                  <a:cubicBezTo>
                    <a:pt x="192" y="1072"/>
                    <a:pt x="200" y="1081"/>
                    <a:pt x="202" y="1090"/>
                  </a:cubicBezTo>
                  <a:cubicBezTo>
                    <a:pt x="202" y="1098"/>
                    <a:pt x="196" y="1094"/>
                    <a:pt x="199" y="1092"/>
                  </a:cubicBezTo>
                  <a:cubicBezTo>
                    <a:pt x="171" y="1039"/>
                    <a:pt x="164" y="1029"/>
                    <a:pt x="160" y="1024"/>
                  </a:cubicBezTo>
                  <a:cubicBezTo>
                    <a:pt x="153" y="1014"/>
                    <a:pt x="150" y="1010"/>
                    <a:pt x="146" y="1005"/>
                  </a:cubicBezTo>
                  <a:cubicBezTo>
                    <a:pt x="40" y="864"/>
                    <a:pt x="36" y="858"/>
                    <a:pt x="31" y="852"/>
                  </a:cubicBezTo>
                  <a:cubicBezTo>
                    <a:pt x="22" y="845"/>
                    <a:pt x="25" y="854"/>
                    <a:pt x="29" y="863"/>
                  </a:cubicBezTo>
                  <a:cubicBezTo>
                    <a:pt x="50" y="911"/>
                    <a:pt x="48" y="916"/>
                    <a:pt x="54" y="922"/>
                  </a:cubicBezTo>
                  <a:cubicBezTo>
                    <a:pt x="84" y="967"/>
                    <a:pt x="81" y="972"/>
                    <a:pt x="86" y="972"/>
                  </a:cubicBezTo>
                  <a:cubicBezTo>
                    <a:pt x="97" y="985"/>
                    <a:pt x="95" y="988"/>
                    <a:pt x="95" y="988"/>
                  </a:cubicBezTo>
                  <a:cubicBezTo>
                    <a:pt x="134" y="1039"/>
                    <a:pt x="133" y="1041"/>
                    <a:pt x="134" y="1043"/>
                  </a:cubicBezTo>
                  <a:cubicBezTo>
                    <a:pt x="154" y="1066"/>
                    <a:pt x="152" y="1068"/>
                    <a:pt x="153" y="1069"/>
                  </a:cubicBezTo>
                  <a:cubicBezTo>
                    <a:pt x="163" y="1084"/>
                    <a:pt x="168" y="1094"/>
                    <a:pt x="176" y="1104"/>
                  </a:cubicBezTo>
                  <a:cubicBezTo>
                    <a:pt x="193" y="1150"/>
                    <a:pt x="191" y="1152"/>
                    <a:pt x="193" y="1155"/>
                  </a:cubicBezTo>
                  <a:cubicBezTo>
                    <a:pt x="174" y="1126"/>
                    <a:pt x="178" y="1120"/>
                    <a:pt x="173" y="1121"/>
                  </a:cubicBezTo>
                  <a:cubicBezTo>
                    <a:pt x="150" y="1085"/>
                    <a:pt x="146" y="1076"/>
                    <a:pt x="137" y="1068"/>
                  </a:cubicBezTo>
                  <a:cubicBezTo>
                    <a:pt x="122" y="1043"/>
                    <a:pt x="118" y="1038"/>
                    <a:pt x="116" y="1034"/>
                  </a:cubicBezTo>
                  <a:cubicBezTo>
                    <a:pt x="107" y="1023"/>
                    <a:pt x="105" y="1016"/>
                    <a:pt x="100" y="1009"/>
                  </a:cubicBezTo>
                  <a:cubicBezTo>
                    <a:pt x="90" y="998"/>
                    <a:pt x="92" y="997"/>
                    <a:pt x="89" y="997"/>
                  </a:cubicBezTo>
                  <a:cubicBezTo>
                    <a:pt x="85" y="986"/>
                    <a:pt x="82" y="987"/>
                    <a:pt x="82" y="987"/>
                  </a:cubicBezTo>
                  <a:cubicBezTo>
                    <a:pt x="53" y="952"/>
                    <a:pt x="52" y="942"/>
                    <a:pt x="49" y="942"/>
                  </a:cubicBezTo>
                  <a:cubicBezTo>
                    <a:pt x="31" y="899"/>
                    <a:pt x="22" y="894"/>
                    <a:pt x="26" y="890"/>
                  </a:cubicBezTo>
                  <a:cubicBezTo>
                    <a:pt x="40" y="944"/>
                    <a:pt x="46" y="951"/>
                    <a:pt x="50" y="957"/>
                  </a:cubicBezTo>
                  <a:cubicBezTo>
                    <a:pt x="55" y="964"/>
                    <a:pt x="54" y="966"/>
                    <a:pt x="55" y="967"/>
                  </a:cubicBezTo>
                  <a:cubicBezTo>
                    <a:pt x="62" y="976"/>
                    <a:pt x="63" y="974"/>
                    <a:pt x="64" y="976"/>
                  </a:cubicBezTo>
                  <a:cubicBezTo>
                    <a:pt x="71" y="991"/>
                    <a:pt x="75" y="992"/>
                    <a:pt x="75" y="992"/>
                  </a:cubicBezTo>
                  <a:cubicBezTo>
                    <a:pt x="87" y="1006"/>
                    <a:pt x="91" y="1013"/>
                    <a:pt x="94" y="1018"/>
                  </a:cubicBezTo>
                  <a:cubicBezTo>
                    <a:pt x="102" y="1029"/>
                    <a:pt x="101" y="1031"/>
                    <a:pt x="102" y="1032"/>
                  </a:cubicBezTo>
                  <a:cubicBezTo>
                    <a:pt x="136" y="1079"/>
                    <a:pt x="145" y="1091"/>
                    <a:pt x="153" y="1103"/>
                  </a:cubicBezTo>
                  <a:cubicBezTo>
                    <a:pt x="187" y="1163"/>
                    <a:pt x="182" y="1168"/>
                    <a:pt x="186" y="1173"/>
                  </a:cubicBezTo>
                  <a:cubicBezTo>
                    <a:pt x="178" y="1170"/>
                    <a:pt x="174" y="1167"/>
                    <a:pt x="173" y="1165"/>
                  </a:cubicBezTo>
                  <a:cubicBezTo>
                    <a:pt x="155" y="1142"/>
                    <a:pt x="146" y="1120"/>
                    <a:pt x="135" y="1111"/>
                  </a:cubicBezTo>
                  <a:cubicBezTo>
                    <a:pt x="110" y="1078"/>
                    <a:pt x="102" y="1080"/>
                    <a:pt x="106" y="1076"/>
                  </a:cubicBezTo>
                  <a:cubicBezTo>
                    <a:pt x="83" y="1057"/>
                    <a:pt x="75" y="1040"/>
                    <a:pt x="65" y="1032"/>
                  </a:cubicBezTo>
                  <a:cubicBezTo>
                    <a:pt x="32" y="978"/>
                    <a:pt x="31" y="976"/>
                    <a:pt x="24" y="965"/>
                  </a:cubicBezTo>
                  <a:cubicBezTo>
                    <a:pt x="9" y="949"/>
                    <a:pt x="15" y="952"/>
                    <a:pt x="15" y="957"/>
                  </a:cubicBezTo>
                  <a:cubicBezTo>
                    <a:pt x="47" y="1023"/>
                    <a:pt x="52" y="1028"/>
                    <a:pt x="57" y="1035"/>
                  </a:cubicBezTo>
                  <a:cubicBezTo>
                    <a:pt x="102" y="1083"/>
                    <a:pt x="107" y="1092"/>
                    <a:pt x="113" y="1095"/>
                  </a:cubicBezTo>
                  <a:cubicBezTo>
                    <a:pt x="149" y="1143"/>
                    <a:pt x="150" y="1151"/>
                    <a:pt x="154" y="1149"/>
                  </a:cubicBezTo>
                  <a:cubicBezTo>
                    <a:pt x="174" y="1202"/>
                    <a:pt x="185" y="1210"/>
                    <a:pt x="182" y="1215"/>
                  </a:cubicBezTo>
                  <a:cubicBezTo>
                    <a:pt x="168" y="1179"/>
                    <a:pt x="159" y="1180"/>
                    <a:pt x="162" y="1177"/>
                  </a:cubicBezTo>
                  <a:cubicBezTo>
                    <a:pt x="140" y="1153"/>
                    <a:pt x="142" y="1142"/>
                    <a:pt x="135" y="1136"/>
                  </a:cubicBezTo>
                  <a:cubicBezTo>
                    <a:pt x="98" y="1090"/>
                    <a:pt x="95" y="1086"/>
                    <a:pt x="92" y="1086"/>
                  </a:cubicBezTo>
                  <a:cubicBezTo>
                    <a:pt x="82" y="1073"/>
                    <a:pt x="82" y="1071"/>
                    <a:pt x="82" y="1069"/>
                  </a:cubicBezTo>
                  <a:cubicBezTo>
                    <a:pt x="44" y="1034"/>
                    <a:pt x="41" y="1030"/>
                    <a:pt x="39" y="1026"/>
                  </a:cubicBezTo>
                  <a:cubicBezTo>
                    <a:pt x="13" y="992"/>
                    <a:pt x="16" y="996"/>
                    <a:pt x="17" y="1000"/>
                  </a:cubicBezTo>
                  <a:cubicBezTo>
                    <a:pt x="48" y="1041"/>
                    <a:pt x="46" y="1053"/>
                    <a:pt x="55" y="1056"/>
                  </a:cubicBezTo>
                  <a:cubicBezTo>
                    <a:pt x="80" y="1083"/>
                    <a:pt x="81" y="1085"/>
                    <a:pt x="83" y="1087"/>
                  </a:cubicBezTo>
                  <a:cubicBezTo>
                    <a:pt x="89" y="1101"/>
                    <a:pt x="103" y="1099"/>
                    <a:pt x="97" y="1104"/>
                  </a:cubicBezTo>
                  <a:cubicBezTo>
                    <a:pt x="125" y="1140"/>
                    <a:pt x="131" y="1145"/>
                    <a:pt x="130" y="1149"/>
                  </a:cubicBezTo>
                  <a:cubicBezTo>
                    <a:pt x="93" y="1107"/>
                    <a:pt x="89" y="1106"/>
                    <a:pt x="86" y="1102"/>
                  </a:cubicBezTo>
                  <a:cubicBezTo>
                    <a:pt x="63" y="1079"/>
                    <a:pt x="59" y="1075"/>
                    <a:pt x="55" y="1073"/>
                  </a:cubicBezTo>
                  <a:cubicBezTo>
                    <a:pt x="0" y="1009"/>
                    <a:pt x="9" y="1016"/>
                    <a:pt x="8" y="1021"/>
                  </a:cubicBezTo>
                  <a:cubicBezTo>
                    <a:pt x="27" y="1050"/>
                    <a:pt x="29" y="1050"/>
                    <a:pt x="30" y="1052"/>
                  </a:cubicBezTo>
                  <a:cubicBezTo>
                    <a:pt x="33" y="1062"/>
                    <a:pt x="38" y="1060"/>
                    <a:pt x="41" y="1066"/>
                  </a:cubicBezTo>
                  <a:cubicBezTo>
                    <a:pt x="86" y="1110"/>
                    <a:pt x="90" y="1120"/>
                    <a:pt x="96" y="1122"/>
                  </a:cubicBezTo>
                  <a:cubicBezTo>
                    <a:pt x="118" y="1149"/>
                    <a:pt x="127" y="1163"/>
                    <a:pt x="137" y="1176"/>
                  </a:cubicBezTo>
                  <a:cubicBezTo>
                    <a:pt x="148" y="1204"/>
                    <a:pt x="162" y="1211"/>
                    <a:pt x="158" y="1215"/>
                  </a:cubicBezTo>
                  <a:cubicBezTo>
                    <a:pt x="165" y="1240"/>
                    <a:pt x="164" y="1234"/>
                    <a:pt x="163" y="1229"/>
                  </a:cubicBezTo>
                  <a:cubicBezTo>
                    <a:pt x="151" y="1205"/>
                    <a:pt x="144" y="1201"/>
                    <a:pt x="143" y="1199"/>
                  </a:cubicBezTo>
                  <a:cubicBezTo>
                    <a:pt x="118" y="1171"/>
                    <a:pt x="122" y="1166"/>
                    <a:pt x="116" y="1164"/>
                  </a:cubicBezTo>
                  <a:cubicBezTo>
                    <a:pt x="82" y="1123"/>
                    <a:pt x="68" y="1114"/>
                    <a:pt x="60" y="1107"/>
                  </a:cubicBezTo>
                  <a:cubicBezTo>
                    <a:pt x="19" y="1050"/>
                    <a:pt x="22" y="1042"/>
                    <a:pt x="13" y="1042"/>
                  </a:cubicBezTo>
                  <a:cubicBezTo>
                    <a:pt x="62" y="1117"/>
                    <a:pt x="74" y="1136"/>
                    <a:pt x="95" y="1152"/>
                  </a:cubicBezTo>
                  <a:cubicBezTo>
                    <a:pt x="135" y="1204"/>
                    <a:pt x="140" y="1211"/>
                    <a:pt x="145" y="1217"/>
                  </a:cubicBezTo>
                  <a:cubicBezTo>
                    <a:pt x="170" y="1269"/>
                    <a:pt x="166" y="1271"/>
                    <a:pt x="171" y="1274"/>
                  </a:cubicBezTo>
                  <a:cubicBezTo>
                    <a:pt x="178" y="1302"/>
                    <a:pt x="178" y="1304"/>
                    <a:pt x="177" y="1307"/>
                  </a:cubicBezTo>
                  <a:cubicBezTo>
                    <a:pt x="169" y="1297"/>
                    <a:pt x="173" y="1295"/>
                    <a:pt x="168" y="1291"/>
                  </a:cubicBezTo>
                  <a:cubicBezTo>
                    <a:pt x="133" y="1236"/>
                    <a:pt x="128" y="1228"/>
                    <a:pt x="116" y="1208"/>
                  </a:cubicBezTo>
                  <a:cubicBezTo>
                    <a:pt x="41" y="1115"/>
                    <a:pt x="40" y="1112"/>
                    <a:pt x="37" y="1109"/>
                  </a:cubicBezTo>
                  <a:cubicBezTo>
                    <a:pt x="25" y="1086"/>
                    <a:pt x="30" y="1079"/>
                    <a:pt x="24" y="1081"/>
                  </a:cubicBezTo>
                  <a:cubicBezTo>
                    <a:pt x="59" y="1159"/>
                    <a:pt x="64" y="1161"/>
                    <a:pt x="69" y="1166"/>
                  </a:cubicBezTo>
                  <a:cubicBezTo>
                    <a:pt x="116" y="1220"/>
                    <a:pt x="123" y="1241"/>
                    <a:pt x="133" y="1245"/>
                  </a:cubicBezTo>
                  <a:cubicBezTo>
                    <a:pt x="146" y="1275"/>
                    <a:pt x="149" y="1274"/>
                    <a:pt x="153" y="1283"/>
                  </a:cubicBezTo>
                  <a:cubicBezTo>
                    <a:pt x="167" y="1322"/>
                    <a:pt x="173" y="1328"/>
                    <a:pt x="172" y="1333"/>
                  </a:cubicBezTo>
                  <a:cubicBezTo>
                    <a:pt x="172" y="1344"/>
                    <a:pt x="171" y="1342"/>
                    <a:pt x="167" y="1341"/>
                  </a:cubicBezTo>
                  <a:cubicBezTo>
                    <a:pt x="163" y="1322"/>
                    <a:pt x="155" y="1318"/>
                    <a:pt x="159" y="1315"/>
                  </a:cubicBezTo>
                  <a:cubicBezTo>
                    <a:pt x="128" y="1261"/>
                    <a:pt x="129" y="1259"/>
                    <a:pt x="117" y="1247"/>
                  </a:cubicBezTo>
                  <a:cubicBezTo>
                    <a:pt x="67" y="1189"/>
                    <a:pt x="67" y="1186"/>
                    <a:pt x="62" y="1181"/>
                  </a:cubicBezTo>
                  <a:cubicBezTo>
                    <a:pt x="50" y="1165"/>
                    <a:pt x="47" y="1166"/>
                    <a:pt x="49" y="1163"/>
                  </a:cubicBezTo>
                  <a:cubicBezTo>
                    <a:pt x="12" y="1111"/>
                    <a:pt x="15" y="1107"/>
                    <a:pt x="9" y="1101"/>
                  </a:cubicBezTo>
                  <a:cubicBezTo>
                    <a:pt x="13" y="1122"/>
                    <a:pt x="19" y="1126"/>
                    <a:pt x="16" y="1128"/>
                  </a:cubicBezTo>
                  <a:cubicBezTo>
                    <a:pt x="47" y="1180"/>
                    <a:pt x="52" y="1178"/>
                    <a:pt x="54" y="1184"/>
                  </a:cubicBezTo>
                  <a:cubicBezTo>
                    <a:pt x="108" y="1249"/>
                    <a:pt x="110" y="1258"/>
                    <a:pt x="114" y="1257"/>
                  </a:cubicBezTo>
                  <a:cubicBezTo>
                    <a:pt x="108" y="1251"/>
                    <a:pt x="101" y="1249"/>
                    <a:pt x="97" y="1247"/>
                  </a:cubicBezTo>
                  <a:cubicBezTo>
                    <a:pt x="70" y="1217"/>
                    <a:pt x="67" y="1206"/>
                    <a:pt x="63" y="1203"/>
                  </a:cubicBezTo>
                  <a:cubicBezTo>
                    <a:pt x="43" y="1184"/>
                    <a:pt x="42" y="1180"/>
                    <a:pt x="40" y="1177"/>
                  </a:cubicBezTo>
                  <a:cubicBezTo>
                    <a:pt x="2" y="1139"/>
                    <a:pt x="9" y="1144"/>
                    <a:pt x="8" y="1147"/>
                  </a:cubicBezTo>
                  <a:cubicBezTo>
                    <a:pt x="31" y="1180"/>
                    <a:pt x="28" y="1183"/>
                    <a:pt x="34" y="1187"/>
                  </a:cubicBezTo>
                  <a:cubicBezTo>
                    <a:pt x="104" y="1266"/>
                    <a:pt x="106" y="1270"/>
                    <a:pt x="109" y="1273"/>
                  </a:cubicBezTo>
                  <a:cubicBezTo>
                    <a:pt x="130" y="1308"/>
                    <a:pt x="136" y="1314"/>
                    <a:pt x="138" y="1320"/>
                  </a:cubicBezTo>
                  <a:cubicBezTo>
                    <a:pt x="148" y="1353"/>
                    <a:pt x="160" y="1358"/>
                    <a:pt x="154" y="1360"/>
                  </a:cubicBezTo>
                  <a:cubicBezTo>
                    <a:pt x="143" y="1349"/>
                    <a:pt x="143" y="1342"/>
                    <a:pt x="136" y="1334"/>
                  </a:cubicBezTo>
                  <a:cubicBezTo>
                    <a:pt x="102" y="1286"/>
                    <a:pt x="93" y="1279"/>
                    <a:pt x="95" y="1275"/>
                  </a:cubicBezTo>
                  <a:cubicBezTo>
                    <a:pt x="30" y="1202"/>
                    <a:pt x="24" y="1194"/>
                    <a:pt x="18" y="1185"/>
                  </a:cubicBezTo>
                  <a:cubicBezTo>
                    <a:pt x="17" y="1202"/>
                    <a:pt x="20" y="1204"/>
                    <a:pt x="22" y="1205"/>
                  </a:cubicBezTo>
                  <a:cubicBezTo>
                    <a:pt x="28" y="1233"/>
                    <a:pt x="31" y="1245"/>
                    <a:pt x="36" y="1247"/>
                  </a:cubicBezTo>
                  <a:cubicBezTo>
                    <a:pt x="44" y="1265"/>
                    <a:pt x="42" y="1268"/>
                    <a:pt x="45" y="1267"/>
                  </a:cubicBezTo>
                  <a:cubicBezTo>
                    <a:pt x="78" y="1315"/>
                    <a:pt x="77" y="1317"/>
                    <a:pt x="84" y="1325"/>
                  </a:cubicBezTo>
                  <a:cubicBezTo>
                    <a:pt x="106" y="1353"/>
                    <a:pt x="114" y="1357"/>
                    <a:pt x="107" y="1360"/>
                  </a:cubicBezTo>
                  <a:cubicBezTo>
                    <a:pt x="74" y="1315"/>
                    <a:pt x="69" y="1314"/>
                    <a:pt x="66" y="1306"/>
                  </a:cubicBezTo>
                  <a:cubicBezTo>
                    <a:pt x="42" y="1273"/>
                    <a:pt x="39" y="1262"/>
                    <a:pt x="33" y="1256"/>
                  </a:cubicBezTo>
                  <a:cubicBezTo>
                    <a:pt x="26" y="1249"/>
                    <a:pt x="31" y="1241"/>
                    <a:pt x="27" y="1238"/>
                  </a:cubicBezTo>
                  <a:cubicBezTo>
                    <a:pt x="23" y="1255"/>
                    <a:pt x="30" y="1264"/>
                    <a:pt x="33" y="1273"/>
                  </a:cubicBezTo>
                  <a:cubicBezTo>
                    <a:pt x="72" y="1327"/>
                    <a:pt x="77" y="1337"/>
                    <a:pt x="86" y="1343"/>
                  </a:cubicBezTo>
                  <a:cubicBezTo>
                    <a:pt x="91" y="1356"/>
                    <a:pt x="95" y="1356"/>
                    <a:pt x="95" y="1356"/>
                  </a:cubicBezTo>
                  <a:cubicBezTo>
                    <a:pt x="113" y="1378"/>
                    <a:pt x="122" y="1391"/>
                    <a:pt x="131" y="1399"/>
                  </a:cubicBezTo>
                  <a:cubicBezTo>
                    <a:pt x="141" y="1414"/>
                    <a:pt x="144" y="1416"/>
                    <a:pt x="146" y="1420"/>
                  </a:cubicBezTo>
                  <a:cubicBezTo>
                    <a:pt x="142" y="1419"/>
                    <a:pt x="139" y="1422"/>
                    <a:pt x="137" y="1417"/>
                  </a:cubicBezTo>
                  <a:cubicBezTo>
                    <a:pt x="104" y="1393"/>
                    <a:pt x="99" y="1389"/>
                    <a:pt x="94" y="1389"/>
                  </a:cubicBezTo>
                  <a:cubicBezTo>
                    <a:pt x="39" y="1357"/>
                    <a:pt x="44" y="1357"/>
                    <a:pt x="47" y="1361"/>
                  </a:cubicBezTo>
                  <a:cubicBezTo>
                    <a:pt x="73" y="1381"/>
                    <a:pt x="77" y="1386"/>
                    <a:pt x="82" y="1385"/>
                  </a:cubicBezTo>
                  <a:cubicBezTo>
                    <a:pt x="123" y="1414"/>
                    <a:pt x="127" y="1423"/>
                    <a:pt x="131" y="1423"/>
                  </a:cubicBezTo>
                  <a:cubicBezTo>
                    <a:pt x="163" y="1460"/>
                    <a:pt x="167" y="1459"/>
                    <a:pt x="169" y="1462"/>
                  </a:cubicBezTo>
                  <a:cubicBezTo>
                    <a:pt x="183" y="1480"/>
                    <a:pt x="180" y="1489"/>
                    <a:pt x="185" y="1495"/>
                  </a:cubicBezTo>
                  <a:cubicBezTo>
                    <a:pt x="198" y="1470"/>
                    <a:pt x="199" y="1467"/>
                    <a:pt x="200" y="1465"/>
                  </a:cubicBezTo>
                  <a:cubicBezTo>
                    <a:pt x="239" y="1447"/>
                    <a:pt x="243" y="1445"/>
                    <a:pt x="246" y="1443"/>
                  </a:cubicBezTo>
                  <a:cubicBezTo>
                    <a:pt x="237" y="1440"/>
                    <a:pt x="233" y="1441"/>
                    <a:pt x="230" y="1441"/>
                  </a:cubicBezTo>
                  <a:cubicBezTo>
                    <a:pt x="214" y="1443"/>
                    <a:pt x="212" y="1436"/>
                    <a:pt x="217" y="1430"/>
                  </a:cubicBezTo>
                  <a:cubicBezTo>
                    <a:pt x="295" y="1389"/>
                    <a:pt x="303" y="1382"/>
                    <a:pt x="310" y="1385"/>
                  </a:cubicBezTo>
                  <a:cubicBezTo>
                    <a:pt x="381" y="1375"/>
                    <a:pt x="383" y="1379"/>
                    <a:pt x="388" y="1373"/>
                  </a:cubicBezTo>
                  <a:cubicBezTo>
                    <a:pt x="426" y="1368"/>
                    <a:pt x="430" y="1366"/>
                    <a:pt x="433" y="1365"/>
                  </a:cubicBezTo>
                  <a:cubicBezTo>
                    <a:pt x="449" y="1360"/>
                    <a:pt x="453" y="1363"/>
                    <a:pt x="457" y="1358"/>
                  </a:cubicBezTo>
                  <a:cubicBezTo>
                    <a:pt x="441" y="1356"/>
                    <a:pt x="440" y="1359"/>
                    <a:pt x="438" y="1359"/>
                  </a:cubicBezTo>
                  <a:cubicBezTo>
                    <a:pt x="426" y="1362"/>
                    <a:pt x="425" y="1358"/>
                    <a:pt x="421" y="1362"/>
                  </a:cubicBezTo>
                  <a:cubicBezTo>
                    <a:pt x="371" y="1366"/>
                    <a:pt x="364" y="1369"/>
                    <a:pt x="357" y="1369"/>
                  </a:cubicBezTo>
                  <a:cubicBezTo>
                    <a:pt x="338" y="1375"/>
                    <a:pt x="337" y="1371"/>
                    <a:pt x="335" y="1372"/>
                  </a:cubicBezTo>
                  <a:cubicBezTo>
                    <a:pt x="307" y="1376"/>
                    <a:pt x="306" y="1372"/>
                    <a:pt x="303" y="1376"/>
                  </a:cubicBezTo>
                  <a:cubicBezTo>
                    <a:pt x="270" y="1383"/>
                    <a:pt x="263" y="1389"/>
                    <a:pt x="258" y="1388"/>
                  </a:cubicBezTo>
                  <a:cubicBezTo>
                    <a:pt x="202" y="1433"/>
                    <a:pt x="200" y="1437"/>
                    <a:pt x="196" y="1441"/>
                  </a:cubicBezTo>
                  <a:cubicBezTo>
                    <a:pt x="185" y="1441"/>
                    <a:pt x="190" y="1433"/>
                    <a:pt x="197" y="1425"/>
                  </a:cubicBezTo>
                  <a:cubicBezTo>
                    <a:pt x="279" y="1366"/>
                    <a:pt x="282" y="1364"/>
                    <a:pt x="284" y="1362"/>
                  </a:cubicBezTo>
                  <a:cubicBezTo>
                    <a:pt x="315" y="1356"/>
                    <a:pt x="324" y="1356"/>
                    <a:pt x="334" y="1353"/>
                  </a:cubicBezTo>
                  <a:cubicBezTo>
                    <a:pt x="381" y="1350"/>
                    <a:pt x="385" y="1350"/>
                    <a:pt x="390" y="1350"/>
                  </a:cubicBezTo>
                  <a:cubicBezTo>
                    <a:pt x="436" y="1341"/>
                    <a:pt x="441" y="1339"/>
                    <a:pt x="446" y="1339"/>
                  </a:cubicBezTo>
                  <a:cubicBezTo>
                    <a:pt x="489" y="1324"/>
                    <a:pt x="486" y="1320"/>
                    <a:pt x="481" y="1326"/>
                  </a:cubicBezTo>
                  <a:cubicBezTo>
                    <a:pt x="445" y="1330"/>
                    <a:pt x="442" y="1333"/>
                    <a:pt x="438" y="1335"/>
                  </a:cubicBezTo>
                  <a:cubicBezTo>
                    <a:pt x="414" y="1334"/>
                    <a:pt x="409" y="1345"/>
                    <a:pt x="406" y="1338"/>
                  </a:cubicBezTo>
                  <a:cubicBezTo>
                    <a:pt x="436" y="1330"/>
                    <a:pt x="444" y="1327"/>
                    <a:pt x="451" y="1328"/>
                  </a:cubicBezTo>
                  <a:cubicBezTo>
                    <a:pt x="502" y="1292"/>
                    <a:pt x="500" y="1297"/>
                    <a:pt x="495" y="1301"/>
                  </a:cubicBezTo>
                  <a:cubicBezTo>
                    <a:pt x="463" y="1311"/>
                    <a:pt x="458" y="1319"/>
                    <a:pt x="455" y="1320"/>
                  </a:cubicBezTo>
                  <a:cubicBezTo>
                    <a:pt x="410" y="1329"/>
                    <a:pt x="405" y="1329"/>
                    <a:pt x="400" y="1333"/>
                  </a:cubicBezTo>
                  <a:cubicBezTo>
                    <a:pt x="380" y="1333"/>
                    <a:pt x="378" y="1331"/>
                    <a:pt x="376" y="1333"/>
                  </a:cubicBezTo>
                  <a:cubicBezTo>
                    <a:pt x="356" y="1334"/>
                    <a:pt x="353" y="1333"/>
                    <a:pt x="355" y="1331"/>
                  </a:cubicBezTo>
                  <a:cubicBezTo>
                    <a:pt x="400" y="1320"/>
                    <a:pt x="402" y="1322"/>
                    <a:pt x="405" y="1319"/>
                  </a:cubicBezTo>
                  <a:cubicBezTo>
                    <a:pt x="429" y="1309"/>
                    <a:pt x="438" y="1305"/>
                    <a:pt x="450" y="1297"/>
                  </a:cubicBezTo>
                  <a:cubicBezTo>
                    <a:pt x="498" y="1254"/>
                    <a:pt x="508" y="1256"/>
                    <a:pt x="503" y="1248"/>
                  </a:cubicBezTo>
                  <a:cubicBezTo>
                    <a:pt x="391" y="1316"/>
                    <a:pt x="387" y="1317"/>
                    <a:pt x="384" y="1317"/>
                  </a:cubicBezTo>
                  <a:cubicBezTo>
                    <a:pt x="365" y="1320"/>
                    <a:pt x="363" y="1321"/>
                    <a:pt x="360" y="1322"/>
                  </a:cubicBezTo>
                  <a:cubicBezTo>
                    <a:pt x="345" y="1324"/>
                    <a:pt x="344" y="1319"/>
                    <a:pt x="342" y="1323"/>
                  </a:cubicBezTo>
                  <a:cubicBezTo>
                    <a:pt x="303" y="1328"/>
                    <a:pt x="296" y="1326"/>
                    <a:pt x="290" y="1326"/>
                  </a:cubicBezTo>
                  <a:cubicBezTo>
                    <a:pt x="244" y="1332"/>
                    <a:pt x="240" y="1335"/>
                    <a:pt x="237" y="1335"/>
                  </a:cubicBezTo>
                  <a:cubicBezTo>
                    <a:pt x="200" y="1351"/>
                    <a:pt x="199" y="1362"/>
                    <a:pt x="193" y="1356"/>
                  </a:cubicBezTo>
                  <a:cubicBezTo>
                    <a:pt x="222" y="1332"/>
                    <a:pt x="227" y="1334"/>
                    <a:pt x="232" y="1328"/>
                  </a:cubicBezTo>
                  <a:cubicBezTo>
                    <a:pt x="257" y="1323"/>
                    <a:pt x="260" y="1322"/>
                    <a:pt x="262" y="1322"/>
                  </a:cubicBezTo>
                  <a:cubicBezTo>
                    <a:pt x="340" y="1309"/>
                    <a:pt x="350" y="1304"/>
                    <a:pt x="360" y="1305"/>
                  </a:cubicBezTo>
                  <a:cubicBezTo>
                    <a:pt x="414" y="1282"/>
                    <a:pt x="428" y="1278"/>
                    <a:pt x="443" y="1270"/>
                  </a:cubicBezTo>
                  <a:cubicBezTo>
                    <a:pt x="485" y="1238"/>
                    <a:pt x="488" y="1241"/>
                    <a:pt x="493" y="1236"/>
                  </a:cubicBezTo>
                  <a:cubicBezTo>
                    <a:pt x="503" y="1226"/>
                    <a:pt x="507" y="1224"/>
                    <a:pt x="512" y="1220"/>
                  </a:cubicBezTo>
                  <a:cubicBezTo>
                    <a:pt x="513" y="1206"/>
                    <a:pt x="509" y="1214"/>
                    <a:pt x="502" y="1222"/>
                  </a:cubicBezTo>
                  <a:cubicBezTo>
                    <a:pt x="460" y="1250"/>
                    <a:pt x="445" y="1261"/>
                    <a:pt x="435" y="1266"/>
                  </a:cubicBezTo>
                  <a:cubicBezTo>
                    <a:pt x="399" y="1282"/>
                    <a:pt x="395" y="1285"/>
                    <a:pt x="392" y="1284"/>
                  </a:cubicBezTo>
                  <a:cubicBezTo>
                    <a:pt x="323" y="1300"/>
                    <a:pt x="316" y="1303"/>
                    <a:pt x="308" y="1308"/>
                  </a:cubicBezTo>
                  <a:cubicBezTo>
                    <a:pt x="286" y="1307"/>
                    <a:pt x="284" y="1307"/>
                    <a:pt x="281" y="1308"/>
                  </a:cubicBezTo>
                  <a:cubicBezTo>
                    <a:pt x="265" y="1315"/>
                    <a:pt x="263" y="1313"/>
                    <a:pt x="260" y="1316"/>
                  </a:cubicBezTo>
                  <a:cubicBezTo>
                    <a:pt x="276" y="1302"/>
                    <a:pt x="278" y="1307"/>
                    <a:pt x="282" y="1305"/>
                  </a:cubicBezTo>
                  <a:cubicBezTo>
                    <a:pt x="318" y="1297"/>
                    <a:pt x="324" y="1295"/>
                    <a:pt x="330" y="1297"/>
                  </a:cubicBezTo>
                  <a:cubicBezTo>
                    <a:pt x="385" y="1284"/>
                    <a:pt x="390" y="1272"/>
                    <a:pt x="392" y="1277"/>
                  </a:cubicBezTo>
                  <a:cubicBezTo>
                    <a:pt x="458" y="1239"/>
                    <a:pt x="469" y="1229"/>
                    <a:pt x="477" y="1218"/>
                  </a:cubicBezTo>
                  <a:cubicBezTo>
                    <a:pt x="489" y="1197"/>
                    <a:pt x="479" y="1209"/>
                    <a:pt x="469" y="1221"/>
                  </a:cubicBezTo>
                  <a:cubicBezTo>
                    <a:pt x="433" y="1250"/>
                    <a:pt x="428" y="1253"/>
                    <a:pt x="424" y="1257"/>
                  </a:cubicBezTo>
                  <a:cubicBezTo>
                    <a:pt x="379" y="1272"/>
                    <a:pt x="373" y="1275"/>
                    <a:pt x="368" y="1275"/>
                  </a:cubicBezTo>
                  <a:cubicBezTo>
                    <a:pt x="317" y="1286"/>
                    <a:pt x="313" y="1290"/>
                    <a:pt x="308" y="1294"/>
                  </a:cubicBezTo>
                  <a:cubicBezTo>
                    <a:pt x="276" y="1296"/>
                    <a:pt x="268" y="1298"/>
                    <a:pt x="259" y="1301"/>
                  </a:cubicBezTo>
                  <a:cubicBezTo>
                    <a:pt x="226" y="1315"/>
                    <a:pt x="218" y="1314"/>
                    <a:pt x="210" y="1318"/>
                  </a:cubicBezTo>
                  <a:cubicBezTo>
                    <a:pt x="188" y="1324"/>
                    <a:pt x="198" y="1326"/>
                    <a:pt x="196" y="1323"/>
                  </a:cubicBezTo>
                  <a:cubicBezTo>
                    <a:pt x="245" y="1292"/>
                    <a:pt x="250" y="1296"/>
                    <a:pt x="257" y="1291"/>
                  </a:cubicBezTo>
                  <a:cubicBezTo>
                    <a:pt x="286" y="1281"/>
                    <a:pt x="297" y="1283"/>
                    <a:pt x="309" y="1278"/>
                  </a:cubicBezTo>
                  <a:cubicBezTo>
                    <a:pt x="360" y="1270"/>
                    <a:pt x="377" y="1254"/>
                    <a:pt x="392" y="1257"/>
                  </a:cubicBezTo>
                  <a:cubicBezTo>
                    <a:pt x="464" y="1216"/>
                    <a:pt x="478" y="1201"/>
                    <a:pt x="492" y="1188"/>
                  </a:cubicBezTo>
                  <a:cubicBezTo>
                    <a:pt x="510" y="1153"/>
                    <a:pt x="511" y="1156"/>
                    <a:pt x="505" y="1158"/>
                  </a:cubicBezTo>
                  <a:cubicBezTo>
                    <a:pt x="490" y="1176"/>
                    <a:pt x="487" y="1180"/>
                    <a:pt x="487" y="1184"/>
                  </a:cubicBezTo>
                  <a:cubicBezTo>
                    <a:pt x="443" y="1223"/>
                    <a:pt x="444" y="1226"/>
                    <a:pt x="442" y="1224"/>
                  </a:cubicBezTo>
                  <a:cubicBezTo>
                    <a:pt x="413" y="1237"/>
                    <a:pt x="407" y="1243"/>
                    <a:pt x="403" y="1242"/>
                  </a:cubicBezTo>
                  <a:cubicBezTo>
                    <a:pt x="325" y="1267"/>
                    <a:pt x="322" y="1265"/>
                    <a:pt x="318" y="1267"/>
                  </a:cubicBezTo>
                  <a:cubicBezTo>
                    <a:pt x="273" y="1273"/>
                    <a:pt x="263" y="1283"/>
                    <a:pt x="256" y="1279"/>
                  </a:cubicBezTo>
                  <a:cubicBezTo>
                    <a:pt x="295" y="1265"/>
                    <a:pt x="305" y="1261"/>
                    <a:pt x="314" y="1262"/>
                  </a:cubicBezTo>
                  <a:cubicBezTo>
                    <a:pt x="363" y="1241"/>
                    <a:pt x="375" y="1239"/>
                    <a:pt x="387" y="1234"/>
                  </a:cubicBezTo>
                  <a:cubicBezTo>
                    <a:pt x="479" y="1164"/>
                    <a:pt x="483" y="1161"/>
                    <a:pt x="485" y="1158"/>
                  </a:cubicBezTo>
                  <a:cubicBezTo>
                    <a:pt x="512" y="1124"/>
                    <a:pt x="513" y="1117"/>
                    <a:pt x="520" y="1111"/>
                  </a:cubicBezTo>
                  <a:cubicBezTo>
                    <a:pt x="509" y="1116"/>
                    <a:pt x="505" y="1120"/>
                    <a:pt x="502" y="1124"/>
                  </a:cubicBezTo>
                  <a:cubicBezTo>
                    <a:pt x="478" y="1160"/>
                    <a:pt x="470" y="1160"/>
                    <a:pt x="471" y="1166"/>
                  </a:cubicBezTo>
                  <a:cubicBezTo>
                    <a:pt x="431" y="1191"/>
                    <a:pt x="426" y="1200"/>
                    <a:pt x="421" y="1202"/>
                  </a:cubicBezTo>
                  <a:cubicBezTo>
                    <a:pt x="378" y="1227"/>
                    <a:pt x="371" y="1230"/>
                    <a:pt x="363" y="1234"/>
                  </a:cubicBezTo>
                  <a:cubicBezTo>
                    <a:pt x="322" y="1251"/>
                    <a:pt x="307" y="1250"/>
                    <a:pt x="290" y="1259"/>
                  </a:cubicBezTo>
                  <a:cubicBezTo>
                    <a:pt x="246" y="1271"/>
                    <a:pt x="237" y="1279"/>
                    <a:pt x="231" y="1275"/>
                  </a:cubicBezTo>
                  <a:cubicBezTo>
                    <a:pt x="290" y="1254"/>
                    <a:pt x="296" y="1241"/>
                    <a:pt x="298" y="1246"/>
                  </a:cubicBezTo>
                  <a:cubicBezTo>
                    <a:pt x="362" y="1221"/>
                    <a:pt x="377" y="1211"/>
                    <a:pt x="391" y="1204"/>
                  </a:cubicBezTo>
                  <a:cubicBezTo>
                    <a:pt x="515" y="1103"/>
                    <a:pt x="512" y="1098"/>
                    <a:pt x="518" y="1095"/>
                  </a:cubicBezTo>
                  <a:cubicBezTo>
                    <a:pt x="532" y="1075"/>
                    <a:pt x="536" y="1073"/>
                    <a:pt x="535" y="1071"/>
                  </a:cubicBezTo>
                  <a:cubicBezTo>
                    <a:pt x="539" y="1064"/>
                    <a:pt x="536" y="1067"/>
                    <a:pt x="532" y="1070"/>
                  </a:cubicBezTo>
                  <a:cubicBezTo>
                    <a:pt x="497" y="1109"/>
                    <a:pt x="495" y="1119"/>
                    <a:pt x="485" y="1121"/>
                  </a:cubicBezTo>
                  <a:cubicBezTo>
                    <a:pt x="453" y="1152"/>
                    <a:pt x="442" y="1160"/>
                    <a:pt x="431" y="1168"/>
                  </a:cubicBezTo>
                  <a:cubicBezTo>
                    <a:pt x="397" y="1193"/>
                    <a:pt x="389" y="1191"/>
                    <a:pt x="388" y="1197"/>
                  </a:cubicBezTo>
                  <a:cubicBezTo>
                    <a:pt x="367" y="1206"/>
                    <a:pt x="360" y="1215"/>
                    <a:pt x="356" y="1210"/>
                  </a:cubicBezTo>
                  <a:cubicBezTo>
                    <a:pt x="315" y="1230"/>
                    <a:pt x="305" y="1233"/>
                    <a:pt x="294" y="1240"/>
                  </a:cubicBezTo>
                  <a:cubicBezTo>
                    <a:pt x="262" y="1252"/>
                    <a:pt x="260" y="1251"/>
                    <a:pt x="257" y="1254"/>
                  </a:cubicBezTo>
                  <a:cubicBezTo>
                    <a:pt x="237" y="1263"/>
                    <a:pt x="233" y="1265"/>
                    <a:pt x="229" y="1267"/>
                  </a:cubicBezTo>
                  <a:cubicBezTo>
                    <a:pt x="218" y="1271"/>
                    <a:pt x="214" y="1278"/>
                    <a:pt x="211" y="1275"/>
                  </a:cubicBezTo>
                  <a:cubicBezTo>
                    <a:pt x="241" y="1245"/>
                    <a:pt x="262" y="1234"/>
                    <a:pt x="291" y="1222"/>
                  </a:cubicBezTo>
                  <a:cubicBezTo>
                    <a:pt x="352" y="1187"/>
                    <a:pt x="356" y="1194"/>
                    <a:pt x="360" y="1189"/>
                  </a:cubicBezTo>
                  <a:cubicBezTo>
                    <a:pt x="397" y="1173"/>
                    <a:pt x="401" y="1169"/>
                    <a:pt x="405" y="1169"/>
                  </a:cubicBezTo>
                  <a:cubicBezTo>
                    <a:pt x="461" y="1128"/>
                    <a:pt x="482" y="1115"/>
                    <a:pt x="495" y="1100"/>
                  </a:cubicBezTo>
                  <a:cubicBezTo>
                    <a:pt x="532" y="1063"/>
                    <a:pt x="536" y="1059"/>
                    <a:pt x="536" y="1055"/>
                  </a:cubicBezTo>
                  <a:cubicBezTo>
                    <a:pt x="492" y="1093"/>
                    <a:pt x="491" y="1097"/>
                    <a:pt x="486" y="1101"/>
                  </a:cubicBezTo>
                  <a:cubicBezTo>
                    <a:pt x="470" y="1111"/>
                    <a:pt x="468" y="1118"/>
                    <a:pt x="461" y="1121"/>
                  </a:cubicBezTo>
                  <a:cubicBezTo>
                    <a:pt x="441" y="1135"/>
                    <a:pt x="439" y="1138"/>
                    <a:pt x="438" y="1141"/>
                  </a:cubicBezTo>
                  <a:cubicBezTo>
                    <a:pt x="395" y="1165"/>
                    <a:pt x="389" y="1166"/>
                    <a:pt x="384" y="1167"/>
                  </a:cubicBezTo>
                  <a:cubicBezTo>
                    <a:pt x="366" y="1175"/>
                    <a:pt x="360" y="1181"/>
                    <a:pt x="354" y="1181"/>
                  </a:cubicBezTo>
                  <a:cubicBezTo>
                    <a:pt x="336" y="1190"/>
                    <a:pt x="330" y="1193"/>
                    <a:pt x="324" y="1196"/>
                  </a:cubicBezTo>
                  <a:cubicBezTo>
                    <a:pt x="289" y="1212"/>
                    <a:pt x="274" y="1219"/>
                    <a:pt x="259" y="1226"/>
                  </a:cubicBezTo>
                  <a:cubicBezTo>
                    <a:pt x="235" y="1240"/>
                    <a:pt x="227" y="1244"/>
                    <a:pt x="224" y="1249"/>
                  </a:cubicBezTo>
                  <a:cubicBezTo>
                    <a:pt x="202" y="1270"/>
                    <a:pt x="193" y="1272"/>
                    <a:pt x="192" y="1269"/>
                  </a:cubicBezTo>
                  <a:cubicBezTo>
                    <a:pt x="215" y="1249"/>
                    <a:pt x="212" y="1245"/>
                    <a:pt x="217" y="1243"/>
                  </a:cubicBezTo>
                  <a:cubicBezTo>
                    <a:pt x="243" y="1226"/>
                    <a:pt x="244" y="1223"/>
                    <a:pt x="250" y="1220"/>
                  </a:cubicBezTo>
                  <a:cubicBezTo>
                    <a:pt x="326" y="1181"/>
                    <a:pt x="340" y="1175"/>
                    <a:pt x="358" y="1169"/>
                  </a:cubicBezTo>
                  <a:cubicBezTo>
                    <a:pt x="494" y="1080"/>
                    <a:pt x="512" y="1077"/>
                    <a:pt x="512" y="1063"/>
                  </a:cubicBezTo>
                  <a:cubicBezTo>
                    <a:pt x="460" y="1106"/>
                    <a:pt x="454" y="1105"/>
                    <a:pt x="447" y="1112"/>
                  </a:cubicBezTo>
                  <a:cubicBezTo>
                    <a:pt x="401" y="1139"/>
                    <a:pt x="397" y="1141"/>
                    <a:pt x="392" y="1144"/>
                  </a:cubicBezTo>
                  <a:cubicBezTo>
                    <a:pt x="299" y="1182"/>
                    <a:pt x="278" y="1194"/>
                    <a:pt x="258" y="1204"/>
                  </a:cubicBezTo>
                  <a:cubicBezTo>
                    <a:pt x="222" y="1232"/>
                    <a:pt x="219" y="1228"/>
                    <a:pt x="215" y="1233"/>
                  </a:cubicBezTo>
                  <a:cubicBezTo>
                    <a:pt x="191" y="1248"/>
                    <a:pt x="198" y="1246"/>
                    <a:pt x="198" y="1243"/>
                  </a:cubicBezTo>
                  <a:cubicBezTo>
                    <a:pt x="210" y="1232"/>
                    <a:pt x="218" y="1227"/>
                    <a:pt x="221" y="1221"/>
                  </a:cubicBezTo>
                  <a:cubicBezTo>
                    <a:pt x="275" y="1187"/>
                    <a:pt x="293" y="1174"/>
                    <a:pt x="310" y="1167"/>
                  </a:cubicBezTo>
                  <a:cubicBezTo>
                    <a:pt x="378" y="1137"/>
                    <a:pt x="377" y="1130"/>
                    <a:pt x="382" y="1132"/>
                  </a:cubicBezTo>
                  <a:cubicBezTo>
                    <a:pt x="433" y="1103"/>
                    <a:pt x="436" y="1100"/>
                    <a:pt x="437" y="1102"/>
                  </a:cubicBezTo>
                  <a:cubicBezTo>
                    <a:pt x="461" y="1086"/>
                    <a:pt x="465" y="1087"/>
                    <a:pt x="471" y="1080"/>
                  </a:cubicBezTo>
                  <a:cubicBezTo>
                    <a:pt x="502" y="1058"/>
                    <a:pt x="506" y="1058"/>
                    <a:pt x="511" y="1054"/>
                  </a:cubicBezTo>
                  <a:cubicBezTo>
                    <a:pt x="567" y="1001"/>
                    <a:pt x="569" y="996"/>
                    <a:pt x="573" y="991"/>
                  </a:cubicBezTo>
                  <a:cubicBezTo>
                    <a:pt x="512" y="1042"/>
                    <a:pt x="492" y="1060"/>
                    <a:pt x="472" y="1069"/>
                  </a:cubicBezTo>
                  <a:cubicBezTo>
                    <a:pt x="445" y="1085"/>
                    <a:pt x="440" y="1093"/>
                    <a:pt x="436" y="1090"/>
                  </a:cubicBezTo>
                  <a:cubicBezTo>
                    <a:pt x="383" y="1123"/>
                    <a:pt x="380" y="1120"/>
                    <a:pt x="375" y="1125"/>
                  </a:cubicBezTo>
                  <a:cubicBezTo>
                    <a:pt x="301" y="1163"/>
                    <a:pt x="285" y="1166"/>
                    <a:pt x="266" y="1181"/>
                  </a:cubicBezTo>
                  <a:cubicBezTo>
                    <a:pt x="238" y="1199"/>
                    <a:pt x="226" y="1210"/>
                    <a:pt x="218" y="1211"/>
                  </a:cubicBezTo>
                  <a:cubicBezTo>
                    <a:pt x="195" y="1226"/>
                    <a:pt x="199" y="1221"/>
                    <a:pt x="198" y="1216"/>
                  </a:cubicBezTo>
                  <a:cubicBezTo>
                    <a:pt x="230" y="1183"/>
                    <a:pt x="233" y="1182"/>
                    <a:pt x="238" y="1177"/>
                  </a:cubicBezTo>
                  <a:cubicBezTo>
                    <a:pt x="319" y="1129"/>
                    <a:pt x="328" y="1123"/>
                    <a:pt x="336" y="1121"/>
                  </a:cubicBezTo>
                  <a:cubicBezTo>
                    <a:pt x="493" y="1012"/>
                    <a:pt x="511" y="1000"/>
                    <a:pt x="526" y="986"/>
                  </a:cubicBezTo>
                  <a:cubicBezTo>
                    <a:pt x="552" y="958"/>
                    <a:pt x="551" y="956"/>
                    <a:pt x="554" y="954"/>
                  </a:cubicBezTo>
                  <a:cubicBezTo>
                    <a:pt x="522" y="977"/>
                    <a:pt x="521" y="987"/>
                    <a:pt x="507" y="995"/>
                  </a:cubicBezTo>
                  <a:cubicBezTo>
                    <a:pt x="490" y="1009"/>
                    <a:pt x="487" y="1013"/>
                    <a:pt x="482" y="1018"/>
                  </a:cubicBezTo>
                  <a:cubicBezTo>
                    <a:pt x="358" y="1100"/>
                    <a:pt x="341" y="1103"/>
                    <a:pt x="333" y="1113"/>
                  </a:cubicBezTo>
                  <a:cubicBezTo>
                    <a:pt x="251" y="1161"/>
                    <a:pt x="227" y="1171"/>
                    <a:pt x="214" y="1187"/>
                  </a:cubicBezTo>
                  <a:cubicBezTo>
                    <a:pt x="211" y="1186"/>
                    <a:pt x="210" y="1183"/>
                    <a:pt x="213" y="1180"/>
                  </a:cubicBezTo>
                  <a:cubicBezTo>
                    <a:pt x="242" y="1151"/>
                    <a:pt x="248" y="1147"/>
                    <a:pt x="259" y="1137"/>
                  </a:cubicBezTo>
                  <a:cubicBezTo>
                    <a:pt x="360" y="1078"/>
                    <a:pt x="373" y="1070"/>
                    <a:pt x="393" y="1055"/>
                  </a:cubicBezTo>
                  <a:cubicBezTo>
                    <a:pt x="452" y="1010"/>
                    <a:pt x="460" y="1010"/>
                    <a:pt x="463" y="1005"/>
                  </a:cubicBezTo>
                  <a:cubicBezTo>
                    <a:pt x="524" y="947"/>
                    <a:pt x="530" y="944"/>
                    <a:pt x="532" y="940"/>
                  </a:cubicBezTo>
                  <a:cubicBezTo>
                    <a:pt x="561" y="903"/>
                    <a:pt x="566" y="896"/>
                    <a:pt x="574" y="890"/>
                  </a:cubicBezTo>
                  <a:cubicBezTo>
                    <a:pt x="547" y="899"/>
                    <a:pt x="543" y="903"/>
                    <a:pt x="537" y="907"/>
                  </a:cubicBezTo>
                  <a:cubicBezTo>
                    <a:pt x="522" y="918"/>
                    <a:pt x="523" y="921"/>
                    <a:pt x="519" y="922"/>
                  </a:cubicBezTo>
                  <a:cubicBezTo>
                    <a:pt x="491" y="945"/>
                    <a:pt x="485" y="954"/>
                    <a:pt x="474" y="962"/>
                  </a:cubicBezTo>
                  <a:cubicBezTo>
                    <a:pt x="396" y="1023"/>
                    <a:pt x="387" y="1030"/>
                    <a:pt x="378" y="1037"/>
                  </a:cubicBezTo>
                  <a:cubicBezTo>
                    <a:pt x="323" y="1067"/>
                    <a:pt x="317" y="1067"/>
                    <a:pt x="311" y="1070"/>
                  </a:cubicBezTo>
                  <a:cubicBezTo>
                    <a:pt x="262" y="1102"/>
                    <a:pt x="259" y="1103"/>
                    <a:pt x="256" y="1103"/>
                  </a:cubicBezTo>
                  <a:cubicBezTo>
                    <a:pt x="244" y="1115"/>
                    <a:pt x="236" y="1116"/>
                    <a:pt x="239" y="1120"/>
                  </a:cubicBezTo>
                  <a:cubicBezTo>
                    <a:pt x="222" y="1136"/>
                    <a:pt x="217" y="1144"/>
                    <a:pt x="214" y="1140"/>
                  </a:cubicBezTo>
                  <a:cubicBezTo>
                    <a:pt x="260" y="1090"/>
                    <a:pt x="271" y="1086"/>
                    <a:pt x="296" y="1066"/>
                  </a:cubicBezTo>
                  <a:cubicBezTo>
                    <a:pt x="418" y="989"/>
                    <a:pt x="425" y="977"/>
                    <a:pt x="430" y="979"/>
                  </a:cubicBezTo>
                  <a:cubicBezTo>
                    <a:pt x="451" y="961"/>
                    <a:pt x="456" y="956"/>
                    <a:pt x="465" y="947"/>
                  </a:cubicBezTo>
                  <a:cubicBezTo>
                    <a:pt x="540" y="892"/>
                    <a:pt x="549" y="886"/>
                    <a:pt x="560" y="878"/>
                  </a:cubicBezTo>
                  <a:cubicBezTo>
                    <a:pt x="587" y="870"/>
                    <a:pt x="592" y="858"/>
                    <a:pt x="594" y="863"/>
                  </a:cubicBezTo>
                  <a:cubicBezTo>
                    <a:pt x="625" y="848"/>
                    <a:pt x="636" y="854"/>
                    <a:pt x="633" y="845"/>
                  </a:cubicBezTo>
                  <a:cubicBezTo>
                    <a:pt x="574" y="858"/>
                    <a:pt x="566" y="857"/>
                    <a:pt x="557" y="863"/>
                  </a:cubicBezTo>
                  <a:cubicBezTo>
                    <a:pt x="523" y="876"/>
                    <a:pt x="515" y="880"/>
                    <a:pt x="508" y="884"/>
                  </a:cubicBezTo>
                  <a:cubicBezTo>
                    <a:pt x="420" y="945"/>
                    <a:pt x="411" y="951"/>
                    <a:pt x="402" y="958"/>
                  </a:cubicBezTo>
                  <a:cubicBezTo>
                    <a:pt x="299" y="1027"/>
                    <a:pt x="297" y="1029"/>
                    <a:pt x="295" y="1030"/>
                  </a:cubicBezTo>
                  <a:cubicBezTo>
                    <a:pt x="255" y="1062"/>
                    <a:pt x="252" y="1067"/>
                    <a:pt x="244" y="1072"/>
                  </a:cubicBezTo>
                  <a:cubicBezTo>
                    <a:pt x="230" y="1081"/>
                    <a:pt x="230" y="1077"/>
                    <a:pt x="232" y="1073"/>
                  </a:cubicBezTo>
                  <a:cubicBezTo>
                    <a:pt x="251" y="1057"/>
                    <a:pt x="253" y="1055"/>
                    <a:pt x="257" y="1053"/>
                  </a:cubicBezTo>
                  <a:cubicBezTo>
                    <a:pt x="293" y="1015"/>
                    <a:pt x="296" y="1017"/>
                    <a:pt x="300" y="1014"/>
                  </a:cubicBezTo>
                  <a:cubicBezTo>
                    <a:pt x="333" y="985"/>
                    <a:pt x="335" y="986"/>
                    <a:pt x="336" y="986"/>
                  </a:cubicBezTo>
                  <a:cubicBezTo>
                    <a:pt x="380" y="950"/>
                    <a:pt x="404" y="938"/>
                    <a:pt x="433" y="916"/>
                  </a:cubicBezTo>
                  <a:cubicBezTo>
                    <a:pt x="492" y="885"/>
                    <a:pt x="501" y="881"/>
                    <a:pt x="511" y="874"/>
                  </a:cubicBezTo>
                  <a:cubicBezTo>
                    <a:pt x="540" y="857"/>
                    <a:pt x="552" y="855"/>
                    <a:pt x="561" y="848"/>
                  </a:cubicBezTo>
                  <a:cubicBezTo>
                    <a:pt x="574" y="833"/>
                    <a:pt x="569" y="837"/>
                    <a:pt x="565" y="840"/>
                  </a:cubicBezTo>
                  <a:cubicBezTo>
                    <a:pt x="512" y="866"/>
                    <a:pt x="509" y="864"/>
                    <a:pt x="505" y="869"/>
                  </a:cubicBezTo>
                  <a:cubicBezTo>
                    <a:pt x="416" y="917"/>
                    <a:pt x="406" y="926"/>
                    <a:pt x="373" y="944"/>
                  </a:cubicBezTo>
                  <a:cubicBezTo>
                    <a:pt x="332" y="978"/>
                    <a:pt x="317" y="986"/>
                    <a:pt x="306" y="995"/>
                  </a:cubicBezTo>
                  <a:cubicBezTo>
                    <a:pt x="253" y="1040"/>
                    <a:pt x="256" y="1048"/>
                    <a:pt x="251" y="1045"/>
                  </a:cubicBezTo>
                  <a:cubicBezTo>
                    <a:pt x="235" y="1052"/>
                    <a:pt x="237" y="1048"/>
                    <a:pt x="241" y="1044"/>
                  </a:cubicBezTo>
                  <a:cubicBezTo>
                    <a:pt x="310" y="977"/>
                    <a:pt x="362" y="934"/>
                    <a:pt x="419" y="899"/>
                  </a:cubicBezTo>
                  <a:cubicBezTo>
                    <a:pt x="482" y="869"/>
                    <a:pt x="481" y="865"/>
                    <a:pt x="487" y="864"/>
                  </a:cubicBezTo>
                  <a:cubicBezTo>
                    <a:pt x="513" y="858"/>
                    <a:pt x="519" y="848"/>
                    <a:pt x="522" y="852"/>
                  </a:cubicBezTo>
                  <a:cubicBezTo>
                    <a:pt x="583" y="826"/>
                    <a:pt x="598" y="821"/>
                    <a:pt x="613" y="815"/>
                  </a:cubicBezTo>
                  <a:cubicBezTo>
                    <a:pt x="578" y="820"/>
                    <a:pt x="572" y="828"/>
                    <a:pt x="567" y="826"/>
                  </a:cubicBezTo>
                  <a:cubicBezTo>
                    <a:pt x="541" y="835"/>
                    <a:pt x="538" y="835"/>
                    <a:pt x="536" y="837"/>
                  </a:cubicBezTo>
                  <a:cubicBezTo>
                    <a:pt x="509" y="843"/>
                    <a:pt x="505" y="850"/>
                    <a:pt x="502" y="851"/>
                  </a:cubicBezTo>
                  <a:cubicBezTo>
                    <a:pt x="480" y="859"/>
                    <a:pt x="474" y="860"/>
                    <a:pt x="468" y="866"/>
                  </a:cubicBezTo>
                  <a:cubicBezTo>
                    <a:pt x="423" y="890"/>
                    <a:pt x="421" y="886"/>
                    <a:pt x="417" y="890"/>
                  </a:cubicBezTo>
                  <a:cubicBezTo>
                    <a:pt x="390" y="907"/>
                    <a:pt x="385" y="911"/>
                    <a:pt x="380" y="914"/>
                  </a:cubicBezTo>
                  <a:cubicBezTo>
                    <a:pt x="361" y="927"/>
                    <a:pt x="350" y="937"/>
                    <a:pt x="335" y="947"/>
                  </a:cubicBezTo>
                  <a:cubicBezTo>
                    <a:pt x="277" y="996"/>
                    <a:pt x="275" y="1001"/>
                    <a:pt x="266" y="1004"/>
                  </a:cubicBezTo>
                  <a:cubicBezTo>
                    <a:pt x="252" y="1019"/>
                    <a:pt x="249" y="1014"/>
                    <a:pt x="250" y="1013"/>
                  </a:cubicBezTo>
                  <a:cubicBezTo>
                    <a:pt x="261" y="1003"/>
                    <a:pt x="262" y="1003"/>
                    <a:pt x="262" y="1002"/>
                  </a:cubicBezTo>
                  <a:cubicBezTo>
                    <a:pt x="283" y="983"/>
                    <a:pt x="288" y="972"/>
                    <a:pt x="297" y="962"/>
                  </a:cubicBezTo>
                  <a:cubicBezTo>
                    <a:pt x="358" y="911"/>
                    <a:pt x="362" y="915"/>
                    <a:pt x="367" y="909"/>
                  </a:cubicBezTo>
                  <a:cubicBezTo>
                    <a:pt x="396" y="889"/>
                    <a:pt x="399" y="896"/>
                    <a:pt x="403" y="891"/>
                  </a:cubicBezTo>
                  <a:cubicBezTo>
                    <a:pt x="418" y="884"/>
                    <a:pt x="423" y="872"/>
                    <a:pt x="425" y="877"/>
                  </a:cubicBezTo>
                  <a:cubicBezTo>
                    <a:pt x="466" y="855"/>
                    <a:pt x="478" y="855"/>
                    <a:pt x="492" y="844"/>
                  </a:cubicBezTo>
                  <a:cubicBezTo>
                    <a:pt x="573" y="801"/>
                    <a:pt x="571" y="802"/>
                    <a:pt x="578" y="796"/>
                  </a:cubicBezTo>
                  <a:cubicBezTo>
                    <a:pt x="604" y="774"/>
                    <a:pt x="612" y="772"/>
                    <a:pt x="609" y="769"/>
                  </a:cubicBezTo>
                  <a:cubicBezTo>
                    <a:pt x="526" y="821"/>
                    <a:pt x="519" y="826"/>
                    <a:pt x="513" y="829"/>
                  </a:cubicBezTo>
                  <a:cubicBezTo>
                    <a:pt x="463" y="847"/>
                    <a:pt x="455" y="856"/>
                    <a:pt x="450" y="854"/>
                  </a:cubicBezTo>
                  <a:cubicBezTo>
                    <a:pt x="390" y="884"/>
                    <a:pt x="378" y="893"/>
                    <a:pt x="368" y="897"/>
                  </a:cubicBezTo>
                  <a:cubicBezTo>
                    <a:pt x="338" y="920"/>
                    <a:pt x="335" y="923"/>
                    <a:pt x="332" y="925"/>
                  </a:cubicBezTo>
                  <a:cubicBezTo>
                    <a:pt x="316" y="936"/>
                    <a:pt x="308" y="942"/>
                    <a:pt x="301" y="947"/>
                  </a:cubicBezTo>
                  <a:cubicBezTo>
                    <a:pt x="265" y="982"/>
                    <a:pt x="261" y="986"/>
                    <a:pt x="258" y="990"/>
                  </a:cubicBezTo>
                  <a:cubicBezTo>
                    <a:pt x="267" y="967"/>
                    <a:pt x="265" y="971"/>
                    <a:pt x="270" y="972"/>
                  </a:cubicBezTo>
                  <a:cubicBezTo>
                    <a:pt x="317" y="926"/>
                    <a:pt x="316" y="922"/>
                    <a:pt x="337" y="912"/>
                  </a:cubicBezTo>
                  <a:cubicBezTo>
                    <a:pt x="446" y="842"/>
                    <a:pt x="455" y="842"/>
                    <a:pt x="463" y="838"/>
                  </a:cubicBezTo>
                  <a:cubicBezTo>
                    <a:pt x="475" y="832"/>
                    <a:pt x="476" y="831"/>
                    <a:pt x="477" y="830"/>
                  </a:cubicBezTo>
                  <a:cubicBezTo>
                    <a:pt x="595" y="755"/>
                    <a:pt x="608" y="750"/>
                    <a:pt x="608" y="743"/>
                  </a:cubicBezTo>
                  <a:cubicBezTo>
                    <a:pt x="591" y="754"/>
                    <a:pt x="593" y="752"/>
                    <a:pt x="587" y="758"/>
                  </a:cubicBezTo>
                  <a:cubicBezTo>
                    <a:pt x="552" y="781"/>
                    <a:pt x="553" y="785"/>
                    <a:pt x="549" y="783"/>
                  </a:cubicBezTo>
                  <a:cubicBezTo>
                    <a:pt x="516" y="799"/>
                    <a:pt x="510" y="807"/>
                    <a:pt x="506" y="809"/>
                  </a:cubicBezTo>
                  <a:cubicBezTo>
                    <a:pt x="432" y="848"/>
                    <a:pt x="425" y="843"/>
                    <a:pt x="423" y="847"/>
                  </a:cubicBezTo>
                  <a:cubicBezTo>
                    <a:pt x="403" y="861"/>
                    <a:pt x="400" y="858"/>
                    <a:pt x="396" y="861"/>
                  </a:cubicBezTo>
                  <a:cubicBezTo>
                    <a:pt x="290" y="934"/>
                    <a:pt x="289" y="937"/>
                    <a:pt x="284" y="940"/>
                  </a:cubicBezTo>
                  <a:cubicBezTo>
                    <a:pt x="283" y="932"/>
                    <a:pt x="287" y="928"/>
                    <a:pt x="289" y="924"/>
                  </a:cubicBezTo>
                  <a:cubicBezTo>
                    <a:pt x="318" y="903"/>
                    <a:pt x="325" y="895"/>
                    <a:pt x="335" y="888"/>
                  </a:cubicBezTo>
                  <a:cubicBezTo>
                    <a:pt x="381" y="857"/>
                    <a:pt x="388" y="853"/>
                    <a:pt x="394" y="848"/>
                  </a:cubicBezTo>
                  <a:cubicBezTo>
                    <a:pt x="445" y="830"/>
                    <a:pt x="450" y="818"/>
                    <a:pt x="452" y="823"/>
                  </a:cubicBezTo>
                  <a:cubicBezTo>
                    <a:pt x="472" y="813"/>
                    <a:pt x="472" y="811"/>
                    <a:pt x="474" y="812"/>
                  </a:cubicBezTo>
                  <a:cubicBezTo>
                    <a:pt x="492" y="804"/>
                    <a:pt x="496" y="802"/>
                    <a:pt x="499" y="799"/>
                  </a:cubicBezTo>
                  <a:cubicBezTo>
                    <a:pt x="522" y="787"/>
                    <a:pt x="529" y="784"/>
                    <a:pt x="536" y="782"/>
                  </a:cubicBezTo>
                  <a:cubicBezTo>
                    <a:pt x="594" y="740"/>
                    <a:pt x="604" y="733"/>
                    <a:pt x="613" y="727"/>
                  </a:cubicBezTo>
                  <a:cubicBezTo>
                    <a:pt x="629" y="708"/>
                    <a:pt x="626" y="710"/>
                    <a:pt x="623" y="712"/>
                  </a:cubicBezTo>
                  <a:cubicBezTo>
                    <a:pt x="614" y="719"/>
                    <a:pt x="612" y="720"/>
                    <a:pt x="611" y="720"/>
                  </a:cubicBezTo>
                  <a:cubicBezTo>
                    <a:pt x="602" y="727"/>
                    <a:pt x="602" y="731"/>
                    <a:pt x="598" y="733"/>
                  </a:cubicBezTo>
                  <a:cubicBezTo>
                    <a:pt x="578" y="747"/>
                    <a:pt x="571" y="752"/>
                    <a:pt x="564" y="757"/>
                  </a:cubicBezTo>
                  <a:cubicBezTo>
                    <a:pt x="528" y="774"/>
                    <a:pt x="524" y="782"/>
                    <a:pt x="521" y="779"/>
                  </a:cubicBezTo>
                  <a:cubicBezTo>
                    <a:pt x="466" y="806"/>
                    <a:pt x="462" y="809"/>
                    <a:pt x="459" y="809"/>
                  </a:cubicBezTo>
                  <a:cubicBezTo>
                    <a:pt x="423" y="827"/>
                    <a:pt x="420" y="825"/>
                    <a:pt x="416" y="827"/>
                  </a:cubicBezTo>
                  <a:cubicBezTo>
                    <a:pt x="347" y="870"/>
                    <a:pt x="336" y="878"/>
                    <a:pt x="325" y="885"/>
                  </a:cubicBezTo>
                  <a:cubicBezTo>
                    <a:pt x="302" y="902"/>
                    <a:pt x="299" y="905"/>
                    <a:pt x="297" y="904"/>
                  </a:cubicBezTo>
                  <a:cubicBezTo>
                    <a:pt x="342" y="859"/>
                    <a:pt x="352" y="856"/>
                    <a:pt x="352" y="851"/>
                  </a:cubicBezTo>
                  <a:cubicBezTo>
                    <a:pt x="384" y="833"/>
                    <a:pt x="390" y="829"/>
                    <a:pt x="403" y="820"/>
                  </a:cubicBezTo>
                  <a:cubicBezTo>
                    <a:pt x="434" y="799"/>
                    <a:pt x="448" y="797"/>
                    <a:pt x="456" y="791"/>
                  </a:cubicBezTo>
                  <a:cubicBezTo>
                    <a:pt x="491" y="772"/>
                    <a:pt x="498" y="776"/>
                    <a:pt x="509" y="765"/>
                  </a:cubicBezTo>
                  <a:cubicBezTo>
                    <a:pt x="550" y="750"/>
                    <a:pt x="561" y="743"/>
                    <a:pt x="571" y="740"/>
                  </a:cubicBezTo>
                  <a:cubicBezTo>
                    <a:pt x="650" y="685"/>
                    <a:pt x="651" y="680"/>
                    <a:pt x="658" y="677"/>
                  </a:cubicBezTo>
                  <a:cubicBezTo>
                    <a:pt x="663" y="670"/>
                    <a:pt x="651" y="676"/>
                    <a:pt x="643" y="686"/>
                  </a:cubicBezTo>
                  <a:cubicBezTo>
                    <a:pt x="557" y="738"/>
                    <a:pt x="549" y="738"/>
                    <a:pt x="541" y="745"/>
                  </a:cubicBezTo>
                  <a:cubicBezTo>
                    <a:pt x="457" y="783"/>
                    <a:pt x="447" y="787"/>
                    <a:pt x="438" y="789"/>
                  </a:cubicBezTo>
                  <a:cubicBezTo>
                    <a:pt x="417" y="807"/>
                    <a:pt x="409" y="804"/>
                    <a:pt x="401" y="811"/>
                  </a:cubicBezTo>
                  <a:cubicBezTo>
                    <a:pt x="339" y="851"/>
                    <a:pt x="338" y="856"/>
                    <a:pt x="329" y="860"/>
                  </a:cubicBezTo>
                  <a:cubicBezTo>
                    <a:pt x="311" y="871"/>
                    <a:pt x="311" y="863"/>
                    <a:pt x="308" y="866"/>
                  </a:cubicBezTo>
                  <a:cubicBezTo>
                    <a:pt x="324" y="849"/>
                    <a:pt x="327" y="851"/>
                    <a:pt x="327" y="847"/>
                  </a:cubicBezTo>
                  <a:cubicBezTo>
                    <a:pt x="429" y="785"/>
                    <a:pt x="430" y="783"/>
                    <a:pt x="438" y="779"/>
                  </a:cubicBezTo>
                  <a:cubicBezTo>
                    <a:pt x="489" y="753"/>
                    <a:pt x="491" y="753"/>
                    <a:pt x="494" y="751"/>
                  </a:cubicBezTo>
                  <a:cubicBezTo>
                    <a:pt x="546" y="730"/>
                    <a:pt x="551" y="722"/>
                    <a:pt x="554" y="725"/>
                  </a:cubicBezTo>
                  <a:cubicBezTo>
                    <a:pt x="553" y="723"/>
                    <a:pt x="551" y="717"/>
                    <a:pt x="547" y="723"/>
                  </a:cubicBezTo>
                  <a:cubicBezTo>
                    <a:pt x="515" y="736"/>
                    <a:pt x="513" y="732"/>
                    <a:pt x="509" y="735"/>
                  </a:cubicBezTo>
                  <a:cubicBezTo>
                    <a:pt x="487" y="740"/>
                    <a:pt x="482" y="748"/>
                    <a:pt x="479" y="745"/>
                  </a:cubicBezTo>
                  <a:cubicBezTo>
                    <a:pt x="397" y="793"/>
                    <a:pt x="390" y="796"/>
                    <a:pt x="382" y="800"/>
                  </a:cubicBezTo>
                  <a:cubicBezTo>
                    <a:pt x="344" y="825"/>
                    <a:pt x="339" y="829"/>
                    <a:pt x="334" y="833"/>
                  </a:cubicBezTo>
                  <a:cubicBezTo>
                    <a:pt x="346" y="804"/>
                    <a:pt x="361" y="789"/>
                    <a:pt x="375" y="781"/>
                  </a:cubicBezTo>
                  <a:cubicBezTo>
                    <a:pt x="397" y="767"/>
                    <a:pt x="400" y="765"/>
                    <a:pt x="404" y="763"/>
                  </a:cubicBezTo>
                  <a:cubicBezTo>
                    <a:pt x="478" y="727"/>
                    <a:pt x="484" y="727"/>
                    <a:pt x="492" y="721"/>
                  </a:cubicBezTo>
                  <a:cubicBezTo>
                    <a:pt x="514" y="719"/>
                    <a:pt x="521" y="711"/>
                    <a:pt x="527" y="713"/>
                  </a:cubicBezTo>
                  <a:cubicBezTo>
                    <a:pt x="573" y="696"/>
                    <a:pt x="580" y="692"/>
                    <a:pt x="587" y="689"/>
                  </a:cubicBezTo>
                  <a:cubicBezTo>
                    <a:pt x="627" y="664"/>
                    <a:pt x="637" y="667"/>
                    <a:pt x="634" y="660"/>
                  </a:cubicBezTo>
                  <a:cubicBezTo>
                    <a:pt x="534" y="701"/>
                    <a:pt x="528" y="701"/>
                    <a:pt x="521" y="705"/>
                  </a:cubicBezTo>
                  <a:cubicBezTo>
                    <a:pt x="490" y="707"/>
                    <a:pt x="495" y="713"/>
                    <a:pt x="501" y="707"/>
                  </a:cubicBezTo>
                  <a:cubicBezTo>
                    <a:pt x="543" y="697"/>
                    <a:pt x="550" y="686"/>
                    <a:pt x="556" y="687"/>
                  </a:cubicBezTo>
                  <a:cubicBezTo>
                    <a:pt x="578" y="682"/>
                    <a:pt x="584" y="677"/>
                    <a:pt x="590" y="677"/>
                  </a:cubicBezTo>
                  <a:cubicBezTo>
                    <a:pt x="643" y="648"/>
                    <a:pt x="657" y="643"/>
                    <a:pt x="673" y="629"/>
                  </a:cubicBezTo>
                  <a:cubicBezTo>
                    <a:pt x="647" y="645"/>
                    <a:pt x="643" y="645"/>
                    <a:pt x="641" y="645"/>
                  </a:cubicBezTo>
                  <a:cubicBezTo>
                    <a:pt x="611" y="659"/>
                    <a:pt x="604" y="666"/>
                    <a:pt x="597" y="667"/>
                  </a:cubicBezTo>
                  <a:cubicBezTo>
                    <a:pt x="556" y="675"/>
                    <a:pt x="551" y="687"/>
                    <a:pt x="549" y="682"/>
                  </a:cubicBezTo>
                  <a:cubicBezTo>
                    <a:pt x="516" y="695"/>
                    <a:pt x="514" y="691"/>
                    <a:pt x="510" y="696"/>
                  </a:cubicBezTo>
                  <a:cubicBezTo>
                    <a:pt x="487" y="704"/>
                    <a:pt x="483" y="706"/>
                    <a:pt x="480" y="705"/>
                  </a:cubicBezTo>
                  <a:cubicBezTo>
                    <a:pt x="454" y="716"/>
                    <a:pt x="446" y="720"/>
                    <a:pt x="441" y="723"/>
                  </a:cubicBezTo>
                  <a:cubicBezTo>
                    <a:pt x="430" y="731"/>
                    <a:pt x="427" y="727"/>
                    <a:pt x="423" y="731"/>
                  </a:cubicBezTo>
                  <a:cubicBezTo>
                    <a:pt x="386" y="755"/>
                    <a:pt x="382" y="753"/>
                    <a:pt x="377" y="757"/>
                  </a:cubicBezTo>
                  <a:cubicBezTo>
                    <a:pt x="347" y="769"/>
                    <a:pt x="358" y="764"/>
                    <a:pt x="366" y="758"/>
                  </a:cubicBezTo>
                  <a:cubicBezTo>
                    <a:pt x="409" y="728"/>
                    <a:pt x="417" y="725"/>
                    <a:pt x="425" y="718"/>
                  </a:cubicBezTo>
                  <a:cubicBezTo>
                    <a:pt x="571" y="656"/>
                    <a:pt x="601" y="640"/>
                    <a:pt x="630" y="626"/>
                  </a:cubicBezTo>
                  <a:cubicBezTo>
                    <a:pt x="661" y="605"/>
                    <a:pt x="663" y="601"/>
                    <a:pt x="664" y="599"/>
                  </a:cubicBezTo>
                  <a:cubicBezTo>
                    <a:pt x="642" y="607"/>
                    <a:pt x="637" y="615"/>
                    <a:pt x="632" y="617"/>
                  </a:cubicBezTo>
                  <a:cubicBezTo>
                    <a:pt x="575" y="644"/>
                    <a:pt x="557" y="653"/>
                    <a:pt x="540" y="659"/>
                  </a:cubicBezTo>
                  <a:cubicBezTo>
                    <a:pt x="479" y="687"/>
                    <a:pt x="471" y="684"/>
                    <a:pt x="462" y="691"/>
                  </a:cubicBezTo>
                  <a:cubicBezTo>
                    <a:pt x="418" y="713"/>
                    <a:pt x="415" y="715"/>
                    <a:pt x="412" y="717"/>
                  </a:cubicBezTo>
                  <a:cubicBezTo>
                    <a:pt x="381" y="734"/>
                    <a:pt x="377" y="737"/>
                    <a:pt x="373" y="740"/>
                  </a:cubicBezTo>
                  <a:cubicBezTo>
                    <a:pt x="385" y="720"/>
                    <a:pt x="404" y="707"/>
                    <a:pt x="421" y="696"/>
                  </a:cubicBezTo>
                  <a:cubicBezTo>
                    <a:pt x="473" y="672"/>
                    <a:pt x="478" y="677"/>
                    <a:pt x="484" y="670"/>
                  </a:cubicBezTo>
                  <a:cubicBezTo>
                    <a:pt x="519" y="657"/>
                    <a:pt x="524" y="659"/>
                    <a:pt x="529" y="654"/>
                  </a:cubicBezTo>
                  <a:cubicBezTo>
                    <a:pt x="603" y="622"/>
                    <a:pt x="611" y="619"/>
                    <a:pt x="619" y="615"/>
                  </a:cubicBezTo>
                  <a:cubicBezTo>
                    <a:pt x="667" y="570"/>
                    <a:pt x="677" y="568"/>
                    <a:pt x="675" y="564"/>
                  </a:cubicBezTo>
                  <a:cubicBezTo>
                    <a:pt x="719" y="542"/>
                    <a:pt x="725" y="539"/>
                    <a:pt x="730" y="537"/>
                  </a:cubicBezTo>
                  <a:cubicBezTo>
                    <a:pt x="742" y="527"/>
                    <a:pt x="737" y="530"/>
                    <a:pt x="732" y="533"/>
                  </a:cubicBezTo>
                  <a:cubicBezTo>
                    <a:pt x="706" y="538"/>
                    <a:pt x="703" y="542"/>
                    <a:pt x="700" y="544"/>
                  </a:cubicBezTo>
                  <a:cubicBezTo>
                    <a:pt x="637" y="575"/>
                    <a:pt x="629" y="578"/>
                    <a:pt x="622" y="585"/>
                  </a:cubicBezTo>
                  <a:cubicBezTo>
                    <a:pt x="557" y="616"/>
                    <a:pt x="550" y="611"/>
                    <a:pt x="543" y="615"/>
                  </a:cubicBezTo>
                  <a:cubicBezTo>
                    <a:pt x="514" y="623"/>
                    <a:pt x="507" y="625"/>
                    <a:pt x="499" y="630"/>
                  </a:cubicBezTo>
                  <a:cubicBezTo>
                    <a:pt x="469" y="641"/>
                    <a:pt x="463" y="637"/>
                    <a:pt x="455" y="644"/>
                  </a:cubicBezTo>
                  <a:cubicBezTo>
                    <a:pt x="432" y="653"/>
                    <a:pt x="426" y="659"/>
                    <a:pt x="422" y="658"/>
                  </a:cubicBezTo>
                  <a:cubicBezTo>
                    <a:pt x="410" y="660"/>
                    <a:pt x="410" y="653"/>
                    <a:pt x="416" y="648"/>
                  </a:cubicBezTo>
                  <a:cubicBezTo>
                    <a:pt x="439" y="640"/>
                    <a:pt x="445" y="628"/>
                    <a:pt x="447" y="633"/>
                  </a:cubicBezTo>
                  <a:cubicBezTo>
                    <a:pt x="502" y="611"/>
                    <a:pt x="513" y="606"/>
                    <a:pt x="523" y="605"/>
                  </a:cubicBezTo>
                  <a:cubicBezTo>
                    <a:pt x="597" y="583"/>
                    <a:pt x="606" y="581"/>
                    <a:pt x="615" y="576"/>
                  </a:cubicBezTo>
                  <a:cubicBezTo>
                    <a:pt x="655" y="561"/>
                    <a:pt x="660" y="548"/>
                    <a:pt x="663" y="553"/>
                  </a:cubicBezTo>
                  <a:cubicBezTo>
                    <a:pt x="715" y="530"/>
                    <a:pt x="721" y="528"/>
                    <a:pt x="727" y="527"/>
                  </a:cubicBezTo>
                  <a:cubicBezTo>
                    <a:pt x="736" y="512"/>
                    <a:pt x="727" y="524"/>
                    <a:pt x="720" y="520"/>
                  </a:cubicBezTo>
                  <a:cubicBezTo>
                    <a:pt x="677" y="533"/>
                    <a:pt x="673" y="536"/>
                    <a:pt x="668" y="537"/>
                  </a:cubicBezTo>
                  <a:cubicBezTo>
                    <a:pt x="603" y="571"/>
                    <a:pt x="600" y="575"/>
                    <a:pt x="598" y="573"/>
                  </a:cubicBezTo>
                  <a:cubicBezTo>
                    <a:pt x="555" y="592"/>
                    <a:pt x="552" y="588"/>
                    <a:pt x="549" y="589"/>
                  </a:cubicBezTo>
                  <a:cubicBezTo>
                    <a:pt x="507" y="600"/>
                    <a:pt x="504" y="601"/>
                    <a:pt x="501" y="601"/>
                  </a:cubicBezTo>
                  <a:cubicBezTo>
                    <a:pt x="462" y="618"/>
                    <a:pt x="456" y="620"/>
                    <a:pt x="449" y="622"/>
                  </a:cubicBezTo>
                  <a:cubicBezTo>
                    <a:pt x="427" y="627"/>
                    <a:pt x="429" y="624"/>
                    <a:pt x="432" y="622"/>
                  </a:cubicBezTo>
                  <a:cubicBezTo>
                    <a:pt x="464" y="601"/>
                    <a:pt x="476" y="596"/>
                    <a:pt x="488" y="594"/>
                  </a:cubicBezTo>
                  <a:cubicBezTo>
                    <a:pt x="519" y="583"/>
                    <a:pt x="522" y="582"/>
                    <a:pt x="525" y="584"/>
                  </a:cubicBezTo>
                  <a:cubicBezTo>
                    <a:pt x="550" y="574"/>
                    <a:pt x="557" y="572"/>
                    <a:pt x="563" y="571"/>
                  </a:cubicBezTo>
                  <a:cubicBezTo>
                    <a:pt x="588" y="560"/>
                    <a:pt x="594" y="562"/>
                    <a:pt x="600" y="559"/>
                  </a:cubicBezTo>
                  <a:cubicBezTo>
                    <a:pt x="645" y="537"/>
                    <a:pt x="651" y="541"/>
                    <a:pt x="657" y="535"/>
                  </a:cubicBezTo>
                  <a:cubicBezTo>
                    <a:pt x="670" y="528"/>
                    <a:pt x="672" y="530"/>
                    <a:pt x="671" y="528"/>
                  </a:cubicBezTo>
                  <a:cubicBezTo>
                    <a:pt x="707" y="510"/>
                    <a:pt x="711" y="502"/>
                    <a:pt x="714" y="502"/>
                  </a:cubicBezTo>
                  <a:cubicBezTo>
                    <a:pt x="729" y="486"/>
                    <a:pt x="743" y="485"/>
                    <a:pt x="736" y="481"/>
                  </a:cubicBezTo>
                  <a:cubicBezTo>
                    <a:pt x="686" y="515"/>
                    <a:pt x="684" y="515"/>
                    <a:pt x="682" y="515"/>
                  </a:cubicBezTo>
                  <a:cubicBezTo>
                    <a:pt x="660" y="525"/>
                    <a:pt x="654" y="529"/>
                    <a:pt x="648" y="532"/>
                  </a:cubicBezTo>
                  <a:cubicBezTo>
                    <a:pt x="622" y="542"/>
                    <a:pt x="616" y="542"/>
                    <a:pt x="609" y="548"/>
                  </a:cubicBezTo>
                  <a:cubicBezTo>
                    <a:pt x="569" y="562"/>
                    <a:pt x="566" y="558"/>
                    <a:pt x="563" y="561"/>
                  </a:cubicBezTo>
                  <a:cubicBezTo>
                    <a:pt x="541" y="567"/>
                    <a:pt x="537" y="572"/>
                    <a:pt x="535" y="570"/>
                  </a:cubicBezTo>
                  <a:cubicBezTo>
                    <a:pt x="474" y="591"/>
                    <a:pt x="469" y="587"/>
                    <a:pt x="462" y="592"/>
                  </a:cubicBezTo>
                  <a:cubicBezTo>
                    <a:pt x="459" y="582"/>
                    <a:pt x="465" y="573"/>
                    <a:pt x="468" y="576"/>
                  </a:cubicBezTo>
                  <a:cubicBezTo>
                    <a:pt x="497" y="562"/>
                    <a:pt x="501" y="567"/>
                    <a:pt x="506" y="564"/>
                  </a:cubicBezTo>
                  <a:cubicBezTo>
                    <a:pt x="546" y="554"/>
                    <a:pt x="550" y="555"/>
                    <a:pt x="555" y="550"/>
                  </a:cubicBezTo>
                  <a:cubicBezTo>
                    <a:pt x="621" y="530"/>
                    <a:pt x="639" y="521"/>
                    <a:pt x="656" y="514"/>
                  </a:cubicBezTo>
                  <a:cubicBezTo>
                    <a:pt x="724" y="468"/>
                    <a:pt x="727" y="472"/>
                    <a:pt x="731" y="467"/>
                  </a:cubicBezTo>
                  <a:cubicBezTo>
                    <a:pt x="698" y="479"/>
                    <a:pt x="675" y="497"/>
                    <a:pt x="653" y="506"/>
                  </a:cubicBezTo>
                  <a:cubicBezTo>
                    <a:pt x="569" y="540"/>
                    <a:pt x="564" y="539"/>
                    <a:pt x="557" y="543"/>
                  </a:cubicBezTo>
                  <a:cubicBezTo>
                    <a:pt x="520" y="547"/>
                    <a:pt x="515" y="554"/>
                    <a:pt x="512" y="552"/>
                  </a:cubicBezTo>
                  <a:cubicBezTo>
                    <a:pt x="473" y="562"/>
                    <a:pt x="469" y="568"/>
                    <a:pt x="466" y="563"/>
                  </a:cubicBezTo>
                  <a:cubicBezTo>
                    <a:pt x="498" y="545"/>
                    <a:pt x="497" y="541"/>
                    <a:pt x="502" y="539"/>
                  </a:cubicBezTo>
                  <a:cubicBezTo>
                    <a:pt x="563" y="520"/>
                    <a:pt x="573" y="516"/>
                    <a:pt x="581" y="519"/>
                  </a:cubicBezTo>
                  <a:cubicBezTo>
                    <a:pt x="612" y="506"/>
                    <a:pt x="616" y="505"/>
                    <a:pt x="619" y="506"/>
                  </a:cubicBezTo>
                  <a:cubicBezTo>
                    <a:pt x="736" y="443"/>
                    <a:pt x="752" y="427"/>
                    <a:pt x="767" y="422"/>
                  </a:cubicBezTo>
                  <a:cubicBezTo>
                    <a:pt x="792" y="398"/>
                    <a:pt x="801" y="398"/>
                    <a:pt x="799" y="388"/>
                  </a:cubicBezTo>
                  <a:cubicBezTo>
                    <a:pt x="779" y="406"/>
                    <a:pt x="773" y="410"/>
                    <a:pt x="771" y="411"/>
                  </a:cubicBezTo>
                  <a:cubicBezTo>
                    <a:pt x="764" y="417"/>
                    <a:pt x="760" y="419"/>
                    <a:pt x="757" y="421"/>
                  </a:cubicBezTo>
                  <a:cubicBezTo>
                    <a:pt x="698" y="461"/>
                    <a:pt x="694" y="459"/>
                    <a:pt x="692" y="461"/>
                  </a:cubicBezTo>
                  <a:cubicBezTo>
                    <a:pt x="645" y="481"/>
                    <a:pt x="642" y="485"/>
                    <a:pt x="639" y="487"/>
                  </a:cubicBezTo>
                  <a:cubicBezTo>
                    <a:pt x="607" y="499"/>
                    <a:pt x="602" y="499"/>
                    <a:pt x="597" y="503"/>
                  </a:cubicBezTo>
                  <a:cubicBezTo>
                    <a:pt x="580" y="505"/>
                    <a:pt x="572" y="510"/>
                    <a:pt x="564" y="509"/>
                  </a:cubicBezTo>
                  <a:cubicBezTo>
                    <a:pt x="507" y="529"/>
                    <a:pt x="504" y="529"/>
                    <a:pt x="501" y="530"/>
                  </a:cubicBezTo>
                  <a:cubicBezTo>
                    <a:pt x="511" y="516"/>
                    <a:pt x="516" y="516"/>
                    <a:pt x="521" y="510"/>
                  </a:cubicBezTo>
                  <a:cubicBezTo>
                    <a:pt x="560" y="498"/>
                    <a:pt x="569" y="498"/>
                    <a:pt x="580" y="493"/>
                  </a:cubicBezTo>
                  <a:cubicBezTo>
                    <a:pt x="646" y="472"/>
                    <a:pt x="652" y="467"/>
                    <a:pt x="658" y="468"/>
                  </a:cubicBezTo>
                  <a:cubicBezTo>
                    <a:pt x="762" y="408"/>
                    <a:pt x="771" y="401"/>
                    <a:pt x="780" y="395"/>
                  </a:cubicBezTo>
                  <a:cubicBezTo>
                    <a:pt x="794" y="385"/>
                    <a:pt x="799" y="381"/>
                    <a:pt x="804" y="378"/>
                  </a:cubicBezTo>
                  <a:cubicBezTo>
                    <a:pt x="816" y="362"/>
                    <a:pt x="807" y="368"/>
                    <a:pt x="799" y="374"/>
                  </a:cubicBezTo>
                  <a:cubicBezTo>
                    <a:pt x="785" y="381"/>
                    <a:pt x="780" y="387"/>
                    <a:pt x="777" y="392"/>
                  </a:cubicBezTo>
                  <a:cubicBezTo>
                    <a:pt x="741" y="412"/>
                    <a:pt x="732" y="416"/>
                    <a:pt x="722" y="424"/>
                  </a:cubicBezTo>
                  <a:cubicBezTo>
                    <a:pt x="700" y="442"/>
                    <a:pt x="692" y="439"/>
                    <a:pt x="689" y="441"/>
                  </a:cubicBezTo>
                  <a:cubicBezTo>
                    <a:pt x="614" y="471"/>
                    <a:pt x="613" y="473"/>
                    <a:pt x="607" y="476"/>
                  </a:cubicBezTo>
                  <a:cubicBezTo>
                    <a:pt x="566" y="485"/>
                    <a:pt x="556" y="494"/>
                    <a:pt x="549" y="491"/>
                  </a:cubicBezTo>
                  <a:cubicBezTo>
                    <a:pt x="513" y="502"/>
                    <a:pt x="508" y="511"/>
                    <a:pt x="505" y="508"/>
                  </a:cubicBezTo>
                  <a:cubicBezTo>
                    <a:pt x="524" y="490"/>
                    <a:pt x="526" y="487"/>
                    <a:pt x="528" y="486"/>
                  </a:cubicBezTo>
                  <a:cubicBezTo>
                    <a:pt x="546" y="478"/>
                    <a:pt x="555" y="473"/>
                    <a:pt x="564" y="467"/>
                  </a:cubicBezTo>
                  <a:cubicBezTo>
                    <a:pt x="585" y="466"/>
                    <a:pt x="592" y="460"/>
                    <a:pt x="598" y="460"/>
                  </a:cubicBezTo>
                  <a:cubicBezTo>
                    <a:pt x="650" y="440"/>
                    <a:pt x="653" y="444"/>
                    <a:pt x="657" y="440"/>
                  </a:cubicBezTo>
                  <a:cubicBezTo>
                    <a:pt x="729" y="408"/>
                    <a:pt x="743" y="399"/>
                    <a:pt x="758" y="389"/>
                  </a:cubicBezTo>
                  <a:cubicBezTo>
                    <a:pt x="794" y="357"/>
                    <a:pt x="790" y="359"/>
                    <a:pt x="778" y="369"/>
                  </a:cubicBezTo>
                  <a:cubicBezTo>
                    <a:pt x="742" y="393"/>
                    <a:pt x="737" y="396"/>
                    <a:pt x="732" y="400"/>
                  </a:cubicBezTo>
                  <a:cubicBezTo>
                    <a:pt x="693" y="417"/>
                    <a:pt x="690" y="418"/>
                    <a:pt x="687" y="420"/>
                  </a:cubicBezTo>
                  <a:cubicBezTo>
                    <a:pt x="629" y="438"/>
                    <a:pt x="622" y="447"/>
                    <a:pt x="618" y="443"/>
                  </a:cubicBezTo>
                  <a:cubicBezTo>
                    <a:pt x="587" y="455"/>
                    <a:pt x="575" y="459"/>
                    <a:pt x="564" y="457"/>
                  </a:cubicBezTo>
                  <a:cubicBezTo>
                    <a:pt x="544" y="467"/>
                    <a:pt x="539" y="470"/>
                    <a:pt x="534" y="470"/>
                  </a:cubicBezTo>
                  <a:cubicBezTo>
                    <a:pt x="590" y="434"/>
                    <a:pt x="594" y="439"/>
                    <a:pt x="599" y="435"/>
                  </a:cubicBezTo>
                  <a:cubicBezTo>
                    <a:pt x="658" y="416"/>
                    <a:pt x="669" y="411"/>
                    <a:pt x="679" y="409"/>
                  </a:cubicBezTo>
                  <a:cubicBezTo>
                    <a:pt x="766" y="359"/>
                    <a:pt x="770" y="356"/>
                    <a:pt x="786" y="346"/>
                  </a:cubicBezTo>
                  <a:cubicBezTo>
                    <a:pt x="788" y="337"/>
                    <a:pt x="773" y="348"/>
                    <a:pt x="758" y="359"/>
                  </a:cubicBezTo>
                  <a:cubicBezTo>
                    <a:pt x="666" y="405"/>
                    <a:pt x="659" y="405"/>
                    <a:pt x="650" y="410"/>
                  </a:cubicBezTo>
                  <a:cubicBezTo>
                    <a:pt x="579" y="427"/>
                    <a:pt x="571" y="435"/>
                    <a:pt x="566" y="429"/>
                  </a:cubicBezTo>
                  <a:cubicBezTo>
                    <a:pt x="586" y="418"/>
                    <a:pt x="591" y="422"/>
                    <a:pt x="597" y="419"/>
                  </a:cubicBezTo>
                  <a:cubicBezTo>
                    <a:pt x="623" y="411"/>
                    <a:pt x="627" y="405"/>
                    <a:pt x="629" y="408"/>
                  </a:cubicBezTo>
                  <a:cubicBezTo>
                    <a:pt x="674" y="391"/>
                    <a:pt x="674" y="383"/>
                    <a:pt x="679" y="385"/>
                  </a:cubicBezTo>
                  <a:cubicBezTo>
                    <a:pt x="709" y="372"/>
                    <a:pt x="714" y="369"/>
                    <a:pt x="719" y="365"/>
                  </a:cubicBezTo>
                  <a:cubicBezTo>
                    <a:pt x="790" y="326"/>
                    <a:pt x="800" y="319"/>
                    <a:pt x="808" y="316"/>
                  </a:cubicBezTo>
                  <a:cubicBezTo>
                    <a:pt x="851" y="294"/>
                    <a:pt x="848" y="291"/>
                    <a:pt x="852" y="289"/>
                  </a:cubicBezTo>
                  <a:cubicBezTo>
                    <a:pt x="847" y="287"/>
                    <a:pt x="848" y="290"/>
                    <a:pt x="845" y="292"/>
                  </a:cubicBezTo>
                  <a:cubicBezTo>
                    <a:pt x="796" y="312"/>
                    <a:pt x="785" y="320"/>
                    <a:pt x="775" y="325"/>
                  </a:cubicBezTo>
                  <a:cubicBezTo>
                    <a:pt x="686" y="371"/>
                    <a:pt x="681" y="378"/>
                    <a:pt x="677" y="376"/>
                  </a:cubicBezTo>
                  <a:cubicBezTo>
                    <a:pt x="647" y="386"/>
                    <a:pt x="644" y="390"/>
                    <a:pt x="642" y="391"/>
                  </a:cubicBezTo>
                  <a:cubicBezTo>
                    <a:pt x="602" y="407"/>
                    <a:pt x="598" y="406"/>
                    <a:pt x="593" y="409"/>
                  </a:cubicBezTo>
                  <a:cubicBezTo>
                    <a:pt x="585" y="406"/>
                    <a:pt x="586" y="411"/>
                    <a:pt x="589" y="407"/>
                  </a:cubicBezTo>
                  <a:cubicBezTo>
                    <a:pt x="637" y="379"/>
                    <a:pt x="661" y="368"/>
                    <a:pt x="684" y="361"/>
                  </a:cubicBezTo>
                  <a:cubicBezTo>
                    <a:pt x="714" y="348"/>
                    <a:pt x="717" y="344"/>
                    <a:pt x="720" y="343"/>
                  </a:cubicBezTo>
                  <a:cubicBezTo>
                    <a:pt x="761" y="318"/>
                    <a:pt x="780" y="313"/>
                    <a:pt x="794" y="303"/>
                  </a:cubicBezTo>
                  <a:cubicBezTo>
                    <a:pt x="837" y="288"/>
                    <a:pt x="847" y="283"/>
                    <a:pt x="845" y="279"/>
                  </a:cubicBezTo>
                  <a:cubicBezTo>
                    <a:pt x="748" y="324"/>
                    <a:pt x="743" y="322"/>
                    <a:pt x="738" y="327"/>
                  </a:cubicBezTo>
                  <a:cubicBezTo>
                    <a:pt x="712" y="340"/>
                    <a:pt x="702" y="341"/>
                    <a:pt x="692" y="348"/>
                  </a:cubicBezTo>
                  <a:cubicBezTo>
                    <a:pt x="671" y="360"/>
                    <a:pt x="667" y="355"/>
                    <a:pt x="661" y="360"/>
                  </a:cubicBezTo>
                  <a:cubicBezTo>
                    <a:pt x="628" y="371"/>
                    <a:pt x="625" y="375"/>
                    <a:pt x="623" y="373"/>
                  </a:cubicBezTo>
                  <a:cubicBezTo>
                    <a:pt x="602" y="380"/>
                    <a:pt x="603" y="375"/>
                    <a:pt x="608" y="379"/>
                  </a:cubicBezTo>
                  <a:cubicBezTo>
                    <a:pt x="635" y="363"/>
                    <a:pt x="640" y="358"/>
                    <a:pt x="645" y="355"/>
                  </a:cubicBezTo>
                  <a:cubicBezTo>
                    <a:pt x="690" y="337"/>
                    <a:pt x="695" y="339"/>
                    <a:pt x="702" y="336"/>
                  </a:cubicBezTo>
                  <a:cubicBezTo>
                    <a:pt x="778" y="299"/>
                    <a:pt x="789" y="291"/>
                    <a:pt x="800" y="284"/>
                  </a:cubicBezTo>
                  <a:cubicBezTo>
                    <a:pt x="823" y="265"/>
                    <a:pt x="817" y="270"/>
                    <a:pt x="810" y="275"/>
                  </a:cubicBezTo>
                  <a:cubicBezTo>
                    <a:pt x="745" y="308"/>
                    <a:pt x="744" y="312"/>
                    <a:pt x="735" y="317"/>
                  </a:cubicBezTo>
                  <a:cubicBezTo>
                    <a:pt x="706" y="325"/>
                    <a:pt x="698" y="329"/>
                    <a:pt x="692" y="328"/>
                  </a:cubicBezTo>
                  <a:cubicBezTo>
                    <a:pt x="631" y="353"/>
                    <a:pt x="625" y="359"/>
                    <a:pt x="621" y="355"/>
                  </a:cubicBezTo>
                  <a:cubicBezTo>
                    <a:pt x="645" y="341"/>
                    <a:pt x="649" y="339"/>
                    <a:pt x="654" y="336"/>
                  </a:cubicBezTo>
                  <a:cubicBezTo>
                    <a:pt x="697" y="321"/>
                    <a:pt x="705" y="316"/>
                    <a:pt x="713" y="313"/>
                  </a:cubicBezTo>
                  <a:cubicBezTo>
                    <a:pt x="745" y="297"/>
                    <a:pt x="753" y="295"/>
                    <a:pt x="761" y="291"/>
                  </a:cubicBezTo>
                  <a:cubicBezTo>
                    <a:pt x="803" y="262"/>
                    <a:pt x="807" y="264"/>
                    <a:pt x="806" y="261"/>
                  </a:cubicBezTo>
                  <a:cubicBezTo>
                    <a:pt x="839" y="233"/>
                    <a:pt x="843" y="230"/>
                    <a:pt x="847" y="226"/>
                  </a:cubicBezTo>
                  <a:cubicBezTo>
                    <a:pt x="796" y="261"/>
                    <a:pt x="788" y="266"/>
                    <a:pt x="779" y="272"/>
                  </a:cubicBezTo>
                  <a:cubicBezTo>
                    <a:pt x="668" y="319"/>
                    <a:pt x="661" y="325"/>
                    <a:pt x="655" y="325"/>
                  </a:cubicBezTo>
                  <a:cubicBezTo>
                    <a:pt x="643" y="332"/>
                    <a:pt x="643" y="326"/>
                    <a:pt x="646" y="322"/>
                  </a:cubicBezTo>
                  <a:cubicBezTo>
                    <a:pt x="668" y="316"/>
                    <a:pt x="674" y="313"/>
                    <a:pt x="679" y="313"/>
                  </a:cubicBezTo>
                  <a:cubicBezTo>
                    <a:pt x="789" y="253"/>
                    <a:pt x="800" y="245"/>
                    <a:pt x="811" y="238"/>
                  </a:cubicBezTo>
                  <a:cubicBezTo>
                    <a:pt x="830" y="217"/>
                    <a:pt x="839" y="215"/>
                    <a:pt x="836" y="212"/>
                  </a:cubicBezTo>
                  <a:cubicBezTo>
                    <a:pt x="826" y="221"/>
                    <a:pt x="818" y="219"/>
                    <a:pt x="815" y="227"/>
                  </a:cubicBezTo>
                  <a:cubicBezTo>
                    <a:pt x="759" y="262"/>
                    <a:pt x="739" y="275"/>
                    <a:pt x="719" y="284"/>
                  </a:cubicBezTo>
                  <a:cubicBezTo>
                    <a:pt x="673" y="305"/>
                    <a:pt x="671" y="306"/>
                    <a:pt x="668" y="306"/>
                  </a:cubicBezTo>
                  <a:cubicBezTo>
                    <a:pt x="711" y="282"/>
                    <a:pt x="719" y="273"/>
                    <a:pt x="727" y="271"/>
                  </a:cubicBezTo>
                  <a:cubicBezTo>
                    <a:pt x="797" y="226"/>
                    <a:pt x="805" y="220"/>
                    <a:pt x="813" y="214"/>
                  </a:cubicBezTo>
                  <a:cubicBezTo>
                    <a:pt x="850" y="175"/>
                    <a:pt x="861" y="172"/>
                    <a:pt x="859" y="168"/>
                  </a:cubicBezTo>
                  <a:close/>
                  <a:moveTo>
                    <a:pt x="743" y="232"/>
                  </a:moveTo>
                  <a:cubicBezTo>
                    <a:pt x="748" y="239"/>
                    <a:pt x="733" y="238"/>
                    <a:pt x="728" y="246"/>
                  </a:cubicBezTo>
                  <a:cubicBezTo>
                    <a:pt x="725" y="238"/>
                    <a:pt x="737" y="240"/>
                    <a:pt x="743" y="232"/>
                  </a:cubicBezTo>
                  <a:close/>
                  <a:moveTo>
                    <a:pt x="723" y="245"/>
                  </a:moveTo>
                  <a:cubicBezTo>
                    <a:pt x="723" y="251"/>
                    <a:pt x="713" y="252"/>
                    <a:pt x="710" y="254"/>
                  </a:cubicBezTo>
                  <a:cubicBezTo>
                    <a:pt x="709" y="248"/>
                    <a:pt x="719" y="247"/>
                    <a:pt x="723" y="245"/>
                  </a:cubicBezTo>
                  <a:close/>
                  <a:moveTo>
                    <a:pt x="265" y="659"/>
                  </a:moveTo>
                  <a:cubicBezTo>
                    <a:pt x="262" y="656"/>
                    <a:pt x="263" y="654"/>
                    <a:pt x="262" y="651"/>
                  </a:cubicBezTo>
                  <a:cubicBezTo>
                    <a:pt x="260" y="649"/>
                    <a:pt x="256" y="646"/>
                    <a:pt x="259" y="644"/>
                  </a:cubicBezTo>
                  <a:cubicBezTo>
                    <a:pt x="256" y="643"/>
                    <a:pt x="254" y="641"/>
                    <a:pt x="252" y="638"/>
                  </a:cubicBezTo>
                  <a:cubicBezTo>
                    <a:pt x="252" y="636"/>
                    <a:pt x="252" y="634"/>
                    <a:pt x="250" y="635"/>
                  </a:cubicBezTo>
                  <a:cubicBezTo>
                    <a:pt x="248" y="631"/>
                    <a:pt x="248" y="627"/>
                    <a:pt x="243" y="623"/>
                  </a:cubicBezTo>
                  <a:cubicBezTo>
                    <a:pt x="245" y="617"/>
                    <a:pt x="243" y="617"/>
                    <a:pt x="239" y="613"/>
                  </a:cubicBezTo>
                  <a:cubicBezTo>
                    <a:pt x="241" y="610"/>
                    <a:pt x="236" y="605"/>
                    <a:pt x="236" y="601"/>
                  </a:cubicBezTo>
                  <a:cubicBezTo>
                    <a:pt x="231" y="592"/>
                    <a:pt x="230" y="592"/>
                    <a:pt x="223" y="581"/>
                  </a:cubicBezTo>
                  <a:cubicBezTo>
                    <a:pt x="215" y="572"/>
                    <a:pt x="216" y="564"/>
                    <a:pt x="207" y="555"/>
                  </a:cubicBezTo>
                  <a:cubicBezTo>
                    <a:pt x="203" y="545"/>
                    <a:pt x="204" y="543"/>
                    <a:pt x="195" y="532"/>
                  </a:cubicBezTo>
                  <a:cubicBezTo>
                    <a:pt x="199" y="528"/>
                    <a:pt x="191" y="523"/>
                    <a:pt x="193" y="519"/>
                  </a:cubicBezTo>
                  <a:cubicBezTo>
                    <a:pt x="188" y="514"/>
                    <a:pt x="192" y="510"/>
                    <a:pt x="188" y="505"/>
                  </a:cubicBezTo>
                  <a:cubicBezTo>
                    <a:pt x="187" y="496"/>
                    <a:pt x="184" y="487"/>
                    <a:pt x="181" y="478"/>
                  </a:cubicBezTo>
                  <a:cubicBezTo>
                    <a:pt x="189" y="478"/>
                    <a:pt x="185" y="488"/>
                    <a:pt x="189" y="492"/>
                  </a:cubicBezTo>
                  <a:cubicBezTo>
                    <a:pt x="191" y="498"/>
                    <a:pt x="194" y="504"/>
                    <a:pt x="193" y="509"/>
                  </a:cubicBezTo>
                  <a:cubicBezTo>
                    <a:pt x="200" y="517"/>
                    <a:pt x="199" y="523"/>
                    <a:pt x="207" y="531"/>
                  </a:cubicBezTo>
                  <a:cubicBezTo>
                    <a:pt x="210" y="535"/>
                    <a:pt x="208" y="538"/>
                    <a:pt x="209" y="541"/>
                  </a:cubicBezTo>
                  <a:cubicBezTo>
                    <a:pt x="213" y="542"/>
                    <a:pt x="214" y="546"/>
                    <a:pt x="213" y="549"/>
                  </a:cubicBezTo>
                  <a:cubicBezTo>
                    <a:pt x="220" y="554"/>
                    <a:pt x="218" y="557"/>
                    <a:pt x="224" y="565"/>
                  </a:cubicBezTo>
                  <a:cubicBezTo>
                    <a:pt x="227" y="574"/>
                    <a:pt x="233" y="584"/>
                    <a:pt x="237" y="593"/>
                  </a:cubicBezTo>
                  <a:cubicBezTo>
                    <a:pt x="239" y="596"/>
                    <a:pt x="241" y="598"/>
                    <a:pt x="243" y="601"/>
                  </a:cubicBezTo>
                  <a:cubicBezTo>
                    <a:pt x="243" y="603"/>
                    <a:pt x="243" y="605"/>
                    <a:pt x="245" y="604"/>
                  </a:cubicBezTo>
                  <a:cubicBezTo>
                    <a:pt x="246" y="609"/>
                    <a:pt x="245" y="613"/>
                    <a:pt x="250" y="618"/>
                  </a:cubicBezTo>
                  <a:cubicBezTo>
                    <a:pt x="253" y="627"/>
                    <a:pt x="261" y="637"/>
                    <a:pt x="263" y="646"/>
                  </a:cubicBezTo>
                  <a:cubicBezTo>
                    <a:pt x="271" y="655"/>
                    <a:pt x="270" y="664"/>
                    <a:pt x="275" y="673"/>
                  </a:cubicBezTo>
                  <a:cubicBezTo>
                    <a:pt x="268" y="673"/>
                    <a:pt x="271" y="663"/>
                    <a:pt x="265" y="659"/>
                  </a:cubicBezTo>
                  <a:close/>
                  <a:moveTo>
                    <a:pt x="279" y="685"/>
                  </a:moveTo>
                  <a:cubicBezTo>
                    <a:pt x="279" y="692"/>
                    <a:pt x="278" y="682"/>
                    <a:pt x="274" y="679"/>
                  </a:cubicBezTo>
                  <a:cubicBezTo>
                    <a:pt x="273" y="676"/>
                    <a:pt x="276" y="678"/>
                    <a:pt x="277" y="679"/>
                  </a:cubicBezTo>
                  <a:cubicBezTo>
                    <a:pt x="278" y="681"/>
                    <a:pt x="279" y="683"/>
                    <a:pt x="281" y="684"/>
                  </a:cubicBezTo>
                  <a:cubicBezTo>
                    <a:pt x="280" y="685"/>
                    <a:pt x="280" y="685"/>
                    <a:pt x="279" y="685"/>
                  </a:cubicBezTo>
                  <a:close/>
                  <a:moveTo>
                    <a:pt x="166" y="634"/>
                  </a:moveTo>
                  <a:cubicBezTo>
                    <a:pt x="162" y="637"/>
                    <a:pt x="166" y="630"/>
                    <a:pt x="161" y="628"/>
                  </a:cubicBezTo>
                  <a:cubicBezTo>
                    <a:pt x="168" y="628"/>
                    <a:pt x="168" y="638"/>
                    <a:pt x="172" y="642"/>
                  </a:cubicBezTo>
                  <a:cubicBezTo>
                    <a:pt x="168" y="645"/>
                    <a:pt x="166" y="636"/>
                    <a:pt x="166" y="634"/>
                  </a:cubicBezTo>
                  <a:close/>
                  <a:moveTo>
                    <a:pt x="192" y="691"/>
                  </a:moveTo>
                  <a:cubicBezTo>
                    <a:pt x="192" y="690"/>
                    <a:pt x="191" y="690"/>
                    <a:pt x="190" y="691"/>
                  </a:cubicBezTo>
                  <a:cubicBezTo>
                    <a:pt x="187" y="685"/>
                    <a:pt x="184" y="679"/>
                    <a:pt x="184" y="673"/>
                  </a:cubicBezTo>
                  <a:cubicBezTo>
                    <a:pt x="190" y="669"/>
                    <a:pt x="184" y="681"/>
                    <a:pt x="189" y="677"/>
                  </a:cubicBezTo>
                  <a:cubicBezTo>
                    <a:pt x="189" y="682"/>
                    <a:pt x="193" y="688"/>
                    <a:pt x="194" y="693"/>
                  </a:cubicBezTo>
                  <a:cubicBezTo>
                    <a:pt x="195" y="695"/>
                    <a:pt x="196" y="696"/>
                    <a:pt x="197" y="698"/>
                  </a:cubicBezTo>
                  <a:cubicBezTo>
                    <a:pt x="200" y="705"/>
                    <a:pt x="188" y="693"/>
                    <a:pt x="192" y="691"/>
                  </a:cubicBezTo>
                  <a:close/>
                  <a:moveTo>
                    <a:pt x="259" y="828"/>
                  </a:moveTo>
                  <a:cubicBezTo>
                    <a:pt x="258" y="824"/>
                    <a:pt x="255" y="820"/>
                    <a:pt x="256" y="817"/>
                  </a:cubicBezTo>
                  <a:cubicBezTo>
                    <a:pt x="247" y="810"/>
                    <a:pt x="247" y="797"/>
                    <a:pt x="241" y="789"/>
                  </a:cubicBezTo>
                  <a:cubicBezTo>
                    <a:pt x="233" y="777"/>
                    <a:pt x="228" y="766"/>
                    <a:pt x="224" y="755"/>
                  </a:cubicBezTo>
                  <a:cubicBezTo>
                    <a:pt x="220" y="751"/>
                    <a:pt x="217" y="746"/>
                    <a:pt x="214" y="742"/>
                  </a:cubicBezTo>
                  <a:cubicBezTo>
                    <a:pt x="212" y="737"/>
                    <a:pt x="211" y="732"/>
                    <a:pt x="208" y="727"/>
                  </a:cubicBezTo>
                  <a:cubicBezTo>
                    <a:pt x="206" y="724"/>
                    <a:pt x="208" y="722"/>
                    <a:pt x="205" y="719"/>
                  </a:cubicBezTo>
                  <a:cubicBezTo>
                    <a:pt x="202" y="720"/>
                    <a:pt x="204" y="715"/>
                    <a:pt x="201" y="717"/>
                  </a:cubicBezTo>
                  <a:cubicBezTo>
                    <a:pt x="203" y="712"/>
                    <a:pt x="194" y="705"/>
                    <a:pt x="199" y="701"/>
                  </a:cubicBezTo>
                  <a:cubicBezTo>
                    <a:pt x="207" y="710"/>
                    <a:pt x="207" y="720"/>
                    <a:pt x="217" y="725"/>
                  </a:cubicBezTo>
                  <a:cubicBezTo>
                    <a:pt x="214" y="728"/>
                    <a:pt x="222" y="733"/>
                    <a:pt x="220" y="736"/>
                  </a:cubicBezTo>
                  <a:cubicBezTo>
                    <a:pt x="220" y="739"/>
                    <a:pt x="227" y="743"/>
                    <a:pt x="224" y="745"/>
                  </a:cubicBezTo>
                  <a:cubicBezTo>
                    <a:pt x="228" y="751"/>
                    <a:pt x="231" y="757"/>
                    <a:pt x="232" y="763"/>
                  </a:cubicBezTo>
                  <a:cubicBezTo>
                    <a:pt x="242" y="777"/>
                    <a:pt x="242" y="783"/>
                    <a:pt x="252" y="798"/>
                  </a:cubicBezTo>
                  <a:cubicBezTo>
                    <a:pt x="255" y="807"/>
                    <a:pt x="256" y="808"/>
                    <a:pt x="261" y="817"/>
                  </a:cubicBezTo>
                  <a:cubicBezTo>
                    <a:pt x="258" y="822"/>
                    <a:pt x="264" y="829"/>
                    <a:pt x="265" y="836"/>
                  </a:cubicBezTo>
                  <a:cubicBezTo>
                    <a:pt x="259" y="838"/>
                    <a:pt x="262" y="830"/>
                    <a:pt x="259" y="828"/>
                  </a:cubicBezTo>
                  <a:close/>
                  <a:moveTo>
                    <a:pt x="195" y="1053"/>
                  </a:moveTo>
                  <a:cubicBezTo>
                    <a:pt x="187" y="1053"/>
                    <a:pt x="194" y="1042"/>
                    <a:pt x="195" y="1053"/>
                  </a:cubicBezTo>
                  <a:close/>
                  <a:moveTo>
                    <a:pt x="139" y="1162"/>
                  </a:moveTo>
                  <a:cubicBezTo>
                    <a:pt x="139" y="1162"/>
                    <a:pt x="135" y="1161"/>
                    <a:pt x="135" y="1160"/>
                  </a:cubicBezTo>
                  <a:cubicBezTo>
                    <a:pt x="135" y="1160"/>
                    <a:pt x="137" y="1159"/>
                    <a:pt x="137" y="1159"/>
                  </a:cubicBezTo>
                  <a:cubicBezTo>
                    <a:pt x="135" y="1156"/>
                    <a:pt x="134" y="1152"/>
                    <a:pt x="136" y="1155"/>
                  </a:cubicBezTo>
                  <a:cubicBezTo>
                    <a:pt x="138" y="1157"/>
                    <a:pt x="136" y="1158"/>
                    <a:pt x="137" y="1159"/>
                  </a:cubicBezTo>
                  <a:cubicBezTo>
                    <a:pt x="137" y="1159"/>
                    <a:pt x="146" y="1164"/>
                    <a:pt x="139" y="1162"/>
                  </a:cubicBezTo>
                  <a:close/>
                  <a:moveTo>
                    <a:pt x="157" y="1194"/>
                  </a:moveTo>
                  <a:cubicBezTo>
                    <a:pt x="156" y="1188"/>
                    <a:pt x="151" y="1181"/>
                    <a:pt x="146" y="1175"/>
                  </a:cubicBezTo>
                  <a:cubicBezTo>
                    <a:pt x="148" y="1173"/>
                    <a:pt x="150" y="1179"/>
                    <a:pt x="153" y="1177"/>
                  </a:cubicBezTo>
                  <a:cubicBezTo>
                    <a:pt x="149" y="1182"/>
                    <a:pt x="165" y="1190"/>
                    <a:pt x="157" y="1194"/>
                  </a:cubicBezTo>
                  <a:close/>
                  <a:moveTo>
                    <a:pt x="160" y="1194"/>
                  </a:moveTo>
                  <a:cubicBezTo>
                    <a:pt x="165" y="1194"/>
                    <a:pt x="164" y="1204"/>
                    <a:pt x="167" y="1208"/>
                  </a:cubicBezTo>
                  <a:cubicBezTo>
                    <a:pt x="161" y="1208"/>
                    <a:pt x="161" y="1198"/>
                    <a:pt x="160" y="1194"/>
                  </a:cubicBezTo>
                  <a:close/>
                  <a:moveTo>
                    <a:pt x="120" y="1272"/>
                  </a:moveTo>
                  <a:cubicBezTo>
                    <a:pt x="122" y="1271"/>
                    <a:pt x="129" y="1274"/>
                    <a:pt x="125" y="1275"/>
                  </a:cubicBezTo>
                  <a:cubicBezTo>
                    <a:pt x="136" y="1289"/>
                    <a:pt x="127" y="1283"/>
                    <a:pt x="120" y="1272"/>
                  </a:cubicBezTo>
                  <a:close/>
                  <a:moveTo>
                    <a:pt x="25" y="1215"/>
                  </a:moveTo>
                  <a:cubicBezTo>
                    <a:pt x="26" y="1214"/>
                    <a:pt x="27" y="1214"/>
                    <a:pt x="28" y="1213"/>
                  </a:cubicBezTo>
                  <a:cubicBezTo>
                    <a:pt x="29" y="1214"/>
                    <a:pt x="31" y="1216"/>
                    <a:pt x="32" y="1218"/>
                  </a:cubicBezTo>
                  <a:cubicBezTo>
                    <a:pt x="31" y="1218"/>
                    <a:pt x="30" y="1219"/>
                    <a:pt x="29" y="1220"/>
                  </a:cubicBezTo>
                  <a:cubicBezTo>
                    <a:pt x="27" y="1218"/>
                    <a:pt x="26" y="1217"/>
                    <a:pt x="25" y="1215"/>
                  </a:cubicBezTo>
                  <a:close/>
                  <a:moveTo>
                    <a:pt x="121" y="1375"/>
                  </a:moveTo>
                  <a:cubicBezTo>
                    <a:pt x="117" y="1370"/>
                    <a:pt x="114" y="1365"/>
                    <a:pt x="110" y="1360"/>
                  </a:cubicBezTo>
                  <a:cubicBezTo>
                    <a:pt x="113" y="1358"/>
                    <a:pt x="116" y="1360"/>
                    <a:pt x="118" y="1364"/>
                  </a:cubicBezTo>
                  <a:cubicBezTo>
                    <a:pt x="122" y="1365"/>
                    <a:pt x="127" y="1372"/>
                    <a:pt x="121" y="1375"/>
                  </a:cubicBezTo>
                  <a:close/>
                  <a:moveTo>
                    <a:pt x="156" y="1400"/>
                  </a:moveTo>
                  <a:cubicBezTo>
                    <a:pt x="154" y="1401"/>
                    <a:pt x="156" y="1399"/>
                    <a:pt x="154" y="1397"/>
                  </a:cubicBezTo>
                  <a:cubicBezTo>
                    <a:pt x="129" y="1364"/>
                    <a:pt x="125" y="1355"/>
                    <a:pt x="120" y="1353"/>
                  </a:cubicBezTo>
                  <a:cubicBezTo>
                    <a:pt x="103" y="1335"/>
                    <a:pt x="105" y="1329"/>
                    <a:pt x="98" y="1330"/>
                  </a:cubicBezTo>
                  <a:cubicBezTo>
                    <a:pt x="80" y="1305"/>
                    <a:pt x="82" y="1304"/>
                    <a:pt x="82" y="1304"/>
                  </a:cubicBezTo>
                  <a:cubicBezTo>
                    <a:pt x="72" y="1293"/>
                    <a:pt x="73" y="1290"/>
                    <a:pt x="72" y="1290"/>
                  </a:cubicBezTo>
                  <a:cubicBezTo>
                    <a:pt x="60" y="1278"/>
                    <a:pt x="63" y="1277"/>
                    <a:pt x="61" y="1275"/>
                  </a:cubicBezTo>
                  <a:cubicBezTo>
                    <a:pt x="44" y="1247"/>
                    <a:pt x="37" y="1241"/>
                    <a:pt x="37" y="1236"/>
                  </a:cubicBezTo>
                  <a:cubicBezTo>
                    <a:pt x="33" y="1223"/>
                    <a:pt x="41" y="1230"/>
                    <a:pt x="45" y="1233"/>
                  </a:cubicBezTo>
                  <a:cubicBezTo>
                    <a:pt x="83" y="1280"/>
                    <a:pt x="94" y="1291"/>
                    <a:pt x="101" y="1303"/>
                  </a:cubicBezTo>
                  <a:cubicBezTo>
                    <a:pt x="106" y="1310"/>
                    <a:pt x="104" y="1311"/>
                    <a:pt x="105" y="1312"/>
                  </a:cubicBezTo>
                  <a:cubicBezTo>
                    <a:pt x="117" y="1329"/>
                    <a:pt x="118" y="1327"/>
                    <a:pt x="119" y="1329"/>
                  </a:cubicBezTo>
                  <a:cubicBezTo>
                    <a:pt x="159" y="1413"/>
                    <a:pt x="159" y="1403"/>
                    <a:pt x="156" y="1400"/>
                  </a:cubicBezTo>
                  <a:close/>
                  <a:moveTo>
                    <a:pt x="217" y="1325"/>
                  </a:moveTo>
                  <a:cubicBezTo>
                    <a:pt x="220" y="1327"/>
                    <a:pt x="210" y="1334"/>
                    <a:pt x="210" y="1328"/>
                  </a:cubicBezTo>
                  <a:cubicBezTo>
                    <a:pt x="212" y="1325"/>
                    <a:pt x="214" y="1327"/>
                    <a:pt x="217" y="1325"/>
                  </a:cubicBezTo>
                  <a:close/>
                  <a:moveTo>
                    <a:pt x="182" y="1218"/>
                  </a:moveTo>
                  <a:cubicBezTo>
                    <a:pt x="188" y="1216"/>
                    <a:pt x="184" y="1224"/>
                    <a:pt x="189" y="1227"/>
                  </a:cubicBezTo>
                  <a:cubicBezTo>
                    <a:pt x="183" y="1229"/>
                    <a:pt x="184" y="1220"/>
                    <a:pt x="182" y="1218"/>
                  </a:cubicBezTo>
                  <a:close/>
                  <a:moveTo>
                    <a:pt x="339" y="1330"/>
                  </a:moveTo>
                  <a:cubicBezTo>
                    <a:pt x="343" y="1334"/>
                    <a:pt x="348" y="1326"/>
                    <a:pt x="351" y="1333"/>
                  </a:cubicBezTo>
                  <a:cubicBezTo>
                    <a:pt x="345" y="1334"/>
                    <a:pt x="340" y="1333"/>
                    <a:pt x="334" y="1333"/>
                  </a:cubicBezTo>
                  <a:cubicBezTo>
                    <a:pt x="333" y="1331"/>
                    <a:pt x="337" y="1333"/>
                    <a:pt x="339" y="1330"/>
                  </a:cubicBezTo>
                  <a:close/>
                  <a:moveTo>
                    <a:pt x="334" y="1341"/>
                  </a:moveTo>
                  <a:cubicBezTo>
                    <a:pt x="336" y="1340"/>
                    <a:pt x="338" y="1342"/>
                    <a:pt x="340" y="1342"/>
                  </a:cubicBezTo>
                  <a:cubicBezTo>
                    <a:pt x="342" y="1341"/>
                    <a:pt x="344" y="1342"/>
                    <a:pt x="346" y="1340"/>
                  </a:cubicBezTo>
                  <a:cubicBezTo>
                    <a:pt x="357" y="1342"/>
                    <a:pt x="367" y="1347"/>
                    <a:pt x="379" y="1338"/>
                  </a:cubicBezTo>
                  <a:cubicBezTo>
                    <a:pt x="387" y="1341"/>
                    <a:pt x="395" y="1339"/>
                    <a:pt x="403" y="1338"/>
                  </a:cubicBezTo>
                  <a:cubicBezTo>
                    <a:pt x="406" y="1343"/>
                    <a:pt x="399" y="1338"/>
                    <a:pt x="397" y="1342"/>
                  </a:cubicBezTo>
                  <a:cubicBezTo>
                    <a:pt x="395" y="1339"/>
                    <a:pt x="391" y="1345"/>
                    <a:pt x="389" y="1341"/>
                  </a:cubicBezTo>
                  <a:cubicBezTo>
                    <a:pt x="383" y="1345"/>
                    <a:pt x="378" y="1341"/>
                    <a:pt x="372" y="1345"/>
                  </a:cubicBezTo>
                  <a:cubicBezTo>
                    <a:pt x="367" y="1342"/>
                    <a:pt x="362" y="1346"/>
                    <a:pt x="357" y="1344"/>
                  </a:cubicBezTo>
                  <a:cubicBezTo>
                    <a:pt x="352" y="1342"/>
                    <a:pt x="346" y="1348"/>
                    <a:pt x="341" y="1343"/>
                  </a:cubicBezTo>
                  <a:cubicBezTo>
                    <a:pt x="335" y="1345"/>
                    <a:pt x="329" y="1350"/>
                    <a:pt x="324" y="1343"/>
                  </a:cubicBezTo>
                  <a:cubicBezTo>
                    <a:pt x="328" y="1342"/>
                    <a:pt x="330" y="1346"/>
                    <a:pt x="334" y="1341"/>
                  </a:cubicBezTo>
                  <a:close/>
                  <a:moveTo>
                    <a:pt x="321" y="1343"/>
                  </a:moveTo>
                  <a:cubicBezTo>
                    <a:pt x="321" y="1351"/>
                    <a:pt x="310" y="1347"/>
                    <a:pt x="306" y="1349"/>
                  </a:cubicBezTo>
                  <a:cubicBezTo>
                    <a:pt x="300" y="1351"/>
                    <a:pt x="295" y="1352"/>
                    <a:pt x="290" y="1353"/>
                  </a:cubicBezTo>
                  <a:cubicBezTo>
                    <a:pt x="284" y="1355"/>
                    <a:pt x="278" y="1355"/>
                    <a:pt x="272" y="1359"/>
                  </a:cubicBezTo>
                  <a:cubicBezTo>
                    <a:pt x="267" y="1360"/>
                    <a:pt x="265" y="1364"/>
                    <a:pt x="258" y="1364"/>
                  </a:cubicBezTo>
                  <a:cubicBezTo>
                    <a:pt x="249" y="1371"/>
                    <a:pt x="241" y="1374"/>
                    <a:pt x="233" y="1377"/>
                  </a:cubicBezTo>
                  <a:cubicBezTo>
                    <a:pt x="216" y="1388"/>
                    <a:pt x="203" y="1400"/>
                    <a:pt x="192" y="1412"/>
                  </a:cubicBezTo>
                  <a:cubicBezTo>
                    <a:pt x="191" y="1414"/>
                    <a:pt x="190" y="1415"/>
                    <a:pt x="191" y="1417"/>
                  </a:cubicBezTo>
                  <a:cubicBezTo>
                    <a:pt x="188" y="1420"/>
                    <a:pt x="186" y="1418"/>
                    <a:pt x="188" y="1417"/>
                  </a:cubicBezTo>
                  <a:cubicBezTo>
                    <a:pt x="190" y="1412"/>
                    <a:pt x="191" y="1406"/>
                    <a:pt x="196" y="1401"/>
                  </a:cubicBezTo>
                  <a:cubicBezTo>
                    <a:pt x="197" y="1396"/>
                    <a:pt x="204" y="1391"/>
                    <a:pt x="205" y="1385"/>
                  </a:cubicBezTo>
                  <a:cubicBezTo>
                    <a:pt x="211" y="1384"/>
                    <a:pt x="216" y="1375"/>
                    <a:pt x="225" y="1370"/>
                  </a:cubicBezTo>
                  <a:cubicBezTo>
                    <a:pt x="235" y="1364"/>
                    <a:pt x="236" y="1365"/>
                    <a:pt x="246" y="1358"/>
                  </a:cubicBezTo>
                  <a:cubicBezTo>
                    <a:pt x="248" y="1361"/>
                    <a:pt x="252" y="1355"/>
                    <a:pt x="255" y="1356"/>
                  </a:cubicBezTo>
                  <a:cubicBezTo>
                    <a:pt x="258" y="1356"/>
                    <a:pt x="261" y="1355"/>
                    <a:pt x="264" y="1352"/>
                  </a:cubicBezTo>
                  <a:cubicBezTo>
                    <a:pt x="267" y="1356"/>
                    <a:pt x="272" y="1352"/>
                    <a:pt x="275" y="1354"/>
                  </a:cubicBezTo>
                  <a:cubicBezTo>
                    <a:pt x="291" y="1345"/>
                    <a:pt x="306" y="1348"/>
                    <a:pt x="321" y="1343"/>
                  </a:cubicBezTo>
                  <a:close/>
                  <a:moveTo>
                    <a:pt x="193" y="1379"/>
                  </a:moveTo>
                  <a:cubicBezTo>
                    <a:pt x="192" y="1377"/>
                    <a:pt x="196" y="1374"/>
                    <a:pt x="198" y="1376"/>
                  </a:cubicBezTo>
                  <a:cubicBezTo>
                    <a:pt x="198" y="1371"/>
                    <a:pt x="203" y="1367"/>
                    <a:pt x="205" y="1363"/>
                  </a:cubicBezTo>
                  <a:cubicBezTo>
                    <a:pt x="211" y="1359"/>
                    <a:pt x="216" y="1355"/>
                    <a:pt x="221" y="1351"/>
                  </a:cubicBezTo>
                  <a:cubicBezTo>
                    <a:pt x="230" y="1347"/>
                    <a:pt x="237" y="1348"/>
                    <a:pt x="246" y="1341"/>
                  </a:cubicBezTo>
                  <a:cubicBezTo>
                    <a:pt x="251" y="1345"/>
                    <a:pt x="256" y="1336"/>
                    <a:pt x="262" y="1339"/>
                  </a:cubicBezTo>
                  <a:cubicBezTo>
                    <a:pt x="267" y="1334"/>
                    <a:pt x="271" y="1340"/>
                    <a:pt x="277" y="1336"/>
                  </a:cubicBezTo>
                  <a:cubicBezTo>
                    <a:pt x="286" y="1336"/>
                    <a:pt x="296" y="1336"/>
                    <a:pt x="305" y="1335"/>
                  </a:cubicBezTo>
                  <a:cubicBezTo>
                    <a:pt x="306" y="1338"/>
                    <a:pt x="303" y="1337"/>
                    <a:pt x="301" y="1338"/>
                  </a:cubicBezTo>
                  <a:cubicBezTo>
                    <a:pt x="298" y="1342"/>
                    <a:pt x="296" y="1337"/>
                    <a:pt x="293" y="1338"/>
                  </a:cubicBezTo>
                  <a:cubicBezTo>
                    <a:pt x="291" y="1341"/>
                    <a:pt x="290" y="1339"/>
                    <a:pt x="287" y="1340"/>
                  </a:cubicBezTo>
                  <a:cubicBezTo>
                    <a:pt x="284" y="1339"/>
                    <a:pt x="280" y="1341"/>
                    <a:pt x="275" y="1344"/>
                  </a:cubicBezTo>
                  <a:cubicBezTo>
                    <a:pt x="268" y="1341"/>
                    <a:pt x="260" y="1348"/>
                    <a:pt x="252" y="1346"/>
                  </a:cubicBezTo>
                  <a:cubicBezTo>
                    <a:pt x="250" y="1348"/>
                    <a:pt x="248" y="1349"/>
                    <a:pt x="246" y="1348"/>
                  </a:cubicBezTo>
                  <a:cubicBezTo>
                    <a:pt x="236" y="1354"/>
                    <a:pt x="235" y="1357"/>
                    <a:pt x="226" y="1357"/>
                  </a:cubicBezTo>
                  <a:cubicBezTo>
                    <a:pt x="224" y="1364"/>
                    <a:pt x="216" y="1364"/>
                    <a:pt x="214" y="1368"/>
                  </a:cubicBezTo>
                  <a:cubicBezTo>
                    <a:pt x="207" y="1371"/>
                    <a:pt x="208" y="1375"/>
                    <a:pt x="200" y="1376"/>
                  </a:cubicBezTo>
                  <a:cubicBezTo>
                    <a:pt x="199" y="1380"/>
                    <a:pt x="194" y="1384"/>
                    <a:pt x="191" y="1387"/>
                  </a:cubicBezTo>
                  <a:cubicBezTo>
                    <a:pt x="188" y="1384"/>
                    <a:pt x="189" y="1381"/>
                    <a:pt x="193" y="1379"/>
                  </a:cubicBezTo>
                  <a:close/>
                  <a:moveTo>
                    <a:pt x="199" y="1139"/>
                  </a:moveTo>
                  <a:cubicBezTo>
                    <a:pt x="195" y="1136"/>
                    <a:pt x="199" y="1133"/>
                    <a:pt x="194" y="1130"/>
                  </a:cubicBezTo>
                  <a:cubicBezTo>
                    <a:pt x="196" y="1124"/>
                    <a:pt x="191" y="1118"/>
                    <a:pt x="192" y="1112"/>
                  </a:cubicBezTo>
                  <a:cubicBezTo>
                    <a:pt x="172" y="1082"/>
                    <a:pt x="156" y="1052"/>
                    <a:pt x="135" y="1027"/>
                  </a:cubicBezTo>
                  <a:cubicBezTo>
                    <a:pt x="131" y="1022"/>
                    <a:pt x="125" y="1019"/>
                    <a:pt x="121" y="1011"/>
                  </a:cubicBezTo>
                  <a:cubicBezTo>
                    <a:pt x="118" y="1006"/>
                    <a:pt x="120" y="1008"/>
                    <a:pt x="116" y="1004"/>
                  </a:cubicBezTo>
                  <a:cubicBezTo>
                    <a:pt x="114" y="1002"/>
                    <a:pt x="115" y="999"/>
                    <a:pt x="113" y="997"/>
                  </a:cubicBezTo>
                  <a:cubicBezTo>
                    <a:pt x="111" y="993"/>
                    <a:pt x="107" y="991"/>
                    <a:pt x="105" y="988"/>
                  </a:cubicBezTo>
                  <a:cubicBezTo>
                    <a:pt x="105" y="989"/>
                    <a:pt x="106" y="986"/>
                    <a:pt x="105" y="985"/>
                  </a:cubicBezTo>
                  <a:cubicBezTo>
                    <a:pt x="105" y="985"/>
                    <a:pt x="99" y="984"/>
                    <a:pt x="100" y="982"/>
                  </a:cubicBezTo>
                  <a:cubicBezTo>
                    <a:pt x="102" y="976"/>
                    <a:pt x="85" y="961"/>
                    <a:pt x="80" y="952"/>
                  </a:cubicBezTo>
                  <a:cubicBezTo>
                    <a:pt x="80" y="951"/>
                    <a:pt x="78" y="949"/>
                    <a:pt x="78" y="948"/>
                  </a:cubicBezTo>
                  <a:cubicBezTo>
                    <a:pt x="79" y="945"/>
                    <a:pt x="77" y="947"/>
                    <a:pt x="75" y="943"/>
                  </a:cubicBezTo>
                  <a:cubicBezTo>
                    <a:pt x="75" y="943"/>
                    <a:pt x="76" y="942"/>
                    <a:pt x="75" y="941"/>
                  </a:cubicBezTo>
                  <a:cubicBezTo>
                    <a:pt x="70" y="932"/>
                    <a:pt x="58" y="920"/>
                    <a:pt x="53" y="907"/>
                  </a:cubicBezTo>
                  <a:cubicBezTo>
                    <a:pt x="58" y="904"/>
                    <a:pt x="61" y="910"/>
                    <a:pt x="64" y="915"/>
                  </a:cubicBezTo>
                  <a:cubicBezTo>
                    <a:pt x="65" y="919"/>
                    <a:pt x="73" y="924"/>
                    <a:pt x="70" y="927"/>
                  </a:cubicBezTo>
                  <a:cubicBezTo>
                    <a:pt x="77" y="930"/>
                    <a:pt x="83" y="943"/>
                    <a:pt x="90" y="947"/>
                  </a:cubicBezTo>
                  <a:cubicBezTo>
                    <a:pt x="93" y="952"/>
                    <a:pt x="96" y="956"/>
                    <a:pt x="99" y="960"/>
                  </a:cubicBezTo>
                  <a:cubicBezTo>
                    <a:pt x="97" y="963"/>
                    <a:pt x="100" y="962"/>
                    <a:pt x="101" y="963"/>
                  </a:cubicBezTo>
                  <a:cubicBezTo>
                    <a:pt x="101" y="966"/>
                    <a:pt x="102" y="968"/>
                    <a:pt x="104" y="967"/>
                  </a:cubicBezTo>
                  <a:cubicBezTo>
                    <a:pt x="107" y="969"/>
                    <a:pt x="109" y="979"/>
                    <a:pt x="114" y="977"/>
                  </a:cubicBezTo>
                  <a:cubicBezTo>
                    <a:pt x="113" y="980"/>
                    <a:pt x="116" y="984"/>
                    <a:pt x="119" y="985"/>
                  </a:cubicBezTo>
                  <a:cubicBezTo>
                    <a:pt x="124" y="994"/>
                    <a:pt x="128" y="995"/>
                    <a:pt x="134" y="1006"/>
                  </a:cubicBezTo>
                  <a:cubicBezTo>
                    <a:pt x="140" y="1014"/>
                    <a:pt x="146" y="1022"/>
                    <a:pt x="152" y="1030"/>
                  </a:cubicBezTo>
                  <a:cubicBezTo>
                    <a:pt x="154" y="1034"/>
                    <a:pt x="156" y="1034"/>
                    <a:pt x="158" y="1035"/>
                  </a:cubicBezTo>
                  <a:cubicBezTo>
                    <a:pt x="159" y="1040"/>
                    <a:pt x="167" y="1051"/>
                    <a:pt x="174" y="1061"/>
                  </a:cubicBezTo>
                  <a:cubicBezTo>
                    <a:pt x="180" y="1075"/>
                    <a:pt x="188" y="1090"/>
                    <a:pt x="193" y="1104"/>
                  </a:cubicBezTo>
                  <a:cubicBezTo>
                    <a:pt x="196" y="1111"/>
                    <a:pt x="198" y="1118"/>
                    <a:pt x="198" y="1125"/>
                  </a:cubicBezTo>
                  <a:cubicBezTo>
                    <a:pt x="203" y="1132"/>
                    <a:pt x="203" y="1139"/>
                    <a:pt x="203" y="1145"/>
                  </a:cubicBezTo>
                  <a:cubicBezTo>
                    <a:pt x="199" y="1148"/>
                    <a:pt x="199" y="1140"/>
                    <a:pt x="199" y="1139"/>
                  </a:cubicBezTo>
                  <a:close/>
                  <a:moveTo>
                    <a:pt x="228" y="1142"/>
                  </a:moveTo>
                  <a:cubicBezTo>
                    <a:pt x="236" y="1134"/>
                    <a:pt x="246" y="1126"/>
                    <a:pt x="252" y="1118"/>
                  </a:cubicBezTo>
                  <a:cubicBezTo>
                    <a:pt x="300" y="1093"/>
                    <a:pt x="301" y="1085"/>
                    <a:pt x="309" y="1081"/>
                  </a:cubicBezTo>
                  <a:cubicBezTo>
                    <a:pt x="462" y="985"/>
                    <a:pt x="471" y="976"/>
                    <a:pt x="485" y="967"/>
                  </a:cubicBezTo>
                  <a:cubicBezTo>
                    <a:pt x="503" y="945"/>
                    <a:pt x="507" y="947"/>
                    <a:pt x="510" y="941"/>
                  </a:cubicBezTo>
                  <a:cubicBezTo>
                    <a:pt x="557" y="905"/>
                    <a:pt x="553" y="907"/>
                    <a:pt x="551" y="909"/>
                  </a:cubicBezTo>
                  <a:cubicBezTo>
                    <a:pt x="517" y="950"/>
                    <a:pt x="499" y="964"/>
                    <a:pt x="486" y="978"/>
                  </a:cubicBezTo>
                  <a:cubicBezTo>
                    <a:pt x="437" y="1016"/>
                    <a:pt x="427" y="1019"/>
                    <a:pt x="415" y="1030"/>
                  </a:cubicBezTo>
                  <a:cubicBezTo>
                    <a:pt x="412" y="1032"/>
                    <a:pt x="412" y="1035"/>
                    <a:pt x="411" y="1035"/>
                  </a:cubicBezTo>
                  <a:cubicBezTo>
                    <a:pt x="371" y="1063"/>
                    <a:pt x="358" y="1069"/>
                    <a:pt x="346" y="1077"/>
                  </a:cubicBezTo>
                  <a:cubicBezTo>
                    <a:pt x="251" y="1133"/>
                    <a:pt x="244" y="1138"/>
                    <a:pt x="238" y="1142"/>
                  </a:cubicBezTo>
                  <a:cubicBezTo>
                    <a:pt x="217" y="1159"/>
                    <a:pt x="213" y="1164"/>
                    <a:pt x="208" y="1169"/>
                  </a:cubicBezTo>
                  <a:close/>
                  <a:moveTo>
                    <a:pt x="223" y="1067"/>
                  </a:moveTo>
                  <a:cubicBezTo>
                    <a:pt x="223" y="1065"/>
                    <a:pt x="223" y="1063"/>
                    <a:pt x="221" y="1061"/>
                  </a:cubicBezTo>
                  <a:cubicBezTo>
                    <a:pt x="226" y="1059"/>
                    <a:pt x="229" y="1064"/>
                    <a:pt x="223" y="1067"/>
                  </a:cubicBezTo>
                  <a:close/>
                  <a:moveTo>
                    <a:pt x="232" y="1100"/>
                  </a:moveTo>
                  <a:cubicBezTo>
                    <a:pt x="230" y="1094"/>
                    <a:pt x="242" y="1090"/>
                    <a:pt x="243" y="1085"/>
                  </a:cubicBezTo>
                  <a:cubicBezTo>
                    <a:pt x="362" y="999"/>
                    <a:pt x="360" y="990"/>
                    <a:pt x="366" y="989"/>
                  </a:cubicBezTo>
                  <a:cubicBezTo>
                    <a:pt x="390" y="969"/>
                    <a:pt x="398" y="972"/>
                    <a:pt x="400" y="969"/>
                  </a:cubicBezTo>
                  <a:cubicBezTo>
                    <a:pt x="434" y="942"/>
                    <a:pt x="438" y="946"/>
                    <a:pt x="443" y="940"/>
                  </a:cubicBezTo>
                  <a:cubicBezTo>
                    <a:pt x="503" y="895"/>
                    <a:pt x="520" y="886"/>
                    <a:pt x="537" y="875"/>
                  </a:cubicBezTo>
                  <a:cubicBezTo>
                    <a:pt x="594" y="856"/>
                    <a:pt x="595" y="858"/>
                    <a:pt x="592" y="860"/>
                  </a:cubicBezTo>
                  <a:cubicBezTo>
                    <a:pt x="575" y="865"/>
                    <a:pt x="573" y="867"/>
                    <a:pt x="571" y="865"/>
                  </a:cubicBezTo>
                  <a:cubicBezTo>
                    <a:pt x="463" y="940"/>
                    <a:pt x="448" y="949"/>
                    <a:pt x="432" y="965"/>
                  </a:cubicBezTo>
                  <a:cubicBezTo>
                    <a:pt x="322" y="1042"/>
                    <a:pt x="316" y="1041"/>
                    <a:pt x="309" y="1047"/>
                  </a:cubicBezTo>
                  <a:cubicBezTo>
                    <a:pt x="287" y="1062"/>
                    <a:pt x="287" y="1060"/>
                    <a:pt x="285" y="1062"/>
                  </a:cubicBezTo>
                  <a:cubicBezTo>
                    <a:pt x="261" y="1080"/>
                    <a:pt x="257" y="1087"/>
                    <a:pt x="255" y="1084"/>
                  </a:cubicBezTo>
                  <a:close/>
                  <a:moveTo>
                    <a:pt x="231" y="1037"/>
                  </a:moveTo>
                  <a:cubicBezTo>
                    <a:pt x="230" y="1036"/>
                    <a:pt x="229" y="1035"/>
                    <a:pt x="228" y="1034"/>
                  </a:cubicBezTo>
                  <a:cubicBezTo>
                    <a:pt x="230" y="1033"/>
                    <a:pt x="231" y="1032"/>
                    <a:pt x="232" y="1032"/>
                  </a:cubicBezTo>
                  <a:cubicBezTo>
                    <a:pt x="232" y="1033"/>
                    <a:pt x="233" y="1034"/>
                    <a:pt x="234" y="1035"/>
                  </a:cubicBezTo>
                  <a:cubicBezTo>
                    <a:pt x="233" y="1036"/>
                    <a:pt x="232" y="1036"/>
                    <a:pt x="231" y="1037"/>
                  </a:cubicBezTo>
                  <a:close/>
                  <a:moveTo>
                    <a:pt x="269" y="855"/>
                  </a:moveTo>
                  <a:cubicBezTo>
                    <a:pt x="270" y="855"/>
                    <a:pt x="267" y="849"/>
                    <a:pt x="267" y="849"/>
                  </a:cubicBezTo>
                  <a:cubicBezTo>
                    <a:pt x="269" y="847"/>
                    <a:pt x="275" y="856"/>
                    <a:pt x="269" y="855"/>
                  </a:cubicBezTo>
                  <a:close/>
                  <a:moveTo>
                    <a:pt x="301" y="886"/>
                  </a:moveTo>
                  <a:cubicBezTo>
                    <a:pt x="298" y="882"/>
                    <a:pt x="298" y="880"/>
                    <a:pt x="302" y="877"/>
                  </a:cubicBezTo>
                  <a:cubicBezTo>
                    <a:pt x="305" y="881"/>
                    <a:pt x="305" y="884"/>
                    <a:pt x="301" y="886"/>
                  </a:cubicBezTo>
                  <a:close/>
                  <a:moveTo>
                    <a:pt x="301" y="817"/>
                  </a:moveTo>
                  <a:cubicBezTo>
                    <a:pt x="301" y="815"/>
                    <a:pt x="302" y="814"/>
                    <a:pt x="301" y="812"/>
                  </a:cubicBezTo>
                  <a:cubicBezTo>
                    <a:pt x="300" y="808"/>
                    <a:pt x="305" y="812"/>
                    <a:pt x="303" y="813"/>
                  </a:cubicBezTo>
                  <a:cubicBezTo>
                    <a:pt x="305" y="816"/>
                    <a:pt x="303" y="818"/>
                    <a:pt x="306" y="821"/>
                  </a:cubicBezTo>
                  <a:cubicBezTo>
                    <a:pt x="305" y="825"/>
                    <a:pt x="306" y="829"/>
                    <a:pt x="308" y="834"/>
                  </a:cubicBezTo>
                  <a:cubicBezTo>
                    <a:pt x="300" y="833"/>
                    <a:pt x="306" y="822"/>
                    <a:pt x="301" y="817"/>
                  </a:cubicBezTo>
                  <a:close/>
                  <a:moveTo>
                    <a:pt x="481" y="717"/>
                  </a:moveTo>
                  <a:cubicBezTo>
                    <a:pt x="482" y="721"/>
                    <a:pt x="472" y="722"/>
                    <a:pt x="468" y="723"/>
                  </a:cubicBezTo>
                  <a:cubicBezTo>
                    <a:pt x="467" y="719"/>
                    <a:pt x="478" y="718"/>
                    <a:pt x="481" y="717"/>
                  </a:cubicBezTo>
                  <a:close/>
                  <a:moveTo>
                    <a:pt x="463" y="722"/>
                  </a:moveTo>
                  <a:cubicBezTo>
                    <a:pt x="465" y="726"/>
                    <a:pt x="456" y="728"/>
                    <a:pt x="455" y="728"/>
                  </a:cubicBezTo>
                  <a:cubicBezTo>
                    <a:pt x="452" y="724"/>
                    <a:pt x="461" y="722"/>
                    <a:pt x="463" y="722"/>
                  </a:cubicBezTo>
                  <a:close/>
                  <a:moveTo>
                    <a:pt x="356" y="782"/>
                  </a:moveTo>
                  <a:cubicBezTo>
                    <a:pt x="358" y="781"/>
                    <a:pt x="359" y="780"/>
                    <a:pt x="361" y="778"/>
                  </a:cubicBezTo>
                  <a:cubicBezTo>
                    <a:pt x="368" y="777"/>
                    <a:pt x="358" y="783"/>
                    <a:pt x="356" y="785"/>
                  </a:cubicBezTo>
                  <a:cubicBezTo>
                    <a:pt x="353" y="786"/>
                    <a:pt x="354" y="783"/>
                    <a:pt x="356" y="782"/>
                  </a:cubicBezTo>
                  <a:close/>
                  <a:moveTo>
                    <a:pt x="393" y="618"/>
                  </a:moveTo>
                  <a:cubicBezTo>
                    <a:pt x="387" y="621"/>
                    <a:pt x="392" y="614"/>
                    <a:pt x="388" y="612"/>
                  </a:cubicBezTo>
                  <a:cubicBezTo>
                    <a:pt x="392" y="609"/>
                    <a:pt x="392" y="617"/>
                    <a:pt x="393" y="618"/>
                  </a:cubicBezTo>
                  <a:close/>
                  <a:moveTo>
                    <a:pt x="407" y="682"/>
                  </a:moveTo>
                  <a:cubicBezTo>
                    <a:pt x="410" y="678"/>
                    <a:pt x="412" y="674"/>
                    <a:pt x="418" y="671"/>
                  </a:cubicBezTo>
                  <a:cubicBezTo>
                    <a:pt x="450" y="660"/>
                    <a:pt x="454" y="654"/>
                    <a:pt x="457" y="653"/>
                  </a:cubicBezTo>
                  <a:cubicBezTo>
                    <a:pt x="483" y="644"/>
                    <a:pt x="490" y="641"/>
                    <a:pt x="496" y="639"/>
                  </a:cubicBezTo>
                  <a:cubicBezTo>
                    <a:pt x="536" y="628"/>
                    <a:pt x="539" y="625"/>
                    <a:pt x="543" y="625"/>
                  </a:cubicBezTo>
                  <a:cubicBezTo>
                    <a:pt x="574" y="618"/>
                    <a:pt x="580" y="613"/>
                    <a:pt x="586" y="614"/>
                  </a:cubicBezTo>
                  <a:cubicBezTo>
                    <a:pt x="673" y="563"/>
                    <a:pt x="672" y="564"/>
                    <a:pt x="671" y="565"/>
                  </a:cubicBezTo>
                  <a:cubicBezTo>
                    <a:pt x="622" y="601"/>
                    <a:pt x="616" y="610"/>
                    <a:pt x="597" y="618"/>
                  </a:cubicBezTo>
                  <a:cubicBezTo>
                    <a:pt x="544" y="639"/>
                    <a:pt x="541" y="643"/>
                    <a:pt x="537" y="644"/>
                  </a:cubicBezTo>
                  <a:cubicBezTo>
                    <a:pt x="519" y="649"/>
                    <a:pt x="512" y="654"/>
                    <a:pt x="505" y="655"/>
                  </a:cubicBezTo>
                  <a:cubicBezTo>
                    <a:pt x="445" y="679"/>
                    <a:pt x="427" y="685"/>
                    <a:pt x="408" y="693"/>
                  </a:cubicBezTo>
                  <a:cubicBezTo>
                    <a:pt x="383" y="709"/>
                    <a:pt x="384" y="706"/>
                    <a:pt x="383" y="704"/>
                  </a:cubicBezTo>
                  <a:cubicBezTo>
                    <a:pt x="397" y="688"/>
                    <a:pt x="401" y="686"/>
                    <a:pt x="403" y="684"/>
                  </a:cubicBezTo>
                  <a:close/>
                  <a:moveTo>
                    <a:pt x="532" y="454"/>
                  </a:moveTo>
                  <a:cubicBezTo>
                    <a:pt x="532" y="450"/>
                    <a:pt x="531" y="447"/>
                    <a:pt x="535" y="444"/>
                  </a:cubicBezTo>
                  <a:cubicBezTo>
                    <a:pt x="538" y="448"/>
                    <a:pt x="536" y="451"/>
                    <a:pt x="532" y="454"/>
                  </a:cubicBezTo>
                  <a:close/>
                  <a:moveTo>
                    <a:pt x="627" y="333"/>
                  </a:moveTo>
                  <a:cubicBezTo>
                    <a:pt x="626" y="331"/>
                    <a:pt x="628" y="329"/>
                    <a:pt x="627" y="326"/>
                  </a:cubicBezTo>
                  <a:cubicBezTo>
                    <a:pt x="631" y="324"/>
                    <a:pt x="631" y="332"/>
                    <a:pt x="627" y="333"/>
                  </a:cubicBezTo>
                  <a:close/>
                  <a:moveTo>
                    <a:pt x="722" y="53"/>
                  </a:moveTo>
                  <a:cubicBezTo>
                    <a:pt x="723" y="56"/>
                    <a:pt x="721" y="59"/>
                    <a:pt x="718" y="61"/>
                  </a:cubicBezTo>
                  <a:cubicBezTo>
                    <a:pt x="713" y="58"/>
                    <a:pt x="719" y="56"/>
                    <a:pt x="722" y="53"/>
                  </a:cubicBezTo>
                  <a:close/>
                  <a:moveTo>
                    <a:pt x="670" y="251"/>
                  </a:moveTo>
                  <a:cubicBezTo>
                    <a:pt x="668" y="255"/>
                    <a:pt x="668" y="260"/>
                    <a:pt x="668" y="264"/>
                  </a:cubicBezTo>
                  <a:cubicBezTo>
                    <a:pt x="664" y="281"/>
                    <a:pt x="657" y="284"/>
                    <a:pt x="658" y="289"/>
                  </a:cubicBezTo>
                  <a:cubicBezTo>
                    <a:pt x="652" y="296"/>
                    <a:pt x="652" y="292"/>
                    <a:pt x="653" y="288"/>
                  </a:cubicBezTo>
                  <a:cubicBezTo>
                    <a:pt x="661" y="245"/>
                    <a:pt x="661" y="237"/>
                    <a:pt x="665" y="230"/>
                  </a:cubicBezTo>
                  <a:cubicBezTo>
                    <a:pt x="666" y="215"/>
                    <a:pt x="662" y="210"/>
                    <a:pt x="666" y="207"/>
                  </a:cubicBezTo>
                  <a:cubicBezTo>
                    <a:pt x="670" y="171"/>
                    <a:pt x="675" y="168"/>
                    <a:pt x="674" y="164"/>
                  </a:cubicBezTo>
                  <a:cubicBezTo>
                    <a:pt x="679" y="136"/>
                    <a:pt x="684" y="129"/>
                    <a:pt x="685" y="122"/>
                  </a:cubicBezTo>
                  <a:cubicBezTo>
                    <a:pt x="704" y="89"/>
                    <a:pt x="704" y="75"/>
                    <a:pt x="716" y="63"/>
                  </a:cubicBezTo>
                  <a:cubicBezTo>
                    <a:pt x="709" y="86"/>
                    <a:pt x="708" y="91"/>
                    <a:pt x="704" y="96"/>
                  </a:cubicBezTo>
                  <a:cubicBezTo>
                    <a:pt x="684" y="166"/>
                    <a:pt x="687" y="171"/>
                    <a:pt x="684" y="174"/>
                  </a:cubicBezTo>
                  <a:cubicBezTo>
                    <a:pt x="678" y="204"/>
                    <a:pt x="677" y="208"/>
                    <a:pt x="678" y="213"/>
                  </a:cubicBezTo>
                  <a:cubicBezTo>
                    <a:pt x="672" y="242"/>
                    <a:pt x="669" y="246"/>
                    <a:pt x="670" y="251"/>
                  </a:cubicBezTo>
                  <a:close/>
                </a:path>
              </a:pathLst>
            </a:custGeom>
            <a:solidFill>
              <a:srgbClr val="d0cdbb">
                <a:alpha val="50000"/>
              </a:srgbClr>
            </a:solidFill>
            <a:ln w="0">
              <a:noFill/>
            </a:ln>
          </p:spPr>
          <p:style>
            <a:lnRef idx="0"/>
            <a:fillRef idx="0"/>
            <a:effectRef idx="0"/>
            <a:fontRef idx="minor"/>
          </p:style>
          <p:txBody>
            <a:bodyPr tIns="91440" bIns="91440" anchor="ctr">
              <a:noAutofit/>
            </a:bodyPr>
            <a:p>
              <a:pPr>
                <a:lnSpc>
                  <a:spcPct val="100000"/>
                </a:lnSpc>
                <a:tabLst>
                  <a:tab algn="l" pos="0"/>
                </a:tabLst>
              </a:pPr>
              <a:endParaRPr b="0" lang="en-US" sz="1400" spc="-1" strike="noStrike">
                <a:solidFill>
                  <a:srgbClr val="000000"/>
                </a:solidFill>
                <a:latin typeface="Arial"/>
                <a:ea typeface="Arial"/>
              </a:endParaRPr>
            </a:p>
          </p:txBody>
        </p:sp>
      </p:grpSp>
      <p:cxnSp>
        <p:nvCxnSpPr>
          <p:cNvPr id="36" name="Google Shape;59;p13"/>
          <p:cNvCxnSpPr/>
          <p:nvPr/>
        </p:nvCxnSpPr>
        <p:spPr>
          <a:xfrm>
            <a:off x="2199960" y="1631880"/>
            <a:ext cx="6578280" cy="360"/>
          </a:xfrm>
          <a:prstGeom prst="straightConnector1">
            <a:avLst/>
          </a:prstGeom>
          <a:ln w="38100">
            <a:solidFill>
              <a:srgbClr val="79a8a4"/>
            </a:solidFill>
            <a:round/>
          </a:ln>
        </p:spPr>
      </p:cxnSp>
      <p:cxnSp>
        <p:nvCxnSpPr>
          <p:cNvPr id="37" name="Google Shape;60;p13"/>
          <p:cNvCxnSpPr/>
          <p:nvPr/>
        </p:nvCxnSpPr>
        <p:spPr>
          <a:xfrm>
            <a:off x="2199960" y="1631880"/>
            <a:ext cx="6578280" cy="360"/>
          </a:xfrm>
          <a:prstGeom prst="straightConnector1">
            <a:avLst/>
          </a:prstGeom>
          <a:ln w="38100">
            <a:solidFill>
              <a:srgbClr val="79a8a4"/>
            </a:solidFill>
            <a:round/>
          </a:ln>
        </p:spPr>
      </p:cxnSp>
      <p:grpSp>
        <p:nvGrpSpPr>
          <p:cNvPr id="38" name="Google Shape;148;p24"/>
          <p:cNvGrpSpPr/>
          <p:nvPr/>
        </p:nvGrpSpPr>
        <p:grpSpPr>
          <a:xfrm>
            <a:off x="242280" y="542520"/>
            <a:ext cx="3173400" cy="4223520"/>
            <a:chOff x="242280" y="542520"/>
            <a:chExt cx="3173400" cy="4223520"/>
          </a:xfrm>
        </p:grpSpPr>
        <p:sp>
          <p:nvSpPr>
            <p:cNvPr id="39" name="Google Shape;149;p24"/>
            <p:cNvSpPr/>
            <p:nvPr/>
          </p:nvSpPr>
          <p:spPr>
            <a:xfrm>
              <a:off x="242280" y="542520"/>
              <a:ext cx="2013480" cy="4223520"/>
            </a:xfrm>
            <a:custGeom>
              <a:avLst/>
              <a:gdLst>
                <a:gd name="textAreaLeft" fmla="*/ 0 w 2013480"/>
                <a:gd name="textAreaRight" fmla="*/ 2013840 w 2013480"/>
                <a:gd name="textAreaTop" fmla="*/ 0 h 4223520"/>
                <a:gd name="textAreaBottom" fmla="*/ 4223880 h 4223520"/>
              </a:gdLst>
              <a:ahLst/>
              <a:rect l="textAreaLeft" t="textAreaTop" r="textAreaRight" b="textAreaBottom"/>
              <a:pathLst>
                <a:path w="697" h="1954">
                  <a:moveTo>
                    <a:pt x="251" y="1472"/>
                  </a:moveTo>
                  <a:cubicBezTo>
                    <a:pt x="258" y="1472"/>
                    <a:pt x="252" y="1463"/>
                    <a:pt x="251" y="1462"/>
                  </a:cubicBezTo>
                  <a:cubicBezTo>
                    <a:pt x="248" y="1422"/>
                    <a:pt x="241" y="1424"/>
                    <a:pt x="241" y="1419"/>
                  </a:cubicBezTo>
                  <a:cubicBezTo>
                    <a:pt x="227" y="1388"/>
                    <a:pt x="226" y="1380"/>
                    <a:pt x="221" y="1376"/>
                  </a:cubicBezTo>
                  <a:cubicBezTo>
                    <a:pt x="209" y="1355"/>
                    <a:pt x="209" y="1347"/>
                    <a:pt x="203" y="1344"/>
                  </a:cubicBezTo>
                  <a:cubicBezTo>
                    <a:pt x="169" y="1285"/>
                    <a:pt x="162" y="1275"/>
                    <a:pt x="156" y="1263"/>
                  </a:cubicBezTo>
                  <a:cubicBezTo>
                    <a:pt x="144" y="1242"/>
                    <a:pt x="141" y="1236"/>
                    <a:pt x="138" y="1231"/>
                  </a:cubicBezTo>
                  <a:cubicBezTo>
                    <a:pt x="107" y="1177"/>
                    <a:pt x="108" y="1168"/>
                    <a:pt x="103" y="1165"/>
                  </a:cubicBezTo>
                  <a:cubicBezTo>
                    <a:pt x="90" y="1142"/>
                    <a:pt x="83" y="1131"/>
                    <a:pt x="82" y="1127"/>
                  </a:cubicBezTo>
                  <a:cubicBezTo>
                    <a:pt x="66" y="1090"/>
                    <a:pt x="67" y="1081"/>
                    <a:pt x="62" y="1077"/>
                  </a:cubicBezTo>
                  <a:cubicBezTo>
                    <a:pt x="57" y="1049"/>
                    <a:pt x="51" y="1046"/>
                    <a:pt x="52" y="1037"/>
                  </a:cubicBezTo>
                  <a:cubicBezTo>
                    <a:pt x="48" y="1016"/>
                    <a:pt x="44" y="1007"/>
                    <a:pt x="42" y="1002"/>
                  </a:cubicBezTo>
                  <a:cubicBezTo>
                    <a:pt x="32" y="970"/>
                    <a:pt x="24" y="961"/>
                    <a:pt x="22" y="946"/>
                  </a:cubicBezTo>
                  <a:cubicBezTo>
                    <a:pt x="13" y="922"/>
                    <a:pt x="11" y="916"/>
                    <a:pt x="9" y="909"/>
                  </a:cubicBezTo>
                  <a:cubicBezTo>
                    <a:pt x="5" y="889"/>
                    <a:pt x="11" y="888"/>
                    <a:pt x="9" y="896"/>
                  </a:cubicBezTo>
                  <a:cubicBezTo>
                    <a:pt x="25" y="935"/>
                    <a:pt x="22" y="943"/>
                    <a:pt x="27" y="944"/>
                  </a:cubicBezTo>
                  <a:cubicBezTo>
                    <a:pt x="47" y="979"/>
                    <a:pt x="44" y="987"/>
                    <a:pt x="45" y="992"/>
                  </a:cubicBezTo>
                  <a:cubicBezTo>
                    <a:pt x="78" y="1045"/>
                    <a:pt x="85" y="1060"/>
                    <a:pt x="95" y="1072"/>
                  </a:cubicBezTo>
                  <a:cubicBezTo>
                    <a:pt x="141" y="1130"/>
                    <a:pt x="141" y="1136"/>
                    <a:pt x="140" y="1142"/>
                  </a:cubicBezTo>
                  <a:cubicBezTo>
                    <a:pt x="159" y="1162"/>
                    <a:pt x="156" y="1170"/>
                    <a:pt x="160" y="1170"/>
                  </a:cubicBezTo>
                  <a:cubicBezTo>
                    <a:pt x="198" y="1238"/>
                    <a:pt x="204" y="1243"/>
                    <a:pt x="206" y="1251"/>
                  </a:cubicBezTo>
                  <a:cubicBezTo>
                    <a:pt x="218" y="1278"/>
                    <a:pt x="219" y="1288"/>
                    <a:pt x="226" y="1291"/>
                  </a:cubicBezTo>
                  <a:cubicBezTo>
                    <a:pt x="231" y="1298"/>
                    <a:pt x="231" y="1292"/>
                    <a:pt x="228" y="1288"/>
                  </a:cubicBezTo>
                  <a:cubicBezTo>
                    <a:pt x="196" y="1218"/>
                    <a:pt x="198" y="1206"/>
                    <a:pt x="191" y="1203"/>
                  </a:cubicBezTo>
                  <a:cubicBezTo>
                    <a:pt x="168" y="1159"/>
                    <a:pt x="164" y="1153"/>
                    <a:pt x="160" y="1147"/>
                  </a:cubicBezTo>
                  <a:cubicBezTo>
                    <a:pt x="114" y="1068"/>
                    <a:pt x="104" y="1068"/>
                    <a:pt x="105" y="1057"/>
                  </a:cubicBezTo>
                  <a:cubicBezTo>
                    <a:pt x="67" y="1000"/>
                    <a:pt x="58" y="1000"/>
                    <a:pt x="57" y="992"/>
                  </a:cubicBezTo>
                  <a:cubicBezTo>
                    <a:pt x="80" y="1011"/>
                    <a:pt x="81" y="1021"/>
                    <a:pt x="87" y="1024"/>
                  </a:cubicBezTo>
                  <a:cubicBezTo>
                    <a:pt x="103" y="1041"/>
                    <a:pt x="100" y="1049"/>
                    <a:pt x="105" y="1049"/>
                  </a:cubicBezTo>
                  <a:cubicBezTo>
                    <a:pt x="129" y="1079"/>
                    <a:pt x="130" y="1087"/>
                    <a:pt x="135" y="1092"/>
                  </a:cubicBezTo>
                  <a:cubicBezTo>
                    <a:pt x="163" y="1128"/>
                    <a:pt x="159" y="1136"/>
                    <a:pt x="163" y="1137"/>
                  </a:cubicBezTo>
                  <a:cubicBezTo>
                    <a:pt x="199" y="1191"/>
                    <a:pt x="204" y="1205"/>
                    <a:pt x="211" y="1218"/>
                  </a:cubicBezTo>
                  <a:cubicBezTo>
                    <a:pt x="232" y="1237"/>
                    <a:pt x="226" y="1238"/>
                    <a:pt x="228" y="1230"/>
                  </a:cubicBezTo>
                  <a:cubicBezTo>
                    <a:pt x="202" y="1163"/>
                    <a:pt x="196" y="1163"/>
                    <a:pt x="198" y="1155"/>
                  </a:cubicBezTo>
                  <a:cubicBezTo>
                    <a:pt x="171" y="1106"/>
                    <a:pt x="167" y="1104"/>
                    <a:pt x="165" y="1100"/>
                  </a:cubicBezTo>
                  <a:cubicBezTo>
                    <a:pt x="140" y="1062"/>
                    <a:pt x="138" y="1052"/>
                    <a:pt x="133" y="1047"/>
                  </a:cubicBezTo>
                  <a:cubicBezTo>
                    <a:pt x="76" y="924"/>
                    <a:pt x="76" y="918"/>
                    <a:pt x="75" y="913"/>
                  </a:cubicBezTo>
                  <a:cubicBezTo>
                    <a:pt x="53" y="840"/>
                    <a:pt x="56" y="836"/>
                    <a:pt x="57" y="830"/>
                  </a:cubicBezTo>
                  <a:cubicBezTo>
                    <a:pt x="36" y="706"/>
                    <a:pt x="30" y="721"/>
                    <a:pt x="34" y="725"/>
                  </a:cubicBezTo>
                  <a:cubicBezTo>
                    <a:pt x="45" y="767"/>
                    <a:pt x="46" y="774"/>
                    <a:pt x="49" y="778"/>
                  </a:cubicBezTo>
                  <a:cubicBezTo>
                    <a:pt x="70" y="833"/>
                    <a:pt x="67" y="843"/>
                    <a:pt x="72" y="846"/>
                  </a:cubicBezTo>
                  <a:cubicBezTo>
                    <a:pt x="94" y="887"/>
                    <a:pt x="97" y="899"/>
                    <a:pt x="102" y="908"/>
                  </a:cubicBezTo>
                  <a:cubicBezTo>
                    <a:pt x="143" y="980"/>
                    <a:pt x="154" y="992"/>
                    <a:pt x="160" y="1007"/>
                  </a:cubicBezTo>
                  <a:cubicBezTo>
                    <a:pt x="212" y="1106"/>
                    <a:pt x="218" y="1122"/>
                    <a:pt x="223" y="1137"/>
                  </a:cubicBezTo>
                  <a:cubicBezTo>
                    <a:pt x="218" y="1115"/>
                    <a:pt x="222" y="1106"/>
                    <a:pt x="221" y="1102"/>
                  </a:cubicBezTo>
                  <a:cubicBezTo>
                    <a:pt x="210" y="1080"/>
                    <a:pt x="213" y="1072"/>
                    <a:pt x="208" y="1072"/>
                  </a:cubicBezTo>
                  <a:cubicBezTo>
                    <a:pt x="195" y="1023"/>
                    <a:pt x="188" y="1020"/>
                    <a:pt x="188" y="1012"/>
                  </a:cubicBezTo>
                  <a:cubicBezTo>
                    <a:pt x="149" y="930"/>
                    <a:pt x="144" y="927"/>
                    <a:pt x="145" y="918"/>
                  </a:cubicBezTo>
                  <a:cubicBezTo>
                    <a:pt x="125" y="876"/>
                    <a:pt x="120" y="873"/>
                    <a:pt x="117" y="868"/>
                  </a:cubicBezTo>
                  <a:cubicBezTo>
                    <a:pt x="102" y="832"/>
                    <a:pt x="100" y="833"/>
                    <a:pt x="100" y="830"/>
                  </a:cubicBezTo>
                  <a:cubicBezTo>
                    <a:pt x="80" y="793"/>
                    <a:pt x="77" y="788"/>
                    <a:pt x="75" y="783"/>
                  </a:cubicBezTo>
                  <a:cubicBezTo>
                    <a:pt x="45" y="730"/>
                    <a:pt x="43" y="716"/>
                    <a:pt x="34" y="710"/>
                  </a:cubicBezTo>
                  <a:cubicBezTo>
                    <a:pt x="25" y="678"/>
                    <a:pt x="34" y="684"/>
                    <a:pt x="32" y="690"/>
                  </a:cubicBezTo>
                  <a:cubicBezTo>
                    <a:pt x="50" y="733"/>
                    <a:pt x="60" y="733"/>
                    <a:pt x="59" y="745"/>
                  </a:cubicBezTo>
                  <a:cubicBezTo>
                    <a:pt x="80" y="780"/>
                    <a:pt x="81" y="783"/>
                    <a:pt x="85" y="785"/>
                  </a:cubicBezTo>
                  <a:cubicBezTo>
                    <a:pt x="113" y="833"/>
                    <a:pt x="115" y="842"/>
                    <a:pt x="117" y="851"/>
                  </a:cubicBezTo>
                  <a:cubicBezTo>
                    <a:pt x="147" y="899"/>
                    <a:pt x="151" y="907"/>
                    <a:pt x="153" y="916"/>
                  </a:cubicBezTo>
                  <a:cubicBezTo>
                    <a:pt x="168" y="945"/>
                    <a:pt x="171" y="952"/>
                    <a:pt x="173" y="961"/>
                  </a:cubicBezTo>
                  <a:cubicBezTo>
                    <a:pt x="190" y="999"/>
                    <a:pt x="200" y="1010"/>
                    <a:pt x="203" y="1029"/>
                  </a:cubicBezTo>
                  <a:cubicBezTo>
                    <a:pt x="198" y="998"/>
                    <a:pt x="198" y="994"/>
                    <a:pt x="196" y="994"/>
                  </a:cubicBezTo>
                  <a:cubicBezTo>
                    <a:pt x="175" y="911"/>
                    <a:pt x="168" y="909"/>
                    <a:pt x="170" y="898"/>
                  </a:cubicBezTo>
                  <a:cubicBezTo>
                    <a:pt x="131" y="811"/>
                    <a:pt x="131" y="802"/>
                    <a:pt x="125" y="800"/>
                  </a:cubicBezTo>
                  <a:cubicBezTo>
                    <a:pt x="105" y="747"/>
                    <a:pt x="103" y="742"/>
                    <a:pt x="100" y="740"/>
                  </a:cubicBezTo>
                  <a:cubicBezTo>
                    <a:pt x="82" y="701"/>
                    <a:pt x="78" y="699"/>
                    <a:pt x="77" y="695"/>
                  </a:cubicBezTo>
                  <a:cubicBezTo>
                    <a:pt x="67" y="672"/>
                    <a:pt x="60" y="674"/>
                    <a:pt x="62" y="667"/>
                  </a:cubicBezTo>
                  <a:cubicBezTo>
                    <a:pt x="44" y="641"/>
                    <a:pt x="39" y="635"/>
                    <a:pt x="34" y="629"/>
                  </a:cubicBezTo>
                  <a:cubicBezTo>
                    <a:pt x="21" y="597"/>
                    <a:pt x="29" y="609"/>
                    <a:pt x="37" y="622"/>
                  </a:cubicBezTo>
                  <a:cubicBezTo>
                    <a:pt x="75" y="681"/>
                    <a:pt x="85" y="681"/>
                    <a:pt x="85" y="692"/>
                  </a:cubicBezTo>
                  <a:cubicBezTo>
                    <a:pt x="108" y="731"/>
                    <a:pt x="109" y="735"/>
                    <a:pt x="110" y="740"/>
                  </a:cubicBezTo>
                  <a:cubicBezTo>
                    <a:pt x="123" y="777"/>
                    <a:pt x="130" y="775"/>
                    <a:pt x="130" y="780"/>
                  </a:cubicBezTo>
                  <a:cubicBezTo>
                    <a:pt x="151" y="822"/>
                    <a:pt x="153" y="840"/>
                    <a:pt x="163" y="851"/>
                  </a:cubicBezTo>
                  <a:cubicBezTo>
                    <a:pt x="179" y="903"/>
                    <a:pt x="184" y="907"/>
                    <a:pt x="185" y="916"/>
                  </a:cubicBezTo>
                  <a:cubicBezTo>
                    <a:pt x="203" y="963"/>
                    <a:pt x="199" y="973"/>
                    <a:pt x="201" y="976"/>
                  </a:cubicBezTo>
                  <a:cubicBezTo>
                    <a:pt x="236" y="1076"/>
                    <a:pt x="226" y="1071"/>
                    <a:pt x="228" y="1064"/>
                  </a:cubicBezTo>
                  <a:cubicBezTo>
                    <a:pt x="218" y="972"/>
                    <a:pt x="212" y="965"/>
                    <a:pt x="213" y="951"/>
                  </a:cubicBezTo>
                  <a:cubicBezTo>
                    <a:pt x="185" y="862"/>
                    <a:pt x="181" y="854"/>
                    <a:pt x="178" y="845"/>
                  </a:cubicBezTo>
                  <a:cubicBezTo>
                    <a:pt x="145" y="767"/>
                    <a:pt x="139" y="762"/>
                    <a:pt x="135" y="755"/>
                  </a:cubicBezTo>
                  <a:cubicBezTo>
                    <a:pt x="119" y="717"/>
                    <a:pt x="114" y="719"/>
                    <a:pt x="112" y="717"/>
                  </a:cubicBezTo>
                  <a:cubicBezTo>
                    <a:pt x="92" y="686"/>
                    <a:pt x="92" y="676"/>
                    <a:pt x="87" y="669"/>
                  </a:cubicBezTo>
                  <a:cubicBezTo>
                    <a:pt x="56" y="621"/>
                    <a:pt x="53" y="614"/>
                    <a:pt x="49" y="607"/>
                  </a:cubicBezTo>
                  <a:cubicBezTo>
                    <a:pt x="41" y="564"/>
                    <a:pt x="41" y="578"/>
                    <a:pt x="47" y="586"/>
                  </a:cubicBezTo>
                  <a:cubicBezTo>
                    <a:pt x="72" y="633"/>
                    <a:pt x="77" y="635"/>
                    <a:pt x="77" y="642"/>
                  </a:cubicBezTo>
                  <a:cubicBezTo>
                    <a:pt x="117" y="700"/>
                    <a:pt x="120" y="711"/>
                    <a:pt x="125" y="720"/>
                  </a:cubicBezTo>
                  <a:cubicBezTo>
                    <a:pt x="136" y="738"/>
                    <a:pt x="138" y="743"/>
                    <a:pt x="143" y="745"/>
                  </a:cubicBezTo>
                  <a:cubicBezTo>
                    <a:pt x="165" y="796"/>
                    <a:pt x="169" y="801"/>
                    <a:pt x="173" y="805"/>
                  </a:cubicBezTo>
                  <a:cubicBezTo>
                    <a:pt x="198" y="877"/>
                    <a:pt x="205" y="880"/>
                    <a:pt x="206" y="888"/>
                  </a:cubicBezTo>
                  <a:cubicBezTo>
                    <a:pt x="210" y="912"/>
                    <a:pt x="215" y="915"/>
                    <a:pt x="216" y="923"/>
                  </a:cubicBezTo>
                  <a:cubicBezTo>
                    <a:pt x="239" y="982"/>
                    <a:pt x="234" y="967"/>
                    <a:pt x="238" y="961"/>
                  </a:cubicBezTo>
                  <a:cubicBezTo>
                    <a:pt x="220" y="890"/>
                    <a:pt x="217" y="886"/>
                    <a:pt x="218" y="876"/>
                  </a:cubicBezTo>
                  <a:cubicBezTo>
                    <a:pt x="175" y="774"/>
                    <a:pt x="176" y="763"/>
                    <a:pt x="173" y="755"/>
                  </a:cubicBezTo>
                  <a:cubicBezTo>
                    <a:pt x="155" y="729"/>
                    <a:pt x="156" y="717"/>
                    <a:pt x="150" y="712"/>
                  </a:cubicBezTo>
                  <a:cubicBezTo>
                    <a:pt x="123" y="663"/>
                    <a:pt x="122" y="653"/>
                    <a:pt x="115" y="649"/>
                  </a:cubicBezTo>
                  <a:cubicBezTo>
                    <a:pt x="86" y="590"/>
                    <a:pt x="85" y="586"/>
                    <a:pt x="85" y="581"/>
                  </a:cubicBezTo>
                  <a:cubicBezTo>
                    <a:pt x="60" y="516"/>
                    <a:pt x="65" y="519"/>
                    <a:pt x="64" y="528"/>
                  </a:cubicBezTo>
                  <a:cubicBezTo>
                    <a:pt x="82" y="567"/>
                    <a:pt x="89" y="567"/>
                    <a:pt x="87" y="576"/>
                  </a:cubicBezTo>
                  <a:cubicBezTo>
                    <a:pt x="102" y="603"/>
                    <a:pt x="102" y="606"/>
                    <a:pt x="105" y="606"/>
                  </a:cubicBezTo>
                  <a:cubicBezTo>
                    <a:pt x="133" y="652"/>
                    <a:pt x="128" y="663"/>
                    <a:pt x="135" y="662"/>
                  </a:cubicBezTo>
                  <a:cubicBezTo>
                    <a:pt x="162" y="716"/>
                    <a:pt x="168" y="721"/>
                    <a:pt x="170" y="730"/>
                  </a:cubicBezTo>
                  <a:cubicBezTo>
                    <a:pt x="201" y="805"/>
                    <a:pt x="206" y="810"/>
                    <a:pt x="208" y="818"/>
                  </a:cubicBezTo>
                  <a:cubicBezTo>
                    <a:pt x="243" y="905"/>
                    <a:pt x="235" y="893"/>
                    <a:pt x="233" y="888"/>
                  </a:cubicBezTo>
                  <a:cubicBezTo>
                    <a:pt x="221" y="836"/>
                    <a:pt x="220" y="828"/>
                    <a:pt x="216" y="823"/>
                  </a:cubicBezTo>
                  <a:cubicBezTo>
                    <a:pt x="173" y="707"/>
                    <a:pt x="173" y="697"/>
                    <a:pt x="170" y="689"/>
                  </a:cubicBezTo>
                  <a:cubicBezTo>
                    <a:pt x="157" y="663"/>
                    <a:pt x="154" y="657"/>
                    <a:pt x="150" y="652"/>
                  </a:cubicBezTo>
                  <a:cubicBezTo>
                    <a:pt x="119" y="602"/>
                    <a:pt x="122" y="594"/>
                    <a:pt x="117" y="594"/>
                  </a:cubicBezTo>
                  <a:cubicBezTo>
                    <a:pt x="119" y="590"/>
                    <a:pt x="124" y="592"/>
                    <a:pt x="125" y="596"/>
                  </a:cubicBezTo>
                  <a:cubicBezTo>
                    <a:pt x="159" y="641"/>
                    <a:pt x="154" y="651"/>
                    <a:pt x="163" y="649"/>
                  </a:cubicBezTo>
                  <a:cubicBezTo>
                    <a:pt x="185" y="694"/>
                    <a:pt x="183" y="708"/>
                    <a:pt x="190" y="712"/>
                  </a:cubicBezTo>
                  <a:cubicBezTo>
                    <a:pt x="211" y="753"/>
                    <a:pt x="208" y="762"/>
                    <a:pt x="213" y="762"/>
                  </a:cubicBezTo>
                  <a:cubicBezTo>
                    <a:pt x="237" y="847"/>
                    <a:pt x="238" y="850"/>
                    <a:pt x="238" y="853"/>
                  </a:cubicBezTo>
                  <a:cubicBezTo>
                    <a:pt x="246" y="870"/>
                    <a:pt x="242" y="860"/>
                    <a:pt x="243" y="855"/>
                  </a:cubicBezTo>
                  <a:cubicBezTo>
                    <a:pt x="231" y="791"/>
                    <a:pt x="232" y="779"/>
                    <a:pt x="228" y="757"/>
                  </a:cubicBezTo>
                  <a:cubicBezTo>
                    <a:pt x="212" y="721"/>
                    <a:pt x="215" y="712"/>
                    <a:pt x="210" y="712"/>
                  </a:cubicBezTo>
                  <a:cubicBezTo>
                    <a:pt x="190" y="661"/>
                    <a:pt x="188" y="652"/>
                    <a:pt x="183" y="647"/>
                  </a:cubicBezTo>
                  <a:cubicBezTo>
                    <a:pt x="162" y="617"/>
                    <a:pt x="161" y="598"/>
                    <a:pt x="150" y="589"/>
                  </a:cubicBezTo>
                  <a:cubicBezTo>
                    <a:pt x="126" y="540"/>
                    <a:pt x="121" y="535"/>
                    <a:pt x="117" y="528"/>
                  </a:cubicBezTo>
                  <a:cubicBezTo>
                    <a:pt x="101" y="492"/>
                    <a:pt x="98" y="489"/>
                    <a:pt x="97" y="486"/>
                  </a:cubicBezTo>
                  <a:cubicBezTo>
                    <a:pt x="80" y="432"/>
                    <a:pt x="73" y="429"/>
                    <a:pt x="74" y="418"/>
                  </a:cubicBezTo>
                  <a:cubicBezTo>
                    <a:pt x="93" y="455"/>
                    <a:pt x="94" y="458"/>
                    <a:pt x="94" y="463"/>
                  </a:cubicBezTo>
                  <a:cubicBezTo>
                    <a:pt x="143" y="547"/>
                    <a:pt x="140" y="555"/>
                    <a:pt x="145" y="556"/>
                  </a:cubicBezTo>
                  <a:cubicBezTo>
                    <a:pt x="164" y="593"/>
                    <a:pt x="170" y="599"/>
                    <a:pt x="173" y="606"/>
                  </a:cubicBezTo>
                  <a:cubicBezTo>
                    <a:pt x="191" y="642"/>
                    <a:pt x="200" y="654"/>
                    <a:pt x="205" y="669"/>
                  </a:cubicBezTo>
                  <a:cubicBezTo>
                    <a:pt x="228" y="720"/>
                    <a:pt x="226" y="733"/>
                    <a:pt x="233" y="737"/>
                  </a:cubicBezTo>
                  <a:cubicBezTo>
                    <a:pt x="244" y="794"/>
                    <a:pt x="247" y="802"/>
                    <a:pt x="246" y="815"/>
                  </a:cubicBezTo>
                  <a:cubicBezTo>
                    <a:pt x="257" y="840"/>
                    <a:pt x="255" y="834"/>
                    <a:pt x="256" y="830"/>
                  </a:cubicBezTo>
                  <a:cubicBezTo>
                    <a:pt x="249" y="738"/>
                    <a:pt x="244" y="737"/>
                    <a:pt x="243" y="732"/>
                  </a:cubicBezTo>
                  <a:cubicBezTo>
                    <a:pt x="217" y="655"/>
                    <a:pt x="208" y="642"/>
                    <a:pt x="203" y="624"/>
                  </a:cubicBezTo>
                  <a:cubicBezTo>
                    <a:pt x="179" y="566"/>
                    <a:pt x="170" y="562"/>
                    <a:pt x="170" y="551"/>
                  </a:cubicBezTo>
                  <a:cubicBezTo>
                    <a:pt x="156" y="511"/>
                    <a:pt x="145" y="501"/>
                    <a:pt x="142" y="483"/>
                  </a:cubicBezTo>
                  <a:cubicBezTo>
                    <a:pt x="140" y="458"/>
                    <a:pt x="142" y="465"/>
                    <a:pt x="145" y="471"/>
                  </a:cubicBezTo>
                  <a:cubicBezTo>
                    <a:pt x="163" y="523"/>
                    <a:pt x="171" y="533"/>
                    <a:pt x="175" y="546"/>
                  </a:cubicBezTo>
                  <a:cubicBezTo>
                    <a:pt x="196" y="591"/>
                    <a:pt x="206" y="598"/>
                    <a:pt x="208" y="614"/>
                  </a:cubicBezTo>
                  <a:cubicBezTo>
                    <a:pt x="231" y="662"/>
                    <a:pt x="236" y="674"/>
                    <a:pt x="241" y="687"/>
                  </a:cubicBezTo>
                  <a:cubicBezTo>
                    <a:pt x="252" y="718"/>
                    <a:pt x="249" y="725"/>
                    <a:pt x="253" y="725"/>
                  </a:cubicBezTo>
                  <a:cubicBezTo>
                    <a:pt x="268" y="760"/>
                    <a:pt x="259" y="754"/>
                    <a:pt x="261" y="750"/>
                  </a:cubicBezTo>
                  <a:cubicBezTo>
                    <a:pt x="260" y="703"/>
                    <a:pt x="254" y="700"/>
                    <a:pt x="258" y="692"/>
                  </a:cubicBezTo>
                  <a:cubicBezTo>
                    <a:pt x="248" y="658"/>
                    <a:pt x="249" y="652"/>
                    <a:pt x="246" y="652"/>
                  </a:cubicBezTo>
                  <a:cubicBezTo>
                    <a:pt x="229" y="597"/>
                    <a:pt x="228" y="593"/>
                    <a:pt x="228" y="589"/>
                  </a:cubicBezTo>
                  <a:cubicBezTo>
                    <a:pt x="211" y="547"/>
                    <a:pt x="207" y="538"/>
                    <a:pt x="203" y="528"/>
                  </a:cubicBezTo>
                  <a:cubicBezTo>
                    <a:pt x="186" y="481"/>
                    <a:pt x="179" y="480"/>
                    <a:pt x="180" y="473"/>
                  </a:cubicBezTo>
                  <a:cubicBezTo>
                    <a:pt x="156" y="407"/>
                    <a:pt x="153" y="397"/>
                    <a:pt x="150" y="387"/>
                  </a:cubicBezTo>
                  <a:cubicBezTo>
                    <a:pt x="147" y="345"/>
                    <a:pt x="152" y="348"/>
                    <a:pt x="150" y="357"/>
                  </a:cubicBezTo>
                  <a:cubicBezTo>
                    <a:pt x="176" y="446"/>
                    <a:pt x="183" y="456"/>
                    <a:pt x="188" y="468"/>
                  </a:cubicBezTo>
                  <a:cubicBezTo>
                    <a:pt x="206" y="507"/>
                    <a:pt x="205" y="512"/>
                    <a:pt x="205" y="516"/>
                  </a:cubicBezTo>
                  <a:cubicBezTo>
                    <a:pt x="224" y="553"/>
                    <a:pt x="228" y="566"/>
                    <a:pt x="233" y="579"/>
                  </a:cubicBezTo>
                  <a:cubicBezTo>
                    <a:pt x="232" y="555"/>
                    <a:pt x="229" y="552"/>
                    <a:pt x="228" y="546"/>
                  </a:cubicBezTo>
                  <a:cubicBezTo>
                    <a:pt x="212" y="499"/>
                    <a:pt x="215" y="491"/>
                    <a:pt x="210" y="491"/>
                  </a:cubicBezTo>
                  <a:cubicBezTo>
                    <a:pt x="198" y="374"/>
                    <a:pt x="193" y="371"/>
                    <a:pt x="198" y="360"/>
                  </a:cubicBezTo>
                  <a:cubicBezTo>
                    <a:pt x="209" y="429"/>
                    <a:pt x="211" y="465"/>
                    <a:pt x="223" y="491"/>
                  </a:cubicBezTo>
                  <a:cubicBezTo>
                    <a:pt x="280" y="680"/>
                    <a:pt x="276" y="677"/>
                    <a:pt x="276" y="674"/>
                  </a:cubicBezTo>
                  <a:cubicBezTo>
                    <a:pt x="265" y="621"/>
                    <a:pt x="263" y="596"/>
                    <a:pt x="256" y="576"/>
                  </a:cubicBezTo>
                  <a:cubicBezTo>
                    <a:pt x="238" y="489"/>
                    <a:pt x="237" y="484"/>
                    <a:pt x="233" y="481"/>
                  </a:cubicBezTo>
                  <a:cubicBezTo>
                    <a:pt x="229" y="441"/>
                    <a:pt x="223" y="426"/>
                    <a:pt x="223" y="415"/>
                  </a:cubicBezTo>
                  <a:cubicBezTo>
                    <a:pt x="215" y="326"/>
                    <a:pt x="215" y="313"/>
                    <a:pt x="215" y="299"/>
                  </a:cubicBezTo>
                  <a:cubicBezTo>
                    <a:pt x="216" y="264"/>
                    <a:pt x="215" y="246"/>
                    <a:pt x="215" y="229"/>
                  </a:cubicBezTo>
                  <a:cubicBezTo>
                    <a:pt x="220" y="243"/>
                    <a:pt x="217" y="244"/>
                    <a:pt x="220" y="252"/>
                  </a:cubicBezTo>
                  <a:cubicBezTo>
                    <a:pt x="227" y="394"/>
                    <a:pt x="231" y="403"/>
                    <a:pt x="230" y="418"/>
                  </a:cubicBezTo>
                  <a:cubicBezTo>
                    <a:pt x="241" y="471"/>
                    <a:pt x="249" y="489"/>
                    <a:pt x="253" y="511"/>
                  </a:cubicBezTo>
                  <a:cubicBezTo>
                    <a:pt x="269" y="599"/>
                    <a:pt x="275" y="599"/>
                    <a:pt x="273" y="606"/>
                  </a:cubicBezTo>
                  <a:cubicBezTo>
                    <a:pt x="283" y="651"/>
                    <a:pt x="286" y="652"/>
                    <a:pt x="286" y="672"/>
                  </a:cubicBezTo>
                  <a:cubicBezTo>
                    <a:pt x="296" y="620"/>
                    <a:pt x="298" y="608"/>
                    <a:pt x="293" y="589"/>
                  </a:cubicBezTo>
                  <a:cubicBezTo>
                    <a:pt x="280" y="509"/>
                    <a:pt x="286" y="493"/>
                    <a:pt x="281" y="488"/>
                  </a:cubicBezTo>
                  <a:cubicBezTo>
                    <a:pt x="267" y="299"/>
                    <a:pt x="263" y="266"/>
                    <a:pt x="268" y="241"/>
                  </a:cubicBezTo>
                  <a:cubicBezTo>
                    <a:pt x="274" y="196"/>
                    <a:pt x="264" y="191"/>
                    <a:pt x="270" y="186"/>
                  </a:cubicBezTo>
                  <a:cubicBezTo>
                    <a:pt x="277" y="197"/>
                    <a:pt x="273" y="206"/>
                    <a:pt x="273" y="216"/>
                  </a:cubicBezTo>
                  <a:cubicBezTo>
                    <a:pt x="276" y="229"/>
                    <a:pt x="273" y="230"/>
                    <a:pt x="273" y="239"/>
                  </a:cubicBezTo>
                  <a:cubicBezTo>
                    <a:pt x="284" y="423"/>
                    <a:pt x="283" y="439"/>
                    <a:pt x="286" y="453"/>
                  </a:cubicBezTo>
                  <a:cubicBezTo>
                    <a:pt x="292" y="522"/>
                    <a:pt x="304" y="540"/>
                    <a:pt x="303" y="574"/>
                  </a:cubicBezTo>
                  <a:cubicBezTo>
                    <a:pt x="306" y="533"/>
                    <a:pt x="306" y="521"/>
                    <a:pt x="306" y="508"/>
                  </a:cubicBezTo>
                  <a:cubicBezTo>
                    <a:pt x="292" y="325"/>
                    <a:pt x="289" y="308"/>
                    <a:pt x="291" y="292"/>
                  </a:cubicBezTo>
                  <a:cubicBezTo>
                    <a:pt x="285" y="226"/>
                    <a:pt x="289" y="223"/>
                    <a:pt x="288" y="209"/>
                  </a:cubicBezTo>
                  <a:cubicBezTo>
                    <a:pt x="293" y="131"/>
                    <a:pt x="295" y="122"/>
                    <a:pt x="296" y="111"/>
                  </a:cubicBezTo>
                  <a:cubicBezTo>
                    <a:pt x="296" y="107"/>
                    <a:pt x="305" y="125"/>
                    <a:pt x="298" y="126"/>
                  </a:cubicBezTo>
                  <a:cubicBezTo>
                    <a:pt x="292" y="226"/>
                    <a:pt x="298" y="243"/>
                    <a:pt x="296" y="259"/>
                  </a:cubicBezTo>
                  <a:cubicBezTo>
                    <a:pt x="303" y="366"/>
                    <a:pt x="309" y="397"/>
                    <a:pt x="308" y="435"/>
                  </a:cubicBezTo>
                  <a:cubicBezTo>
                    <a:pt x="323" y="474"/>
                    <a:pt x="314" y="470"/>
                    <a:pt x="316" y="465"/>
                  </a:cubicBezTo>
                  <a:cubicBezTo>
                    <a:pt x="318" y="444"/>
                    <a:pt x="318" y="439"/>
                    <a:pt x="318" y="435"/>
                  </a:cubicBezTo>
                  <a:cubicBezTo>
                    <a:pt x="316" y="396"/>
                    <a:pt x="316" y="392"/>
                    <a:pt x="316" y="387"/>
                  </a:cubicBezTo>
                  <a:cubicBezTo>
                    <a:pt x="315" y="330"/>
                    <a:pt x="313" y="324"/>
                    <a:pt x="313" y="319"/>
                  </a:cubicBezTo>
                  <a:cubicBezTo>
                    <a:pt x="318" y="200"/>
                    <a:pt x="323" y="199"/>
                    <a:pt x="321" y="191"/>
                  </a:cubicBezTo>
                  <a:cubicBezTo>
                    <a:pt x="325" y="160"/>
                    <a:pt x="320" y="150"/>
                    <a:pt x="326" y="151"/>
                  </a:cubicBezTo>
                  <a:cubicBezTo>
                    <a:pt x="333" y="137"/>
                    <a:pt x="331" y="147"/>
                    <a:pt x="328" y="156"/>
                  </a:cubicBezTo>
                  <a:cubicBezTo>
                    <a:pt x="322" y="246"/>
                    <a:pt x="326" y="266"/>
                    <a:pt x="321" y="277"/>
                  </a:cubicBezTo>
                  <a:cubicBezTo>
                    <a:pt x="324" y="351"/>
                    <a:pt x="322" y="357"/>
                    <a:pt x="326" y="357"/>
                  </a:cubicBezTo>
                  <a:cubicBezTo>
                    <a:pt x="328" y="453"/>
                    <a:pt x="326" y="458"/>
                    <a:pt x="326" y="463"/>
                  </a:cubicBezTo>
                  <a:cubicBezTo>
                    <a:pt x="338" y="484"/>
                    <a:pt x="338" y="481"/>
                    <a:pt x="339" y="478"/>
                  </a:cubicBezTo>
                  <a:cubicBezTo>
                    <a:pt x="339" y="467"/>
                    <a:pt x="338" y="461"/>
                    <a:pt x="339" y="453"/>
                  </a:cubicBezTo>
                  <a:cubicBezTo>
                    <a:pt x="339" y="390"/>
                    <a:pt x="345" y="391"/>
                    <a:pt x="344" y="385"/>
                  </a:cubicBezTo>
                  <a:cubicBezTo>
                    <a:pt x="344" y="252"/>
                    <a:pt x="346" y="241"/>
                    <a:pt x="346" y="229"/>
                  </a:cubicBezTo>
                  <a:cubicBezTo>
                    <a:pt x="373" y="110"/>
                    <a:pt x="371" y="102"/>
                    <a:pt x="374" y="98"/>
                  </a:cubicBezTo>
                  <a:cubicBezTo>
                    <a:pt x="379" y="60"/>
                    <a:pt x="385" y="60"/>
                    <a:pt x="384" y="53"/>
                  </a:cubicBezTo>
                  <a:cubicBezTo>
                    <a:pt x="397" y="11"/>
                    <a:pt x="405" y="24"/>
                    <a:pt x="399" y="22"/>
                  </a:cubicBezTo>
                  <a:cubicBezTo>
                    <a:pt x="374" y="102"/>
                    <a:pt x="383" y="117"/>
                    <a:pt x="376" y="116"/>
                  </a:cubicBezTo>
                  <a:cubicBezTo>
                    <a:pt x="367" y="192"/>
                    <a:pt x="355" y="232"/>
                    <a:pt x="351" y="272"/>
                  </a:cubicBezTo>
                  <a:cubicBezTo>
                    <a:pt x="351" y="359"/>
                    <a:pt x="355" y="369"/>
                    <a:pt x="354" y="372"/>
                  </a:cubicBezTo>
                  <a:cubicBezTo>
                    <a:pt x="351" y="399"/>
                    <a:pt x="351" y="403"/>
                    <a:pt x="351" y="407"/>
                  </a:cubicBezTo>
                  <a:cubicBezTo>
                    <a:pt x="362" y="364"/>
                    <a:pt x="358" y="351"/>
                    <a:pt x="364" y="347"/>
                  </a:cubicBezTo>
                  <a:cubicBezTo>
                    <a:pt x="368" y="321"/>
                    <a:pt x="368" y="314"/>
                    <a:pt x="371" y="314"/>
                  </a:cubicBezTo>
                  <a:cubicBezTo>
                    <a:pt x="390" y="172"/>
                    <a:pt x="402" y="149"/>
                    <a:pt x="404" y="116"/>
                  </a:cubicBezTo>
                  <a:cubicBezTo>
                    <a:pt x="432" y="41"/>
                    <a:pt x="427" y="40"/>
                    <a:pt x="429" y="48"/>
                  </a:cubicBezTo>
                  <a:cubicBezTo>
                    <a:pt x="403" y="151"/>
                    <a:pt x="400" y="182"/>
                    <a:pt x="396" y="221"/>
                  </a:cubicBezTo>
                  <a:cubicBezTo>
                    <a:pt x="369" y="402"/>
                    <a:pt x="368" y="392"/>
                    <a:pt x="374" y="387"/>
                  </a:cubicBezTo>
                  <a:cubicBezTo>
                    <a:pt x="381" y="362"/>
                    <a:pt x="384" y="355"/>
                    <a:pt x="386" y="347"/>
                  </a:cubicBezTo>
                  <a:cubicBezTo>
                    <a:pt x="421" y="286"/>
                    <a:pt x="421" y="276"/>
                    <a:pt x="426" y="272"/>
                  </a:cubicBezTo>
                  <a:cubicBezTo>
                    <a:pt x="463" y="190"/>
                    <a:pt x="470" y="184"/>
                    <a:pt x="472" y="173"/>
                  </a:cubicBezTo>
                  <a:cubicBezTo>
                    <a:pt x="478" y="175"/>
                    <a:pt x="469" y="199"/>
                    <a:pt x="462" y="224"/>
                  </a:cubicBezTo>
                  <a:cubicBezTo>
                    <a:pt x="446" y="260"/>
                    <a:pt x="442" y="261"/>
                    <a:pt x="442" y="261"/>
                  </a:cubicBezTo>
                  <a:cubicBezTo>
                    <a:pt x="417" y="299"/>
                    <a:pt x="417" y="319"/>
                    <a:pt x="406" y="329"/>
                  </a:cubicBezTo>
                  <a:cubicBezTo>
                    <a:pt x="393" y="372"/>
                    <a:pt x="394" y="370"/>
                    <a:pt x="396" y="370"/>
                  </a:cubicBezTo>
                  <a:cubicBezTo>
                    <a:pt x="423" y="330"/>
                    <a:pt x="433" y="319"/>
                    <a:pt x="437" y="302"/>
                  </a:cubicBezTo>
                  <a:cubicBezTo>
                    <a:pt x="464" y="262"/>
                    <a:pt x="464" y="255"/>
                    <a:pt x="467" y="251"/>
                  </a:cubicBezTo>
                  <a:cubicBezTo>
                    <a:pt x="504" y="170"/>
                    <a:pt x="509" y="151"/>
                    <a:pt x="512" y="128"/>
                  </a:cubicBezTo>
                  <a:cubicBezTo>
                    <a:pt x="522" y="92"/>
                    <a:pt x="522" y="99"/>
                    <a:pt x="522" y="105"/>
                  </a:cubicBezTo>
                  <a:cubicBezTo>
                    <a:pt x="496" y="217"/>
                    <a:pt x="493" y="220"/>
                    <a:pt x="492" y="224"/>
                  </a:cubicBezTo>
                  <a:cubicBezTo>
                    <a:pt x="470" y="268"/>
                    <a:pt x="468" y="270"/>
                    <a:pt x="467" y="274"/>
                  </a:cubicBezTo>
                  <a:cubicBezTo>
                    <a:pt x="460" y="300"/>
                    <a:pt x="449" y="294"/>
                    <a:pt x="452" y="302"/>
                  </a:cubicBezTo>
                  <a:cubicBezTo>
                    <a:pt x="426" y="346"/>
                    <a:pt x="419" y="348"/>
                    <a:pt x="419" y="357"/>
                  </a:cubicBezTo>
                  <a:cubicBezTo>
                    <a:pt x="377" y="415"/>
                    <a:pt x="378" y="425"/>
                    <a:pt x="369" y="425"/>
                  </a:cubicBezTo>
                  <a:cubicBezTo>
                    <a:pt x="358" y="467"/>
                    <a:pt x="351" y="467"/>
                    <a:pt x="354" y="475"/>
                  </a:cubicBezTo>
                  <a:cubicBezTo>
                    <a:pt x="367" y="453"/>
                    <a:pt x="377" y="450"/>
                    <a:pt x="379" y="438"/>
                  </a:cubicBezTo>
                  <a:cubicBezTo>
                    <a:pt x="409" y="380"/>
                    <a:pt x="416" y="379"/>
                    <a:pt x="417" y="372"/>
                  </a:cubicBezTo>
                  <a:cubicBezTo>
                    <a:pt x="432" y="354"/>
                    <a:pt x="437" y="346"/>
                    <a:pt x="442" y="337"/>
                  </a:cubicBezTo>
                  <a:cubicBezTo>
                    <a:pt x="466" y="307"/>
                    <a:pt x="467" y="295"/>
                    <a:pt x="477" y="292"/>
                  </a:cubicBezTo>
                  <a:cubicBezTo>
                    <a:pt x="499" y="244"/>
                    <a:pt x="508" y="247"/>
                    <a:pt x="507" y="239"/>
                  </a:cubicBezTo>
                  <a:cubicBezTo>
                    <a:pt x="524" y="202"/>
                    <a:pt x="526" y="190"/>
                    <a:pt x="532" y="183"/>
                  </a:cubicBezTo>
                  <a:cubicBezTo>
                    <a:pt x="548" y="92"/>
                    <a:pt x="554" y="90"/>
                    <a:pt x="550" y="85"/>
                  </a:cubicBezTo>
                  <a:cubicBezTo>
                    <a:pt x="558" y="74"/>
                    <a:pt x="553" y="90"/>
                    <a:pt x="555" y="113"/>
                  </a:cubicBezTo>
                  <a:cubicBezTo>
                    <a:pt x="542" y="172"/>
                    <a:pt x="541" y="178"/>
                    <a:pt x="537" y="181"/>
                  </a:cubicBezTo>
                  <a:cubicBezTo>
                    <a:pt x="505" y="263"/>
                    <a:pt x="501" y="266"/>
                    <a:pt x="499" y="271"/>
                  </a:cubicBezTo>
                  <a:cubicBezTo>
                    <a:pt x="484" y="295"/>
                    <a:pt x="484" y="297"/>
                    <a:pt x="482" y="297"/>
                  </a:cubicBezTo>
                  <a:cubicBezTo>
                    <a:pt x="457" y="329"/>
                    <a:pt x="455" y="341"/>
                    <a:pt x="447" y="347"/>
                  </a:cubicBezTo>
                  <a:cubicBezTo>
                    <a:pt x="407" y="407"/>
                    <a:pt x="403" y="417"/>
                    <a:pt x="399" y="428"/>
                  </a:cubicBezTo>
                  <a:cubicBezTo>
                    <a:pt x="366" y="495"/>
                    <a:pt x="355" y="497"/>
                    <a:pt x="354" y="511"/>
                  </a:cubicBezTo>
                  <a:cubicBezTo>
                    <a:pt x="335" y="549"/>
                    <a:pt x="325" y="553"/>
                    <a:pt x="326" y="569"/>
                  </a:cubicBezTo>
                  <a:cubicBezTo>
                    <a:pt x="362" y="513"/>
                    <a:pt x="363" y="500"/>
                    <a:pt x="369" y="493"/>
                  </a:cubicBezTo>
                  <a:cubicBezTo>
                    <a:pt x="404" y="438"/>
                    <a:pt x="412" y="433"/>
                    <a:pt x="414" y="423"/>
                  </a:cubicBezTo>
                  <a:cubicBezTo>
                    <a:pt x="432" y="393"/>
                    <a:pt x="442" y="397"/>
                    <a:pt x="439" y="387"/>
                  </a:cubicBezTo>
                  <a:cubicBezTo>
                    <a:pt x="476" y="345"/>
                    <a:pt x="475" y="336"/>
                    <a:pt x="482" y="334"/>
                  </a:cubicBezTo>
                  <a:cubicBezTo>
                    <a:pt x="503" y="295"/>
                    <a:pt x="509" y="292"/>
                    <a:pt x="512" y="287"/>
                  </a:cubicBezTo>
                  <a:cubicBezTo>
                    <a:pt x="539" y="245"/>
                    <a:pt x="539" y="228"/>
                    <a:pt x="547" y="219"/>
                  </a:cubicBezTo>
                  <a:cubicBezTo>
                    <a:pt x="562" y="165"/>
                    <a:pt x="567" y="153"/>
                    <a:pt x="570" y="138"/>
                  </a:cubicBezTo>
                  <a:cubicBezTo>
                    <a:pt x="577" y="72"/>
                    <a:pt x="586" y="67"/>
                    <a:pt x="585" y="57"/>
                  </a:cubicBezTo>
                  <a:cubicBezTo>
                    <a:pt x="585" y="94"/>
                    <a:pt x="579" y="99"/>
                    <a:pt x="580" y="110"/>
                  </a:cubicBezTo>
                  <a:cubicBezTo>
                    <a:pt x="567" y="189"/>
                    <a:pt x="560" y="188"/>
                    <a:pt x="562" y="196"/>
                  </a:cubicBezTo>
                  <a:cubicBezTo>
                    <a:pt x="550" y="239"/>
                    <a:pt x="538" y="250"/>
                    <a:pt x="535" y="269"/>
                  </a:cubicBezTo>
                  <a:cubicBezTo>
                    <a:pt x="506" y="321"/>
                    <a:pt x="500" y="322"/>
                    <a:pt x="500" y="329"/>
                  </a:cubicBezTo>
                  <a:cubicBezTo>
                    <a:pt x="467" y="374"/>
                    <a:pt x="461" y="376"/>
                    <a:pt x="457" y="380"/>
                  </a:cubicBezTo>
                  <a:cubicBezTo>
                    <a:pt x="427" y="424"/>
                    <a:pt x="425" y="427"/>
                    <a:pt x="424" y="430"/>
                  </a:cubicBezTo>
                  <a:cubicBezTo>
                    <a:pt x="401" y="471"/>
                    <a:pt x="394" y="474"/>
                    <a:pt x="391" y="480"/>
                  </a:cubicBezTo>
                  <a:cubicBezTo>
                    <a:pt x="381" y="509"/>
                    <a:pt x="381" y="506"/>
                    <a:pt x="381" y="503"/>
                  </a:cubicBezTo>
                  <a:cubicBezTo>
                    <a:pt x="415" y="463"/>
                    <a:pt x="421" y="454"/>
                    <a:pt x="429" y="448"/>
                  </a:cubicBezTo>
                  <a:cubicBezTo>
                    <a:pt x="442" y="427"/>
                    <a:pt x="447" y="428"/>
                    <a:pt x="447" y="425"/>
                  </a:cubicBezTo>
                  <a:cubicBezTo>
                    <a:pt x="472" y="394"/>
                    <a:pt x="479" y="387"/>
                    <a:pt x="484" y="380"/>
                  </a:cubicBezTo>
                  <a:cubicBezTo>
                    <a:pt x="504" y="353"/>
                    <a:pt x="508" y="349"/>
                    <a:pt x="512" y="347"/>
                  </a:cubicBezTo>
                  <a:cubicBezTo>
                    <a:pt x="538" y="309"/>
                    <a:pt x="541" y="301"/>
                    <a:pt x="545" y="294"/>
                  </a:cubicBezTo>
                  <a:cubicBezTo>
                    <a:pt x="559" y="253"/>
                    <a:pt x="562" y="251"/>
                    <a:pt x="567" y="251"/>
                  </a:cubicBezTo>
                  <a:cubicBezTo>
                    <a:pt x="523" y="343"/>
                    <a:pt x="520" y="354"/>
                    <a:pt x="512" y="360"/>
                  </a:cubicBezTo>
                  <a:cubicBezTo>
                    <a:pt x="483" y="397"/>
                    <a:pt x="482" y="399"/>
                    <a:pt x="482" y="402"/>
                  </a:cubicBezTo>
                  <a:cubicBezTo>
                    <a:pt x="463" y="420"/>
                    <a:pt x="460" y="424"/>
                    <a:pt x="459" y="430"/>
                  </a:cubicBezTo>
                  <a:cubicBezTo>
                    <a:pt x="433" y="460"/>
                    <a:pt x="432" y="462"/>
                    <a:pt x="429" y="463"/>
                  </a:cubicBezTo>
                  <a:cubicBezTo>
                    <a:pt x="403" y="503"/>
                    <a:pt x="395" y="502"/>
                    <a:pt x="394" y="508"/>
                  </a:cubicBezTo>
                  <a:cubicBezTo>
                    <a:pt x="360" y="548"/>
                    <a:pt x="356" y="558"/>
                    <a:pt x="351" y="566"/>
                  </a:cubicBezTo>
                  <a:cubicBezTo>
                    <a:pt x="315" y="653"/>
                    <a:pt x="316" y="649"/>
                    <a:pt x="319" y="649"/>
                  </a:cubicBezTo>
                  <a:cubicBezTo>
                    <a:pt x="332" y="628"/>
                    <a:pt x="333" y="622"/>
                    <a:pt x="336" y="619"/>
                  </a:cubicBezTo>
                  <a:cubicBezTo>
                    <a:pt x="367" y="582"/>
                    <a:pt x="371" y="575"/>
                    <a:pt x="376" y="568"/>
                  </a:cubicBezTo>
                  <a:cubicBezTo>
                    <a:pt x="394" y="542"/>
                    <a:pt x="402" y="543"/>
                    <a:pt x="402" y="536"/>
                  </a:cubicBezTo>
                  <a:cubicBezTo>
                    <a:pt x="438" y="505"/>
                    <a:pt x="438" y="494"/>
                    <a:pt x="447" y="490"/>
                  </a:cubicBezTo>
                  <a:cubicBezTo>
                    <a:pt x="471" y="464"/>
                    <a:pt x="471" y="452"/>
                    <a:pt x="479" y="448"/>
                  </a:cubicBezTo>
                  <a:cubicBezTo>
                    <a:pt x="500" y="419"/>
                    <a:pt x="504" y="411"/>
                    <a:pt x="510" y="405"/>
                  </a:cubicBezTo>
                  <a:cubicBezTo>
                    <a:pt x="544" y="340"/>
                    <a:pt x="544" y="334"/>
                    <a:pt x="547" y="332"/>
                  </a:cubicBezTo>
                  <a:cubicBezTo>
                    <a:pt x="576" y="260"/>
                    <a:pt x="573" y="249"/>
                    <a:pt x="577" y="244"/>
                  </a:cubicBezTo>
                  <a:cubicBezTo>
                    <a:pt x="586" y="197"/>
                    <a:pt x="588" y="164"/>
                    <a:pt x="595" y="135"/>
                  </a:cubicBezTo>
                  <a:cubicBezTo>
                    <a:pt x="594" y="196"/>
                    <a:pt x="589" y="206"/>
                    <a:pt x="590" y="224"/>
                  </a:cubicBezTo>
                  <a:cubicBezTo>
                    <a:pt x="572" y="286"/>
                    <a:pt x="575" y="297"/>
                    <a:pt x="570" y="299"/>
                  </a:cubicBezTo>
                  <a:cubicBezTo>
                    <a:pt x="537" y="378"/>
                    <a:pt x="533" y="389"/>
                    <a:pt x="525" y="397"/>
                  </a:cubicBezTo>
                  <a:cubicBezTo>
                    <a:pt x="506" y="431"/>
                    <a:pt x="503" y="431"/>
                    <a:pt x="502" y="435"/>
                  </a:cubicBezTo>
                  <a:cubicBezTo>
                    <a:pt x="485" y="464"/>
                    <a:pt x="476" y="464"/>
                    <a:pt x="477" y="473"/>
                  </a:cubicBezTo>
                  <a:cubicBezTo>
                    <a:pt x="452" y="503"/>
                    <a:pt x="446" y="505"/>
                    <a:pt x="442" y="508"/>
                  </a:cubicBezTo>
                  <a:cubicBezTo>
                    <a:pt x="424" y="523"/>
                    <a:pt x="427" y="534"/>
                    <a:pt x="419" y="533"/>
                  </a:cubicBezTo>
                  <a:cubicBezTo>
                    <a:pt x="337" y="645"/>
                    <a:pt x="338" y="641"/>
                    <a:pt x="341" y="641"/>
                  </a:cubicBezTo>
                  <a:cubicBezTo>
                    <a:pt x="357" y="630"/>
                    <a:pt x="354" y="622"/>
                    <a:pt x="359" y="621"/>
                  </a:cubicBezTo>
                  <a:cubicBezTo>
                    <a:pt x="419" y="562"/>
                    <a:pt x="442" y="543"/>
                    <a:pt x="459" y="518"/>
                  </a:cubicBezTo>
                  <a:cubicBezTo>
                    <a:pt x="475" y="496"/>
                    <a:pt x="482" y="498"/>
                    <a:pt x="482" y="493"/>
                  </a:cubicBezTo>
                  <a:cubicBezTo>
                    <a:pt x="501" y="474"/>
                    <a:pt x="503" y="471"/>
                    <a:pt x="505" y="468"/>
                  </a:cubicBezTo>
                  <a:cubicBezTo>
                    <a:pt x="547" y="407"/>
                    <a:pt x="552" y="402"/>
                    <a:pt x="557" y="397"/>
                  </a:cubicBezTo>
                  <a:cubicBezTo>
                    <a:pt x="585" y="334"/>
                    <a:pt x="592" y="336"/>
                    <a:pt x="590" y="329"/>
                  </a:cubicBezTo>
                  <a:cubicBezTo>
                    <a:pt x="604" y="294"/>
                    <a:pt x="606" y="286"/>
                    <a:pt x="610" y="281"/>
                  </a:cubicBezTo>
                  <a:cubicBezTo>
                    <a:pt x="629" y="217"/>
                    <a:pt x="627" y="222"/>
                    <a:pt x="628" y="226"/>
                  </a:cubicBezTo>
                  <a:cubicBezTo>
                    <a:pt x="614" y="259"/>
                    <a:pt x="624" y="266"/>
                    <a:pt x="618" y="269"/>
                  </a:cubicBezTo>
                  <a:cubicBezTo>
                    <a:pt x="600" y="334"/>
                    <a:pt x="592" y="341"/>
                    <a:pt x="590" y="354"/>
                  </a:cubicBezTo>
                  <a:cubicBezTo>
                    <a:pt x="569" y="389"/>
                    <a:pt x="569" y="396"/>
                    <a:pt x="565" y="400"/>
                  </a:cubicBezTo>
                  <a:cubicBezTo>
                    <a:pt x="539" y="449"/>
                    <a:pt x="528" y="446"/>
                    <a:pt x="530" y="455"/>
                  </a:cubicBezTo>
                  <a:cubicBezTo>
                    <a:pt x="494" y="498"/>
                    <a:pt x="491" y="501"/>
                    <a:pt x="487" y="505"/>
                  </a:cubicBezTo>
                  <a:cubicBezTo>
                    <a:pt x="467" y="523"/>
                    <a:pt x="465" y="536"/>
                    <a:pt x="454" y="541"/>
                  </a:cubicBezTo>
                  <a:cubicBezTo>
                    <a:pt x="435" y="560"/>
                    <a:pt x="434" y="562"/>
                    <a:pt x="434" y="566"/>
                  </a:cubicBezTo>
                  <a:cubicBezTo>
                    <a:pt x="409" y="593"/>
                    <a:pt x="397" y="589"/>
                    <a:pt x="399" y="599"/>
                  </a:cubicBezTo>
                  <a:cubicBezTo>
                    <a:pt x="371" y="623"/>
                    <a:pt x="367" y="627"/>
                    <a:pt x="364" y="631"/>
                  </a:cubicBezTo>
                  <a:cubicBezTo>
                    <a:pt x="347" y="653"/>
                    <a:pt x="344" y="654"/>
                    <a:pt x="341" y="654"/>
                  </a:cubicBezTo>
                  <a:cubicBezTo>
                    <a:pt x="306" y="715"/>
                    <a:pt x="304" y="720"/>
                    <a:pt x="301" y="722"/>
                  </a:cubicBezTo>
                  <a:cubicBezTo>
                    <a:pt x="296" y="747"/>
                    <a:pt x="297" y="745"/>
                    <a:pt x="299" y="745"/>
                  </a:cubicBezTo>
                  <a:cubicBezTo>
                    <a:pt x="318" y="708"/>
                    <a:pt x="325" y="704"/>
                    <a:pt x="329" y="697"/>
                  </a:cubicBezTo>
                  <a:cubicBezTo>
                    <a:pt x="354" y="669"/>
                    <a:pt x="351" y="661"/>
                    <a:pt x="356" y="662"/>
                  </a:cubicBezTo>
                  <a:cubicBezTo>
                    <a:pt x="380" y="634"/>
                    <a:pt x="389" y="622"/>
                    <a:pt x="399" y="611"/>
                  </a:cubicBezTo>
                  <a:cubicBezTo>
                    <a:pt x="461" y="555"/>
                    <a:pt x="469" y="552"/>
                    <a:pt x="472" y="543"/>
                  </a:cubicBezTo>
                  <a:cubicBezTo>
                    <a:pt x="512" y="507"/>
                    <a:pt x="513" y="503"/>
                    <a:pt x="520" y="503"/>
                  </a:cubicBezTo>
                  <a:cubicBezTo>
                    <a:pt x="550" y="469"/>
                    <a:pt x="557" y="461"/>
                    <a:pt x="565" y="455"/>
                  </a:cubicBezTo>
                  <a:cubicBezTo>
                    <a:pt x="598" y="394"/>
                    <a:pt x="603" y="386"/>
                    <a:pt x="610" y="380"/>
                  </a:cubicBezTo>
                  <a:cubicBezTo>
                    <a:pt x="617" y="354"/>
                    <a:pt x="618" y="350"/>
                    <a:pt x="623" y="349"/>
                  </a:cubicBezTo>
                  <a:cubicBezTo>
                    <a:pt x="643" y="301"/>
                    <a:pt x="640" y="315"/>
                    <a:pt x="638" y="317"/>
                  </a:cubicBezTo>
                  <a:cubicBezTo>
                    <a:pt x="614" y="376"/>
                    <a:pt x="614" y="391"/>
                    <a:pt x="605" y="397"/>
                  </a:cubicBezTo>
                  <a:cubicBezTo>
                    <a:pt x="571" y="455"/>
                    <a:pt x="568" y="462"/>
                    <a:pt x="565" y="470"/>
                  </a:cubicBezTo>
                  <a:cubicBezTo>
                    <a:pt x="543" y="489"/>
                    <a:pt x="545" y="498"/>
                    <a:pt x="537" y="495"/>
                  </a:cubicBezTo>
                  <a:cubicBezTo>
                    <a:pt x="520" y="516"/>
                    <a:pt x="516" y="518"/>
                    <a:pt x="512" y="521"/>
                  </a:cubicBezTo>
                  <a:cubicBezTo>
                    <a:pt x="488" y="541"/>
                    <a:pt x="485" y="549"/>
                    <a:pt x="477" y="553"/>
                  </a:cubicBezTo>
                  <a:cubicBezTo>
                    <a:pt x="451" y="584"/>
                    <a:pt x="445" y="583"/>
                    <a:pt x="444" y="589"/>
                  </a:cubicBezTo>
                  <a:cubicBezTo>
                    <a:pt x="416" y="615"/>
                    <a:pt x="402" y="624"/>
                    <a:pt x="392" y="636"/>
                  </a:cubicBezTo>
                  <a:cubicBezTo>
                    <a:pt x="369" y="660"/>
                    <a:pt x="366" y="668"/>
                    <a:pt x="359" y="672"/>
                  </a:cubicBezTo>
                  <a:cubicBezTo>
                    <a:pt x="326" y="726"/>
                    <a:pt x="315" y="734"/>
                    <a:pt x="309" y="747"/>
                  </a:cubicBezTo>
                  <a:cubicBezTo>
                    <a:pt x="299" y="770"/>
                    <a:pt x="301" y="766"/>
                    <a:pt x="304" y="762"/>
                  </a:cubicBezTo>
                  <a:cubicBezTo>
                    <a:pt x="323" y="737"/>
                    <a:pt x="326" y="734"/>
                    <a:pt x="329" y="730"/>
                  </a:cubicBezTo>
                  <a:cubicBezTo>
                    <a:pt x="353" y="695"/>
                    <a:pt x="356" y="695"/>
                    <a:pt x="359" y="694"/>
                  </a:cubicBezTo>
                  <a:cubicBezTo>
                    <a:pt x="373" y="674"/>
                    <a:pt x="377" y="671"/>
                    <a:pt x="379" y="667"/>
                  </a:cubicBezTo>
                  <a:cubicBezTo>
                    <a:pt x="427" y="618"/>
                    <a:pt x="427" y="612"/>
                    <a:pt x="432" y="611"/>
                  </a:cubicBezTo>
                  <a:cubicBezTo>
                    <a:pt x="465" y="583"/>
                    <a:pt x="468" y="575"/>
                    <a:pt x="477" y="573"/>
                  </a:cubicBezTo>
                  <a:cubicBezTo>
                    <a:pt x="532" y="525"/>
                    <a:pt x="537" y="523"/>
                    <a:pt x="540" y="521"/>
                  </a:cubicBezTo>
                  <a:cubicBezTo>
                    <a:pt x="572" y="493"/>
                    <a:pt x="577" y="488"/>
                    <a:pt x="583" y="483"/>
                  </a:cubicBezTo>
                  <a:cubicBezTo>
                    <a:pt x="603" y="467"/>
                    <a:pt x="601" y="462"/>
                    <a:pt x="603" y="460"/>
                  </a:cubicBezTo>
                  <a:cubicBezTo>
                    <a:pt x="640" y="421"/>
                    <a:pt x="644" y="403"/>
                    <a:pt x="656" y="392"/>
                  </a:cubicBezTo>
                  <a:cubicBezTo>
                    <a:pt x="677" y="336"/>
                    <a:pt x="684" y="332"/>
                    <a:pt x="686" y="322"/>
                  </a:cubicBezTo>
                  <a:cubicBezTo>
                    <a:pt x="694" y="312"/>
                    <a:pt x="693" y="316"/>
                    <a:pt x="691" y="319"/>
                  </a:cubicBezTo>
                  <a:cubicBezTo>
                    <a:pt x="672" y="371"/>
                    <a:pt x="672" y="380"/>
                    <a:pt x="666" y="385"/>
                  </a:cubicBezTo>
                  <a:cubicBezTo>
                    <a:pt x="638" y="427"/>
                    <a:pt x="637" y="437"/>
                    <a:pt x="630" y="440"/>
                  </a:cubicBezTo>
                  <a:cubicBezTo>
                    <a:pt x="614" y="466"/>
                    <a:pt x="617" y="473"/>
                    <a:pt x="613" y="473"/>
                  </a:cubicBezTo>
                  <a:cubicBezTo>
                    <a:pt x="599" y="501"/>
                    <a:pt x="588" y="506"/>
                    <a:pt x="585" y="521"/>
                  </a:cubicBezTo>
                  <a:cubicBezTo>
                    <a:pt x="536" y="580"/>
                    <a:pt x="527" y="580"/>
                    <a:pt x="527" y="589"/>
                  </a:cubicBezTo>
                  <a:cubicBezTo>
                    <a:pt x="498" y="618"/>
                    <a:pt x="489" y="617"/>
                    <a:pt x="490" y="626"/>
                  </a:cubicBezTo>
                  <a:cubicBezTo>
                    <a:pt x="455" y="659"/>
                    <a:pt x="447" y="668"/>
                    <a:pt x="437" y="674"/>
                  </a:cubicBezTo>
                  <a:cubicBezTo>
                    <a:pt x="408" y="701"/>
                    <a:pt x="406" y="706"/>
                    <a:pt x="404" y="709"/>
                  </a:cubicBezTo>
                  <a:cubicBezTo>
                    <a:pt x="384" y="728"/>
                    <a:pt x="380" y="730"/>
                    <a:pt x="377" y="732"/>
                  </a:cubicBezTo>
                  <a:cubicBezTo>
                    <a:pt x="365" y="749"/>
                    <a:pt x="359" y="754"/>
                    <a:pt x="354" y="760"/>
                  </a:cubicBezTo>
                  <a:cubicBezTo>
                    <a:pt x="309" y="824"/>
                    <a:pt x="309" y="830"/>
                    <a:pt x="304" y="830"/>
                  </a:cubicBezTo>
                  <a:cubicBezTo>
                    <a:pt x="289" y="858"/>
                    <a:pt x="285" y="858"/>
                    <a:pt x="286" y="863"/>
                  </a:cubicBezTo>
                  <a:cubicBezTo>
                    <a:pt x="270" y="881"/>
                    <a:pt x="270" y="888"/>
                    <a:pt x="266" y="891"/>
                  </a:cubicBezTo>
                  <a:cubicBezTo>
                    <a:pt x="252" y="942"/>
                    <a:pt x="260" y="953"/>
                    <a:pt x="253" y="961"/>
                  </a:cubicBezTo>
                  <a:cubicBezTo>
                    <a:pt x="275" y="924"/>
                    <a:pt x="276" y="916"/>
                    <a:pt x="281" y="913"/>
                  </a:cubicBezTo>
                  <a:cubicBezTo>
                    <a:pt x="296" y="889"/>
                    <a:pt x="296" y="885"/>
                    <a:pt x="296" y="881"/>
                  </a:cubicBezTo>
                  <a:cubicBezTo>
                    <a:pt x="328" y="826"/>
                    <a:pt x="337" y="820"/>
                    <a:pt x="341" y="808"/>
                  </a:cubicBezTo>
                  <a:cubicBezTo>
                    <a:pt x="391" y="746"/>
                    <a:pt x="402" y="741"/>
                    <a:pt x="407" y="730"/>
                  </a:cubicBezTo>
                  <a:cubicBezTo>
                    <a:pt x="466" y="676"/>
                    <a:pt x="464" y="669"/>
                    <a:pt x="472" y="672"/>
                  </a:cubicBezTo>
                  <a:cubicBezTo>
                    <a:pt x="497" y="651"/>
                    <a:pt x="495" y="644"/>
                    <a:pt x="500" y="644"/>
                  </a:cubicBezTo>
                  <a:cubicBezTo>
                    <a:pt x="524" y="614"/>
                    <a:pt x="532" y="607"/>
                    <a:pt x="540" y="599"/>
                  </a:cubicBezTo>
                  <a:cubicBezTo>
                    <a:pt x="560" y="577"/>
                    <a:pt x="562" y="575"/>
                    <a:pt x="563" y="578"/>
                  </a:cubicBezTo>
                  <a:cubicBezTo>
                    <a:pt x="532" y="621"/>
                    <a:pt x="526" y="621"/>
                    <a:pt x="525" y="626"/>
                  </a:cubicBezTo>
                  <a:cubicBezTo>
                    <a:pt x="515" y="645"/>
                    <a:pt x="502" y="643"/>
                    <a:pt x="502" y="654"/>
                  </a:cubicBezTo>
                  <a:cubicBezTo>
                    <a:pt x="477" y="678"/>
                    <a:pt x="473" y="681"/>
                    <a:pt x="467" y="682"/>
                  </a:cubicBezTo>
                  <a:cubicBezTo>
                    <a:pt x="440" y="699"/>
                    <a:pt x="454" y="709"/>
                    <a:pt x="442" y="707"/>
                  </a:cubicBezTo>
                  <a:cubicBezTo>
                    <a:pt x="411" y="729"/>
                    <a:pt x="426" y="737"/>
                    <a:pt x="417" y="737"/>
                  </a:cubicBezTo>
                  <a:cubicBezTo>
                    <a:pt x="405" y="760"/>
                    <a:pt x="394" y="754"/>
                    <a:pt x="397" y="762"/>
                  </a:cubicBezTo>
                  <a:cubicBezTo>
                    <a:pt x="340" y="837"/>
                    <a:pt x="330" y="837"/>
                    <a:pt x="331" y="848"/>
                  </a:cubicBezTo>
                  <a:cubicBezTo>
                    <a:pt x="298" y="899"/>
                    <a:pt x="301" y="909"/>
                    <a:pt x="294" y="911"/>
                  </a:cubicBezTo>
                  <a:cubicBezTo>
                    <a:pt x="276" y="946"/>
                    <a:pt x="271" y="948"/>
                    <a:pt x="271" y="956"/>
                  </a:cubicBezTo>
                  <a:cubicBezTo>
                    <a:pt x="289" y="939"/>
                    <a:pt x="287" y="927"/>
                    <a:pt x="294" y="923"/>
                  </a:cubicBezTo>
                  <a:cubicBezTo>
                    <a:pt x="324" y="876"/>
                    <a:pt x="325" y="872"/>
                    <a:pt x="329" y="871"/>
                  </a:cubicBezTo>
                  <a:cubicBezTo>
                    <a:pt x="345" y="847"/>
                    <a:pt x="350" y="842"/>
                    <a:pt x="351" y="833"/>
                  </a:cubicBezTo>
                  <a:cubicBezTo>
                    <a:pt x="391" y="775"/>
                    <a:pt x="403" y="777"/>
                    <a:pt x="404" y="767"/>
                  </a:cubicBezTo>
                  <a:cubicBezTo>
                    <a:pt x="425" y="740"/>
                    <a:pt x="432" y="742"/>
                    <a:pt x="434" y="740"/>
                  </a:cubicBezTo>
                  <a:cubicBezTo>
                    <a:pt x="450" y="719"/>
                    <a:pt x="452" y="717"/>
                    <a:pt x="455" y="714"/>
                  </a:cubicBezTo>
                  <a:cubicBezTo>
                    <a:pt x="479" y="688"/>
                    <a:pt x="486" y="686"/>
                    <a:pt x="490" y="682"/>
                  </a:cubicBezTo>
                  <a:cubicBezTo>
                    <a:pt x="517" y="654"/>
                    <a:pt x="523" y="652"/>
                    <a:pt x="525" y="646"/>
                  </a:cubicBezTo>
                  <a:cubicBezTo>
                    <a:pt x="547" y="627"/>
                    <a:pt x="547" y="624"/>
                    <a:pt x="548" y="621"/>
                  </a:cubicBezTo>
                  <a:cubicBezTo>
                    <a:pt x="574" y="586"/>
                    <a:pt x="584" y="581"/>
                    <a:pt x="588" y="571"/>
                  </a:cubicBezTo>
                  <a:cubicBezTo>
                    <a:pt x="602" y="554"/>
                    <a:pt x="603" y="558"/>
                    <a:pt x="603" y="561"/>
                  </a:cubicBezTo>
                  <a:cubicBezTo>
                    <a:pt x="564" y="608"/>
                    <a:pt x="562" y="624"/>
                    <a:pt x="553" y="631"/>
                  </a:cubicBezTo>
                  <a:cubicBezTo>
                    <a:pt x="533" y="653"/>
                    <a:pt x="531" y="655"/>
                    <a:pt x="527" y="656"/>
                  </a:cubicBezTo>
                  <a:cubicBezTo>
                    <a:pt x="489" y="688"/>
                    <a:pt x="491" y="694"/>
                    <a:pt x="487" y="694"/>
                  </a:cubicBezTo>
                  <a:cubicBezTo>
                    <a:pt x="459" y="725"/>
                    <a:pt x="455" y="729"/>
                    <a:pt x="450" y="732"/>
                  </a:cubicBezTo>
                  <a:cubicBezTo>
                    <a:pt x="414" y="777"/>
                    <a:pt x="409" y="779"/>
                    <a:pt x="404" y="782"/>
                  </a:cubicBezTo>
                  <a:cubicBezTo>
                    <a:pt x="368" y="827"/>
                    <a:pt x="367" y="833"/>
                    <a:pt x="364" y="838"/>
                  </a:cubicBezTo>
                  <a:cubicBezTo>
                    <a:pt x="347" y="861"/>
                    <a:pt x="347" y="865"/>
                    <a:pt x="344" y="865"/>
                  </a:cubicBezTo>
                  <a:cubicBezTo>
                    <a:pt x="316" y="902"/>
                    <a:pt x="318" y="908"/>
                    <a:pt x="314" y="908"/>
                  </a:cubicBezTo>
                  <a:cubicBezTo>
                    <a:pt x="297" y="944"/>
                    <a:pt x="292" y="947"/>
                    <a:pt x="289" y="951"/>
                  </a:cubicBezTo>
                  <a:cubicBezTo>
                    <a:pt x="272" y="991"/>
                    <a:pt x="265" y="999"/>
                    <a:pt x="264" y="1012"/>
                  </a:cubicBezTo>
                  <a:cubicBezTo>
                    <a:pt x="246" y="1070"/>
                    <a:pt x="247" y="1080"/>
                    <a:pt x="243" y="1084"/>
                  </a:cubicBezTo>
                  <a:cubicBezTo>
                    <a:pt x="275" y="1031"/>
                    <a:pt x="275" y="1019"/>
                    <a:pt x="281" y="1014"/>
                  </a:cubicBezTo>
                  <a:cubicBezTo>
                    <a:pt x="300" y="980"/>
                    <a:pt x="306" y="968"/>
                    <a:pt x="311" y="956"/>
                  </a:cubicBezTo>
                  <a:cubicBezTo>
                    <a:pt x="329" y="925"/>
                    <a:pt x="336" y="929"/>
                    <a:pt x="334" y="921"/>
                  </a:cubicBezTo>
                  <a:cubicBezTo>
                    <a:pt x="370" y="883"/>
                    <a:pt x="367" y="872"/>
                    <a:pt x="377" y="873"/>
                  </a:cubicBezTo>
                  <a:cubicBezTo>
                    <a:pt x="395" y="849"/>
                    <a:pt x="404" y="842"/>
                    <a:pt x="412" y="833"/>
                  </a:cubicBezTo>
                  <a:cubicBezTo>
                    <a:pt x="432" y="811"/>
                    <a:pt x="434" y="810"/>
                    <a:pt x="434" y="808"/>
                  </a:cubicBezTo>
                  <a:cubicBezTo>
                    <a:pt x="468" y="774"/>
                    <a:pt x="473" y="764"/>
                    <a:pt x="482" y="757"/>
                  </a:cubicBezTo>
                  <a:cubicBezTo>
                    <a:pt x="518" y="710"/>
                    <a:pt x="527" y="711"/>
                    <a:pt x="525" y="702"/>
                  </a:cubicBezTo>
                  <a:cubicBezTo>
                    <a:pt x="512" y="725"/>
                    <a:pt x="513" y="729"/>
                    <a:pt x="512" y="732"/>
                  </a:cubicBezTo>
                  <a:cubicBezTo>
                    <a:pt x="497" y="756"/>
                    <a:pt x="486" y="759"/>
                    <a:pt x="482" y="767"/>
                  </a:cubicBezTo>
                  <a:cubicBezTo>
                    <a:pt x="463" y="791"/>
                    <a:pt x="457" y="793"/>
                    <a:pt x="452" y="795"/>
                  </a:cubicBezTo>
                  <a:cubicBezTo>
                    <a:pt x="362" y="908"/>
                    <a:pt x="358" y="911"/>
                    <a:pt x="354" y="913"/>
                  </a:cubicBezTo>
                  <a:cubicBezTo>
                    <a:pt x="338" y="944"/>
                    <a:pt x="330" y="941"/>
                    <a:pt x="331" y="948"/>
                  </a:cubicBezTo>
                  <a:cubicBezTo>
                    <a:pt x="305" y="988"/>
                    <a:pt x="305" y="994"/>
                    <a:pt x="301" y="996"/>
                  </a:cubicBezTo>
                  <a:cubicBezTo>
                    <a:pt x="313" y="984"/>
                    <a:pt x="317" y="981"/>
                    <a:pt x="319" y="976"/>
                  </a:cubicBezTo>
                  <a:cubicBezTo>
                    <a:pt x="362" y="938"/>
                    <a:pt x="357" y="928"/>
                    <a:pt x="364" y="928"/>
                  </a:cubicBezTo>
                  <a:cubicBezTo>
                    <a:pt x="379" y="903"/>
                    <a:pt x="390" y="907"/>
                    <a:pt x="389" y="901"/>
                  </a:cubicBezTo>
                  <a:cubicBezTo>
                    <a:pt x="416" y="869"/>
                    <a:pt x="427" y="873"/>
                    <a:pt x="424" y="865"/>
                  </a:cubicBezTo>
                  <a:cubicBezTo>
                    <a:pt x="450" y="844"/>
                    <a:pt x="454" y="836"/>
                    <a:pt x="462" y="833"/>
                  </a:cubicBezTo>
                  <a:cubicBezTo>
                    <a:pt x="510" y="785"/>
                    <a:pt x="513" y="782"/>
                    <a:pt x="515" y="780"/>
                  </a:cubicBezTo>
                  <a:cubicBezTo>
                    <a:pt x="536" y="752"/>
                    <a:pt x="545" y="755"/>
                    <a:pt x="543" y="747"/>
                  </a:cubicBezTo>
                  <a:cubicBezTo>
                    <a:pt x="566" y="714"/>
                    <a:pt x="568" y="710"/>
                    <a:pt x="570" y="707"/>
                  </a:cubicBezTo>
                  <a:cubicBezTo>
                    <a:pt x="591" y="657"/>
                    <a:pt x="601" y="647"/>
                    <a:pt x="605" y="631"/>
                  </a:cubicBezTo>
                  <a:cubicBezTo>
                    <a:pt x="597" y="662"/>
                    <a:pt x="596" y="668"/>
                    <a:pt x="595" y="674"/>
                  </a:cubicBezTo>
                  <a:cubicBezTo>
                    <a:pt x="577" y="704"/>
                    <a:pt x="573" y="716"/>
                    <a:pt x="568" y="727"/>
                  </a:cubicBezTo>
                  <a:cubicBezTo>
                    <a:pt x="537" y="772"/>
                    <a:pt x="532" y="774"/>
                    <a:pt x="528" y="777"/>
                  </a:cubicBezTo>
                  <a:cubicBezTo>
                    <a:pt x="516" y="796"/>
                    <a:pt x="509" y="797"/>
                    <a:pt x="507" y="802"/>
                  </a:cubicBezTo>
                  <a:cubicBezTo>
                    <a:pt x="475" y="834"/>
                    <a:pt x="473" y="835"/>
                    <a:pt x="472" y="838"/>
                  </a:cubicBezTo>
                  <a:cubicBezTo>
                    <a:pt x="458" y="853"/>
                    <a:pt x="452" y="855"/>
                    <a:pt x="447" y="858"/>
                  </a:cubicBezTo>
                  <a:cubicBezTo>
                    <a:pt x="430" y="871"/>
                    <a:pt x="434" y="882"/>
                    <a:pt x="424" y="881"/>
                  </a:cubicBezTo>
                  <a:cubicBezTo>
                    <a:pt x="388" y="922"/>
                    <a:pt x="381" y="923"/>
                    <a:pt x="379" y="928"/>
                  </a:cubicBezTo>
                  <a:cubicBezTo>
                    <a:pt x="356" y="958"/>
                    <a:pt x="346" y="955"/>
                    <a:pt x="347" y="964"/>
                  </a:cubicBezTo>
                  <a:cubicBezTo>
                    <a:pt x="311" y="1003"/>
                    <a:pt x="313" y="1013"/>
                    <a:pt x="306" y="1014"/>
                  </a:cubicBezTo>
                  <a:cubicBezTo>
                    <a:pt x="282" y="1051"/>
                    <a:pt x="281" y="1054"/>
                    <a:pt x="281" y="1057"/>
                  </a:cubicBezTo>
                  <a:cubicBezTo>
                    <a:pt x="263" y="1076"/>
                    <a:pt x="266" y="1095"/>
                    <a:pt x="256" y="1100"/>
                  </a:cubicBezTo>
                  <a:cubicBezTo>
                    <a:pt x="251" y="1150"/>
                    <a:pt x="250" y="1138"/>
                    <a:pt x="256" y="1135"/>
                  </a:cubicBezTo>
                  <a:cubicBezTo>
                    <a:pt x="289" y="1070"/>
                    <a:pt x="297" y="1067"/>
                    <a:pt x="299" y="1059"/>
                  </a:cubicBezTo>
                  <a:cubicBezTo>
                    <a:pt x="316" y="1029"/>
                    <a:pt x="323" y="1031"/>
                    <a:pt x="321" y="1024"/>
                  </a:cubicBezTo>
                  <a:cubicBezTo>
                    <a:pt x="338" y="1004"/>
                    <a:pt x="340" y="996"/>
                    <a:pt x="344" y="991"/>
                  </a:cubicBezTo>
                  <a:cubicBezTo>
                    <a:pt x="361" y="971"/>
                    <a:pt x="363" y="965"/>
                    <a:pt x="369" y="961"/>
                  </a:cubicBezTo>
                  <a:cubicBezTo>
                    <a:pt x="436" y="888"/>
                    <a:pt x="448" y="891"/>
                    <a:pt x="447" y="880"/>
                  </a:cubicBezTo>
                  <a:cubicBezTo>
                    <a:pt x="469" y="858"/>
                    <a:pt x="474" y="859"/>
                    <a:pt x="475" y="855"/>
                  </a:cubicBezTo>
                  <a:cubicBezTo>
                    <a:pt x="505" y="824"/>
                    <a:pt x="511" y="822"/>
                    <a:pt x="512" y="815"/>
                  </a:cubicBezTo>
                  <a:cubicBezTo>
                    <a:pt x="568" y="753"/>
                    <a:pt x="565" y="741"/>
                    <a:pt x="573" y="739"/>
                  </a:cubicBezTo>
                  <a:cubicBezTo>
                    <a:pt x="584" y="730"/>
                    <a:pt x="582" y="734"/>
                    <a:pt x="580" y="737"/>
                  </a:cubicBezTo>
                  <a:cubicBezTo>
                    <a:pt x="561" y="775"/>
                    <a:pt x="553" y="785"/>
                    <a:pt x="545" y="795"/>
                  </a:cubicBezTo>
                  <a:cubicBezTo>
                    <a:pt x="516" y="828"/>
                    <a:pt x="510" y="830"/>
                    <a:pt x="507" y="838"/>
                  </a:cubicBezTo>
                  <a:cubicBezTo>
                    <a:pt x="443" y="909"/>
                    <a:pt x="435" y="906"/>
                    <a:pt x="435" y="911"/>
                  </a:cubicBezTo>
                  <a:cubicBezTo>
                    <a:pt x="419" y="924"/>
                    <a:pt x="417" y="927"/>
                    <a:pt x="417" y="931"/>
                  </a:cubicBezTo>
                  <a:cubicBezTo>
                    <a:pt x="381" y="966"/>
                    <a:pt x="371" y="974"/>
                    <a:pt x="364" y="986"/>
                  </a:cubicBezTo>
                  <a:cubicBezTo>
                    <a:pt x="347" y="1005"/>
                    <a:pt x="346" y="1013"/>
                    <a:pt x="339" y="1014"/>
                  </a:cubicBezTo>
                  <a:cubicBezTo>
                    <a:pt x="294" y="1085"/>
                    <a:pt x="293" y="1095"/>
                    <a:pt x="286" y="1100"/>
                  </a:cubicBezTo>
                  <a:cubicBezTo>
                    <a:pt x="259" y="1148"/>
                    <a:pt x="259" y="1154"/>
                    <a:pt x="256" y="1157"/>
                  </a:cubicBezTo>
                  <a:cubicBezTo>
                    <a:pt x="241" y="1199"/>
                    <a:pt x="246" y="1208"/>
                    <a:pt x="241" y="1218"/>
                  </a:cubicBezTo>
                  <a:cubicBezTo>
                    <a:pt x="260" y="1178"/>
                    <a:pt x="260" y="1172"/>
                    <a:pt x="264" y="1170"/>
                  </a:cubicBezTo>
                  <a:cubicBezTo>
                    <a:pt x="290" y="1114"/>
                    <a:pt x="297" y="1109"/>
                    <a:pt x="301" y="1102"/>
                  </a:cubicBezTo>
                  <a:cubicBezTo>
                    <a:pt x="336" y="1056"/>
                    <a:pt x="339" y="1048"/>
                    <a:pt x="344" y="1042"/>
                  </a:cubicBezTo>
                  <a:cubicBezTo>
                    <a:pt x="367" y="1006"/>
                    <a:pt x="373" y="1006"/>
                    <a:pt x="374" y="1001"/>
                  </a:cubicBezTo>
                  <a:cubicBezTo>
                    <a:pt x="410" y="964"/>
                    <a:pt x="416" y="964"/>
                    <a:pt x="417" y="959"/>
                  </a:cubicBezTo>
                  <a:cubicBezTo>
                    <a:pt x="453" y="919"/>
                    <a:pt x="467" y="910"/>
                    <a:pt x="475" y="896"/>
                  </a:cubicBezTo>
                  <a:cubicBezTo>
                    <a:pt x="505" y="865"/>
                    <a:pt x="517" y="863"/>
                    <a:pt x="520" y="850"/>
                  </a:cubicBezTo>
                  <a:cubicBezTo>
                    <a:pt x="554" y="810"/>
                    <a:pt x="558" y="807"/>
                    <a:pt x="560" y="802"/>
                  </a:cubicBezTo>
                  <a:cubicBezTo>
                    <a:pt x="584" y="766"/>
                    <a:pt x="596" y="762"/>
                    <a:pt x="598" y="750"/>
                  </a:cubicBezTo>
                  <a:cubicBezTo>
                    <a:pt x="627" y="704"/>
                    <a:pt x="632" y="702"/>
                    <a:pt x="633" y="697"/>
                  </a:cubicBezTo>
                  <a:cubicBezTo>
                    <a:pt x="623" y="720"/>
                    <a:pt x="626" y="728"/>
                    <a:pt x="621" y="727"/>
                  </a:cubicBezTo>
                  <a:cubicBezTo>
                    <a:pt x="597" y="761"/>
                    <a:pt x="596" y="771"/>
                    <a:pt x="588" y="772"/>
                  </a:cubicBezTo>
                  <a:cubicBezTo>
                    <a:pt x="575" y="802"/>
                    <a:pt x="566" y="803"/>
                    <a:pt x="565" y="812"/>
                  </a:cubicBezTo>
                  <a:cubicBezTo>
                    <a:pt x="538" y="856"/>
                    <a:pt x="525" y="854"/>
                    <a:pt x="525" y="865"/>
                  </a:cubicBezTo>
                  <a:cubicBezTo>
                    <a:pt x="510" y="886"/>
                    <a:pt x="501" y="883"/>
                    <a:pt x="500" y="888"/>
                  </a:cubicBezTo>
                  <a:cubicBezTo>
                    <a:pt x="481" y="905"/>
                    <a:pt x="479" y="907"/>
                    <a:pt x="477" y="911"/>
                  </a:cubicBezTo>
                  <a:cubicBezTo>
                    <a:pt x="449" y="935"/>
                    <a:pt x="452" y="943"/>
                    <a:pt x="447" y="943"/>
                  </a:cubicBezTo>
                  <a:cubicBezTo>
                    <a:pt x="429" y="962"/>
                    <a:pt x="427" y="963"/>
                    <a:pt x="425" y="966"/>
                  </a:cubicBezTo>
                  <a:cubicBezTo>
                    <a:pt x="401" y="992"/>
                    <a:pt x="398" y="995"/>
                    <a:pt x="394" y="996"/>
                  </a:cubicBezTo>
                  <a:cubicBezTo>
                    <a:pt x="379" y="1017"/>
                    <a:pt x="373" y="1015"/>
                    <a:pt x="374" y="1021"/>
                  </a:cubicBezTo>
                  <a:cubicBezTo>
                    <a:pt x="331" y="1077"/>
                    <a:pt x="326" y="1081"/>
                    <a:pt x="324" y="1089"/>
                  </a:cubicBezTo>
                  <a:cubicBezTo>
                    <a:pt x="309" y="1105"/>
                    <a:pt x="309" y="1109"/>
                    <a:pt x="309" y="1112"/>
                  </a:cubicBezTo>
                  <a:cubicBezTo>
                    <a:pt x="293" y="1133"/>
                    <a:pt x="293" y="1139"/>
                    <a:pt x="289" y="1142"/>
                  </a:cubicBezTo>
                  <a:cubicBezTo>
                    <a:pt x="272" y="1170"/>
                    <a:pt x="273" y="1176"/>
                    <a:pt x="271" y="1180"/>
                  </a:cubicBezTo>
                  <a:cubicBezTo>
                    <a:pt x="246" y="1241"/>
                    <a:pt x="246" y="1250"/>
                    <a:pt x="246" y="1258"/>
                  </a:cubicBezTo>
                  <a:cubicBezTo>
                    <a:pt x="257" y="1254"/>
                    <a:pt x="254" y="1246"/>
                    <a:pt x="259" y="1246"/>
                  </a:cubicBezTo>
                  <a:cubicBezTo>
                    <a:pt x="274" y="1211"/>
                    <a:pt x="275" y="1207"/>
                    <a:pt x="279" y="1205"/>
                  </a:cubicBezTo>
                  <a:cubicBezTo>
                    <a:pt x="320" y="1146"/>
                    <a:pt x="319" y="1135"/>
                    <a:pt x="327" y="1132"/>
                  </a:cubicBezTo>
                  <a:cubicBezTo>
                    <a:pt x="353" y="1085"/>
                    <a:pt x="363" y="1084"/>
                    <a:pt x="364" y="1074"/>
                  </a:cubicBezTo>
                  <a:cubicBezTo>
                    <a:pt x="392" y="1044"/>
                    <a:pt x="389" y="1036"/>
                    <a:pt x="394" y="1037"/>
                  </a:cubicBezTo>
                  <a:cubicBezTo>
                    <a:pt x="409" y="1021"/>
                    <a:pt x="409" y="1018"/>
                    <a:pt x="409" y="1016"/>
                  </a:cubicBezTo>
                  <a:cubicBezTo>
                    <a:pt x="421" y="1005"/>
                    <a:pt x="423" y="1003"/>
                    <a:pt x="427" y="1001"/>
                  </a:cubicBezTo>
                  <a:cubicBezTo>
                    <a:pt x="466" y="955"/>
                    <a:pt x="477" y="948"/>
                    <a:pt x="485" y="938"/>
                  </a:cubicBezTo>
                  <a:cubicBezTo>
                    <a:pt x="518" y="914"/>
                    <a:pt x="515" y="906"/>
                    <a:pt x="520" y="906"/>
                  </a:cubicBezTo>
                  <a:cubicBezTo>
                    <a:pt x="551" y="882"/>
                    <a:pt x="558" y="873"/>
                    <a:pt x="568" y="865"/>
                  </a:cubicBezTo>
                  <a:cubicBezTo>
                    <a:pt x="556" y="886"/>
                    <a:pt x="553" y="888"/>
                    <a:pt x="548" y="888"/>
                  </a:cubicBezTo>
                  <a:cubicBezTo>
                    <a:pt x="519" y="917"/>
                    <a:pt x="514" y="922"/>
                    <a:pt x="508" y="926"/>
                  </a:cubicBezTo>
                  <a:cubicBezTo>
                    <a:pt x="486" y="947"/>
                    <a:pt x="481" y="952"/>
                    <a:pt x="477" y="958"/>
                  </a:cubicBezTo>
                  <a:cubicBezTo>
                    <a:pt x="437" y="1004"/>
                    <a:pt x="435" y="1006"/>
                    <a:pt x="432" y="1009"/>
                  </a:cubicBezTo>
                  <a:cubicBezTo>
                    <a:pt x="378" y="1069"/>
                    <a:pt x="375" y="1086"/>
                    <a:pt x="362" y="1094"/>
                  </a:cubicBezTo>
                  <a:cubicBezTo>
                    <a:pt x="324" y="1152"/>
                    <a:pt x="326" y="1159"/>
                    <a:pt x="319" y="1157"/>
                  </a:cubicBezTo>
                  <a:cubicBezTo>
                    <a:pt x="305" y="1192"/>
                    <a:pt x="293" y="1190"/>
                    <a:pt x="294" y="1200"/>
                  </a:cubicBezTo>
                  <a:cubicBezTo>
                    <a:pt x="266" y="1260"/>
                    <a:pt x="259" y="1258"/>
                    <a:pt x="259" y="1263"/>
                  </a:cubicBezTo>
                  <a:cubicBezTo>
                    <a:pt x="251" y="1298"/>
                    <a:pt x="251" y="1292"/>
                    <a:pt x="246" y="1291"/>
                  </a:cubicBezTo>
                  <a:cubicBezTo>
                    <a:pt x="271" y="1295"/>
                    <a:pt x="258" y="1283"/>
                    <a:pt x="271" y="1283"/>
                  </a:cubicBezTo>
                  <a:cubicBezTo>
                    <a:pt x="326" y="1167"/>
                    <a:pt x="332" y="1165"/>
                    <a:pt x="334" y="1160"/>
                  </a:cubicBezTo>
                  <a:cubicBezTo>
                    <a:pt x="350" y="1123"/>
                    <a:pt x="361" y="1126"/>
                    <a:pt x="359" y="1117"/>
                  </a:cubicBezTo>
                  <a:cubicBezTo>
                    <a:pt x="387" y="1084"/>
                    <a:pt x="394" y="1076"/>
                    <a:pt x="399" y="1067"/>
                  </a:cubicBezTo>
                  <a:cubicBezTo>
                    <a:pt x="475" y="1001"/>
                    <a:pt x="472" y="992"/>
                    <a:pt x="480" y="994"/>
                  </a:cubicBezTo>
                  <a:cubicBezTo>
                    <a:pt x="497" y="981"/>
                    <a:pt x="502" y="975"/>
                    <a:pt x="510" y="971"/>
                  </a:cubicBezTo>
                  <a:cubicBezTo>
                    <a:pt x="532" y="952"/>
                    <a:pt x="534" y="948"/>
                    <a:pt x="540" y="948"/>
                  </a:cubicBezTo>
                  <a:cubicBezTo>
                    <a:pt x="553" y="931"/>
                    <a:pt x="556" y="931"/>
                    <a:pt x="558" y="931"/>
                  </a:cubicBezTo>
                  <a:cubicBezTo>
                    <a:pt x="594" y="891"/>
                    <a:pt x="607" y="882"/>
                    <a:pt x="613" y="865"/>
                  </a:cubicBezTo>
                  <a:cubicBezTo>
                    <a:pt x="599" y="896"/>
                    <a:pt x="595" y="896"/>
                    <a:pt x="596" y="901"/>
                  </a:cubicBezTo>
                  <a:cubicBezTo>
                    <a:pt x="577" y="920"/>
                    <a:pt x="574" y="924"/>
                    <a:pt x="568" y="926"/>
                  </a:cubicBezTo>
                  <a:cubicBezTo>
                    <a:pt x="544" y="951"/>
                    <a:pt x="537" y="951"/>
                    <a:pt x="538" y="958"/>
                  </a:cubicBezTo>
                  <a:cubicBezTo>
                    <a:pt x="508" y="985"/>
                    <a:pt x="498" y="990"/>
                    <a:pt x="490" y="996"/>
                  </a:cubicBezTo>
                  <a:cubicBezTo>
                    <a:pt x="458" y="1014"/>
                    <a:pt x="462" y="1026"/>
                    <a:pt x="455" y="1026"/>
                  </a:cubicBezTo>
                  <a:cubicBezTo>
                    <a:pt x="438" y="1046"/>
                    <a:pt x="433" y="1046"/>
                    <a:pt x="432" y="1049"/>
                  </a:cubicBezTo>
                  <a:cubicBezTo>
                    <a:pt x="398" y="1090"/>
                    <a:pt x="392" y="1088"/>
                    <a:pt x="392" y="1092"/>
                  </a:cubicBezTo>
                  <a:cubicBezTo>
                    <a:pt x="371" y="1115"/>
                    <a:pt x="368" y="1120"/>
                    <a:pt x="367" y="1127"/>
                  </a:cubicBezTo>
                  <a:cubicBezTo>
                    <a:pt x="343" y="1159"/>
                    <a:pt x="343" y="1167"/>
                    <a:pt x="339" y="1170"/>
                  </a:cubicBezTo>
                  <a:cubicBezTo>
                    <a:pt x="304" y="1239"/>
                    <a:pt x="296" y="1239"/>
                    <a:pt x="296" y="1248"/>
                  </a:cubicBezTo>
                  <a:cubicBezTo>
                    <a:pt x="278" y="1277"/>
                    <a:pt x="287" y="1279"/>
                    <a:pt x="281" y="1281"/>
                  </a:cubicBezTo>
                  <a:cubicBezTo>
                    <a:pt x="246" y="1371"/>
                    <a:pt x="256" y="1372"/>
                    <a:pt x="254" y="1386"/>
                  </a:cubicBezTo>
                  <a:cubicBezTo>
                    <a:pt x="266" y="1357"/>
                    <a:pt x="266" y="1353"/>
                    <a:pt x="266" y="1349"/>
                  </a:cubicBezTo>
                  <a:cubicBezTo>
                    <a:pt x="293" y="1281"/>
                    <a:pt x="296" y="1281"/>
                    <a:pt x="299" y="1281"/>
                  </a:cubicBezTo>
                  <a:cubicBezTo>
                    <a:pt x="308" y="1258"/>
                    <a:pt x="314" y="1259"/>
                    <a:pt x="312" y="1251"/>
                  </a:cubicBezTo>
                  <a:cubicBezTo>
                    <a:pt x="332" y="1226"/>
                    <a:pt x="333" y="1221"/>
                    <a:pt x="334" y="1215"/>
                  </a:cubicBezTo>
                  <a:cubicBezTo>
                    <a:pt x="360" y="1186"/>
                    <a:pt x="360" y="1174"/>
                    <a:pt x="367" y="1170"/>
                  </a:cubicBezTo>
                  <a:cubicBezTo>
                    <a:pt x="400" y="1124"/>
                    <a:pt x="404" y="1118"/>
                    <a:pt x="410" y="1112"/>
                  </a:cubicBezTo>
                  <a:cubicBezTo>
                    <a:pt x="423" y="1096"/>
                    <a:pt x="424" y="1094"/>
                    <a:pt x="427" y="1094"/>
                  </a:cubicBezTo>
                  <a:cubicBezTo>
                    <a:pt x="449" y="1060"/>
                    <a:pt x="460" y="1065"/>
                    <a:pt x="457" y="1057"/>
                  </a:cubicBezTo>
                  <a:cubicBezTo>
                    <a:pt x="497" y="1018"/>
                    <a:pt x="528" y="1004"/>
                    <a:pt x="548" y="979"/>
                  </a:cubicBezTo>
                  <a:cubicBezTo>
                    <a:pt x="588" y="940"/>
                    <a:pt x="590" y="931"/>
                    <a:pt x="596" y="926"/>
                  </a:cubicBezTo>
                  <a:cubicBezTo>
                    <a:pt x="623" y="900"/>
                    <a:pt x="616" y="899"/>
                    <a:pt x="618" y="906"/>
                  </a:cubicBezTo>
                  <a:cubicBezTo>
                    <a:pt x="606" y="925"/>
                    <a:pt x="604" y="927"/>
                    <a:pt x="601" y="928"/>
                  </a:cubicBezTo>
                  <a:cubicBezTo>
                    <a:pt x="563" y="980"/>
                    <a:pt x="555" y="982"/>
                    <a:pt x="553" y="989"/>
                  </a:cubicBezTo>
                  <a:cubicBezTo>
                    <a:pt x="513" y="1021"/>
                    <a:pt x="511" y="1023"/>
                    <a:pt x="508" y="1024"/>
                  </a:cubicBezTo>
                  <a:cubicBezTo>
                    <a:pt x="476" y="1056"/>
                    <a:pt x="471" y="1060"/>
                    <a:pt x="465" y="1062"/>
                  </a:cubicBezTo>
                  <a:cubicBezTo>
                    <a:pt x="439" y="1098"/>
                    <a:pt x="432" y="1100"/>
                    <a:pt x="427" y="1104"/>
                  </a:cubicBezTo>
                  <a:cubicBezTo>
                    <a:pt x="413" y="1124"/>
                    <a:pt x="407" y="1124"/>
                    <a:pt x="407" y="1132"/>
                  </a:cubicBezTo>
                  <a:cubicBezTo>
                    <a:pt x="374" y="1182"/>
                    <a:pt x="363" y="1186"/>
                    <a:pt x="359" y="1198"/>
                  </a:cubicBezTo>
                  <a:cubicBezTo>
                    <a:pt x="344" y="1221"/>
                    <a:pt x="342" y="1223"/>
                    <a:pt x="342" y="1225"/>
                  </a:cubicBezTo>
                  <a:cubicBezTo>
                    <a:pt x="314" y="1273"/>
                    <a:pt x="309" y="1276"/>
                    <a:pt x="309" y="1283"/>
                  </a:cubicBezTo>
                  <a:cubicBezTo>
                    <a:pt x="299" y="1304"/>
                    <a:pt x="294" y="1306"/>
                    <a:pt x="294" y="1313"/>
                  </a:cubicBezTo>
                  <a:cubicBezTo>
                    <a:pt x="281" y="1340"/>
                    <a:pt x="281" y="1342"/>
                    <a:pt x="279" y="1341"/>
                  </a:cubicBezTo>
                  <a:cubicBezTo>
                    <a:pt x="272" y="1377"/>
                    <a:pt x="264" y="1384"/>
                    <a:pt x="266" y="1402"/>
                  </a:cubicBezTo>
                  <a:cubicBezTo>
                    <a:pt x="266" y="1422"/>
                    <a:pt x="267" y="1407"/>
                    <a:pt x="274" y="1399"/>
                  </a:cubicBezTo>
                  <a:cubicBezTo>
                    <a:pt x="295" y="1345"/>
                    <a:pt x="300" y="1321"/>
                    <a:pt x="314" y="1306"/>
                  </a:cubicBezTo>
                  <a:cubicBezTo>
                    <a:pt x="332" y="1263"/>
                    <a:pt x="339" y="1255"/>
                    <a:pt x="347" y="1248"/>
                  </a:cubicBezTo>
                  <a:cubicBezTo>
                    <a:pt x="384" y="1190"/>
                    <a:pt x="386" y="1184"/>
                    <a:pt x="392" y="1182"/>
                  </a:cubicBezTo>
                  <a:cubicBezTo>
                    <a:pt x="430" y="1138"/>
                    <a:pt x="434" y="1127"/>
                    <a:pt x="445" y="1122"/>
                  </a:cubicBezTo>
                  <a:cubicBezTo>
                    <a:pt x="500" y="1074"/>
                    <a:pt x="508" y="1067"/>
                    <a:pt x="515" y="1059"/>
                  </a:cubicBezTo>
                  <a:cubicBezTo>
                    <a:pt x="543" y="1027"/>
                    <a:pt x="554" y="1024"/>
                    <a:pt x="558" y="1014"/>
                  </a:cubicBezTo>
                  <a:cubicBezTo>
                    <a:pt x="546" y="1032"/>
                    <a:pt x="548" y="1039"/>
                    <a:pt x="545" y="1041"/>
                  </a:cubicBezTo>
                  <a:cubicBezTo>
                    <a:pt x="519" y="1066"/>
                    <a:pt x="517" y="1068"/>
                    <a:pt x="515" y="1072"/>
                  </a:cubicBezTo>
                  <a:cubicBezTo>
                    <a:pt x="498" y="1090"/>
                    <a:pt x="490" y="1087"/>
                    <a:pt x="490" y="1092"/>
                  </a:cubicBezTo>
                  <a:cubicBezTo>
                    <a:pt x="467" y="1109"/>
                    <a:pt x="464" y="1117"/>
                    <a:pt x="457" y="1120"/>
                  </a:cubicBezTo>
                  <a:cubicBezTo>
                    <a:pt x="439" y="1141"/>
                    <a:pt x="434" y="1146"/>
                    <a:pt x="430" y="1152"/>
                  </a:cubicBezTo>
                  <a:cubicBezTo>
                    <a:pt x="407" y="1180"/>
                    <a:pt x="396" y="1189"/>
                    <a:pt x="389" y="1203"/>
                  </a:cubicBezTo>
                  <a:cubicBezTo>
                    <a:pt x="340" y="1277"/>
                    <a:pt x="340" y="1283"/>
                    <a:pt x="334" y="1283"/>
                  </a:cubicBezTo>
                  <a:cubicBezTo>
                    <a:pt x="311" y="1324"/>
                    <a:pt x="312" y="1337"/>
                    <a:pt x="304" y="1341"/>
                  </a:cubicBezTo>
                  <a:cubicBezTo>
                    <a:pt x="283" y="1403"/>
                    <a:pt x="280" y="1411"/>
                    <a:pt x="276" y="1419"/>
                  </a:cubicBezTo>
                  <a:cubicBezTo>
                    <a:pt x="267" y="1456"/>
                    <a:pt x="262" y="1466"/>
                    <a:pt x="264" y="1469"/>
                  </a:cubicBezTo>
                  <a:cubicBezTo>
                    <a:pt x="279" y="1429"/>
                    <a:pt x="286" y="1428"/>
                    <a:pt x="284" y="1419"/>
                  </a:cubicBezTo>
                  <a:cubicBezTo>
                    <a:pt x="311" y="1363"/>
                    <a:pt x="316" y="1353"/>
                    <a:pt x="322" y="1344"/>
                  </a:cubicBezTo>
                  <a:cubicBezTo>
                    <a:pt x="341" y="1299"/>
                    <a:pt x="344" y="1299"/>
                    <a:pt x="347" y="1298"/>
                  </a:cubicBezTo>
                  <a:cubicBezTo>
                    <a:pt x="377" y="1253"/>
                    <a:pt x="377" y="1246"/>
                    <a:pt x="382" y="1243"/>
                  </a:cubicBezTo>
                  <a:cubicBezTo>
                    <a:pt x="470" y="1149"/>
                    <a:pt x="469" y="1136"/>
                    <a:pt x="480" y="1135"/>
                  </a:cubicBezTo>
                  <a:cubicBezTo>
                    <a:pt x="514" y="1093"/>
                    <a:pt x="525" y="1097"/>
                    <a:pt x="523" y="1089"/>
                  </a:cubicBezTo>
                  <a:cubicBezTo>
                    <a:pt x="569" y="1039"/>
                    <a:pt x="577" y="1036"/>
                    <a:pt x="581" y="1029"/>
                  </a:cubicBezTo>
                  <a:cubicBezTo>
                    <a:pt x="617" y="976"/>
                    <a:pt x="617" y="985"/>
                    <a:pt x="613" y="989"/>
                  </a:cubicBezTo>
                  <a:cubicBezTo>
                    <a:pt x="598" y="1018"/>
                    <a:pt x="597" y="1023"/>
                    <a:pt x="596" y="1029"/>
                  </a:cubicBezTo>
                  <a:cubicBezTo>
                    <a:pt x="570" y="1050"/>
                    <a:pt x="572" y="1056"/>
                    <a:pt x="568" y="1057"/>
                  </a:cubicBezTo>
                  <a:cubicBezTo>
                    <a:pt x="549" y="1084"/>
                    <a:pt x="545" y="1084"/>
                    <a:pt x="545" y="1089"/>
                  </a:cubicBezTo>
                  <a:cubicBezTo>
                    <a:pt x="517" y="1111"/>
                    <a:pt x="509" y="1114"/>
                    <a:pt x="505" y="1122"/>
                  </a:cubicBezTo>
                  <a:cubicBezTo>
                    <a:pt x="448" y="1187"/>
                    <a:pt x="435" y="1186"/>
                    <a:pt x="435" y="1198"/>
                  </a:cubicBezTo>
                  <a:cubicBezTo>
                    <a:pt x="358" y="1294"/>
                    <a:pt x="359" y="1303"/>
                    <a:pt x="352" y="1303"/>
                  </a:cubicBezTo>
                  <a:cubicBezTo>
                    <a:pt x="338" y="1342"/>
                    <a:pt x="332" y="1344"/>
                    <a:pt x="329" y="1349"/>
                  </a:cubicBezTo>
                  <a:cubicBezTo>
                    <a:pt x="294" y="1419"/>
                    <a:pt x="294" y="1435"/>
                    <a:pt x="287" y="1442"/>
                  </a:cubicBezTo>
                  <a:cubicBezTo>
                    <a:pt x="275" y="1485"/>
                    <a:pt x="278" y="1489"/>
                    <a:pt x="279" y="1495"/>
                  </a:cubicBezTo>
                  <a:cubicBezTo>
                    <a:pt x="284" y="1538"/>
                    <a:pt x="280" y="1529"/>
                    <a:pt x="282" y="1525"/>
                  </a:cubicBezTo>
                  <a:cubicBezTo>
                    <a:pt x="295" y="1474"/>
                    <a:pt x="302" y="1461"/>
                    <a:pt x="307" y="1447"/>
                  </a:cubicBezTo>
                  <a:cubicBezTo>
                    <a:pt x="319" y="1424"/>
                    <a:pt x="316" y="1416"/>
                    <a:pt x="319" y="1414"/>
                  </a:cubicBezTo>
                  <a:cubicBezTo>
                    <a:pt x="344" y="1364"/>
                    <a:pt x="347" y="1363"/>
                    <a:pt x="347" y="1359"/>
                  </a:cubicBezTo>
                  <a:cubicBezTo>
                    <a:pt x="359" y="1339"/>
                    <a:pt x="361" y="1336"/>
                    <a:pt x="362" y="1334"/>
                  </a:cubicBezTo>
                  <a:cubicBezTo>
                    <a:pt x="386" y="1299"/>
                    <a:pt x="387" y="1292"/>
                    <a:pt x="392" y="1288"/>
                  </a:cubicBezTo>
                  <a:cubicBezTo>
                    <a:pt x="420" y="1249"/>
                    <a:pt x="427" y="1239"/>
                    <a:pt x="435" y="1230"/>
                  </a:cubicBezTo>
                  <a:cubicBezTo>
                    <a:pt x="468" y="1194"/>
                    <a:pt x="469" y="1191"/>
                    <a:pt x="473" y="1190"/>
                  </a:cubicBezTo>
                  <a:cubicBezTo>
                    <a:pt x="499" y="1158"/>
                    <a:pt x="504" y="1154"/>
                    <a:pt x="508" y="1150"/>
                  </a:cubicBezTo>
                  <a:cubicBezTo>
                    <a:pt x="538" y="1112"/>
                    <a:pt x="545" y="1102"/>
                    <a:pt x="553" y="1092"/>
                  </a:cubicBezTo>
                  <a:cubicBezTo>
                    <a:pt x="577" y="1069"/>
                    <a:pt x="569" y="1068"/>
                    <a:pt x="568" y="1074"/>
                  </a:cubicBezTo>
                  <a:cubicBezTo>
                    <a:pt x="540" y="1125"/>
                    <a:pt x="527" y="1138"/>
                    <a:pt x="518" y="1152"/>
                  </a:cubicBezTo>
                  <a:cubicBezTo>
                    <a:pt x="491" y="1186"/>
                    <a:pt x="486" y="1188"/>
                    <a:pt x="483" y="1190"/>
                  </a:cubicBezTo>
                  <a:cubicBezTo>
                    <a:pt x="445" y="1238"/>
                    <a:pt x="436" y="1241"/>
                    <a:pt x="432" y="1250"/>
                  </a:cubicBezTo>
                  <a:cubicBezTo>
                    <a:pt x="381" y="1320"/>
                    <a:pt x="378" y="1330"/>
                    <a:pt x="372" y="1336"/>
                  </a:cubicBezTo>
                  <a:cubicBezTo>
                    <a:pt x="342" y="1391"/>
                    <a:pt x="337" y="1398"/>
                    <a:pt x="332" y="1404"/>
                  </a:cubicBezTo>
                  <a:cubicBezTo>
                    <a:pt x="297" y="1512"/>
                    <a:pt x="299" y="1511"/>
                    <a:pt x="297" y="1517"/>
                  </a:cubicBezTo>
                  <a:cubicBezTo>
                    <a:pt x="285" y="1562"/>
                    <a:pt x="292" y="1562"/>
                    <a:pt x="292" y="1570"/>
                  </a:cubicBezTo>
                  <a:cubicBezTo>
                    <a:pt x="308" y="1526"/>
                    <a:pt x="315" y="1528"/>
                    <a:pt x="312" y="1520"/>
                  </a:cubicBezTo>
                  <a:cubicBezTo>
                    <a:pt x="334" y="1475"/>
                    <a:pt x="332" y="1464"/>
                    <a:pt x="339" y="1462"/>
                  </a:cubicBezTo>
                  <a:cubicBezTo>
                    <a:pt x="371" y="1397"/>
                    <a:pt x="376" y="1392"/>
                    <a:pt x="380" y="1386"/>
                  </a:cubicBezTo>
                  <a:cubicBezTo>
                    <a:pt x="418" y="1328"/>
                    <a:pt x="420" y="1321"/>
                    <a:pt x="425" y="1316"/>
                  </a:cubicBezTo>
                  <a:cubicBezTo>
                    <a:pt x="441" y="1283"/>
                    <a:pt x="447" y="1285"/>
                    <a:pt x="447" y="1281"/>
                  </a:cubicBezTo>
                  <a:cubicBezTo>
                    <a:pt x="479" y="1240"/>
                    <a:pt x="484" y="1230"/>
                    <a:pt x="493" y="1225"/>
                  </a:cubicBezTo>
                  <a:cubicBezTo>
                    <a:pt x="510" y="1208"/>
                    <a:pt x="509" y="1213"/>
                    <a:pt x="513" y="1213"/>
                  </a:cubicBezTo>
                  <a:cubicBezTo>
                    <a:pt x="523" y="1194"/>
                    <a:pt x="525" y="1193"/>
                    <a:pt x="525" y="1190"/>
                  </a:cubicBezTo>
                  <a:cubicBezTo>
                    <a:pt x="562" y="1144"/>
                    <a:pt x="564" y="1140"/>
                    <a:pt x="563" y="1135"/>
                  </a:cubicBezTo>
                  <a:cubicBezTo>
                    <a:pt x="582" y="1095"/>
                    <a:pt x="589" y="1084"/>
                    <a:pt x="596" y="1072"/>
                  </a:cubicBezTo>
                  <a:cubicBezTo>
                    <a:pt x="579" y="1116"/>
                    <a:pt x="576" y="1130"/>
                    <a:pt x="571" y="1142"/>
                  </a:cubicBezTo>
                  <a:cubicBezTo>
                    <a:pt x="549" y="1177"/>
                    <a:pt x="552" y="1188"/>
                    <a:pt x="545" y="1190"/>
                  </a:cubicBezTo>
                  <a:cubicBezTo>
                    <a:pt x="519" y="1245"/>
                    <a:pt x="511" y="1246"/>
                    <a:pt x="513" y="1255"/>
                  </a:cubicBezTo>
                  <a:cubicBezTo>
                    <a:pt x="489" y="1289"/>
                    <a:pt x="487" y="1295"/>
                    <a:pt x="485" y="1301"/>
                  </a:cubicBezTo>
                  <a:cubicBezTo>
                    <a:pt x="460" y="1334"/>
                    <a:pt x="463" y="1345"/>
                    <a:pt x="458" y="1349"/>
                  </a:cubicBezTo>
                  <a:cubicBezTo>
                    <a:pt x="437" y="1384"/>
                    <a:pt x="437" y="1392"/>
                    <a:pt x="432" y="1396"/>
                  </a:cubicBezTo>
                  <a:cubicBezTo>
                    <a:pt x="427" y="1433"/>
                    <a:pt x="425" y="1426"/>
                    <a:pt x="427" y="1424"/>
                  </a:cubicBezTo>
                  <a:cubicBezTo>
                    <a:pt x="443" y="1405"/>
                    <a:pt x="440" y="1397"/>
                    <a:pt x="445" y="1396"/>
                  </a:cubicBezTo>
                  <a:cubicBezTo>
                    <a:pt x="475" y="1348"/>
                    <a:pt x="476" y="1344"/>
                    <a:pt x="475" y="1338"/>
                  </a:cubicBezTo>
                  <a:cubicBezTo>
                    <a:pt x="497" y="1313"/>
                    <a:pt x="494" y="1305"/>
                    <a:pt x="498" y="1303"/>
                  </a:cubicBezTo>
                  <a:cubicBezTo>
                    <a:pt x="497" y="1315"/>
                    <a:pt x="494" y="1322"/>
                    <a:pt x="490" y="1328"/>
                  </a:cubicBezTo>
                  <a:cubicBezTo>
                    <a:pt x="462" y="1378"/>
                    <a:pt x="460" y="1382"/>
                    <a:pt x="460" y="1386"/>
                  </a:cubicBezTo>
                  <a:cubicBezTo>
                    <a:pt x="425" y="1445"/>
                    <a:pt x="428" y="1453"/>
                    <a:pt x="425" y="1454"/>
                  </a:cubicBezTo>
                  <a:cubicBezTo>
                    <a:pt x="405" y="1499"/>
                    <a:pt x="398" y="1512"/>
                    <a:pt x="392" y="1525"/>
                  </a:cubicBezTo>
                  <a:cubicBezTo>
                    <a:pt x="371" y="1599"/>
                    <a:pt x="365" y="1598"/>
                    <a:pt x="367" y="1605"/>
                  </a:cubicBezTo>
                  <a:cubicBezTo>
                    <a:pt x="354" y="1641"/>
                    <a:pt x="358" y="1653"/>
                    <a:pt x="352" y="1656"/>
                  </a:cubicBezTo>
                  <a:cubicBezTo>
                    <a:pt x="346" y="1759"/>
                    <a:pt x="343" y="1757"/>
                    <a:pt x="342" y="1754"/>
                  </a:cubicBezTo>
                  <a:cubicBezTo>
                    <a:pt x="349" y="1713"/>
                    <a:pt x="354" y="1702"/>
                    <a:pt x="357" y="1691"/>
                  </a:cubicBezTo>
                  <a:cubicBezTo>
                    <a:pt x="378" y="1637"/>
                    <a:pt x="375" y="1627"/>
                    <a:pt x="380" y="1625"/>
                  </a:cubicBezTo>
                  <a:cubicBezTo>
                    <a:pt x="393" y="1579"/>
                    <a:pt x="398" y="1569"/>
                    <a:pt x="402" y="1560"/>
                  </a:cubicBezTo>
                  <a:cubicBezTo>
                    <a:pt x="415" y="1520"/>
                    <a:pt x="417" y="1514"/>
                    <a:pt x="422" y="1512"/>
                  </a:cubicBezTo>
                  <a:cubicBezTo>
                    <a:pt x="438" y="1477"/>
                    <a:pt x="435" y="1466"/>
                    <a:pt x="440" y="1464"/>
                  </a:cubicBezTo>
                  <a:cubicBezTo>
                    <a:pt x="491" y="1374"/>
                    <a:pt x="493" y="1369"/>
                    <a:pt x="493" y="1361"/>
                  </a:cubicBezTo>
                  <a:cubicBezTo>
                    <a:pt x="533" y="1307"/>
                    <a:pt x="537" y="1281"/>
                    <a:pt x="551" y="1265"/>
                  </a:cubicBezTo>
                  <a:cubicBezTo>
                    <a:pt x="567" y="1213"/>
                    <a:pt x="572" y="1200"/>
                    <a:pt x="576" y="1187"/>
                  </a:cubicBezTo>
                  <a:cubicBezTo>
                    <a:pt x="570" y="1224"/>
                    <a:pt x="567" y="1232"/>
                    <a:pt x="566" y="1243"/>
                  </a:cubicBezTo>
                  <a:cubicBezTo>
                    <a:pt x="527" y="1322"/>
                    <a:pt x="522" y="1329"/>
                    <a:pt x="520" y="1338"/>
                  </a:cubicBezTo>
                  <a:cubicBezTo>
                    <a:pt x="499" y="1364"/>
                    <a:pt x="499" y="1376"/>
                    <a:pt x="493" y="1381"/>
                  </a:cubicBezTo>
                  <a:cubicBezTo>
                    <a:pt x="498" y="1392"/>
                    <a:pt x="498" y="1398"/>
                    <a:pt x="498" y="1404"/>
                  </a:cubicBezTo>
                  <a:cubicBezTo>
                    <a:pt x="532" y="1330"/>
                    <a:pt x="532" y="1345"/>
                    <a:pt x="528" y="1343"/>
                  </a:cubicBezTo>
                  <a:cubicBezTo>
                    <a:pt x="511" y="1391"/>
                    <a:pt x="508" y="1400"/>
                    <a:pt x="505" y="1409"/>
                  </a:cubicBezTo>
                  <a:cubicBezTo>
                    <a:pt x="497" y="1445"/>
                    <a:pt x="494" y="1455"/>
                    <a:pt x="493" y="1467"/>
                  </a:cubicBezTo>
                  <a:cubicBezTo>
                    <a:pt x="496" y="1535"/>
                    <a:pt x="492" y="1549"/>
                    <a:pt x="490" y="1567"/>
                  </a:cubicBezTo>
                  <a:cubicBezTo>
                    <a:pt x="476" y="1593"/>
                    <a:pt x="479" y="1606"/>
                    <a:pt x="473" y="1610"/>
                  </a:cubicBezTo>
                  <a:cubicBezTo>
                    <a:pt x="427" y="1706"/>
                    <a:pt x="422" y="1720"/>
                    <a:pt x="413" y="1731"/>
                  </a:cubicBezTo>
                  <a:cubicBezTo>
                    <a:pt x="408" y="1755"/>
                    <a:pt x="414" y="1746"/>
                    <a:pt x="415" y="1744"/>
                  </a:cubicBezTo>
                  <a:cubicBezTo>
                    <a:pt x="452" y="1724"/>
                    <a:pt x="461" y="1714"/>
                    <a:pt x="468" y="1718"/>
                  </a:cubicBezTo>
                  <a:cubicBezTo>
                    <a:pt x="439" y="1738"/>
                    <a:pt x="429" y="1744"/>
                    <a:pt x="423" y="1754"/>
                  </a:cubicBezTo>
                  <a:cubicBezTo>
                    <a:pt x="390" y="1807"/>
                    <a:pt x="394" y="1818"/>
                    <a:pt x="390" y="1819"/>
                  </a:cubicBezTo>
                  <a:cubicBezTo>
                    <a:pt x="387" y="1852"/>
                    <a:pt x="390" y="1857"/>
                    <a:pt x="393" y="1864"/>
                  </a:cubicBezTo>
                  <a:cubicBezTo>
                    <a:pt x="395" y="1893"/>
                    <a:pt x="401" y="1904"/>
                    <a:pt x="405" y="1917"/>
                  </a:cubicBezTo>
                  <a:cubicBezTo>
                    <a:pt x="418" y="1937"/>
                    <a:pt x="423" y="1944"/>
                    <a:pt x="418" y="1950"/>
                  </a:cubicBezTo>
                  <a:cubicBezTo>
                    <a:pt x="398" y="1927"/>
                    <a:pt x="390" y="1922"/>
                    <a:pt x="388" y="1912"/>
                  </a:cubicBezTo>
                  <a:cubicBezTo>
                    <a:pt x="371" y="1883"/>
                    <a:pt x="363" y="1883"/>
                    <a:pt x="357" y="1880"/>
                  </a:cubicBezTo>
                  <a:cubicBezTo>
                    <a:pt x="325" y="1849"/>
                    <a:pt x="317" y="1848"/>
                    <a:pt x="315" y="1842"/>
                  </a:cubicBezTo>
                  <a:cubicBezTo>
                    <a:pt x="284" y="1820"/>
                    <a:pt x="288" y="1832"/>
                    <a:pt x="299" y="1829"/>
                  </a:cubicBezTo>
                  <a:cubicBezTo>
                    <a:pt x="296" y="1823"/>
                    <a:pt x="286" y="1823"/>
                    <a:pt x="282" y="1817"/>
                  </a:cubicBezTo>
                  <a:cubicBezTo>
                    <a:pt x="235" y="1800"/>
                    <a:pt x="246" y="1796"/>
                    <a:pt x="252" y="1802"/>
                  </a:cubicBezTo>
                  <a:cubicBezTo>
                    <a:pt x="301" y="1810"/>
                    <a:pt x="324" y="1818"/>
                    <a:pt x="342" y="1829"/>
                  </a:cubicBezTo>
                  <a:cubicBezTo>
                    <a:pt x="332" y="1811"/>
                    <a:pt x="328" y="1807"/>
                    <a:pt x="325" y="1802"/>
                  </a:cubicBezTo>
                  <a:cubicBezTo>
                    <a:pt x="300" y="1767"/>
                    <a:pt x="291" y="1768"/>
                    <a:pt x="292" y="1759"/>
                  </a:cubicBezTo>
                  <a:cubicBezTo>
                    <a:pt x="254" y="1707"/>
                    <a:pt x="246" y="1698"/>
                    <a:pt x="239" y="1688"/>
                  </a:cubicBezTo>
                  <a:cubicBezTo>
                    <a:pt x="214" y="1649"/>
                    <a:pt x="204" y="1642"/>
                    <a:pt x="201" y="1628"/>
                  </a:cubicBezTo>
                  <a:cubicBezTo>
                    <a:pt x="178" y="1567"/>
                    <a:pt x="173" y="1562"/>
                    <a:pt x="168" y="1558"/>
                  </a:cubicBezTo>
                  <a:cubicBezTo>
                    <a:pt x="153" y="1520"/>
                    <a:pt x="151" y="1514"/>
                    <a:pt x="146" y="1512"/>
                  </a:cubicBezTo>
                  <a:cubicBezTo>
                    <a:pt x="133" y="1472"/>
                    <a:pt x="123" y="1469"/>
                    <a:pt x="123" y="1457"/>
                  </a:cubicBezTo>
                  <a:cubicBezTo>
                    <a:pt x="108" y="1419"/>
                    <a:pt x="98" y="1416"/>
                    <a:pt x="100" y="1402"/>
                  </a:cubicBezTo>
                  <a:cubicBezTo>
                    <a:pt x="109" y="1417"/>
                    <a:pt x="115" y="1416"/>
                    <a:pt x="113" y="1424"/>
                  </a:cubicBezTo>
                  <a:cubicBezTo>
                    <a:pt x="141" y="1468"/>
                    <a:pt x="143" y="1471"/>
                    <a:pt x="146" y="1475"/>
                  </a:cubicBezTo>
                  <a:cubicBezTo>
                    <a:pt x="184" y="1527"/>
                    <a:pt x="192" y="1530"/>
                    <a:pt x="196" y="1537"/>
                  </a:cubicBezTo>
                  <a:cubicBezTo>
                    <a:pt x="219" y="1559"/>
                    <a:pt x="223" y="1568"/>
                    <a:pt x="231" y="1573"/>
                  </a:cubicBezTo>
                  <a:cubicBezTo>
                    <a:pt x="246" y="1588"/>
                    <a:pt x="247" y="1590"/>
                    <a:pt x="249" y="1590"/>
                  </a:cubicBezTo>
                  <a:cubicBezTo>
                    <a:pt x="274" y="1624"/>
                    <a:pt x="278" y="1626"/>
                    <a:pt x="282" y="1628"/>
                  </a:cubicBezTo>
                  <a:cubicBezTo>
                    <a:pt x="265" y="1589"/>
                    <a:pt x="257" y="1590"/>
                    <a:pt x="259" y="1580"/>
                  </a:cubicBezTo>
                  <a:cubicBezTo>
                    <a:pt x="203" y="1511"/>
                    <a:pt x="196" y="1509"/>
                    <a:pt x="193" y="1502"/>
                  </a:cubicBezTo>
                  <a:cubicBezTo>
                    <a:pt x="172" y="1477"/>
                    <a:pt x="168" y="1477"/>
                    <a:pt x="168" y="1472"/>
                  </a:cubicBezTo>
                  <a:cubicBezTo>
                    <a:pt x="147" y="1441"/>
                    <a:pt x="145" y="1442"/>
                    <a:pt x="146" y="1439"/>
                  </a:cubicBezTo>
                  <a:cubicBezTo>
                    <a:pt x="127" y="1411"/>
                    <a:pt x="130" y="1404"/>
                    <a:pt x="125" y="1404"/>
                  </a:cubicBezTo>
                  <a:cubicBezTo>
                    <a:pt x="102" y="1363"/>
                    <a:pt x="100" y="1355"/>
                    <a:pt x="95" y="1351"/>
                  </a:cubicBezTo>
                  <a:cubicBezTo>
                    <a:pt x="61" y="1229"/>
                    <a:pt x="62" y="1234"/>
                    <a:pt x="62" y="1241"/>
                  </a:cubicBezTo>
                  <a:cubicBezTo>
                    <a:pt x="80" y="1283"/>
                    <a:pt x="77" y="1293"/>
                    <a:pt x="83" y="1293"/>
                  </a:cubicBezTo>
                  <a:cubicBezTo>
                    <a:pt x="100" y="1336"/>
                    <a:pt x="98" y="1345"/>
                    <a:pt x="105" y="1344"/>
                  </a:cubicBezTo>
                  <a:cubicBezTo>
                    <a:pt x="128" y="1387"/>
                    <a:pt x="129" y="1398"/>
                    <a:pt x="135" y="1404"/>
                  </a:cubicBezTo>
                  <a:cubicBezTo>
                    <a:pt x="148" y="1422"/>
                    <a:pt x="148" y="1425"/>
                    <a:pt x="148" y="1427"/>
                  </a:cubicBezTo>
                  <a:cubicBezTo>
                    <a:pt x="176" y="1460"/>
                    <a:pt x="173" y="1469"/>
                    <a:pt x="178" y="1470"/>
                  </a:cubicBezTo>
                  <a:cubicBezTo>
                    <a:pt x="203" y="1506"/>
                    <a:pt x="213" y="1502"/>
                    <a:pt x="211" y="1510"/>
                  </a:cubicBezTo>
                  <a:cubicBezTo>
                    <a:pt x="240" y="1542"/>
                    <a:pt x="244" y="1544"/>
                    <a:pt x="244" y="1550"/>
                  </a:cubicBezTo>
                  <a:cubicBezTo>
                    <a:pt x="270" y="1548"/>
                    <a:pt x="267" y="1546"/>
                    <a:pt x="264" y="1545"/>
                  </a:cubicBezTo>
                  <a:cubicBezTo>
                    <a:pt x="251" y="1520"/>
                    <a:pt x="247" y="1516"/>
                    <a:pt x="249" y="1507"/>
                  </a:cubicBezTo>
                  <a:cubicBezTo>
                    <a:pt x="229" y="1481"/>
                    <a:pt x="225" y="1479"/>
                    <a:pt x="221" y="1477"/>
                  </a:cubicBezTo>
                  <a:cubicBezTo>
                    <a:pt x="196" y="1426"/>
                    <a:pt x="189" y="1427"/>
                    <a:pt x="188" y="1422"/>
                  </a:cubicBezTo>
                  <a:cubicBezTo>
                    <a:pt x="166" y="1386"/>
                    <a:pt x="161" y="1384"/>
                    <a:pt x="161" y="1379"/>
                  </a:cubicBezTo>
                  <a:cubicBezTo>
                    <a:pt x="153" y="1363"/>
                    <a:pt x="149" y="1362"/>
                    <a:pt x="151" y="1354"/>
                  </a:cubicBezTo>
                  <a:cubicBezTo>
                    <a:pt x="119" y="1295"/>
                    <a:pt x="118" y="1290"/>
                    <a:pt x="113" y="1288"/>
                  </a:cubicBezTo>
                  <a:cubicBezTo>
                    <a:pt x="97" y="1255"/>
                    <a:pt x="100" y="1245"/>
                    <a:pt x="95" y="1243"/>
                  </a:cubicBezTo>
                  <a:cubicBezTo>
                    <a:pt x="70" y="1172"/>
                    <a:pt x="70" y="1159"/>
                    <a:pt x="62" y="1153"/>
                  </a:cubicBezTo>
                  <a:cubicBezTo>
                    <a:pt x="55" y="1121"/>
                    <a:pt x="45" y="1115"/>
                    <a:pt x="52" y="1112"/>
                  </a:cubicBezTo>
                  <a:cubicBezTo>
                    <a:pt x="42" y="1090"/>
                    <a:pt x="43" y="1087"/>
                    <a:pt x="42" y="1085"/>
                  </a:cubicBezTo>
                  <a:cubicBezTo>
                    <a:pt x="59" y="1118"/>
                    <a:pt x="61" y="1122"/>
                    <a:pt x="60" y="1127"/>
                  </a:cubicBezTo>
                  <a:cubicBezTo>
                    <a:pt x="83" y="1168"/>
                    <a:pt x="78" y="1179"/>
                    <a:pt x="85" y="1178"/>
                  </a:cubicBezTo>
                  <a:cubicBezTo>
                    <a:pt x="124" y="1262"/>
                    <a:pt x="134" y="1265"/>
                    <a:pt x="135" y="1276"/>
                  </a:cubicBezTo>
                  <a:cubicBezTo>
                    <a:pt x="156" y="1299"/>
                    <a:pt x="155" y="1305"/>
                    <a:pt x="161" y="1306"/>
                  </a:cubicBezTo>
                  <a:cubicBezTo>
                    <a:pt x="182" y="1344"/>
                    <a:pt x="191" y="1353"/>
                    <a:pt x="196" y="1366"/>
                  </a:cubicBezTo>
                  <a:cubicBezTo>
                    <a:pt x="224" y="1410"/>
                    <a:pt x="227" y="1424"/>
                    <a:pt x="236" y="1434"/>
                  </a:cubicBezTo>
                  <a:close/>
                  <a:moveTo>
                    <a:pt x="176" y="1565"/>
                  </a:moveTo>
                  <a:cubicBezTo>
                    <a:pt x="182" y="1568"/>
                    <a:pt x="180" y="1578"/>
                    <a:pt x="186" y="1580"/>
                  </a:cubicBezTo>
                  <a:cubicBezTo>
                    <a:pt x="184" y="1591"/>
                    <a:pt x="194" y="1591"/>
                    <a:pt x="194" y="1600"/>
                  </a:cubicBezTo>
                  <a:cubicBezTo>
                    <a:pt x="200" y="1612"/>
                    <a:pt x="206" y="1624"/>
                    <a:pt x="214" y="1633"/>
                  </a:cubicBezTo>
                  <a:cubicBezTo>
                    <a:pt x="215" y="1640"/>
                    <a:pt x="219" y="1645"/>
                    <a:pt x="224" y="1648"/>
                  </a:cubicBezTo>
                  <a:cubicBezTo>
                    <a:pt x="223" y="1658"/>
                    <a:pt x="232" y="1658"/>
                    <a:pt x="234" y="1666"/>
                  </a:cubicBezTo>
                  <a:cubicBezTo>
                    <a:pt x="240" y="1679"/>
                    <a:pt x="253" y="1684"/>
                    <a:pt x="257" y="1699"/>
                  </a:cubicBezTo>
                  <a:cubicBezTo>
                    <a:pt x="263" y="1700"/>
                    <a:pt x="262" y="1710"/>
                    <a:pt x="269" y="1711"/>
                  </a:cubicBezTo>
                  <a:cubicBezTo>
                    <a:pt x="268" y="1721"/>
                    <a:pt x="280" y="1719"/>
                    <a:pt x="279" y="1729"/>
                  </a:cubicBezTo>
                  <a:cubicBezTo>
                    <a:pt x="290" y="1736"/>
                    <a:pt x="296" y="1747"/>
                    <a:pt x="304" y="1756"/>
                  </a:cubicBezTo>
                  <a:cubicBezTo>
                    <a:pt x="310" y="1768"/>
                    <a:pt x="321" y="1775"/>
                    <a:pt x="327" y="1787"/>
                  </a:cubicBezTo>
                  <a:cubicBezTo>
                    <a:pt x="332" y="1791"/>
                    <a:pt x="334" y="1798"/>
                    <a:pt x="340" y="1802"/>
                  </a:cubicBezTo>
                  <a:cubicBezTo>
                    <a:pt x="340" y="1806"/>
                    <a:pt x="342" y="1808"/>
                    <a:pt x="345" y="1809"/>
                  </a:cubicBezTo>
                  <a:cubicBezTo>
                    <a:pt x="344" y="1812"/>
                    <a:pt x="352" y="1818"/>
                    <a:pt x="352" y="1812"/>
                  </a:cubicBezTo>
                  <a:cubicBezTo>
                    <a:pt x="345" y="1803"/>
                    <a:pt x="341" y="1791"/>
                    <a:pt x="337" y="1779"/>
                  </a:cubicBezTo>
                  <a:cubicBezTo>
                    <a:pt x="333" y="1767"/>
                    <a:pt x="322" y="1762"/>
                    <a:pt x="319" y="1749"/>
                  </a:cubicBezTo>
                  <a:cubicBezTo>
                    <a:pt x="311" y="1741"/>
                    <a:pt x="309" y="1727"/>
                    <a:pt x="299" y="1721"/>
                  </a:cubicBezTo>
                  <a:cubicBezTo>
                    <a:pt x="294" y="1710"/>
                    <a:pt x="284" y="1703"/>
                    <a:pt x="282" y="1688"/>
                  </a:cubicBezTo>
                  <a:cubicBezTo>
                    <a:pt x="273" y="1689"/>
                    <a:pt x="274" y="1681"/>
                    <a:pt x="269" y="1678"/>
                  </a:cubicBezTo>
                  <a:cubicBezTo>
                    <a:pt x="267" y="1672"/>
                    <a:pt x="260" y="1670"/>
                    <a:pt x="256" y="1666"/>
                  </a:cubicBezTo>
                  <a:cubicBezTo>
                    <a:pt x="257" y="1662"/>
                    <a:pt x="255" y="1660"/>
                    <a:pt x="254" y="1658"/>
                  </a:cubicBezTo>
                  <a:cubicBezTo>
                    <a:pt x="254" y="1654"/>
                    <a:pt x="248" y="1656"/>
                    <a:pt x="249" y="1651"/>
                  </a:cubicBezTo>
                  <a:cubicBezTo>
                    <a:pt x="242" y="1650"/>
                    <a:pt x="245" y="1640"/>
                    <a:pt x="236" y="1641"/>
                  </a:cubicBezTo>
                  <a:cubicBezTo>
                    <a:pt x="236" y="1638"/>
                    <a:pt x="236" y="1635"/>
                    <a:pt x="231" y="1636"/>
                  </a:cubicBezTo>
                  <a:cubicBezTo>
                    <a:pt x="231" y="1631"/>
                    <a:pt x="229" y="1629"/>
                    <a:pt x="226" y="1628"/>
                  </a:cubicBezTo>
                  <a:cubicBezTo>
                    <a:pt x="223" y="1623"/>
                    <a:pt x="218" y="1620"/>
                    <a:pt x="216" y="1613"/>
                  </a:cubicBezTo>
                  <a:cubicBezTo>
                    <a:pt x="209" y="1604"/>
                    <a:pt x="202" y="1595"/>
                    <a:pt x="196" y="1585"/>
                  </a:cubicBezTo>
                  <a:cubicBezTo>
                    <a:pt x="189" y="1576"/>
                    <a:pt x="185" y="1565"/>
                    <a:pt x="176" y="1558"/>
                  </a:cubicBezTo>
                  <a:cubicBezTo>
                    <a:pt x="176" y="1560"/>
                    <a:pt x="176" y="1563"/>
                    <a:pt x="176" y="1565"/>
                  </a:cubicBezTo>
                  <a:close/>
                  <a:moveTo>
                    <a:pt x="301" y="820"/>
                  </a:moveTo>
                  <a:cubicBezTo>
                    <a:pt x="302" y="810"/>
                    <a:pt x="310" y="806"/>
                    <a:pt x="311" y="795"/>
                  </a:cubicBezTo>
                  <a:cubicBezTo>
                    <a:pt x="358" y="743"/>
                    <a:pt x="361" y="735"/>
                    <a:pt x="366" y="730"/>
                  </a:cubicBezTo>
                  <a:cubicBezTo>
                    <a:pt x="397" y="702"/>
                    <a:pt x="399" y="697"/>
                    <a:pt x="402" y="694"/>
                  </a:cubicBezTo>
                  <a:cubicBezTo>
                    <a:pt x="437" y="662"/>
                    <a:pt x="439" y="659"/>
                    <a:pt x="442" y="657"/>
                  </a:cubicBezTo>
                  <a:cubicBezTo>
                    <a:pt x="480" y="626"/>
                    <a:pt x="475" y="615"/>
                    <a:pt x="485" y="619"/>
                  </a:cubicBezTo>
                  <a:cubicBezTo>
                    <a:pt x="521" y="575"/>
                    <a:pt x="530" y="573"/>
                    <a:pt x="535" y="566"/>
                  </a:cubicBezTo>
                  <a:cubicBezTo>
                    <a:pt x="554" y="538"/>
                    <a:pt x="566" y="538"/>
                    <a:pt x="568" y="528"/>
                  </a:cubicBezTo>
                  <a:cubicBezTo>
                    <a:pt x="581" y="513"/>
                    <a:pt x="584" y="512"/>
                    <a:pt x="583" y="508"/>
                  </a:cubicBezTo>
                  <a:cubicBezTo>
                    <a:pt x="609" y="476"/>
                    <a:pt x="605" y="465"/>
                    <a:pt x="613" y="468"/>
                  </a:cubicBezTo>
                  <a:cubicBezTo>
                    <a:pt x="604" y="479"/>
                    <a:pt x="593" y="475"/>
                    <a:pt x="595" y="483"/>
                  </a:cubicBezTo>
                  <a:cubicBezTo>
                    <a:pt x="573" y="503"/>
                    <a:pt x="570" y="506"/>
                    <a:pt x="568" y="510"/>
                  </a:cubicBezTo>
                  <a:cubicBezTo>
                    <a:pt x="482" y="577"/>
                    <a:pt x="482" y="583"/>
                    <a:pt x="477" y="584"/>
                  </a:cubicBezTo>
                  <a:cubicBezTo>
                    <a:pt x="464" y="596"/>
                    <a:pt x="458" y="596"/>
                    <a:pt x="457" y="601"/>
                  </a:cubicBezTo>
                  <a:cubicBezTo>
                    <a:pt x="421" y="633"/>
                    <a:pt x="418" y="642"/>
                    <a:pt x="412" y="649"/>
                  </a:cubicBezTo>
                  <a:cubicBezTo>
                    <a:pt x="371" y="689"/>
                    <a:pt x="369" y="694"/>
                    <a:pt x="366" y="697"/>
                  </a:cubicBezTo>
                  <a:cubicBezTo>
                    <a:pt x="338" y="737"/>
                    <a:pt x="331" y="742"/>
                    <a:pt x="326" y="750"/>
                  </a:cubicBezTo>
                  <a:cubicBezTo>
                    <a:pt x="309" y="785"/>
                    <a:pt x="297" y="788"/>
                    <a:pt x="296" y="803"/>
                  </a:cubicBezTo>
                  <a:cubicBezTo>
                    <a:pt x="266" y="851"/>
                    <a:pt x="266" y="857"/>
                    <a:pt x="266" y="863"/>
                  </a:cubicBezTo>
                  <a:close/>
                  <a:moveTo>
                    <a:pt x="318" y="526"/>
                  </a:moveTo>
                  <a:cubicBezTo>
                    <a:pt x="319" y="522"/>
                    <a:pt x="318" y="516"/>
                    <a:pt x="316" y="521"/>
                  </a:cubicBezTo>
                  <a:cubicBezTo>
                    <a:pt x="316" y="524"/>
                    <a:pt x="317" y="530"/>
                    <a:pt x="318" y="526"/>
                  </a:cubicBezTo>
                  <a:close/>
                  <a:moveTo>
                    <a:pt x="321" y="662"/>
                  </a:moveTo>
                  <a:cubicBezTo>
                    <a:pt x="322" y="667"/>
                    <a:pt x="309" y="673"/>
                    <a:pt x="316" y="677"/>
                  </a:cubicBezTo>
                  <a:cubicBezTo>
                    <a:pt x="320" y="673"/>
                    <a:pt x="322" y="665"/>
                    <a:pt x="326" y="662"/>
                  </a:cubicBezTo>
                  <a:cubicBezTo>
                    <a:pt x="326" y="656"/>
                    <a:pt x="338" y="651"/>
                    <a:pt x="331" y="647"/>
                  </a:cubicBezTo>
                  <a:cubicBezTo>
                    <a:pt x="328" y="652"/>
                    <a:pt x="325" y="658"/>
                    <a:pt x="321" y="662"/>
                  </a:cubicBezTo>
                  <a:close/>
                  <a:moveTo>
                    <a:pt x="276" y="745"/>
                  </a:moveTo>
                  <a:cubicBezTo>
                    <a:pt x="274" y="736"/>
                    <a:pt x="283" y="730"/>
                    <a:pt x="273" y="727"/>
                  </a:cubicBezTo>
                  <a:cubicBezTo>
                    <a:pt x="275" y="732"/>
                    <a:pt x="270" y="744"/>
                    <a:pt x="276" y="745"/>
                  </a:cubicBezTo>
                  <a:close/>
                  <a:moveTo>
                    <a:pt x="276" y="793"/>
                  </a:moveTo>
                  <a:cubicBezTo>
                    <a:pt x="277" y="785"/>
                    <a:pt x="285" y="771"/>
                    <a:pt x="278" y="765"/>
                  </a:cubicBezTo>
                  <a:cubicBezTo>
                    <a:pt x="281" y="776"/>
                    <a:pt x="270" y="787"/>
                    <a:pt x="276" y="793"/>
                  </a:cubicBezTo>
                  <a:close/>
                  <a:moveTo>
                    <a:pt x="271" y="830"/>
                  </a:moveTo>
                  <a:cubicBezTo>
                    <a:pt x="268" y="819"/>
                    <a:pt x="285" y="812"/>
                    <a:pt x="273" y="808"/>
                  </a:cubicBezTo>
                  <a:cubicBezTo>
                    <a:pt x="277" y="818"/>
                    <a:pt x="262" y="823"/>
                    <a:pt x="271" y="830"/>
                  </a:cubicBezTo>
                  <a:close/>
                  <a:moveTo>
                    <a:pt x="70" y="883"/>
                  </a:moveTo>
                  <a:cubicBezTo>
                    <a:pt x="75" y="887"/>
                    <a:pt x="73" y="896"/>
                    <a:pt x="77" y="901"/>
                  </a:cubicBezTo>
                  <a:cubicBezTo>
                    <a:pt x="117" y="1000"/>
                    <a:pt x="122" y="1004"/>
                    <a:pt x="123" y="1012"/>
                  </a:cubicBezTo>
                  <a:cubicBezTo>
                    <a:pt x="141" y="1040"/>
                    <a:pt x="140" y="1043"/>
                    <a:pt x="140" y="1044"/>
                  </a:cubicBezTo>
                  <a:cubicBezTo>
                    <a:pt x="173" y="1100"/>
                    <a:pt x="181" y="1101"/>
                    <a:pt x="181" y="1110"/>
                  </a:cubicBezTo>
                  <a:cubicBezTo>
                    <a:pt x="212" y="1160"/>
                    <a:pt x="210" y="1167"/>
                    <a:pt x="213" y="1168"/>
                  </a:cubicBezTo>
                  <a:cubicBezTo>
                    <a:pt x="227" y="1183"/>
                    <a:pt x="222" y="1175"/>
                    <a:pt x="218" y="1168"/>
                  </a:cubicBezTo>
                  <a:cubicBezTo>
                    <a:pt x="214" y="1136"/>
                    <a:pt x="209" y="1137"/>
                    <a:pt x="211" y="1130"/>
                  </a:cubicBezTo>
                  <a:cubicBezTo>
                    <a:pt x="190" y="1087"/>
                    <a:pt x="191" y="1077"/>
                    <a:pt x="186" y="1072"/>
                  </a:cubicBezTo>
                  <a:cubicBezTo>
                    <a:pt x="164" y="1046"/>
                    <a:pt x="172" y="1032"/>
                    <a:pt x="165" y="1034"/>
                  </a:cubicBezTo>
                  <a:cubicBezTo>
                    <a:pt x="130" y="971"/>
                    <a:pt x="123" y="968"/>
                    <a:pt x="123" y="959"/>
                  </a:cubicBezTo>
                  <a:cubicBezTo>
                    <a:pt x="98" y="914"/>
                    <a:pt x="92" y="910"/>
                    <a:pt x="90" y="903"/>
                  </a:cubicBezTo>
                  <a:cubicBezTo>
                    <a:pt x="61" y="859"/>
                    <a:pt x="68" y="868"/>
                    <a:pt x="70" y="883"/>
                  </a:cubicBezTo>
                  <a:close/>
                  <a:moveTo>
                    <a:pt x="266" y="976"/>
                  </a:moveTo>
                  <a:cubicBezTo>
                    <a:pt x="265" y="972"/>
                    <a:pt x="269" y="971"/>
                    <a:pt x="269" y="966"/>
                  </a:cubicBezTo>
                  <a:cubicBezTo>
                    <a:pt x="272" y="966"/>
                    <a:pt x="270" y="959"/>
                    <a:pt x="269" y="964"/>
                  </a:cubicBezTo>
                  <a:cubicBezTo>
                    <a:pt x="266" y="966"/>
                    <a:pt x="260" y="982"/>
                    <a:pt x="266" y="976"/>
                  </a:cubicBezTo>
                  <a:close/>
                  <a:moveTo>
                    <a:pt x="246" y="996"/>
                  </a:moveTo>
                  <a:cubicBezTo>
                    <a:pt x="243" y="988"/>
                    <a:pt x="256" y="983"/>
                    <a:pt x="248" y="979"/>
                  </a:cubicBezTo>
                  <a:cubicBezTo>
                    <a:pt x="246" y="981"/>
                    <a:pt x="239" y="993"/>
                    <a:pt x="246" y="996"/>
                  </a:cubicBezTo>
                  <a:close/>
                  <a:moveTo>
                    <a:pt x="62" y="1039"/>
                  </a:moveTo>
                  <a:cubicBezTo>
                    <a:pt x="61" y="1036"/>
                    <a:pt x="60" y="1034"/>
                    <a:pt x="57" y="1032"/>
                  </a:cubicBezTo>
                  <a:cubicBezTo>
                    <a:pt x="57" y="1035"/>
                    <a:pt x="61" y="1046"/>
                    <a:pt x="62" y="1039"/>
                  </a:cubicBezTo>
                  <a:close/>
                  <a:moveTo>
                    <a:pt x="77" y="1095"/>
                  </a:moveTo>
                  <a:cubicBezTo>
                    <a:pt x="82" y="1101"/>
                    <a:pt x="83" y="1111"/>
                    <a:pt x="87" y="1117"/>
                  </a:cubicBezTo>
                  <a:cubicBezTo>
                    <a:pt x="124" y="1184"/>
                    <a:pt x="126" y="1187"/>
                    <a:pt x="128" y="1190"/>
                  </a:cubicBezTo>
                  <a:cubicBezTo>
                    <a:pt x="146" y="1213"/>
                    <a:pt x="141" y="1224"/>
                    <a:pt x="145" y="1225"/>
                  </a:cubicBezTo>
                  <a:cubicBezTo>
                    <a:pt x="170" y="1271"/>
                    <a:pt x="171" y="1275"/>
                    <a:pt x="176" y="1276"/>
                  </a:cubicBezTo>
                  <a:cubicBezTo>
                    <a:pt x="198" y="1315"/>
                    <a:pt x="204" y="1320"/>
                    <a:pt x="206" y="1329"/>
                  </a:cubicBezTo>
                  <a:cubicBezTo>
                    <a:pt x="220" y="1358"/>
                    <a:pt x="231" y="1358"/>
                    <a:pt x="229" y="1371"/>
                  </a:cubicBezTo>
                  <a:cubicBezTo>
                    <a:pt x="241" y="1386"/>
                    <a:pt x="240" y="1376"/>
                    <a:pt x="239" y="1366"/>
                  </a:cubicBezTo>
                  <a:cubicBezTo>
                    <a:pt x="220" y="1308"/>
                    <a:pt x="214" y="1302"/>
                    <a:pt x="213" y="1291"/>
                  </a:cubicBezTo>
                  <a:cubicBezTo>
                    <a:pt x="199" y="1268"/>
                    <a:pt x="202" y="1260"/>
                    <a:pt x="198" y="1258"/>
                  </a:cubicBezTo>
                  <a:cubicBezTo>
                    <a:pt x="180" y="1215"/>
                    <a:pt x="168" y="1215"/>
                    <a:pt x="168" y="1203"/>
                  </a:cubicBezTo>
                  <a:cubicBezTo>
                    <a:pt x="145" y="1172"/>
                    <a:pt x="150" y="1162"/>
                    <a:pt x="143" y="1163"/>
                  </a:cubicBezTo>
                  <a:cubicBezTo>
                    <a:pt x="113" y="1114"/>
                    <a:pt x="107" y="1108"/>
                    <a:pt x="105" y="1100"/>
                  </a:cubicBezTo>
                  <a:cubicBezTo>
                    <a:pt x="89" y="1081"/>
                    <a:pt x="86" y="1078"/>
                    <a:pt x="85" y="1075"/>
                  </a:cubicBezTo>
                  <a:cubicBezTo>
                    <a:pt x="71" y="1059"/>
                    <a:pt x="73" y="1055"/>
                    <a:pt x="70" y="1054"/>
                  </a:cubicBezTo>
                  <a:close/>
                  <a:moveTo>
                    <a:pt x="332" y="1623"/>
                  </a:moveTo>
                  <a:cubicBezTo>
                    <a:pt x="339" y="1624"/>
                    <a:pt x="330" y="1609"/>
                    <a:pt x="337" y="1610"/>
                  </a:cubicBezTo>
                  <a:cubicBezTo>
                    <a:pt x="359" y="1560"/>
                    <a:pt x="356" y="1544"/>
                    <a:pt x="365" y="1540"/>
                  </a:cubicBezTo>
                  <a:cubicBezTo>
                    <a:pt x="401" y="1455"/>
                    <a:pt x="401" y="1449"/>
                    <a:pt x="402" y="1444"/>
                  </a:cubicBezTo>
                  <a:cubicBezTo>
                    <a:pt x="418" y="1396"/>
                    <a:pt x="424" y="1396"/>
                    <a:pt x="425" y="1391"/>
                  </a:cubicBezTo>
                  <a:cubicBezTo>
                    <a:pt x="450" y="1344"/>
                    <a:pt x="454" y="1335"/>
                    <a:pt x="458" y="1326"/>
                  </a:cubicBezTo>
                  <a:cubicBezTo>
                    <a:pt x="490" y="1276"/>
                    <a:pt x="490" y="1269"/>
                    <a:pt x="493" y="1265"/>
                  </a:cubicBezTo>
                  <a:cubicBezTo>
                    <a:pt x="508" y="1240"/>
                    <a:pt x="511" y="1239"/>
                    <a:pt x="513" y="1238"/>
                  </a:cubicBezTo>
                  <a:cubicBezTo>
                    <a:pt x="521" y="1225"/>
                    <a:pt x="520" y="1221"/>
                    <a:pt x="523" y="1220"/>
                  </a:cubicBezTo>
                  <a:cubicBezTo>
                    <a:pt x="527" y="1215"/>
                    <a:pt x="518" y="1212"/>
                    <a:pt x="520" y="1220"/>
                  </a:cubicBezTo>
                  <a:cubicBezTo>
                    <a:pt x="481" y="1266"/>
                    <a:pt x="469" y="1280"/>
                    <a:pt x="460" y="1296"/>
                  </a:cubicBezTo>
                  <a:cubicBezTo>
                    <a:pt x="412" y="1376"/>
                    <a:pt x="407" y="1384"/>
                    <a:pt x="405" y="1394"/>
                  </a:cubicBezTo>
                  <a:cubicBezTo>
                    <a:pt x="376" y="1447"/>
                    <a:pt x="378" y="1450"/>
                    <a:pt x="377" y="1452"/>
                  </a:cubicBezTo>
                  <a:cubicBezTo>
                    <a:pt x="371" y="1467"/>
                    <a:pt x="366" y="1465"/>
                    <a:pt x="367" y="1472"/>
                  </a:cubicBezTo>
                  <a:cubicBezTo>
                    <a:pt x="344" y="1511"/>
                    <a:pt x="348" y="1521"/>
                    <a:pt x="342" y="1522"/>
                  </a:cubicBezTo>
                  <a:cubicBezTo>
                    <a:pt x="323" y="1591"/>
                    <a:pt x="318" y="1593"/>
                    <a:pt x="317" y="1598"/>
                  </a:cubicBezTo>
                  <a:cubicBezTo>
                    <a:pt x="309" y="1646"/>
                    <a:pt x="309" y="1656"/>
                    <a:pt x="309" y="1666"/>
                  </a:cubicBezTo>
                  <a:close/>
                  <a:moveTo>
                    <a:pt x="115" y="1273"/>
                  </a:moveTo>
                  <a:cubicBezTo>
                    <a:pt x="122" y="1281"/>
                    <a:pt x="126" y="1292"/>
                    <a:pt x="130" y="1301"/>
                  </a:cubicBezTo>
                  <a:cubicBezTo>
                    <a:pt x="136" y="1302"/>
                    <a:pt x="130" y="1315"/>
                    <a:pt x="138" y="1314"/>
                  </a:cubicBezTo>
                  <a:cubicBezTo>
                    <a:pt x="137" y="1322"/>
                    <a:pt x="142" y="1324"/>
                    <a:pt x="145" y="1329"/>
                  </a:cubicBezTo>
                  <a:cubicBezTo>
                    <a:pt x="152" y="1351"/>
                    <a:pt x="166" y="1365"/>
                    <a:pt x="176" y="1384"/>
                  </a:cubicBezTo>
                  <a:cubicBezTo>
                    <a:pt x="182" y="1392"/>
                    <a:pt x="186" y="1402"/>
                    <a:pt x="193" y="1409"/>
                  </a:cubicBezTo>
                  <a:cubicBezTo>
                    <a:pt x="198" y="1412"/>
                    <a:pt x="198" y="1418"/>
                    <a:pt x="201" y="1422"/>
                  </a:cubicBezTo>
                  <a:cubicBezTo>
                    <a:pt x="204" y="1426"/>
                    <a:pt x="207" y="1431"/>
                    <a:pt x="211" y="1434"/>
                  </a:cubicBezTo>
                  <a:cubicBezTo>
                    <a:pt x="214" y="1446"/>
                    <a:pt x="223" y="1451"/>
                    <a:pt x="226" y="1462"/>
                  </a:cubicBezTo>
                  <a:cubicBezTo>
                    <a:pt x="229" y="1467"/>
                    <a:pt x="233" y="1470"/>
                    <a:pt x="236" y="1475"/>
                  </a:cubicBezTo>
                  <a:cubicBezTo>
                    <a:pt x="241" y="1475"/>
                    <a:pt x="241" y="1491"/>
                    <a:pt x="246" y="1482"/>
                  </a:cubicBezTo>
                  <a:cubicBezTo>
                    <a:pt x="241" y="1479"/>
                    <a:pt x="241" y="1471"/>
                    <a:pt x="239" y="1464"/>
                  </a:cubicBezTo>
                  <a:cubicBezTo>
                    <a:pt x="234" y="1460"/>
                    <a:pt x="231" y="1455"/>
                    <a:pt x="229" y="1449"/>
                  </a:cubicBezTo>
                  <a:cubicBezTo>
                    <a:pt x="229" y="1447"/>
                    <a:pt x="229" y="1444"/>
                    <a:pt x="229" y="1442"/>
                  </a:cubicBezTo>
                  <a:cubicBezTo>
                    <a:pt x="221" y="1436"/>
                    <a:pt x="220" y="1425"/>
                    <a:pt x="214" y="1419"/>
                  </a:cubicBezTo>
                  <a:cubicBezTo>
                    <a:pt x="216" y="1411"/>
                    <a:pt x="210" y="1411"/>
                    <a:pt x="208" y="1407"/>
                  </a:cubicBezTo>
                  <a:cubicBezTo>
                    <a:pt x="205" y="1404"/>
                    <a:pt x="205" y="1397"/>
                    <a:pt x="201" y="1394"/>
                  </a:cubicBezTo>
                  <a:cubicBezTo>
                    <a:pt x="197" y="1385"/>
                    <a:pt x="194" y="1376"/>
                    <a:pt x="186" y="1371"/>
                  </a:cubicBezTo>
                  <a:cubicBezTo>
                    <a:pt x="182" y="1362"/>
                    <a:pt x="179" y="1352"/>
                    <a:pt x="171" y="1346"/>
                  </a:cubicBezTo>
                  <a:cubicBezTo>
                    <a:pt x="166" y="1338"/>
                    <a:pt x="163" y="1329"/>
                    <a:pt x="156" y="1324"/>
                  </a:cubicBezTo>
                  <a:cubicBezTo>
                    <a:pt x="157" y="1316"/>
                    <a:pt x="149" y="1319"/>
                    <a:pt x="151" y="1311"/>
                  </a:cubicBezTo>
                  <a:cubicBezTo>
                    <a:pt x="147" y="1311"/>
                    <a:pt x="145" y="1310"/>
                    <a:pt x="145" y="1306"/>
                  </a:cubicBezTo>
                  <a:cubicBezTo>
                    <a:pt x="145" y="1303"/>
                    <a:pt x="141" y="1304"/>
                    <a:pt x="140" y="1301"/>
                  </a:cubicBezTo>
                  <a:cubicBezTo>
                    <a:pt x="139" y="1290"/>
                    <a:pt x="129" y="1287"/>
                    <a:pt x="128" y="1276"/>
                  </a:cubicBezTo>
                  <a:cubicBezTo>
                    <a:pt x="119" y="1278"/>
                    <a:pt x="126" y="1265"/>
                    <a:pt x="118" y="1266"/>
                  </a:cubicBezTo>
                  <a:cubicBezTo>
                    <a:pt x="118" y="1262"/>
                    <a:pt x="117" y="1260"/>
                    <a:pt x="115" y="1258"/>
                  </a:cubicBezTo>
                  <a:cubicBezTo>
                    <a:pt x="112" y="1258"/>
                    <a:pt x="111" y="1255"/>
                    <a:pt x="110" y="1258"/>
                  </a:cubicBezTo>
                  <a:cubicBezTo>
                    <a:pt x="114" y="1261"/>
                    <a:pt x="115" y="1267"/>
                    <a:pt x="115" y="1273"/>
                  </a:cubicBezTo>
                  <a:close/>
                  <a:moveTo>
                    <a:pt x="427" y="1331"/>
                  </a:moveTo>
                  <a:cubicBezTo>
                    <a:pt x="427" y="1327"/>
                    <a:pt x="436" y="1326"/>
                    <a:pt x="430" y="1323"/>
                  </a:cubicBezTo>
                  <a:cubicBezTo>
                    <a:pt x="422" y="1329"/>
                    <a:pt x="427" y="1338"/>
                    <a:pt x="427" y="1331"/>
                  </a:cubicBezTo>
                  <a:close/>
                  <a:moveTo>
                    <a:pt x="402" y="1371"/>
                  </a:moveTo>
                  <a:cubicBezTo>
                    <a:pt x="394" y="1377"/>
                    <a:pt x="392" y="1390"/>
                    <a:pt x="385" y="1396"/>
                  </a:cubicBezTo>
                  <a:cubicBezTo>
                    <a:pt x="374" y="1414"/>
                    <a:pt x="363" y="1432"/>
                    <a:pt x="357" y="1454"/>
                  </a:cubicBezTo>
                  <a:cubicBezTo>
                    <a:pt x="353" y="1459"/>
                    <a:pt x="347" y="1461"/>
                    <a:pt x="347" y="1469"/>
                  </a:cubicBezTo>
                  <a:cubicBezTo>
                    <a:pt x="342" y="1473"/>
                    <a:pt x="341" y="1480"/>
                    <a:pt x="337" y="1485"/>
                  </a:cubicBezTo>
                  <a:cubicBezTo>
                    <a:pt x="333" y="1498"/>
                    <a:pt x="325" y="1508"/>
                    <a:pt x="322" y="1522"/>
                  </a:cubicBezTo>
                  <a:cubicBezTo>
                    <a:pt x="321" y="1526"/>
                    <a:pt x="319" y="1527"/>
                    <a:pt x="322" y="1530"/>
                  </a:cubicBezTo>
                  <a:cubicBezTo>
                    <a:pt x="319" y="1531"/>
                    <a:pt x="317" y="1533"/>
                    <a:pt x="317" y="1537"/>
                  </a:cubicBezTo>
                  <a:cubicBezTo>
                    <a:pt x="313" y="1542"/>
                    <a:pt x="314" y="1551"/>
                    <a:pt x="309" y="1555"/>
                  </a:cubicBezTo>
                  <a:cubicBezTo>
                    <a:pt x="307" y="1561"/>
                    <a:pt x="308" y="1570"/>
                    <a:pt x="304" y="1575"/>
                  </a:cubicBezTo>
                  <a:cubicBezTo>
                    <a:pt x="303" y="1580"/>
                    <a:pt x="298" y="1594"/>
                    <a:pt x="304" y="1598"/>
                  </a:cubicBezTo>
                  <a:cubicBezTo>
                    <a:pt x="320" y="1574"/>
                    <a:pt x="321" y="1536"/>
                    <a:pt x="337" y="1512"/>
                  </a:cubicBezTo>
                  <a:cubicBezTo>
                    <a:pt x="341" y="1497"/>
                    <a:pt x="349" y="1486"/>
                    <a:pt x="354" y="1472"/>
                  </a:cubicBezTo>
                  <a:cubicBezTo>
                    <a:pt x="359" y="1472"/>
                    <a:pt x="356" y="1463"/>
                    <a:pt x="359" y="1462"/>
                  </a:cubicBezTo>
                  <a:cubicBezTo>
                    <a:pt x="361" y="1458"/>
                    <a:pt x="363" y="1456"/>
                    <a:pt x="365" y="1452"/>
                  </a:cubicBezTo>
                  <a:cubicBezTo>
                    <a:pt x="369" y="1446"/>
                    <a:pt x="371" y="1438"/>
                    <a:pt x="372" y="1429"/>
                  </a:cubicBezTo>
                  <a:cubicBezTo>
                    <a:pt x="377" y="1429"/>
                    <a:pt x="374" y="1421"/>
                    <a:pt x="380" y="1422"/>
                  </a:cubicBezTo>
                  <a:cubicBezTo>
                    <a:pt x="381" y="1417"/>
                    <a:pt x="381" y="1411"/>
                    <a:pt x="385" y="1409"/>
                  </a:cubicBezTo>
                  <a:cubicBezTo>
                    <a:pt x="388" y="1401"/>
                    <a:pt x="392" y="1393"/>
                    <a:pt x="395" y="1384"/>
                  </a:cubicBezTo>
                  <a:cubicBezTo>
                    <a:pt x="401" y="1379"/>
                    <a:pt x="404" y="1371"/>
                    <a:pt x="407" y="1364"/>
                  </a:cubicBezTo>
                  <a:cubicBezTo>
                    <a:pt x="411" y="1361"/>
                    <a:pt x="412" y="1357"/>
                    <a:pt x="415" y="1354"/>
                  </a:cubicBezTo>
                  <a:cubicBezTo>
                    <a:pt x="414" y="1350"/>
                    <a:pt x="423" y="1344"/>
                    <a:pt x="417" y="1344"/>
                  </a:cubicBezTo>
                  <a:cubicBezTo>
                    <a:pt x="414" y="1355"/>
                    <a:pt x="403" y="1358"/>
                    <a:pt x="402" y="1371"/>
                  </a:cubicBezTo>
                  <a:close/>
                  <a:moveTo>
                    <a:pt x="483" y="1406"/>
                  </a:moveTo>
                  <a:cubicBezTo>
                    <a:pt x="475" y="1408"/>
                    <a:pt x="479" y="1423"/>
                    <a:pt x="470" y="1424"/>
                  </a:cubicBezTo>
                  <a:cubicBezTo>
                    <a:pt x="466" y="1429"/>
                    <a:pt x="467" y="1440"/>
                    <a:pt x="460" y="1442"/>
                  </a:cubicBezTo>
                  <a:cubicBezTo>
                    <a:pt x="460" y="1452"/>
                    <a:pt x="454" y="1456"/>
                    <a:pt x="450" y="1462"/>
                  </a:cubicBezTo>
                  <a:cubicBezTo>
                    <a:pt x="449" y="1483"/>
                    <a:pt x="435" y="1492"/>
                    <a:pt x="433" y="1512"/>
                  </a:cubicBezTo>
                  <a:cubicBezTo>
                    <a:pt x="425" y="1516"/>
                    <a:pt x="426" y="1527"/>
                    <a:pt x="422" y="1535"/>
                  </a:cubicBezTo>
                  <a:cubicBezTo>
                    <a:pt x="425" y="1543"/>
                    <a:pt x="419" y="1543"/>
                    <a:pt x="417" y="1547"/>
                  </a:cubicBezTo>
                  <a:cubicBezTo>
                    <a:pt x="425" y="1550"/>
                    <a:pt x="412" y="1551"/>
                    <a:pt x="415" y="1557"/>
                  </a:cubicBezTo>
                  <a:cubicBezTo>
                    <a:pt x="410" y="1558"/>
                    <a:pt x="413" y="1566"/>
                    <a:pt x="410" y="1568"/>
                  </a:cubicBezTo>
                  <a:cubicBezTo>
                    <a:pt x="412" y="1575"/>
                    <a:pt x="403" y="1572"/>
                    <a:pt x="405" y="1580"/>
                  </a:cubicBezTo>
                  <a:cubicBezTo>
                    <a:pt x="402" y="1583"/>
                    <a:pt x="402" y="1589"/>
                    <a:pt x="400" y="1593"/>
                  </a:cubicBezTo>
                  <a:cubicBezTo>
                    <a:pt x="398" y="1597"/>
                    <a:pt x="399" y="1603"/>
                    <a:pt x="395" y="1605"/>
                  </a:cubicBezTo>
                  <a:cubicBezTo>
                    <a:pt x="395" y="1616"/>
                    <a:pt x="389" y="1621"/>
                    <a:pt x="387" y="1630"/>
                  </a:cubicBezTo>
                  <a:cubicBezTo>
                    <a:pt x="386" y="1635"/>
                    <a:pt x="386" y="1641"/>
                    <a:pt x="382" y="1643"/>
                  </a:cubicBezTo>
                  <a:cubicBezTo>
                    <a:pt x="384" y="1648"/>
                    <a:pt x="375" y="1654"/>
                    <a:pt x="382" y="1656"/>
                  </a:cubicBezTo>
                  <a:cubicBezTo>
                    <a:pt x="386" y="1646"/>
                    <a:pt x="390" y="1637"/>
                    <a:pt x="395" y="1628"/>
                  </a:cubicBezTo>
                  <a:cubicBezTo>
                    <a:pt x="397" y="1623"/>
                    <a:pt x="401" y="1621"/>
                    <a:pt x="402" y="1615"/>
                  </a:cubicBezTo>
                  <a:cubicBezTo>
                    <a:pt x="402" y="1608"/>
                    <a:pt x="410" y="1608"/>
                    <a:pt x="407" y="1598"/>
                  </a:cubicBezTo>
                  <a:cubicBezTo>
                    <a:pt x="417" y="1594"/>
                    <a:pt x="412" y="1576"/>
                    <a:pt x="422" y="1573"/>
                  </a:cubicBezTo>
                  <a:cubicBezTo>
                    <a:pt x="425" y="1568"/>
                    <a:pt x="422" y="1559"/>
                    <a:pt x="430" y="1560"/>
                  </a:cubicBezTo>
                  <a:cubicBezTo>
                    <a:pt x="430" y="1552"/>
                    <a:pt x="430" y="1545"/>
                    <a:pt x="438" y="1545"/>
                  </a:cubicBezTo>
                  <a:cubicBezTo>
                    <a:pt x="436" y="1537"/>
                    <a:pt x="439" y="1533"/>
                    <a:pt x="440" y="1527"/>
                  </a:cubicBezTo>
                  <a:cubicBezTo>
                    <a:pt x="446" y="1526"/>
                    <a:pt x="443" y="1516"/>
                    <a:pt x="448" y="1515"/>
                  </a:cubicBezTo>
                  <a:cubicBezTo>
                    <a:pt x="450" y="1503"/>
                    <a:pt x="457" y="1495"/>
                    <a:pt x="460" y="1484"/>
                  </a:cubicBezTo>
                  <a:cubicBezTo>
                    <a:pt x="465" y="1483"/>
                    <a:pt x="462" y="1473"/>
                    <a:pt x="468" y="1472"/>
                  </a:cubicBezTo>
                  <a:cubicBezTo>
                    <a:pt x="469" y="1465"/>
                    <a:pt x="471" y="1460"/>
                    <a:pt x="475" y="1457"/>
                  </a:cubicBezTo>
                  <a:cubicBezTo>
                    <a:pt x="478" y="1446"/>
                    <a:pt x="485" y="1438"/>
                    <a:pt x="488" y="1427"/>
                  </a:cubicBezTo>
                  <a:cubicBezTo>
                    <a:pt x="492" y="1421"/>
                    <a:pt x="490" y="1410"/>
                    <a:pt x="493" y="1404"/>
                  </a:cubicBezTo>
                  <a:cubicBezTo>
                    <a:pt x="491" y="1399"/>
                    <a:pt x="496" y="1387"/>
                    <a:pt x="490" y="1386"/>
                  </a:cubicBezTo>
                  <a:cubicBezTo>
                    <a:pt x="490" y="1395"/>
                    <a:pt x="483" y="1398"/>
                    <a:pt x="483" y="1406"/>
                  </a:cubicBezTo>
                  <a:close/>
                  <a:moveTo>
                    <a:pt x="415" y="1444"/>
                  </a:moveTo>
                  <a:cubicBezTo>
                    <a:pt x="417" y="1454"/>
                    <a:pt x="421" y="1430"/>
                    <a:pt x="417" y="1439"/>
                  </a:cubicBezTo>
                  <a:cubicBezTo>
                    <a:pt x="417" y="1441"/>
                    <a:pt x="414" y="1440"/>
                    <a:pt x="415" y="1444"/>
                  </a:cubicBezTo>
                  <a:close/>
                  <a:moveTo>
                    <a:pt x="402" y="1477"/>
                  </a:moveTo>
                  <a:cubicBezTo>
                    <a:pt x="397" y="1479"/>
                    <a:pt x="396" y="1484"/>
                    <a:pt x="395" y="1490"/>
                  </a:cubicBezTo>
                  <a:cubicBezTo>
                    <a:pt x="400" y="1488"/>
                    <a:pt x="398" y="1478"/>
                    <a:pt x="405" y="1477"/>
                  </a:cubicBezTo>
                  <a:cubicBezTo>
                    <a:pt x="403" y="1470"/>
                    <a:pt x="408" y="1470"/>
                    <a:pt x="407" y="1464"/>
                  </a:cubicBezTo>
                  <a:cubicBezTo>
                    <a:pt x="409" y="1464"/>
                    <a:pt x="410" y="1462"/>
                    <a:pt x="410" y="1459"/>
                  </a:cubicBezTo>
                  <a:cubicBezTo>
                    <a:pt x="410" y="1456"/>
                    <a:pt x="413" y="1455"/>
                    <a:pt x="410" y="1454"/>
                  </a:cubicBezTo>
                  <a:cubicBezTo>
                    <a:pt x="407" y="1461"/>
                    <a:pt x="402" y="1467"/>
                    <a:pt x="402" y="1477"/>
                  </a:cubicBezTo>
                  <a:close/>
                  <a:moveTo>
                    <a:pt x="470" y="1484"/>
                  </a:moveTo>
                  <a:cubicBezTo>
                    <a:pt x="470" y="1498"/>
                    <a:pt x="461" y="1502"/>
                    <a:pt x="460" y="1515"/>
                  </a:cubicBezTo>
                  <a:cubicBezTo>
                    <a:pt x="437" y="1576"/>
                    <a:pt x="431" y="1575"/>
                    <a:pt x="430" y="1580"/>
                  </a:cubicBezTo>
                  <a:cubicBezTo>
                    <a:pt x="411" y="1635"/>
                    <a:pt x="400" y="1637"/>
                    <a:pt x="397" y="1648"/>
                  </a:cubicBezTo>
                  <a:cubicBezTo>
                    <a:pt x="386" y="1684"/>
                    <a:pt x="383" y="1687"/>
                    <a:pt x="382" y="1693"/>
                  </a:cubicBezTo>
                  <a:cubicBezTo>
                    <a:pt x="371" y="1730"/>
                    <a:pt x="371" y="1738"/>
                    <a:pt x="367" y="1741"/>
                  </a:cubicBezTo>
                  <a:cubicBezTo>
                    <a:pt x="361" y="1788"/>
                    <a:pt x="357" y="1799"/>
                    <a:pt x="362" y="1799"/>
                  </a:cubicBezTo>
                  <a:cubicBezTo>
                    <a:pt x="379" y="1754"/>
                    <a:pt x="376" y="1747"/>
                    <a:pt x="380" y="1746"/>
                  </a:cubicBezTo>
                  <a:cubicBezTo>
                    <a:pt x="391" y="1697"/>
                    <a:pt x="403" y="1699"/>
                    <a:pt x="400" y="1688"/>
                  </a:cubicBezTo>
                  <a:cubicBezTo>
                    <a:pt x="430" y="1632"/>
                    <a:pt x="427" y="1621"/>
                    <a:pt x="433" y="1618"/>
                  </a:cubicBezTo>
                  <a:cubicBezTo>
                    <a:pt x="459" y="1557"/>
                    <a:pt x="462" y="1552"/>
                    <a:pt x="465" y="1547"/>
                  </a:cubicBezTo>
                  <a:cubicBezTo>
                    <a:pt x="482" y="1493"/>
                    <a:pt x="477" y="1484"/>
                    <a:pt x="483" y="1484"/>
                  </a:cubicBezTo>
                  <a:close/>
                  <a:moveTo>
                    <a:pt x="166" y="1522"/>
                  </a:moveTo>
                  <a:cubicBezTo>
                    <a:pt x="169" y="1533"/>
                    <a:pt x="177" y="1538"/>
                    <a:pt x="181" y="1548"/>
                  </a:cubicBezTo>
                  <a:cubicBezTo>
                    <a:pt x="187" y="1555"/>
                    <a:pt x="191" y="1564"/>
                    <a:pt x="199" y="1570"/>
                  </a:cubicBezTo>
                  <a:cubicBezTo>
                    <a:pt x="197" y="1578"/>
                    <a:pt x="205" y="1577"/>
                    <a:pt x="206" y="1583"/>
                  </a:cubicBezTo>
                  <a:cubicBezTo>
                    <a:pt x="209" y="1583"/>
                    <a:pt x="208" y="1587"/>
                    <a:pt x="211" y="1588"/>
                  </a:cubicBezTo>
                  <a:cubicBezTo>
                    <a:pt x="210" y="1593"/>
                    <a:pt x="215" y="1593"/>
                    <a:pt x="216" y="1595"/>
                  </a:cubicBezTo>
                  <a:cubicBezTo>
                    <a:pt x="220" y="1604"/>
                    <a:pt x="227" y="1611"/>
                    <a:pt x="234" y="1618"/>
                  </a:cubicBezTo>
                  <a:cubicBezTo>
                    <a:pt x="240" y="1626"/>
                    <a:pt x="247" y="1633"/>
                    <a:pt x="254" y="1641"/>
                  </a:cubicBezTo>
                  <a:cubicBezTo>
                    <a:pt x="260" y="1648"/>
                    <a:pt x="265" y="1657"/>
                    <a:pt x="272" y="1663"/>
                  </a:cubicBezTo>
                  <a:cubicBezTo>
                    <a:pt x="275" y="1667"/>
                    <a:pt x="278" y="1670"/>
                    <a:pt x="282" y="1673"/>
                  </a:cubicBezTo>
                  <a:cubicBezTo>
                    <a:pt x="283" y="1680"/>
                    <a:pt x="288" y="1682"/>
                    <a:pt x="292" y="1686"/>
                  </a:cubicBezTo>
                  <a:cubicBezTo>
                    <a:pt x="293" y="1695"/>
                    <a:pt x="300" y="1698"/>
                    <a:pt x="302" y="1706"/>
                  </a:cubicBezTo>
                  <a:cubicBezTo>
                    <a:pt x="309" y="1709"/>
                    <a:pt x="309" y="1719"/>
                    <a:pt x="317" y="1721"/>
                  </a:cubicBezTo>
                  <a:cubicBezTo>
                    <a:pt x="317" y="1715"/>
                    <a:pt x="317" y="1709"/>
                    <a:pt x="314" y="1706"/>
                  </a:cubicBezTo>
                  <a:cubicBezTo>
                    <a:pt x="311" y="1705"/>
                    <a:pt x="313" y="1703"/>
                    <a:pt x="314" y="1701"/>
                  </a:cubicBezTo>
                  <a:cubicBezTo>
                    <a:pt x="311" y="1701"/>
                    <a:pt x="312" y="1697"/>
                    <a:pt x="312" y="1693"/>
                  </a:cubicBezTo>
                  <a:cubicBezTo>
                    <a:pt x="303" y="1693"/>
                    <a:pt x="307" y="1680"/>
                    <a:pt x="299" y="1678"/>
                  </a:cubicBezTo>
                  <a:cubicBezTo>
                    <a:pt x="302" y="1670"/>
                    <a:pt x="291" y="1676"/>
                    <a:pt x="294" y="1668"/>
                  </a:cubicBezTo>
                  <a:cubicBezTo>
                    <a:pt x="293" y="1665"/>
                    <a:pt x="290" y="1662"/>
                    <a:pt x="287" y="1661"/>
                  </a:cubicBezTo>
                  <a:cubicBezTo>
                    <a:pt x="281" y="1646"/>
                    <a:pt x="269" y="1638"/>
                    <a:pt x="264" y="1623"/>
                  </a:cubicBezTo>
                  <a:cubicBezTo>
                    <a:pt x="254" y="1618"/>
                    <a:pt x="249" y="1607"/>
                    <a:pt x="241" y="1600"/>
                  </a:cubicBezTo>
                  <a:cubicBezTo>
                    <a:pt x="239" y="1595"/>
                    <a:pt x="235" y="1592"/>
                    <a:pt x="231" y="1588"/>
                  </a:cubicBezTo>
                  <a:cubicBezTo>
                    <a:pt x="227" y="1584"/>
                    <a:pt x="225" y="1577"/>
                    <a:pt x="219" y="1575"/>
                  </a:cubicBezTo>
                  <a:cubicBezTo>
                    <a:pt x="215" y="1571"/>
                    <a:pt x="210" y="1568"/>
                    <a:pt x="209" y="1563"/>
                  </a:cubicBezTo>
                  <a:cubicBezTo>
                    <a:pt x="203" y="1560"/>
                    <a:pt x="199" y="1555"/>
                    <a:pt x="196" y="1550"/>
                  </a:cubicBezTo>
                  <a:cubicBezTo>
                    <a:pt x="188" y="1542"/>
                    <a:pt x="180" y="1534"/>
                    <a:pt x="171" y="1527"/>
                  </a:cubicBezTo>
                  <a:cubicBezTo>
                    <a:pt x="171" y="1518"/>
                    <a:pt x="164" y="1516"/>
                    <a:pt x="161" y="1510"/>
                  </a:cubicBezTo>
                  <a:cubicBezTo>
                    <a:pt x="160" y="1506"/>
                    <a:pt x="157" y="1506"/>
                    <a:pt x="156" y="1502"/>
                  </a:cubicBezTo>
                  <a:cubicBezTo>
                    <a:pt x="152" y="1504"/>
                    <a:pt x="150" y="1492"/>
                    <a:pt x="148" y="1500"/>
                  </a:cubicBezTo>
                  <a:cubicBezTo>
                    <a:pt x="157" y="1504"/>
                    <a:pt x="157" y="1518"/>
                    <a:pt x="166" y="1522"/>
                  </a:cubicBezTo>
                  <a:close/>
                  <a:moveTo>
                    <a:pt x="465" y="1575"/>
                  </a:moveTo>
                  <a:cubicBezTo>
                    <a:pt x="457" y="1583"/>
                    <a:pt x="454" y="1598"/>
                    <a:pt x="448" y="1608"/>
                  </a:cubicBezTo>
                  <a:cubicBezTo>
                    <a:pt x="445" y="1613"/>
                    <a:pt x="444" y="1620"/>
                    <a:pt x="440" y="1625"/>
                  </a:cubicBezTo>
                  <a:cubicBezTo>
                    <a:pt x="437" y="1631"/>
                    <a:pt x="440" y="1642"/>
                    <a:pt x="433" y="1643"/>
                  </a:cubicBezTo>
                  <a:cubicBezTo>
                    <a:pt x="434" y="1653"/>
                    <a:pt x="426" y="1653"/>
                    <a:pt x="425" y="1661"/>
                  </a:cubicBezTo>
                  <a:cubicBezTo>
                    <a:pt x="424" y="1668"/>
                    <a:pt x="419" y="1671"/>
                    <a:pt x="418" y="1678"/>
                  </a:cubicBezTo>
                  <a:cubicBezTo>
                    <a:pt x="414" y="1683"/>
                    <a:pt x="413" y="1690"/>
                    <a:pt x="410" y="1696"/>
                  </a:cubicBezTo>
                  <a:cubicBezTo>
                    <a:pt x="405" y="1696"/>
                    <a:pt x="411" y="1700"/>
                    <a:pt x="407" y="1701"/>
                  </a:cubicBezTo>
                  <a:cubicBezTo>
                    <a:pt x="407" y="1704"/>
                    <a:pt x="404" y="1705"/>
                    <a:pt x="407" y="1708"/>
                  </a:cubicBezTo>
                  <a:cubicBezTo>
                    <a:pt x="401" y="1710"/>
                    <a:pt x="401" y="1719"/>
                    <a:pt x="397" y="1724"/>
                  </a:cubicBezTo>
                  <a:cubicBezTo>
                    <a:pt x="399" y="1734"/>
                    <a:pt x="389" y="1732"/>
                    <a:pt x="392" y="1744"/>
                  </a:cubicBezTo>
                  <a:cubicBezTo>
                    <a:pt x="390" y="1749"/>
                    <a:pt x="388" y="1756"/>
                    <a:pt x="385" y="1761"/>
                  </a:cubicBezTo>
                  <a:cubicBezTo>
                    <a:pt x="384" y="1766"/>
                    <a:pt x="376" y="1775"/>
                    <a:pt x="382" y="1779"/>
                  </a:cubicBezTo>
                  <a:cubicBezTo>
                    <a:pt x="389" y="1772"/>
                    <a:pt x="391" y="1760"/>
                    <a:pt x="395" y="1751"/>
                  </a:cubicBezTo>
                  <a:cubicBezTo>
                    <a:pt x="398" y="1741"/>
                    <a:pt x="404" y="1733"/>
                    <a:pt x="405" y="1721"/>
                  </a:cubicBezTo>
                  <a:cubicBezTo>
                    <a:pt x="421" y="1704"/>
                    <a:pt x="428" y="1679"/>
                    <a:pt x="443" y="1661"/>
                  </a:cubicBezTo>
                  <a:cubicBezTo>
                    <a:pt x="445" y="1648"/>
                    <a:pt x="451" y="1638"/>
                    <a:pt x="455" y="1628"/>
                  </a:cubicBezTo>
                  <a:cubicBezTo>
                    <a:pt x="459" y="1624"/>
                    <a:pt x="459" y="1616"/>
                    <a:pt x="463" y="1613"/>
                  </a:cubicBezTo>
                  <a:cubicBezTo>
                    <a:pt x="463" y="1609"/>
                    <a:pt x="464" y="1607"/>
                    <a:pt x="465" y="1605"/>
                  </a:cubicBezTo>
                  <a:cubicBezTo>
                    <a:pt x="469" y="1605"/>
                    <a:pt x="467" y="1598"/>
                    <a:pt x="470" y="1598"/>
                  </a:cubicBezTo>
                  <a:cubicBezTo>
                    <a:pt x="468" y="1588"/>
                    <a:pt x="478" y="1590"/>
                    <a:pt x="475" y="1580"/>
                  </a:cubicBezTo>
                  <a:cubicBezTo>
                    <a:pt x="476" y="1573"/>
                    <a:pt x="480" y="1570"/>
                    <a:pt x="480" y="1562"/>
                  </a:cubicBezTo>
                  <a:cubicBezTo>
                    <a:pt x="485" y="1559"/>
                    <a:pt x="482" y="1549"/>
                    <a:pt x="485" y="1545"/>
                  </a:cubicBezTo>
                  <a:cubicBezTo>
                    <a:pt x="489" y="1540"/>
                    <a:pt x="488" y="1530"/>
                    <a:pt x="490" y="1525"/>
                  </a:cubicBezTo>
                  <a:cubicBezTo>
                    <a:pt x="490" y="1522"/>
                    <a:pt x="490" y="1520"/>
                    <a:pt x="490" y="1517"/>
                  </a:cubicBezTo>
                  <a:cubicBezTo>
                    <a:pt x="490" y="1514"/>
                    <a:pt x="494" y="1513"/>
                    <a:pt x="490" y="1512"/>
                  </a:cubicBezTo>
                  <a:cubicBezTo>
                    <a:pt x="489" y="1508"/>
                    <a:pt x="493" y="1497"/>
                    <a:pt x="488" y="1497"/>
                  </a:cubicBezTo>
                  <a:cubicBezTo>
                    <a:pt x="484" y="1527"/>
                    <a:pt x="474" y="1550"/>
                    <a:pt x="465" y="1575"/>
                  </a:cubicBezTo>
                  <a:close/>
                  <a:moveTo>
                    <a:pt x="337" y="1693"/>
                  </a:moveTo>
                  <a:cubicBezTo>
                    <a:pt x="336" y="1689"/>
                    <a:pt x="340" y="1688"/>
                    <a:pt x="340" y="1683"/>
                  </a:cubicBezTo>
                  <a:cubicBezTo>
                    <a:pt x="340" y="1680"/>
                    <a:pt x="339" y="1674"/>
                    <a:pt x="342" y="1673"/>
                  </a:cubicBezTo>
                  <a:cubicBezTo>
                    <a:pt x="337" y="1663"/>
                    <a:pt x="347" y="1649"/>
                    <a:pt x="347" y="1636"/>
                  </a:cubicBezTo>
                  <a:cubicBezTo>
                    <a:pt x="350" y="1635"/>
                    <a:pt x="350" y="1632"/>
                    <a:pt x="350" y="1628"/>
                  </a:cubicBezTo>
                  <a:cubicBezTo>
                    <a:pt x="350" y="1625"/>
                    <a:pt x="353" y="1623"/>
                    <a:pt x="352" y="1618"/>
                  </a:cubicBezTo>
                  <a:cubicBezTo>
                    <a:pt x="356" y="1613"/>
                    <a:pt x="354" y="1604"/>
                    <a:pt x="357" y="1598"/>
                  </a:cubicBezTo>
                  <a:cubicBezTo>
                    <a:pt x="359" y="1591"/>
                    <a:pt x="360" y="1584"/>
                    <a:pt x="365" y="1580"/>
                  </a:cubicBezTo>
                  <a:cubicBezTo>
                    <a:pt x="369" y="1576"/>
                    <a:pt x="366" y="1565"/>
                    <a:pt x="372" y="1563"/>
                  </a:cubicBezTo>
                  <a:cubicBezTo>
                    <a:pt x="372" y="1557"/>
                    <a:pt x="372" y="1552"/>
                    <a:pt x="372" y="1547"/>
                  </a:cubicBezTo>
                  <a:cubicBezTo>
                    <a:pt x="380" y="1547"/>
                    <a:pt x="370" y="1537"/>
                    <a:pt x="372" y="1547"/>
                  </a:cubicBezTo>
                  <a:cubicBezTo>
                    <a:pt x="368" y="1551"/>
                    <a:pt x="369" y="1560"/>
                    <a:pt x="365" y="1563"/>
                  </a:cubicBezTo>
                  <a:cubicBezTo>
                    <a:pt x="363" y="1568"/>
                    <a:pt x="362" y="1575"/>
                    <a:pt x="360" y="1580"/>
                  </a:cubicBezTo>
                  <a:cubicBezTo>
                    <a:pt x="356" y="1584"/>
                    <a:pt x="357" y="1593"/>
                    <a:pt x="352" y="1595"/>
                  </a:cubicBezTo>
                  <a:cubicBezTo>
                    <a:pt x="352" y="1604"/>
                    <a:pt x="349" y="1609"/>
                    <a:pt x="345" y="1613"/>
                  </a:cubicBezTo>
                  <a:cubicBezTo>
                    <a:pt x="342" y="1647"/>
                    <a:pt x="327" y="1669"/>
                    <a:pt x="330" y="1708"/>
                  </a:cubicBezTo>
                  <a:cubicBezTo>
                    <a:pt x="338" y="1709"/>
                    <a:pt x="334" y="1698"/>
                    <a:pt x="337" y="1693"/>
                  </a:cubicBezTo>
                  <a:close/>
                  <a:moveTo>
                    <a:pt x="299" y="1623"/>
                  </a:moveTo>
                  <a:cubicBezTo>
                    <a:pt x="299" y="1618"/>
                    <a:pt x="306" y="1608"/>
                    <a:pt x="299" y="1605"/>
                  </a:cubicBezTo>
                  <a:cubicBezTo>
                    <a:pt x="299" y="1610"/>
                    <a:pt x="292" y="1620"/>
                    <a:pt x="299" y="1623"/>
                  </a:cubicBezTo>
                  <a:close/>
                  <a:moveTo>
                    <a:pt x="372" y="1678"/>
                  </a:moveTo>
                  <a:cubicBezTo>
                    <a:pt x="367" y="1681"/>
                    <a:pt x="371" y="1692"/>
                    <a:pt x="365" y="1693"/>
                  </a:cubicBezTo>
                  <a:cubicBezTo>
                    <a:pt x="366" y="1702"/>
                    <a:pt x="363" y="1705"/>
                    <a:pt x="362" y="1711"/>
                  </a:cubicBezTo>
                  <a:cubicBezTo>
                    <a:pt x="363" y="1715"/>
                    <a:pt x="355" y="1724"/>
                    <a:pt x="362" y="1726"/>
                  </a:cubicBezTo>
                  <a:cubicBezTo>
                    <a:pt x="367" y="1717"/>
                    <a:pt x="364" y="1701"/>
                    <a:pt x="372" y="1696"/>
                  </a:cubicBezTo>
                  <a:cubicBezTo>
                    <a:pt x="370" y="1686"/>
                    <a:pt x="375" y="1684"/>
                    <a:pt x="375" y="1676"/>
                  </a:cubicBezTo>
                  <a:cubicBezTo>
                    <a:pt x="375" y="1672"/>
                    <a:pt x="386" y="1660"/>
                    <a:pt x="375" y="1661"/>
                  </a:cubicBezTo>
                  <a:cubicBezTo>
                    <a:pt x="376" y="1669"/>
                    <a:pt x="370" y="1670"/>
                    <a:pt x="372" y="1678"/>
                  </a:cubicBezTo>
                  <a:close/>
                  <a:moveTo>
                    <a:pt x="352" y="1776"/>
                  </a:moveTo>
                  <a:cubicBezTo>
                    <a:pt x="352" y="1773"/>
                    <a:pt x="352" y="1770"/>
                    <a:pt x="352" y="1766"/>
                  </a:cubicBezTo>
                  <a:cubicBezTo>
                    <a:pt x="350" y="1766"/>
                    <a:pt x="347" y="1766"/>
                    <a:pt x="345" y="1766"/>
                  </a:cubicBezTo>
                  <a:cubicBezTo>
                    <a:pt x="346" y="1771"/>
                    <a:pt x="346" y="1777"/>
                    <a:pt x="352" y="1776"/>
                  </a:cubicBezTo>
                  <a:close/>
                  <a:moveTo>
                    <a:pt x="375" y="1804"/>
                  </a:moveTo>
                  <a:cubicBezTo>
                    <a:pt x="376" y="1799"/>
                    <a:pt x="383" y="1788"/>
                    <a:pt x="377" y="1784"/>
                  </a:cubicBezTo>
                  <a:cubicBezTo>
                    <a:pt x="378" y="1791"/>
                    <a:pt x="368" y="1799"/>
                    <a:pt x="375" y="1804"/>
                  </a:cubicBezTo>
                  <a:close/>
                </a:path>
              </a:pathLst>
            </a:custGeom>
            <a:solidFill>
              <a:srgbClr val="d0cdbb">
                <a:alpha val="75000"/>
              </a:srgbClr>
            </a:solidFill>
            <a:ln w="0">
              <a:noFill/>
            </a:ln>
          </p:spPr>
          <p:style>
            <a:lnRef idx="0"/>
            <a:fillRef idx="0"/>
            <a:effectRef idx="0"/>
            <a:fontRef idx="minor"/>
          </p:style>
          <p:txBody>
            <a:bodyPr tIns="91440" bIns="91440" anchor="ctr">
              <a:noAutofit/>
            </a:bodyPr>
            <a:p>
              <a:pPr>
                <a:lnSpc>
                  <a:spcPct val="100000"/>
                </a:lnSpc>
                <a:tabLst>
                  <a:tab algn="l" pos="0"/>
                </a:tabLst>
              </a:pPr>
              <a:endParaRPr b="0" lang="en-US" sz="1400" spc="-1" strike="noStrike">
                <a:solidFill>
                  <a:srgbClr val="000000"/>
                </a:solidFill>
                <a:latin typeface="Arial"/>
                <a:ea typeface="Arial"/>
              </a:endParaRPr>
            </a:p>
          </p:txBody>
        </p:sp>
        <p:sp>
          <p:nvSpPr>
            <p:cNvPr id="40" name="Google Shape;150;p24"/>
            <p:cNvSpPr/>
            <p:nvPr/>
          </p:nvSpPr>
          <p:spPr>
            <a:xfrm>
              <a:off x="907920" y="1528200"/>
              <a:ext cx="2507760" cy="3231000"/>
            </a:xfrm>
            <a:custGeom>
              <a:avLst/>
              <a:gdLst>
                <a:gd name="textAreaLeft" fmla="*/ 0 w 2507760"/>
                <a:gd name="textAreaRight" fmla="*/ 2508120 w 2507760"/>
                <a:gd name="textAreaTop" fmla="*/ 0 h 3231000"/>
                <a:gd name="textAreaBottom" fmla="*/ 3231360 h 3231000"/>
              </a:gdLst>
              <a:ahLst/>
              <a:rect l="textAreaLeft" t="textAreaTop" r="textAreaRight" b="textAreaBottom"/>
              <a:pathLst>
                <a:path w="869" h="1495">
                  <a:moveTo>
                    <a:pt x="865" y="156"/>
                  </a:moveTo>
                  <a:cubicBezTo>
                    <a:pt x="856" y="165"/>
                    <a:pt x="851" y="173"/>
                    <a:pt x="844" y="182"/>
                  </a:cubicBezTo>
                  <a:cubicBezTo>
                    <a:pt x="804" y="216"/>
                    <a:pt x="802" y="216"/>
                    <a:pt x="800" y="216"/>
                  </a:cubicBezTo>
                  <a:cubicBezTo>
                    <a:pt x="775" y="232"/>
                    <a:pt x="768" y="237"/>
                    <a:pt x="760" y="239"/>
                  </a:cubicBezTo>
                  <a:cubicBezTo>
                    <a:pt x="699" y="279"/>
                    <a:pt x="696" y="275"/>
                    <a:pt x="693" y="278"/>
                  </a:cubicBezTo>
                  <a:cubicBezTo>
                    <a:pt x="706" y="270"/>
                    <a:pt x="707" y="266"/>
                    <a:pt x="714" y="263"/>
                  </a:cubicBezTo>
                  <a:cubicBezTo>
                    <a:pt x="766" y="230"/>
                    <a:pt x="774" y="225"/>
                    <a:pt x="782" y="219"/>
                  </a:cubicBezTo>
                  <a:cubicBezTo>
                    <a:pt x="830" y="181"/>
                    <a:pt x="830" y="177"/>
                    <a:pt x="834" y="174"/>
                  </a:cubicBezTo>
                  <a:cubicBezTo>
                    <a:pt x="831" y="170"/>
                    <a:pt x="831" y="178"/>
                    <a:pt x="827" y="175"/>
                  </a:cubicBezTo>
                  <a:cubicBezTo>
                    <a:pt x="792" y="205"/>
                    <a:pt x="784" y="209"/>
                    <a:pt x="783" y="213"/>
                  </a:cubicBezTo>
                  <a:cubicBezTo>
                    <a:pt x="763" y="227"/>
                    <a:pt x="760" y="223"/>
                    <a:pt x="757" y="227"/>
                  </a:cubicBezTo>
                  <a:cubicBezTo>
                    <a:pt x="776" y="212"/>
                    <a:pt x="774" y="208"/>
                    <a:pt x="780" y="206"/>
                  </a:cubicBezTo>
                  <a:cubicBezTo>
                    <a:pt x="824" y="164"/>
                    <a:pt x="830" y="160"/>
                    <a:pt x="833" y="155"/>
                  </a:cubicBezTo>
                  <a:cubicBezTo>
                    <a:pt x="806" y="176"/>
                    <a:pt x="797" y="184"/>
                    <a:pt x="788" y="193"/>
                  </a:cubicBezTo>
                  <a:cubicBezTo>
                    <a:pt x="731" y="226"/>
                    <a:pt x="724" y="237"/>
                    <a:pt x="720" y="234"/>
                  </a:cubicBezTo>
                  <a:cubicBezTo>
                    <a:pt x="766" y="194"/>
                    <a:pt x="786" y="180"/>
                    <a:pt x="803" y="159"/>
                  </a:cubicBezTo>
                  <a:cubicBezTo>
                    <a:pt x="785" y="170"/>
                    <a:pt x="775" y="180"/>
                    <a:pt x="763" y="188"/>
                  </a:cubicBezTo>
                  <a:cubicBezTo>
                    <a:pt x="736" y="208"/>
                    <a:pt x="735" y="202"/>
                    <a:pt x="737" y="200"/>
                  </a:cubicBezTo>
                  <a:cubicBezTo>
                    <a:pt x="749" y="181"/>
                    <a:pt x="754" y="177"/>
                    <a:pt x="756" y="172"/>
                  </a:cubicBezTo>
                  <a:cubicBezTo>
                    <a:pt x="787" y="134"/>
                    <a:pt x="791" y="136"/>
                    <a:pt x="790" y="130"/>
                  </a:cubicBezTo>
                  <a:cubicBezTo>
                    <a:pt x="769" y="150"/>
                    <a:pt x="765" y="152"/>
                    <a:pt x="766" y="155"/>
                  </a:cubicBezTo>
                  <a:cubicBezTo>
                    <a:pt x="746" y="174"/>
                    <a:pt x="746" y="170"/>
                    <a:pt x="746" y="169"/>
                  </a:cubicBezTo>
                  <a:cubicBezTo>
                    <a:pt x="748" y="164"/>
                    <a:pt x="752" y="160"/>
                    <a:pt x="752" y="160"/>
                  </a:cubicBezTo>
                  <a:cubicBezTo>
                    <a:pt x="764" y="139"/>
                    <a:pt x="770" y="129"/>
                    <a:pt x="777" y="119"/>
                  </a:cubicBezTo>
                  <a:cubicBezTo>
                    <a:pt x="800" y="82"/>
                    <a:pt x="812" y="81"/>
                    <a:pt x="808" y="77"/>
                  </a:cubicBezTo>
                  <a:cubicBezTo>
                    <a:pt x="770" y="123"/>
                    <a:pt x="765" y="125"/>
                    <a:pt x="763" y="127"/>
                  </a:cubicBezTo>
                  <a:cubicBezTo>
                    <a:pt x="747" y="156"/>
                    <a:pt x="743" y="161"/>
                    <a:pt x="740" y="166"/>
                  </a:cubicBezTo>
                  <a:cubicBezTo>
                    <a:pt x="744" y="144"/>
                    <a:pt x="749" y="134"/>
                    <a:pt x="753" y="124"/>
                  </a:cubicBezTo>
                  <a:cubicBezTo>
                    <a:pt x="782" y="79"/>
                    <a:pt x="781" y="77"/>
                    <a:pt x="784" y="75"/>
                  </a:cubicBezTo>
                  <a:cubicBezTo>
                    <a:pt x="769" y="89"/>
                    <a:pt x="765" y="92"/>
                    <a:pt x="765" y="96"/>
                  </a:cubicBezTo>
                  <a:cubicBezTo>
                    <a:pt x="728" y="162"/>
                    <a:pt x="722" y="177"/>
                    <a:pt x="718" y="191"/>
                  </a:cubicBezTo>
                  <a:cubicBezTo>
                    <a:pt x="710" y="205"/>
                    <a:pt x="719" y="210"/>
                    <a:pt x="712" y="213"/>
                  </a:cubicBezTo>
                  <a:cubicBezTo>
                    <a:pt x="703" y="240"/>
                    <a:pt x="708" y="247"/>
                    <a:pt x="697" y="251"/>
                  </a:cubicBezTo>
                  <a:cubicBezTo>
                    <a:pt x="699" y="232"/>
                    <a:pt x="702" y="230"/>
                    <a:pt x="701" y="228"/>
                  </a:cubicBezTo>
                  <a:cubicBezTo>
                    <a:pt x="714" y="177"/>
                    <a:pt x="714" y="170"/>
                    <a:pt x="714" y="162"/>
                  </a:cubicBezTo>
                  <a:cubicBezTo>
                    <a:pt x="735" y="103"/>
                    <a:pt x="740" y="88"/>
                    <a:pt x="749" y="73"/>
                  </a:cubicBezTo>
                  <a:cubicBezTo>
                    <a:pt x="757" y="53"/>
                    <a:pt x="753" y="62"/>
                    <a:pt x="744" y="70"/>
                  </a:cubicBezTo>
                  <a:cubicBezTo>
                    <a:pt x="727" y="107"/>
                    <a:pt x="722" y="112"/>
                    <a:pt x="722" y="118"/>
                  </a:cubicBezTo>
                  <a:cubicBezTo>
                    <a:pt x="706" y="172"/>
                    <a:pt x="705" y="175"/>
                    <a:pt x="703" y="177"/>
                  </a:cubicBezTo>
                  <a:cubicBezTo>
                    <a:pt x="696" y="206"/>
                    <a:pt x="696" y="209"/>
                    <a:pt x="696" y="212"/>
                  </a:cubicBezTo>
                  <a:cubicBezTo>
                    <a:pt x="687" y="247"/>
                    <a:pt x="685" y="253"/>
                    <a:pt x="684" y="260"/>
                  </a:cubicBezTo>
                  <a:cubicBezTo>
                    <a:pt x="671" y="275"/>
                    <a:pt x="673" y="272"/>
                    <a:pt x="677" y="270"/>
                  </a:cubicBezTo>
                  <a:cubicBezTo>
                    <a:pt x="682" y="240"/>
                    <a:pt x="681" y="234"/>
                    <a:pt x="684" y="229"/>
                  </a:cubicBezTo>
                  <a:cubicBezTo>
                    <a:pt x="694" y="189"/>
                    <a:pt x="690" y="182"/>
                    <a:pt x="693" y="177"/>
                  </a:cubicBezTo>
                  <a:cubicBezTo>
                    <a:pt x="706" y="119"/>
                    <a:pt x="707" y="113"/>
                    <a:pt x="709" y="107"/>
                  </a:cubicBezTo>
                  <a:cubicBezTo>
                    <a:pt x="721" y="64"/>
                    <a:pt x="727" y="59"/>
                    <a:pt x="729" y="53"/>
                  </a:cubicBezTo>
                  <a:cubicBezTo>
                    <a:pt x="751" y="15"/>
                    <a:pt x="760" y="13"/>
                    <a:pt x="759" y="10"/>
                  </a:cubicBezTo>
                  <a:cubicBezTo>
                    <a:pt x="752" y="12"/>
                    <a:pt x="750" y="14"/>
                    <a:pt x="749" y="17"/>
                  </a:cubicBezTo>
                  <a:cubicBezTo>
                    <a:pt x="722" y="50"/>
                    <a:pt x="719" y="46"/>
                    <a:pt x="715" y="51"/>
                  </a:cubicBezTo>
                  <a:cubicBezTo>
                    <a:pt x="696" y="86"/>
                    <a:pt x="689" y="94"/>
                    <a:pt x="687" y="103"/>
                  </a:cubicBezTo>
                  <a:cubicBezTo>
                    <a:pt x="667" y="145"/>
                    <a:pt x="670" y="146"/>
                    <a:pt x="670" y="148"/>
                  </a:cubicBezTo>
                  <a:cubicBezTo>
                    <a:pt x="662" y="166"/>
                    <a:pt x="660" y="175"/>
                    <a:pt x="659" y="185"/>
                  </a:cubicBezTo>
                  <a:cubicBezTo>
                    <a:pt x="655" y="217"/>
                    <a:pt x="655" y="222"/>
                    <a:pt x="653" y="226"/>
                  </a:cubicBezTo>
                  <a:cubicBezTo>
                    <a:pt x="646" y="259"/>
                    <a:pt x="650" y="265"/>
                    <a:pt x="650" y="270"/>
                  </a:cubicBezTo>
                  <a:cubicBezTo>
                    <a:pt x="632" y="316"/>
                    <a:pt x="637" y="319"/>
                    <a:pt x="630" y="321"/>
                  </a:cubicBezTo>
                  <a:cubicBezTo>
                    <a:pt x="630" y="285"/>
                    <a:pt x="633" y="283"/>
                    <a:pt x="633" y="280"/>
                  </a:cubicBezTo>
                  <a:cubicBezTo>
                    <a:pt x="637" y="248"/>
                    <a:pt x="637" y="243"/>
                    <a:pt x="639" y="238"/>
                  </a:cubicBezTo>
                  <a:cubicBezTo>
                    <a:pt x="639" y="222"/>
                    <a:pt x="641" y="220"/>
                    <a:pt x="641" y="217"/>
                  </a:cubicBezTo>
                  <a:cubicBezTo>
                    <a:pt x="649" y="175"/>
                    <a:pt x="652" y="166"/>
                    <a:pt x="654" y="157"/>
                  </a:cubicBezTo>
                  <a:cubicBezTo>
                    <a:pt x="673" y="112"/>
                    <a:pt x="670" y="107"/>
                    <a:pt x="677" y="103"/>
                  </a:cubicBezTo>
                  <a:cubicBezTo>
                    <a:pt x="690" y="65"/>
                    <a:pt x="699" y="63"/>
                    <a:pt x="694" y="59"/>
                  </a:cubicBezTo>
                  <a:cubicBezTo>
                    <a:pt x="663" y="118"/>
                    <a:pt x="658" y="124"/>
                    <a:pt x="654" y="130"/>
                  </a:cubicBezTo>
                  <a:cubicBezTo>
                    <a:pt x="644" y="160"/>
                    <a:pt x="640" y="163"/>
                    <a:pt x="644" y="166"/>
                  </a:cubicBezTo>
                  <a:cubicBezTo>
                    <a:pt x="632" y="198"/>
                    <a:pt x="638" y="202"/>
                    <a:pt x="632" y="204"/>
                  </a:cubicBezTo>
                  <a:cubicBezTo>
                    <a:pt x="630" y="226"/>
                    <a:pt x="628" y="229"/>
                    <a:pt x="630" y="233"/>
                  </a:cubicBezTo>
                  <a:cubicBezTo>
                    <a:pt x="624" y="286"/>
                    <a:pt x="621" y="292"/>
                    <a:pt x="621" y="298"/>
                  </a:cubicBezTo>
                  <a:cubicBezTo>
                    <a:pt x="622" y="314"/>
                    <a:pt x="617" y="316"/>
                    <a:pt x="621" y="318"/>
                  </a:cubicBezTo>
                  <a:cubicBezTo>
                    <a:pt x="615" y="341"/>
                    <a:pt x="613" y="344"/>
                    <a:pt x="612" y="347"/>
                  </a:cubicBezTo>
                  <a:cubicBezTo>
                    <a:pt x="610" y="337"/>
                    <a:pt x="612" y="332"/>
                    <a:pt x="615" y="327"/>
                  </a:cubicBezTo>
                  <a:cubicBezTo>
                    <a:pt x="612" y="290"/>
                    <a:pt x="621" y="286"/>
                    <a:pt x="616" y="280"/>
                  </a:cubicBezTo>
                  <a:cubicBezTo>
                    <a:pt x="615" y="259"/>
                    <a:pt x="621" y="255"/>
                    <a:pt x="620" y="250"/>
                  </a:cubicBezTo>
                  <a:cubicBezTo>
                    <a:pt x="624" y="201"/>
                    <a:pt x="625" y="198"/>
                    <a:pt x="626" y="196"/>
                  </a:cubicBezTo>
                  <a:cubicBezTo>
                    <a:pt x="635" y="171"/>
                    <a:pt x="633" y="168"/>
                    <a:pt x="634" y="166"/>
                  </a:cubicBezTo>
                  <a:cubicBezTo>
                    <a:pt x="642" y="141"/>
                    <a:pt x="642" y="139"/>
                    <a:pt x="642" y="136"/>
                  </a:cubicBezTo>
                  <a:cubicBezTo>
                    <a:pt x="655" y="109"/>
                    <a:pt x="657" y="104"/>
                    <a:pt x="662" y="99"/>
                  </a:cubicBezTo>
                  <a:cubicBezTo>
                    <a:pt x="645" y="113"/>
                    <a:pt x="645" y="122"/>
                    <a:pt x="637" y="130"/>
                  </a:cubicBezTo>
                  <a:cubicBezTo>
                    <a:pt x="617" y="197"/>
                    <a:pt x="614" y="202"/>
                    <a:pt x="614" y="207"/>
                  </a:cubicBezTo>
                  <a:cubicBezTo>
                    <a:pt x="613" y="227"/>
                    <a:pt x="609" y="228"/>
                    <a:pt x="612" y="231"/>
                  </a:cubicBezTo>
                  <a:cubicBezTo>
                    <a:pt x="612" y="251"/>
                    <a:pt x="612" y="254"/>
                    <a:pt x="608" y="256"/>
                  </a:cubicBezTo>
                  <a:cubicBezTo>
                    <a:pt x="608" y="278"/>
                    <a:pt x="607" y="283"/>
                    <a:pt x="607" y="289"/>
                  </a:cubicBezTo>
                  <a:cubicBezTo>
                    <a:pt x="595" y="363"/>
                    <a:pt x="592" y="374"/>
                    <a:pt x="587" y="384"/>
                  </a:cubicBezTo>
                  <a:cubicBezTo>
                    <a:pt x="589" y="326"/>
                    <a:pt x="592" y="323"/>
                    <a:pt x="592" y="319"/>
                  </a:cubicBezTo>
                  <a:cubicBezTo>
                    <a:pt x="594" y="243"/>
                    <a:pt x="593" y="240"/>
                    <a:pt x="594" y="237"/>
                  </a:cubicBezTo>
                  <a:cubicBezTo>
                    <a:pt x="597" y="223"/>
                    <a:pt x="596" y="219"/>
                    <a:pt x="596" y="216"/>
                  </a:cubicBezTo>
                  <a:cubicBezTo>
                    <a:pt x="608" y="177"/>
                    <a:pt x="610" y="170"/>
                    <a:pt x="614" y="163"/>
                  </a:cubicBezTo>
                  <a:cubicBezTo>
                    <a:pt x="624" y="125"/>
                    <a:pt x="623" y="130"/>
                    <a:pt x="621" y="134"/>
                  </a:cubicBezTo>
                  <a:cubicBezTo>
                    <a:pt x="598" y="185"/>
                    <a:pt x="595" y="190"/>
                    <a:pt x="594" y="195"/>
                  </a:cubicBezTo>
                  <a:cubicBezTo>
                    <a:pt x="583" y="227"/>
                    <a:pt x="590" y="232"/>
                    <a:pt x="586" y="235"/>
                  </a:cubicBezTo>
                  <a:cubicBezTo>
                    <a:pt x="585" y="269"/>
                    <a:pt x="583" y="276"/>
                    <a:pt x="584" y="284"/>
                  </a:cubicBezTo>
                  <a:cubicBezTo>
                    <a:pt x="583" y="334"/>
                    <a:pt x="581" y="338"/>
                    <a:pt x="584" y="342"/>
                  </a:cubicBezTo>
                  <a:cubicBezTo>
                    <a:pt x="578" y="377"/>
                    <a:pt x="579" y="381"/>
                    <a:pt x="575" y="384"/>
                  </a:cubicBezTo>
                  <a:cubicBezTo>
                    <a:pt x="572" y="368"/>
                    <a:pt x="578" y="365"/>
                    <a:pt x="575" y="361"/>
                  </a:cubicBezTo>
                  <a:cubicBezTo>
                    <a:pt x="580" y="316"/>
                    <a:pt x="571" y="307"/>
                    <a:pt x="578" y="300"/>
                  </a:cubicBezTo>
                  <a:cubicBezTo>
                    <a:pt x="572" y="220"/>
                    <a:pt x="574" y="213"/>
                    <a:pt x="573" y="205"/>
                  </a:cubicBezTo>
                  <a:cubicBezTo>
                    <a:pt x="581" y="177"/>
                    <a:pt x="576" y="169"/>
                    <a:pt x="580" y="163"/>
                  </a:cubicBezTo>
                  <a:cubicBezTo>
                    <a:pt x="594" y="117"/>
                    <a:pt x="601" y="111"/>
                    <a:pt x="598" y="103"/>
                  </a:cubicBezTo>
                  <a:cubicBezTo>
                    <a:pt x="577" y="151"/>
                    <a:pt x="576" y="154"/>
                    <a:pt x="573" y="156"/>
                  </a:cubicBezTo>
                  <a:cubicBezTo>
                    <a:pt x="562" y="241"/>
                    <a:pt x="563" y="252"/>
                    <a:pt x="564" y="263"/>
                  </a:cubicBezTo>
                  <a:cubicBezTo>
                    <a:pt x="569" y="302"/>
                    <a:pt x="564" y="307"/>
                    <a:pt x="568" y="312"/>
                  </a:cubicBezTo>
                  <a:cubicBezTo>
                    <a:pt x="566" y="341"/>
                    <a:pt x="565" y="352"/>
                    <a:pt x="568" y="364"/>
                  </a:cubicBezTo>
                  <a:cubicBezTo>
                    <a:pt x="553" y="423"/>
                    <a:pt x="553" y="420"/>
                    <a:pt x="555" y="417"/>
                  </a:cubicBezTo>
                  <a:cubicBezTo>
                    <a:pt x="556" y="394"/>
                    <a:pt x="560" y="392"/>
                    <a:pt x="558" y="388"/>
                  </a:cubicBezTo>
                  <a:cubicBezTo>
                    <a:pt x="561" y="333"/>
                    <a:pt x="563" y="331"/>
                    <a:pt x="562" y="329"/>
                  </a:cubicBezTo>
                  <a:cubicBezTo>
                    <a:pt x="559" y="274"/>
                    <a:pt x="553" y="255"/>
                    <a:pt x="554" y="236"/>
                  </a:cubicBezTo>
                  <a:cubicBezTo>
                    <a:pt x="554" y="218"/>
                    <a:pt x="555" y="214"/>
                    <a:pt x="554" y="209"/>
                  </a:cubicBezTo>
                  <a:cubicBezTo>
                    <a:pt x="559" y="193"/>
                    <a:pt x="557" y="190"/>
                    <a:pt x="559" y="188"/>
                  </a:cubicBezTo>
                  <a:cubicBezTo>
                    <a:pt x="569" y="145"/>
                    <a:pt x="573" y="136"/>
                    <a:pt x="573" y="126"/>
                  </a:cubicBezTo>
                  <a:cubicBezTo>
                    <a:pt x="557" y="167"/>
                    <a:pt x="554" y="173"/>
                    <a:pt x="555" y="179"/>
                  </a:cubicBezTo>
                  <a:cubicBezTo>
                    <a:pt x="548" y="204"/>
                    <a:pt x="545" y="211"/>
                    <a:pt x="547" y="219"/>
                  </a:cubicBezTo>
                  <a:cubicBezTo>
                    <a:pt x="545" y="249"/>
                    <a:pt x="547" y="257"/>
                    <a:pt x="548" y="265"/>
                  </a:cubicBezTo>
                  <a:cubicBezTo>
                    <a:pt x="553" y="302"/>
                    <a:pt x="551" y="305"/>
                    <a:pt x="550" y="308"/>
                  </a:cubicBezTo>
                  <a:cubicBezTo>
                    <a:pt x="556" y="350"/>
                    <a:pt x="553" y="352"/>
                    <a:pt x="554" y="354"/>
                  </a:cubicBezTo>
                  <a:cubicBezTo>
                    <a:pt x="551" y="391"/>
                    <a:pt x="544" y="394"/>
                    <a:pt x="549" y="399"/>
                  </a:cubicBezTo>
                  <a:cubicBezTo>
                    <a:pt x="548" y="423"/>
                    <a:pt x="541" y="425"/>
                    <a:pt x="543" y="428"/>
                  </a:cubicBezTo>
                  <a:cubicBezTo>
                    <a:pt x="534" y="435"/>
                    <a:pt x="534" y="428"/>
                    <a:pt x="538" y="422"/>
                  </a:cubicBezTo>
                  <a:cubicBezTo>
                    <a:pt x="537" y="386"/>
                    <a:pt x="541" y="383"/>
                    <a:pt x="540" y="379"/>
                  </a:cubicBezTo>
                  <a:cubicBezTo>
                    <a:pt x="538" y="342"/>
                    <a:pt x="537" y="338"/>
                    <a:pt x="538" y="333"/>
                  </a:cubicBezTo>
                  <a:cubicBezTo>
                    <a:pt x="535" y="297"/>
                    <a:pt x="532" y="288"/>
                    <a:pt x="531" y="280"/>
                  </a:cubicBezTo>
                  <a:cubicBezTo>
                    <a:pt x="528" y="237"/>
                    <a:pt x="531" y="236"/>
                    <a:pt x="530" y="234"/>
                  </a:cubicBezTo>
                  <a:cubicBezTo>
                    <a:pt x="531" y="195"/>
                    <a:pt x="535" y="192"/>
                    <a:pt x="534" y="187"/>
                  </a:cubicBezTo>
                  <a:cubicBezTo>
                    <a:pt x="537" y="169"/>
                    <a:pt x="538" y="165"/>
                    <a:pt x="539" y="161"/>
                  </a:cubicBezTo>
                  <a:cubicBezTo>
                    <a:pt x="534" y="156"/>
                    <a:pt x="534" y="160"/>
                    <a:pt x="532" y="164"/>
                  </a:cubicBezTo>
                  <a:cubicBezTo>
                    <a:pt x="527" y="184"/>
                    <a:pt x="527" y="187"/>
                    <a:pt x="528" y="189"/>
                  </a:cubicBezTo>
                  <a:cubicBezTo>
                    <a:pt x="521" y="228"/>
                    <a:pt x="522" y="230"/>
                    <a:pt x="522" y="232"/>
                  </a:cubicBezTo>
                  <a:cubicBezTo>
                    <a:pt x="521" y="256"/>
                    <a:pt x="520" y="257"/>
                    <a:pt x="522" y="259"/>
                  </a:cubicBezTo>
                  <a:cubicBezTo>
                    <a:pt x="527" y="285"/>
                    <a:pt x="520" y="288"/>
                    <a:pt x="524" y="293"/>
                  </a:cubicBezTo>
                  <a:cubicBezTo>
                    <a:pt x="532" y="343"/>
                    <a:pt x="530" y="351"/>
                    <a:pt x="534" y="361"/>
                  </a:cubicBezTo>
                  <a:cubicBezTo>
                    <a:pt x="531" y="378"/>
                    <a:pt x="529" y="380"/>
                    <a:pt x="532" y="382"/>
                  </a:cubicBezTo>
                  <a:cubicBezTo>
                    <a:pt x="530" y="417"/>
                    <a:pt x="530" y="421"/>
                    <a:pt x="528" y="424"/>
                  </a:cubicBezTo>
                  <a:cubicBezTo>
                    <a:pt x="523" y="442"/>
                    <a:pt x="525" y="445"/>
                    <a:pt x="522" y="444"/>
                  </a:cubicBezTo>
                  <a:cubicBezTo>
                    <a:pt x="523" y="396"/>
                    <a:pt x="516" y="383"/>
                    <a:pt x="519" y="372"/>
                  </a:cubicBezTo>
                  <a:cubicBezTo>
                    <a:pt x="517" y="348"/>
                    <a:pt x="514" y="341"/>
                    <a:pt x="515" y="335"/>
                  </a:cubicBezTo>
                  <a:cubicBezTo>
                    <a:pt x="506" y="291"/>
                    <a:pt x="509" y="286"/>
                    <a:pt x="507" y="280"/>
                  </a:cubicBezTo>
                  <a:cubicBezTo>
                    <a:pt x="508" y="220"/>
                    <a:pt x="509" y="215"/>
                    <a:pt x="510" y="209"/>
                  </a:cubicBezTo>
                  <a:cubicBezTo>
                    <a:pt x="513" y="185"/>
                    <a:pt x="512" y="178"/>
                    <a:pt x="516" y="173"/>
                  </a:cubicBezTo>
                  <a:cubicBezTo>
                    <a:pt x="515" y="159"/>
                    <a:pt x="514" y="162"/>
                    <a:pt x="512" y="164"/>
                  </a:cubicBezTo>
                  <a:cubicBezTo>
                    <a:pt x="505" y="191"/>
                    <a:pt x="507" y="196"/>
                    <a:pt x="504" y="201"/>
                  </a:cubicBezTo>
                  <a:cubicBezTo>
                    <a:pt x="500" y="221"/>
                    <a:pt x="502" y="226"/>
                    <a:pt x="501" y="230"/>
                  </a:cubicBezTo>
                  <a:cubicBezTo>
                    <a:pt x="498" y="248"/>
                    <a:pt x="500" y="251"/>
                    <a:pt x="500" y="253"/>
                  </a:cubicBezTo>
                  <a:cubicBezTo>
                    <a:pt x="496" y="271"/>
                    <a:pt x="502" y="275"/>
                    <a:pt x="498" y="277"/>
                  </a:cubicBezTo>
                  <a:cubicBezTo>
                    <a:pt x="497" y="300"/>
                    <a:pt x="497" y="294"/>
                    <a:pt x="497" y="290"/>
                  </a:cubicBezTo>
                  <a:cubicBezTo>
                    <a:pt x="494" y="271"/>
                    <a:pt x="495" y="268"/>
                    <a:pt x="495" y="266"/>
                  </a:cubicBezTo>
                  <a:cubicBezTo>
                    <a:pt x="494" y="202"/>
                    <a:pt x="495" y="187"/>
                    <a:pt x="499" y="173"/>
                  </a:cubicBezTo>
                  <a:cubicBezTo>
                    <a:pt x="501" y="135"/>
                    <a:pt x="510" y="133"/>
                    <a:pt x="503" y="128"/>
                  </a:cubicBezTo>
                  <a:cubicBezTo>
                    <a:pt x="490" y="173"/>
                    <a:pt x="490" y="178"/>
                    <a:pt x="489" y="183"/>
                  </a:cubicBezTo>
                  <a:cubicBezTo>
                    <a:pt x="485" y="220"/>
                    <a:pt x="485" y="223"/>
                    <a:pt x="485" y="225"/>
                  </a:cubicBezTo>
                  <a:cubicBezTo>
                    <a:pt x="484" y="256"/>
                    <a:pt x="483" y="258"/>
                    <a:pt x="486" y="261"/>
                  </a:cubicBezTo>
                  <a:cubicBezTo>
                    <a:pt x="484" y="277"/>
                    <a:pt x="489" y="280"/>
                    <a:pt x="487" y="282"/>
                  </a:cubicBezTo>
                  <a:cubicBezTo>
                    <a:pt x="498" y="337"/>
                    <a:pt x="496" y="347"/>
                    <a:pt x="502" y="357"/>
                  </a:cubicBezTo>
                  <a:cubicBezTo>
                    <a:pt x="506" y="408"/>
                    <a:pt x="505" y="413"/>
                    <a:pt x="503" y="418"/>
                  </a:cubicBezTo>
                  <a:cubicBezTo>
                    <a:pt x="505" y="450"/>
                    <a:pt x="505" y="453"/>
                    <a:pt x="503" y="455"/>
                  </a:cubicBezTo>
                  <a:cubicBezTo>
                    <a:pt x="499" y="471"/>
                    <a:pt x="503" y="479"/>
                    <a:pt x="498" y="475"/>
                  </a:cubicBezTo>
                  <a:cubicBezTo>
                    <a:pt x="493" y="426"/>
                    <a:pt x="495" y="423"/>
                    <a:pt x="495" y="419"/>
                  </a:cubicBezTo>
                  <a:cubicBezTo>
                    <a:pt x="485" y="375"/>
                    <a:pt x="480" y="366"/>
                    <a:pt x="483" y="359"/>
                  </a:cubicBezTo>
                  <a:cubicBezTo>
                    <a:pt x="470" y="321"/>
                    <a:pt x="476" y="319"/>
                    <a:pt x="470" y="314"/>
                  </a:cubicBezTo>
                  <a:cubicBezTo>
                    <a:pt x="459" y="218"/>
                    <a:pt x="466" y="212"/>
                    <a:pt x="462" y="204"/>
                  </a:cubicBezTo>
                  <a:cubicBezTo>
                    <a:pt x="457" y="195"/>
                    <a:pt x="457" y="204"/>
                    <a:pt x="457" y="213"/>
                  </a:cubicBezTo>
                  <a:cubicBezTo>
                    <a:pt x="457" y="232"/>
                    <a:pt x="452" y="236"/>
                    <a:pt x="455" y="241"/>
                  </a:cubicBezTo>
                  <a:cubicBezTo>
                    <a:pt x="454" y="275"/>
                    <a:pt x="459" y="280"/>
                    <a:pt x="456" y="285"/>
                  </a:cubicBezTo>
                  <a:cubicBezTo>
                    <a:pt x="462" y="317"/>
                    <a:pt x="462" y="322"/>
                    <a:pt x="465" y="327"/>
                  </a:cubicBezTo>
                  <a:cubicBezTo>
                    <a:pt x="475" y="362"/>
                    <a:pt x="473" y="368"/>
                    <a:pt x="475" y="375"/>
                  </a:cubicBezTo>
                  <a:cubicBezTo>
                    <a:pt x="478" y="394"/>
                    <a:pt x="483" y="397"/>
                    <a:pt x="481" y="400"/>
                  </a:cubicBezTo>
                  <a:cubicBezTo>
                    <a:pt x="484" y="436"/>
                    <a:pt x="490" y="444"/>
                    <a:pt x="487" y="449"/>
                  </a:cubicBezTo>
                  <a:cubicBezTo>
                    <a:pt x="483" y="480"/>
                    <a:pt x="490" y="485"/>
                    <a:pt x="488" y="488"/>
                  </a:cubicBezTo>
                  <a:cubicBezTo>
                    <a:pt x="483" y="503"/>
                    <a:pt x="485" y="499"/>
                    <a:pt x="485" y="495"/>
                  </a:cubicBezTo>
                  <a:cubicBezTo>
                    <a:pt x="486" y="464"/>
                    <a:pt x="482" y="459"/>
                    <a:pt x="483" y="454"/>
                  </a:cubicBezTo>
                  <a:cubicBezTo>
                    <a:pt x="474" y="394"/>
                    <a:pt x="466" y="388"/>
                    <a:pt x="469" y="384"/>
                  </a:cubicBezTo>
                  <a:cubicBezTo>
                    <a:pt x="462" y="348"/>
                    <a:pt x="459" y="346"/>
                    <a:pt x="457" y="346"/>
                  </a:cubicBezTo>
                  <a:cubicBezTo>
                    <a:pt x="449" y="328"/>
                    <a:pt x="460" y="322"/>
                    <a:pt x="453" y="324"/>
                  </a:cubicBezTo>
                  <a:cubicBezTo>
                    <a:pt x="446" y="286"/>
                    <a:pt x="449" y="281"/>
                    <a:pt x="445" y="276"/>
                  </a:cubicBezTo>
                  <a:cubicBezTo>
                    <a:pt x="449" y="241"/>
                    <a:pt x="443" y="235"/>
                    <a:pt x="444" y="230"/>
                  </a:cubicBezTo>
                  <a:cubicBezTo>
                    <a:pt x="450" y="210"/>
                    <a:pt x="442" y="203"/>
                    <a:pt x="449" y="199"/>
                  </a:cubicBezTo>
                  <a:cubicBezTo>
                    <a:pt x="454" y="163"/>
                    <a:pt x="461" y="159"/>
                    <a:pt x="458" y="153"/>
                  </a:cubicBezTo>
                  <a:cubicBezTo>
                    <a:pt x="444" y="191"/>
                    <a:pt x="439" y="200"/>
                    <a:pt x="440" y="211"/>
                  </a:cubicBezTo>
                  <a:cubicBezTo>
                    <a:pt x="435" y="250"/>
                    <a:pt x="436" y="261"/>
                    <a:pt x="437" y="271"/>
                  </a:cubicBezTo>
                  <a:cubicBezTo>
                    <a:pt x="442" y="313"/>
                    <a:pt x="444" y="323"/>
                    <a:pt x="448" y="335"/>
                  </a:cubicBezTo>
                  <a:cubicBezTo>
                    <a:pt x="458" y="387"/>
                    <a:pt x="461" y="393"/>
                    <a:pt x="460" y="398"/>
                  </a:cubicBezTo>
                  <a:cubicBezTo>
                    <a:pt x="473" y="464"/>
                    <a:pt x="476" y="471"/>
                    <a:pt x="475" y="477"/>
                  </a:cubicBezTo>
                  <a:cubicBezTo>
                    <a:pt x="472" y="519"/>
                    <a:pt x="470" y="522"/>
                    <a:pt x="473" y="526"/>
                  </a:cubicBezTo>
                  <a:cubicBezTo>
                    <a:pt x="466" y="546"/>
                    <a:pt x="465" y="547"/>
                    <a:pt x="465" y="548"/>
                  </a:cubicBezTo>
                  <a:cubicBezTo>
                    <a:pt x="459" y="507"/>
                    <a:pt x="462" y="504"/>
                    <a:pt x="463" y="501"/>
                  </a:cubicBezTo>
                  <a:cubicBezTo>
                    <a:pt x="458" y="462"/>
                    <a:pt x="451" y="454"/>
                    <a:pt x="451" y="448"/>
                  </a:cubicBezTo>
                  <a:cubicBezTo>
                    <a:pt x="436" y="412"/>
                    <a:pt x="440" y="409"/>
                    <a:pt x="436" y="405"/>
                  </a:cubicBezTo>
                  <a:cubicBezTo>
                    <a:pt x="427" y="372"/>
                    <a:pt x="429" y="369"/>
                    <a:pt x="426" y="365"/>
                  </a:cubicBezTo>
                  <a:cubicBezTo>
                    <a:pt x="421" y="351"/>
                    <a:pt x="423" y="350"/>
                    <a:pt x="421" y="347"/>
                  </a:cubicBezTo>
                  <a:cubicBezTo>
                    <a:pt x="417" y="313"/>
                    <a:pt x="414" y="309"/>
                    <a:pt x="415" y="305"/>
                  </a:cubicBezTo>
                  <a:cubicBezTo>
                    <a:pt x="416" y="260"/>
                    <a:pt x="418" y="257"/>
                    <a:pt x="414" y="253"/>
                  </a:cubicBezTo>
                  <a:cubicBezTo>
                    <a:pt x="416" y="237"/>
                    <a:pt x="416" y="229"/>
                    <a:pt x="414" y="222"/>
                  </a:cubicBezTo>
                  <a:cubicBezTo>
                    <a:pt x="416" y="200"/>
                    <a:pt x="418" y="197"/>
                    <a:pt x="418" y="194"/>
                  </a:cubicBezTo>
                  <a:cubicBezTo>
                    <a:pt x="414" y="206"/>
                    <a:pt x="410" y="211"/>
                    <a:pt x="412" y="216"/>
                  </a:cubicBezTo>
                  <a:cubicBezTo>
                    <a:pt x="409" y="236"/>
                    <a:pt x="410" y="242"/>
                    <a:pt x="410" y="247"/>
                  </a:cubicBezTo>
                  <a:cubicBezTo>
                    <a:pt x="407" y="327"/>
                    <a:pt x="412" y="332"/>
                    <a:pt x="410" y="335"/>
                  </a:cubicBezTo>
                  <a:cubicBezTo>
                    <a:pt x="414" y="368"/>
                    <a:pt x="422" y="373"/>
                    <a:pt x="420" y="377"/>
                  </a:cubicBezTo>
                  <a:cubicBezTo>
                    <a:pt x="438" y="439"/>
                    <a:pt x="445" y="459"/>
                    <a:pt x="448" y="477"/>
                  </a:cubicBezTo>
                  <a:cubicBezTo>
                    <a:pt x="451" y="509"/>
                    <a:pt x="452" y="514"/>
                    <a:pt x="453" y="518"/>
                  </a:cubicBezTo>
                  <a:cubicBezTo>
                    <a:pt x="449" y="518"/>
                    <a:pt x="452" y="515"/>
                    <a:pt x="448" y="512"/>
                  </a:cubicBezTo>
                  <a:cubicBezTo>
                    <a:pt x="443" y="484"/>
                    <a:pt x="442" y="477"/>
                    <a:pt x="441" y="470"/>
                  </a:cubicBezTo>
                  <a:cubicBezTo>
                    <a:pt x="432" y="436"/>
                    <a:pt x="429" y="432"/>
                    <a:pt x="428" y="428"/>
                  </a:cubicBezTo>
                  <a:cubicBezTo>
                    <a:pt x="416" y="393"/>
                    <a:pt x="413" y="389"/>
                    <a:pt x="414" y="386"/>
                  </a:cubicBezTo>
                  <a:cubicBezTo>
                    <a:pt x="407" y="359"/>
                    <a:pt x="405" y="356"/>
                    <a:pt x="403" y="350"/>
                  </a:cubicBezTo>
                  <a:cubicBezTo>
                    <a:pt x="401" y="334"/>
                    <a:pt x="403" y="333"/>
                    <a:pt x="403" y="333"/>
                  </a:cubicBezTo>
                  <a:cubicBezTo>
                    <a:pt x="401" y="321"/>
                    <a:pt x="400" y="317"/>
                    <a:pt x="399" y="314"/>
                  </a:cubicBezTo>
                  <a:cubicBezTo>
                    <a:pt x="395" y="298"/>
                    <a:pt x="397" y="295"/>
                    <a:pt x="396" y="293"/>
                  </a:cubicBezTo>
                  <a:cubicBezTo>
                    <a:pt x="390" y="256"/>
                    <a:pt x="396" y="250"/>
                    <a:pt x="392" y="243"/>
                  </a:cubicBezTo>
                  <a:cubicBezTo>
                    <a:pt x="394" y="217"/>
                    <a:pt x="395" y="215"/>
                    <a:pt x="395" y="213"/>
                  </a:cubicBezTo>
                  <a:cubicBezTo>
                    <a:pt x="388" y="211"/>
                    <a:pt x="391" y="212"/>
                    <a:pt x="391" y="214"/>
                  </a:cubicBezTo>
                  <a:cubicBezTo>
                    <a:pt x="386" y="231"/>
                    <a:pt x="389" y="235"/>
                    <a:pt x="386" y="237"/>
                  </a:cubicBezTo>
                  <a:cubicBezTo>
                    <a:pt x="387" y="268"/>
                    <a:pt x="385" y="271"/>
                    <a:pt x="388" y="275"/>
                  </a:cubicBezTo>
                  <a:cubicBezTo>
                    <a:pt x="391" y="325"/>
                    <a:pt x="397" y="338"/>
                    <a:pt x="393" y="350"/>
                  </a:cubicBezTo>
                  <a:cubicBezTo>
                    <a:pt x="405" y="382"/>
                    <a:pt x="403" y="390"/>
                    <a:pt x="408" y="398"/>
                  </a:cubicBezTo>
                  <a:cubicBezTo>
                    <a:pt x="419" y="430"/>
                    <a:pt x="421" y="438"/>
                    <a:pt x="423" y="446"/>
                  </a:cubicBezTo>
                  <a:cubicBezTo>
                    <a:pt x="436" y="483"/>
                    <a:pt x="432" y="487"/>
                    <a:pt x="436" y="491"/>
                  </a:cubicBezTo>
                  <a:cubicBezTo>
                    <a:pt x="440" y="554"/>
                    <a:pt x="443" y="558"/>
                    <a:pt x="443" y="562"/>
                  </a:cubicBezTo>
                  <a:cubicBezTo>
                    <a:pt x="428" y="572"/>
                    <a:pt x="429" y="568"/>
                    <a:pt x="430" y="564"/>
                  </a:cubicBezTo>
                  <a:cubicBezTo>
                    <a:pt x="417" y="498"/>
                    <a:pt x="416" y="485"/>
                    <a:pt x="415" y="472"/>
                  </a:cubicBezTo>
                  <a:cubicBezTo>
                    <a:pt x="409" y="449"/>
                    <a:pt x="405" y="442"/>
                    <a:pt x="406" y="436"/>
                  </a:cubicBezTo>
                  <a:cubicBezTo>
                    <a:pt x="401" y="421"/>
                    <a:pt x="398" y="415"/>
                    <a:pt x="398" y="411"/>
                  </a:cubicBezTo>
                  <a:cubicBezTo>
                    <a:pt x="393" y="374"/>
                    <a:pt x="387" y="375"/>
                    <a:pt x="389" y="372"/>
                  </a:cubicBezTo>
                  <a:cubicBezTo>
                    <a:pt x="382" y="312"/>
                    <a:pt x="377" y="293"/>
                    <a:pt x="381" y="275"/>
                  </a:cubicBezTo>
                  <a:cubicBezTo>
                    <a:pt x="385" y="244"/>
                    <a:pt x="380" y="238"/>
                    <a:pt x="383" y="234"/>
                  </a:cubicBezTo>
                  <a:cubicBezTo>
                    <a:pt x="377" y="239"/>
                    <a:pt x="376" y="242"/>
                    <a:pt x="376" y="244"/>
                  </a:cubicBezTo>
                  <a:cubicBezTo>
                    <a:pt x="375" y="300"/>
                    <a:pt x="373" y="312"/>
                    <a:pt x="372" y="324"/>
                  </a:cubicBezTo>
                  <a:cubicBezTo>
                    <a:pt x="386" y="402"/>
                    <a:pt x="389" y="407"/>
                    <a:pt x="389" y="412"/>
                  </a:cubicBezTo>
                  <a:cubicBezTo>
                    <a:pt x="411" y="512"/>
                    <a:pt x="416" y="522"/>
                    <a:pt x="416" y="532"/>
                  </a:cubicBezTo>
                  <a:cubicBezTo>
                    <a:pt x="418" y="573"/>
                    <a:pt x="419" y="584"/>
                    <a:pt x="420" y="595"/>
                  </a:cubicBezTo>
                  <a:cubicBezTo>
                    <a:pt x="411" y="622"/>
                    <a:pt x="419" y="616"/>
                    <a:pt x="413" y="608"/>
                  </a:cubicBezTo>
                  <a:cubicBezTo>
                    <a:pt x="406" y="541"/>
                    <a:pt x="407" y="534"/>
                    <a:pt x="403" y="527"/>
                  </a:cubicBezTo>
                  <a:cubicBezTo>
                    <a:pt x="394" y="499"/>
                    <a:pt x="398" y="493"/>
                    <a:pt x="395" y="486"/>
                  </a:cubicBezTo>
                  <a:cubicBezTo>
                    <a:pt x="376" y="417"/>
                    <a:pt x="378" y="413"/>
                    <a:pt x="374" y="408"/>
                  </a:cubicBezTo>
                  <a:cubicBezTo>
                    <a:pt x="370" y="378"/>
                    <a:pt x="365" y="372"/>
                    <a:pt x="367" y="369"/>
                  </a:cubicBezTo>
                  <a:cubicBezTo>
                    <a:pt x="363" y="308"/>
                    <a:pt x="356" y="298"/>
                    <a:pt x="360" y="290"/>
                  </a:cubicBezTo>
                  <a:cubicBezTo>
                    <a:pt x="362" y="248"/>
                    <a:pt x="362" y="244"/>
                    <a:pt x="362" y="239"/>
                  </a:cubicBezTo>
                  <a:cubicBezTo>
                    <a:pt x="363" y="220"/>
                    <a:pt x="361" y="223"/>
                    <a:pt x="360" y="226"/>
                  </a:cubicBezTo>
                  <a:cubicBezTo>
                    <a:pt x="358" y="241"/>
                    <a:pt x="353" y="244"/>
                    <a:pt x="357" y="248"/>
                  </a:cubicBezTo>
                  <a:cubicBezTo>
                    <a:pt x="352" y="267"/>
                    <a:pt x="356" y="270"/>
                    <a:pt x="351" y="272"/>
                  </a:cubicBezTo>
                  <a:cubicBezTo>
                    <a:pt x="350" y="303"/>
                    <a:pt x="355" y="306"/>
                    <a:pt x="353" y="308"/>
                  </a:cubicBezTo>
                  <a:cubicBezTo>
                    <a:pt x="351" y="332"/>
                    <a:pt x="356" y="338"/>
                    <a:pt x="353" y="342"/>
                  </a:cubicBezTo>
                  <a:cubicBezTo>
                    <a:pt x="363" y="389"/>
                    <a:pt x="362" y="393"/>
                    <a:pt x="367" y="398"/>
                  </a:cubicBezTo>
                  <a:cubicBezTo>
                    <a:pt x="367" y="433"/>
                    <a:pt x="379" y="443"/>
                    <a:pt x="375" y="451"/>
                  </a:cubicBezTo>
                  <a:cubicBezTo>
                    <a:pt x="395" y="536"/>
                    <a:pt x="399" y="541"/>
                    <a:pt x="399" y="545"/>
                  </a:cubicBezTo>
                  <a:cubicBezTo>
                    <a:pt x="400" y="576"/>
                    <a:pt x="402" y="581"/>
                    <a:pt x="406" y="586"/>
                  </a:cubicBezTo>
                  <a:cubicBezTo>
                    <a:pt x="406" y="605"/>
                    <a:pt x="405" y="608"/>
                    <a:pt x="404" y="610"/>
                  </a:cubicBezTo>
                  <a:cubicBezTo>
                    <a:pt x="402" y="627"/>
                    <a:pt x="408" y="632"/>
                    <a:pt x="403" y="635"/>
                  </a:cubicBezTo>
                  <a:cubicBezTo>
                    <a:pt x="396" y="601"/>
                    <a:pt x="401" y="597"/>
                    <a:pt x="398" y="592"/>
                  </a:cubicBezTo>
                  <a:cubicBezTo>
                    <a:pt x="383" y="512"/>
                    <a:pt x="375" y="506"/>
                    <a:pt x="377" y="501"/>
                  </a:cubicBezTo>
                  <a:cubicBezTo>
                    <a:pt x="354" y="435"/>
                    <a:pt x="354" y="416"/>
                    <a:pt x="344" y="395"/>
                  </a:cubicBezTo>
                  <a:cubicBezTo>
                    <a:pt x="338" y="338"/>
                    <a:pt x="338" y="335"/>
                    <a:pt x="339" y="333"/>
                  </a:cubicBezTo>
                  <a:cubicBezTo>
                    <a:pt x="340" y="299"/>
                    <a:pt x="336" y="293"/>
                    <a:pt x="338" y="287"/>
                  </a:cubicBezTo>
                  <a:cubicBezTo>
                    <a:pt x="331" y="289"/>
                    <a:pt x="332" y="300"/>
                    <a:pt x="330" y="310"/>
                  </a:cubicBezTo>
                  <a:cubicBezTo>
                    <a:pt x="334" y="336"/>
                    <a:pt x="329" y="338"/>
                    <a:pt x="333" y="342"/>
                  </a:cubicBezTo>
                  <a:cubicBezTo>
                    <a:pt x="337" y="378"/>
                    <a:pt x="335" y="383"/>
                    <a:pt x="337" y="388"/>
                  </a:cubicBezTo>
                  <a:cubicBezTo>
                    <a:pt x="337" y="409"/>
                    <a:pt x="345" y="415"/>
                    <a:pt x="343" y="420"/>
                  </a:cubicBezTo>
                  <a:cubicBezTo>
                    <a:pt x="357" y="454"/>
                    <a:pt x="351" y="461"/>
                    <a:pt x="357" y="467"/>
                  </a:cubicBezTo>
                  <a:cubicBezTo>
                    <a:pt x="369" y="497"/>
                    <a:pt x="364" y="504"/>
                    <a:pt x="368" y="506"/>
                  </a:cubicBezTo>
                  <a:cubicBezTo>
                    <a:pt x="379" y="543"/>
                    <a:pt x="382" y="551"/>
                    <a:pt x="384" y="558"/>
                  </a:cubicBezTo>
                  <a:cubicBezTo>
                    <a:pt x="390" y="600"/>
                    <a:pt x="393" y="605"/>
                    <a:pt x="388" y="609"/>
                  </a:cubicBezTo>
                  <a:cubicBezTo>
                    <a:pt x="376" y="559"/>
                    <a:pt x="371" y="556"/>
                    <a:pt x="373" y="554"/>
                  </a:cubicBezTo>
                  <a:cubicBezTo>
                    <a:pt x="357" y="504"/>
                    <a:pt x="350" y="497"/>
                    <a:pt x="350" y="491"/>
                  </a:cubicBezTo>
                  <a:cubicBezTo>
                    <a:pt x="323" y="433"/>
                    <a:pt x="327" y="431"/>
                    <a:pt x="324" y="427"/>
                  </a:cubicBezTo>
                  <a:cubicBezTo>
                    <a:pt x="313" y="386"/>
                    <a:pt x="309" y="374"/>
                    <a:pt x="308" y="362"/>
                  </a:cubicBezTo>
                  <a:cubicBezTo>
                    <a:pt x="306" y="320"/>
                    <a:pt x="303" y="314"/>
                    <a:pt x="304" y="308"/>
                  </a:cubicBezTo>
                  <a:cubicBezTo>
                    <a:pt x="303" y="284"/>
                    <a:pt x="306" y="279"/>
                    <a:pt x="306" y="273"/>
                  </a:cubicBezTo>
                  <a:cubicBezTo>
                    <a:pt x="300" y="263"/>
                    <a:pt x="301" y="273"/>
                    <a:pt x="300" y="282"/>
                  </a:cubicBezTo>
                  <a:cubicBezTo>
                    <a:pt x="298" y="301"/>
                    <a:pt x="297" y="305"/>
                    <a:pt x="295" y="310"/>
                  </a:cubicBezTo>
                  <a:cubicBezTo>
                    <a:pt x="307" y="382"/>
                    <a:pt x="302" y="391"/>
                    <a:pt x="310" y="402"/>
                  </a:cubicBezTo>
                  <a:cubicBezTo>
                    <a:pt x="317" y="439"/>
                    <a:pt x="325" y="446"/>
                    <a:pt x="323" y="450"/>
                  </a:cubicBezTo>
                  <a:cubicBezTo>
                    <a:pt x="337" y="478"/>
                    <a:pt x="337" y="489"/>
                    <a:pt x="345" y="500"/>
                  </a:cubicBezTo>
                  <a:cubicBezTo>
                    <a:pt x="352" y="526"/>
                    <a:pt x="359" y="530"/>
                    <a:pt x="355" y="532"/>
                  </a:cubicBezTo>
                  <a:cubicBezTo>
                    <a:pt x="378" y="589"/>
                    <a:pt x="373" y="597"/>
                    <a:pt x="377" y="600"/>
                  </a:cubicBezTo>
                  <a:cubicBezTo>
                    <a:pt x="374" y="595"/>
                    <a:pt x="367" y="591"/>
                    <a:pt x="366" y="588"/>
                  </a:cubicBezTo>
                  <a:cubicBezTo>
                    <a:pt x="355" y="552"/>
                    <a:pt x="348" y="544"/>
                    <a:pt x="350" y="538"/>
                  </a:cubicBezTo>
                  <a:cubicBezTo>
                    <a:pt x="324" y="484"/>
                    <a:pt x="321" y="468"/>
                    <a:pt x="311" y="451"/>
                  </a:cubicBezTo>
                  <a:cubicBezTo>
                    <a:pt x="301" y="423"/>
                    <a:pt x="301" y="419"/>
                    <a:pt x="300" y="415"/>
                  </a:cubicBezTo>
                  <a:cubicBezTo>
                    <a:pt x="290" y="374"/>
                    <a:pt x="287" y="369"/>
                    <a:pt x="289" y="366"/>
                  </a:cubicBezTo>
                  <a:cubicBezTo>
                    <a:pt x="286" y="345"/>
                    <a:pt x="285" y="337"/>
                    <a:pt x="285" y="330"/>
                  </a:cubicBezTo>
                  <a:cubicBezTo>
                    <a:pt x="278" y="309"/>
                    <a:pt x="280" y="316"/>
                    <a:pt x="280" y="319"/>
                  </a:cubicBezTo>
                  <a:cubicBezTo>
                    <a:pt x="279" y="330"/>
                    <a:pt x="279" y="333"/>
                    <a:pt x="279" y="334"/>
                  </a:cubicBezTo>
                  <a:cubicBezTo>
                    <a:pt x="276" y="357"/>
                    <a:pt x="284" y="362"/>
                    <a:pt x="281" y="365"/>
                  </a:cubicBezTo>
                  <a:cubicBezTo>
                    <a:pt x="287" y="400"/>
                    <a:pt x="290" y="404"/>
                    <a:pt x="290" y="407"/>
                  </a:cubicBezTo>
                  <a:cubicBezTo>
                    <a:pt x="314" y="477"/>
                    <a:pt x="313" y="479"/>
                    <a:pt x="313" y="481"/>
                  </a:cubicBezTo>
                  <a:cubicBezTo>
                    <a:pt x="324" y="507"/>
                    <a:pt x="331" y="514"/>
                    <a:pt x="329" y="519"/>
                  </a:cubicBezTo>
                  <a:cubicBezTo>
                    <a:pt x="359" y="601"/>
                    <a:pt x="365" y="601"/>
                    <a:pt x="364" y="609"/>
                  </a:cubicBezTo>
                  <a:cubicBezTo>
                    <a:pt x="371" y="640"/>
                    <a:pt x="372" y="643"/>
                    <a:pt x="374" y="646"/>
                  </a:cubicBezTo>
                  <a:cubicBezTo>
                    <a:pt x="376" y="667"/>
                    <a:pt x="377" y="669"/>
                    <a:pt x="374" y="671"/>
                  </a:cubicBezTo>
                  <a:cubicBezTo>
                    <a:pt x="375" y="687"/>
                    <a:pt x="374" y="690"/>
                    <a:pt x="375" y="692"/>
                  </a:cubicBezTo>
                  <a:cubicBezTo>
                    <a:pt x="370" y="713"/>
                    <a:pt x="369" y="717"/>
                    <a:pt x="367" y="715"/>
                  </a:cubicBezTo>
                  <a:cubicBezTo>
                    <a:pt x="363" y="675"/>
                    <a:pt x="362" y="670"/>
                    <a:pt x="363" y="666"/>
                  </a:cubicBezTo>
                  <a:cubicBezTo>
                    <a:pt x="352" y="608"/>
                    <a:pt x="345" y="610"/>
                    <a:pt x="346" y="605"/>
                  </a:cubicBezTo>
                  <a:cubicBezTo>
                    <a:pt x="334" y="572"/>
                    <a:pt x="329" y="574"/>
                    <a:pt x="329" y="568"/>
                  </a:cubicBezTo>
                  <a:cubicBezTo>
                    <a:pt x="310" y="526"/>
                    <a:pt x="303" y="521"/>
                    <a:pt x="305" y="517"/>
                  </a:cubicBezTo>
                  <a:cubicBezTo>
                    <a:pt x="290" y="492"/>
                    <a:pt x="293" y="489"/>
                    <a:pt x="289" y="484"/>
                  </a:cubicBezTo>
                  <a:cubicBezTo>
                    <a:pt x="272" y="442"/>
                    <a:pt x="272" y="433"/>
                    <a:pt x="267" y="424"/>
                  </a:cubicBezTo>
                  <a:cubicBezTo>
                    <a:pt x="263" y="382"/>
                    <a:pt x="261" y="377"/>
                    <a:pt x="262" y="373"/>
                  </a:cubicBezTo>
                  <a:cubicBezTo>
                    <a:pt x="263" y="332"/>
                    <a:pt x="259" y="327"/>
                    <a:pt x="260" y="323"/>
                  </a:cubicBezTo>
                  <a:cubicBezTo>
                    <a:pt x="255" y="324"/>
                    <a:pt x="255" y="328"/>
                    <a:pt x="258" y="332"/>
                  </a:cubicBezTo>
                  <a:cubicBezTo>
                    <a:pt x="253" y="357"/>
                    <a:pt x="255" y="358"/>
                    <a:pt x="255" y="359"/>
                  </a:cubicBezTo>
                  <a:cubicBezTo>
                    <a:pt x="256" y="372"/>
                    <a:pt x="254" y="373"/>
                    <a:pt x="255" y="376"/>
                  </a:cubicBezTo>
                  <a:cubicBezTo>
                    <a:pt x="262" y="413"/>
                    <a:pt x="257" y="421"/>
                    <a:pt x="262" y="430"/>
                  </a:cubicBezTo>
                  <a:cubicBezTo>
                    <a:pt x="271" y="463"/>
                    <a:pt x="270" y="468"/>
                    <a:pt x="276" y="474"/>
                  </a:cubicBezTo>
                  <a:cubicBezTo>
                    <a:pt x="293" y="525"/>
                    <a:pt x="305" y="537"/>
                    <a:pt x="308" y="549"/>
                  </a:cubicBezTo>
                  <a:cubicBezTo>
                    <a:pt x="326" y="593"/>
                    <a:pt x="338" y="598"/>
                    <a:pt x="333" y="600"/>
                  </a:cubicBezTo>
                  <a:cubicBezTo>
                    <a:pt x="344" y="639"/>
                    <a:pt x="350" y="643"/>
                    <a:pt x="348" y="645"/>
                  </a:cubicBezTo>
                  <a:cubicBezTo>
                    <a:pt x="360" y="675"/>
                    <a:pt x="349" y="681"/>
                    <a:pt x="356" y="679"/>
                  </a:cubicBezTo>
                  <a:cubicBezTo>
                    <a:pt x="356" y="718"/>
                    <a:pt x="357" y="722"/>
                    <a:pt x="358" y="727"/>
                  </a:cubicBezTo>
                  <a:cubicBezTo>
                    <a:pt x="355" y="728"/>
                    <a:pt x="353" y="720"/>
                    <a:pt x="355" y="712"/>
                  </a:cubicBezTo>
                  <a:cubicBezTo>
                    <a:pt x="344" y="656"/>
                    <a:pt x="337" y="650"/>
                    <a:pt x="339" y="647"/>
                  </a:cubicBezTo>
                  <a:cubicBezTo>
                    <a:pt x="327" y="614"/>
                    <a:pt x="329" y="612"/>
                    <a:pt x="327" y="609"/>
                  </a:cubicBezTo>
                  <a:cubicBezTo>
                    <a:pt x="296" y="547"/>
                    <a:pt x="292" y="535"/>
                    <a:pt x="286" y="521"/>
                  </a:cubicBezTo>
                  <a:cubicBezTo>
                    <a:pt x="264" y="475"/>
                    <a:pt x="265" y="471"/>
                    <a:pt x="260" y="465"/>
                  </a:cubicBezTo>
                  <a:cubicBezTo>
                    <a:pt x="247" y="411"/>
                    <a:pt x="246" y="405"/>
                    <a:pt x="244" y="399"/>
                  </a:cubicBezTo>
                  <a:cubicBezTo>
                    <a:pt x="237" y="392"/>
                    <a:pt x="243" y="396"/>
                    <a:pt x="240" y="399"/>
                  </a:cubicBezTo>
                  <a:cubicBezTo>
                    <a:pt x="245" y="450"/>
                    <a:pt x="252" y="456"/>
                    <a:pt x="251" y="460"/>
                  </a:cubicBezTo>
                  <a:cubicBezTo>
                    <a:pt x="278" y="524"/>
                    <a:pt x="284" y="536"/>
                    <a:pt x="288" y="548"/>
                  </a:cubicBezTo>
                  <a:cubicBezTo>
                    <a:pt x="302" y="574"/>
                    <a:pt x="305" y="577"/>
                    <a:pt x="303" y="579"/>
                  </a:cubicBezTo>
                  <a:cubicBezTo>
                    <a:pt x="316" y="612"/>
                    <a:pt x="323" y="618"/>
                    <a:pt x="323" y="624"/>
                  </a:cubicBezTo>
                  <a:cubicBezTo>
                    <a:pt x="325" y="635"/>
                    <a:pt x="328" y="634"/>
                    <a:pt x="329" y="635"/>
                  </a:cubicBezTo>
                  <a:cubicBezTo>
                    <a:pt x="329" y="647"/>
                    <a:pt x="332" y="649"/>
                    <a:pt x="330" y="651"/>
                  </a:cubicBezTo>
                  <a:cubicBezTo>
                    <a:pt x="342" y="695"/>
                    <a:pt x="341" y="702"/>
                    <a:pt x="346" y="710"/>
                  </a:cubicBezTo>
                  <a:cubicBezTo>
                    <a:pt x="344" y="729"/>
                    <a:pt x="346" y="732"/>
                    <a:pt x="343" y="730"/>
                  </a:cubicBezTo>
                  <a:cubicBezTo>
                    <a:pt x="342" y="696"/>
                    <a:pt x="336" y="691"/>
                    <a:pt x="340" y="688"/>
                  </a:cubicBezTo>
                  <a:cubicBezTo>
                    <a:pt x="322" y="644"/>
                    <a:pt x="323" y="635"/>
                    <a:pt x="319" y="625"/>
                  </a:cubicBezTo>
                  <a:cubicBezTo>
                    <a:pt x="304" y="603"/>
                    <a:pt x="309" y="596"/>
                    <a:pt x="304" y="598"/>
                  </a:cubicBezTo>
                  <a:cubicBezTo>
                    <a:pt x="283" y="562"/>
                    <a:pt x="281" y="562"/>
                    <a:pt x="280" y="557"/>
                  </a:cubicBezTo>
                  <a:cubicBezTo>
                    <a:pt x="239" y="483"/>
                    <a:pt x="234" y="468"/>
                    <a:pt x="227" y="453"/>
                  </a:cubicBezTo>
                  <a:cubicBezTo>
                    <a:pt x="222" y="406"/>
                    <a:pt x="214" y="401"/>
                    <a:pt x="217" y="399"/>
                  </a:cubicBezTo>
                  <a:cubicBezTo>
                    <a:pt x="210" y="368"/>
                    <a:pt x="206" y="371"/>
                    <a:pt x="209" y="374"/>
                  </a:cubicBezTo>
                  <a:cubicBezTo>
                    <a:pt x="211" y="412"/>
                    <a:pt x="214" y="416"/>
                    <a:pt x="212" y="419"/>
                  </a:cubicBezTo>
                  <a:cubicBezTo>
                    <a:pt x="217" y="447"/>
                    <a:pt x="220" y="451"/>
                    <a:pt x="218" y="454"/>
                  </a:cubicBezTo>
                  <a:cubicBezTo>
                    <a:pt x="237" y="486"/>
                    <a:pt x="228" y="488"/>
                    <a:pt x="233" y="492"/>
                  </a:cubicBezTo>
                  <a:cubicBezTo>
                    <a:pt x="243" y="506"/>
                    <a:pt x="241" y="507"/>
                    <a:pt x="243" y="510"/>
                  </a:cubicBezTo>
                  <a:cubicBezTo>
                    <a:pt x="273" y="563"/>
                    <a:pt x="281" y="573"/>
                    <a:pt x="290" y="592"/>
                  </a:cubicBezTo>
                  <a:cubicBezTo>
                    <a:pt x="313" y="641"/>
                    <a:pt x="320" y="646"/>
                    <a:pt x="317" y="650"/>
                  </a:cubicBezTo>
                  <a:cubicBezTo>
                    <a:pt x="324" y="674"/>
                    <a:pt x="328" y="677"/>
                    <a:pt x="326" y="679"/>
                  </a:cubicBezTo>
                  <a:cubicBezTo>
                    <a:pt x="331" y="728"/>
                    <a:pt x="335" y="734"/>
                    <a:pt x="335" y="739"/>
                  </a:cubicBezTo>
                  <a:cubicBezTo>
                    <a:pt x="329" y="772"/>
                    <a:pt x="335" y="778"/>
                    <a:pt x="329" y="782"/>
                  </a:cubicBezTo>
                  <a:cubicBezTo>
                    <a:pt x="329" y="760"/>
                    <a:pt x="324" y="756"/>
                    <a:pt x="326" y="754"/>
                  </a:cubicBezTo>
                  <a:cubicBezTo>
                    <a:pt x="316" y="694"/>
                    <a:pt x="311" y="688"/>
                    <a:pt x="312" y="684"/>
                  </a:cubicBezTo>
                  <a:cubicBezTo>
                    <a:pt x="303" y="664"/>
                    <a:pt x="300" y="660"/>
                    <a:pt x="297" y="655"/>
                  </a:cubicBezTo>
                  <a:cubicBezTo>
                    <a:pt x="277" y="614"/>
                    <a:pt x="276" y="603"/>
                    <a:pt x="266" y="592"/>
                  </a:cubicBezTo>
                  <a:cubicBezTo>
                    <a:pt x="229" y="512"/>
                    <a:pt x="224" y="509"/>
                    <a:pt x="226" y="507"/>
                  </a:cubicBezTo>
                  <a:cubicBezTo>
                    <a:pt x="219" y="487"/>
                    <a:pt x="218" y="484"/>
                    <a:pt x="215" y="481"/>
                  </a:cubicBezTo>
                  <a:cubicBezTo>
                    <a:pt x="207" y="434"/>
                    <a:pt x="204" y="427"/>
                    <a:pt x="203" y="421"/>
                  </a:cubicBezTo>
                  <a:cubicBezTo>
                    <a:pt x="200" y="407"/>
                    <a:pt x="202" y="403"/>
                    <a:pt x="198" y="400"/>
                  </a:cubicBezTo>
                  <a:cubicBezTo>
                    <a:pt x="196" y="424"/>
                    <a:pt x="202" y="423"/>
                    <a:pt x="200" y="426"/>
                  </a:cubicBezTo>
                  <a:cubicBezTo>
                    <a:pt x="204" y="466"/>
                    <a:pt x="207" y="469"/>
                    <a:pt x="205" y="471"/>
                  </a:cubicBezTo>
                  <a:cubicBezTo>
                    <a:pt x="232" y="535"/>
                    <a:pt x="234" y="550"/>
                    <a:pt x="247" y="566"/>
                  </a:cubicBezTo>
                  <a:cubicBezTo>
                    <a:pt x="301" y="688"/>
                    <a:pt x="306" y="693"/>
                    <a:pt x="305" y="698"/>
                  </a:cubicBezTo>
                  <a:cubicBezTo>
                    <a:pt x="318" y="764"/>
                    <a:pt x="321" y="768"/>
                    <a:pt x="316" y="771"/>
                  </a:cubicBezTo>
                  <a:cubicBezTo>
                    <a:pt x="320" y="797"/>
                    <a:pt x="318" y="798"/>
                    <a:pt x="320" y="800"/>
                  </a:cubicBezTo>
                  <a:cubicBezTo>
                    <a:pt x="311" y="765"/>
                    <a:pt x="308" y="755"/>
                    <a:pt x="311" y="746"/>
                  </a:cubicBezTo>
                  <a:cubicBezTo>
                    <a:pt x="292" y="699"/>
                    <a:pt x="295" y="695"/>
                    <a:pt x="291" y="689"/>
                  </a:cubicBezTo>
                  <a:cubicBezTo>
                    <a:pt x="279" y="664"/>
                    <a:pt x="281" y="659"/>
                    <a:pt x="274" y="652"/>
                  </a:cubicBezTo>
                  <a:cubicBezTo>
                    <a:pt x="272" y="634"/>
                    <a:pt x="265" y="630"/>
                    <a:pt x="264" y="627"/>
                  </a:cubicBezTo>
                  <a:cubicBezTo>
                    <a:pt x="258" y="606"/>
                    <a:pt x="250" y="601"/>
                    <a:pt x="253" y="598"/>
                  </a:cubicBezTo>
                  <a:cubicBezTo>
                    <a:pt x="219" y="535"/>
                    <a:pt x="210" y="531"/>
                    <a:pt x="213" y="526"/>
                  </a:cubicBezTo>
                  <a:cubicBezTo>
                    <a:pt x="196" y="496"/>
                    <a:pt x="200" y="495"/>
                    <a:pt x="199" y="493"/>
                  </a:cubicBezTo>
                  <a:cubicBezTo>
                    <a:pt x="188" y="444"/>
                    <a:pt x="183" y="435"/>
                    <a:pt x="184" y="427"/>
                  </a:cubicBezTo>
                  <a:cubicBezTo>
                    <a:pt x="176" y="409"/>
                    <a:pt x="175" y="415"/>
                    <a:pt x="176" y="421"/>
                  </a:cubicBezTo>
                  <a:cubicBezTo>
                    <a:pt x="180" y="443"/>
                    <a:pt x="180" y="448"/>
                    <a:pt x="180" y="452"/>
                  </a:cubicBezTo>
                  <a:cubicBezTo>
                    <a:pt x="181" y="498"/>
                    <a:pt x="184" y="526"/>
                    <a:pt x="195" y="545"/>
                  </a:cubicBezTo>
                  <a:cubicBezTo>
                    <a:pt x="206" y="572"/>
                    <a:pt x="208" y="569"/>
                    <a:pt x="211" y="577"/>
                  </a:cubicBezTo>
                  <a:cubicBezTo>
                    <a:pt x="236" y="627"/>
                    <a:pt x="240" y="630"/>
                    <a:pt x="238" y="632"/>
                  </a:cubicBezTo>
                  <a:cubicBezTo>
                    <a:pt x="260" y="671"/>
                    <a:pt x="263" y="679"/>
                    <a:pt x="270" y="687"/>
                  </a:cubicBezTo>
                  <a:cubicBezTo>
                    <a:pt x="277" y="703"/>
                    <a:pt x="278" y="705"/>
                    <a:pt x="280" y="707"/>
                  </a:cubicBezTo>
                  <a:cubicBezTo>
                    <a:pt x="284" y="736"/>
                    <a:pt x="293" y="745"/>
                    <a:pt x="290" y="751"/>
                  </a:cubicBezTo>
                  <a:cubicBezTo>
                    <a:pt x="300" y="786"/>
                    <a:pt x="298" y="788"/>
                    <a:pt x="301" y="790"/>
                  </a:cubicBezTo>
                  <a:cubicBezTo>
                    <a:pt x="285" y="760"/>
                    <a:pt x="280" y="751"/>
                    <a:pt x="281" y="743"/>
                  </a:cubicBezTo>
                  <a:cubicBezTo>
                    <a:pt x="267" y="717"/>
                    <a:pt x="263" y="712"/>
                    <a:pt x="264" y="709"/>
                  </a:cubicBezTo>
                  <a:cubicBezTo>
                    <a:pt x="248" y="682"/>
                    <a:pt x="246" y="670"/>
                    <a:pt x="242" y="658"/>
                  </a:cubicBezTo>
                  <a:cubicBezTo>
                    <a:pt x="179" y="534"/>
                    <a:pt x="172" y="518"/>
                    <a:pt x="162" y="502"/>
                  </a:cubicBezTo>
                  <a:cubicBezTo>
                    <a:pt x="145" y="444"/>
                    <a:pt x="148" y="430"/>
                    <a:pt x="143" y="415"/>
                  </a:cubicBezTo>
                  <a:cubicBezTo>
                    <a:pt x="140" y="444"/>
                    <a:pt x="143" y="452"/>
                    <a:pt x="143" y="459"/>
                  </a:cubicBezTo>
                  <a:cubicBezTo>
                    <a:pt x="153" y="499"/>
                    <a:pt x="156" y="503"/>
                    <a:pt x="155" y="507"/>
                  </a:cubicBezTo>
                  <a:cubicBezTo>
                    <a:pt x="184" y="563"/>
                    <a:pt x="185" y="565"/>
                    <a:pt x="185" y="569"/>
                  </a:cubicBezTo>
                  <a:cubicBezTo>
                    <a:pt x="202" y="603"/>
                    <a:pt x="208" y="605"/>
                    <a:pt x="207" y="612"/>
                  </a:cubicBezTo>
                  <a:cubicBezTo>
                    <a:pt x="217" y="641"/>
                    <a:pt x="230" y="639"/>
                    <a:pt x="224" y="644"/>
                  </a:cubicBezTo>
                  <a:cubicBezTo>
                    <a:pt x="287" y="796"/>
                    <a:pt x="292" y="802"/>
                    <a:pt x="291" y="807"/>
                  </a:cubicBezTo>
                  <a:cubicBezTo>
                    <a:pt x="298" y="844"/>
                    <a:pt x="299" y="847"/>
                    <a:pt x="297" y="849"/>
                  </a:cubicBezTo>
                  <a:cubicBezTo>
                    <a:pt x="295" y="844"/>
                    <a:pt x="294" y="840"/>
                    <a:pt x="292" y="836"/>
                  </a:cubicBezTo>
                  <a:cubicBezTo>
                    <a:pt x="285" y="809"/>
                    <a:pt x="281" y="804"/>
                    <a:pt x="278" y="799"/>
                  </a:cubicBezTo>
                  <a:cubicBezTo>
                    <a:pt x="255" y="746"/>
                    <a:pt x="249" y="747"/>
                    <a:pt x="250" y="741"/>
                  </a:cubicBezTo>
                  <a:cubicBezTo>
                    <a:pt x="223" y="694"/>
                    <a:pt x="225" y="692"/>
                    <a:pt x="223" y="689"/>
                  </a:cubicBezTo>
                  <a:cubicBezTo>
                    <a:pt x="216" y="674"/>
                    <a:pt x="215" y="671"/>
                    <a:pt x="212" y="667"/>
                  </a:cubicBezTo>
                  <a:cubicBezTo>
                    <a:pt x="201" y="644"/>
                    <a:pt x="195" y="640"/>
                    <a:pt x="198" y="638"/>
                  </a:cubicBezTo>
                  <a:cubicBezTo>
                    <a:pt x="149" y="549"/>
                    <a:pt x="156" y="559"/>
                    <a:pt x="157" y="567"/>
                  </a:cubicBezTo>
                  <a:cubicBezTo>
                    <a:pt x="160" y="580"/>
                    <a:pt x="164" y="583"/>
                    <a:pt x="165" y="586"/>
                  </a:cubicBezTo>
                  <a:cubicBezTo>
                    <a:pt x="177" y="613"/>
                    <a:pt x="172" y="614"/>
                    <a:pt x="179" y="618"/>
                  </a:cubicBezTo>
                  <a:cubicBezTo>
                    <a:pt x="187" y="642"/>
                    <a:pt x="191" y="644"/>
                    <a:pt x="192" y="647"/>
                  </a:cubicBezTo>
                  <a:cubicBezTo>
                    <a:pt x="208" y="677"/>
                    <a:pt x="206" y="681"/>
                    <a:pt x="209" y="680"/>
                  </a:cubicBezTo>
                  <a:cubicBezTo>
                    <a:pt x="229" y="715"/>
                    <a:pt x="236" y="735"/>
                    <a:pt x="245" y="754"/>
                  </a:cubicBezTo>
                  <a:cubicBezTo>
                    <a:pt x="265" y="789"/>
                    <a:pt x="268" y="793"/>
                    <a:pt x="268" y="796"/>
                  </a:cubicBezTo>
                  <a:cubicBezTo>
                    <a:pt x="284" y="831"/>
                    <a:pt x="281" y="834"/>
                    <a:pt x="283" y="837"/>
                  </a:cubicBezTo>
                  <a:cubicBezTo>
                    <a:pt x="287" y="855"/>
                    <a:pt x="283" y="857"/>
                    <a:pt x="287" y="859"/>
                  </a:cubicBezTo>
                  <a:cubicBezTo>
                    <a:pt x="285" y="886"/>
                    <a:pt x="282" y="878"/>
                    <a:pt x="285" y="870"/>
                  </a:cubicBezTo>
                  <a:cubicBezTo>
                    <a:pt x="268" y="821"/>
                    <a:pt x="270" y="819"/>
                    <a:pt x="268" y="816"/>
                  </a:cubicBezTo>
                  <a:cubicBezTo>
                    <a:pt x="259" y="786"/>
                    <a:pt x="252" y="782"/>
                    <a:pt x="251" y="779"/>
                  </a:cubicBezTo>
                  <a:cubicBezTo>
                    <a:pt x="234" y="751"/>
                    <a:pt x="238" y="749"/>
                    <a:pt x="234" y="745"/>
                  </a:cubicBezTo>
                  <a:cubicBezTo>
                    <a:pt x="205" y="692"/>
                    <a:pt x="202" y="688"/>
                    <a:pt x="199" y="684"/>
                  </a:cubicBezTo>
                  <a:cubicBezTo>
                    <a:pt x="177" y="630"/>
                    <a:pt x="166" y="611"/>
                    <a:pt x="158" y="593"/>
                  </a:cubicBezTo>
                  <a:cubicBezTo>
                    <a:pt x="147" y="546"/>
                    <a:pt x="142" y="548"/>
                    <a:pt x="140" y="540"/>
                  </a:cubicBezTo>
                  <a:cubicBezTo>
                    <a:pt x="140" y="522"/>
                    <a:pt x="138" y="522"/>
                    <a:pt x="136" y="521"/>
                  </a:cubicBezTo>
                  <a:cubicBezTo>
                    <a:pt x="130" y="496"/>
                    <a:pt x="129" y="493"/>
                    <a:pt x="131" y="490"/>
                  </a:cubicBezTo>
                  <a:cubicBezTo>
                    <a:pt x="122" y="493"/>
                    <a:pt x="128" y="497"/>
                    <a:pt x="125" y="499"/>
                  </a:cubicBezTo>
                  <a:cubicBezTo>
                    <a:pt x="131" y="527"/>
                    <a:pt x="132" y="536"/>
                    <a:pt x="136" y="545"/>
                  </a:cubicBezTo>
                  <a:cubicBezTo>
                    <a:pt x="139" y="569"/>
                    <a:pt x="140" y="574"/>
                    <a:pt x="139" y="580"/>
                  </a:cubicBezTo>
                  <a:cubicBezTo>
                    <a:pt x="160" y="639"/>
                    <a:pt x="161" y="642"/>
                    <a:pt x="159" y="645"/>
                  </a:cubicBezTo>
                  <a:cubicBezTo>
                    <a:pt x="169" y="668"/>
                    <a:pt x="176" y="672"/>
                    <a:pt x="172" y="674"/>
                  </a:cubicBezTo>
                  <a:cubicBezTo>
                    <a:pt x="200" y="724"/>
                    <a:pt x="201" y="738"/>
                    <a:pt x="214" y="755"/>
                  </a:cubicBezTo>
                  <a:cubicBezTo>
                    <a:pt x="236" y="805"/>
                    <a:pt x="246" y="814"/>
                    <a:pt x="247" y="821"/>
                  </a:cubicBezTo>
                  <a:cubicBezTo>
                    <a:pt x="268" y="868"/>
                    <a:pt x="261" y="870"/>
                    <a:pt x="266" y="874"/>
                  </a:cubicBezTo>
                  <a:cubicBezTo>
                    <a:pt x="224" y="800"/>
                    <a:pt x="220" y="795"/>
                    <a:pt x="217" y="789"/>
                  </a:cubicBezTo>
                  <a:cubicBezTo>
                    <a:pt x="185" y="740"/>
                    <a:pt x="190" y="733"/>
                    <a:pt x="185" y="736"/>
                  </a:cubicBezTo>
                  <a:cubicBezTo>
                    <a:pt x="171" y="702"/>
                    <a:pt x="168" y="697"/>
                    <a:pt x="166" y="693"/>
                  </a:cubicBezTo>
                  <a:cubicBezTo>
                    <a:pt x="134" y="606"/>
                    <a:pt x="125" y="601"/>
                    <a:pt x="129" y="597"/>
                  </a:cubicBezTo>
                  <a:cubicBezTo>
                    <a:pt x="119" y="542"/>
                    <a:pt x="118" y="540"/>
                    <a:pt x="116" y="538"/>
                  </a:cubicBezTo>
                  <a:cubicBezTo>
                    <a:pt x="111" y="539"/>
                    <a:pt x="113" y="558"/>
                    <a:pt x="117" y="576"/>
                  </a:cubicBezTo>
                  <a:cubicBezTo>
                    <a:pt x="141" y="650"/>
                    <a:pt x="140" y="667"/>
                    <a:pt x="151" y="685"/>
                  </a:cubicBezTo>
                  <a:cubicBezTo>
                    <a:pt x="194" y="767"/>
                    <a:pt x="201" y="774"/>
                    <a:pt x="207" y="789"/>
                  </a:cubicBezTo>
                  <a:cubicBezTo>
                    <a:pt x="228" y="836"/>
                    <a:pt x="240" y="840"/>
                    <a:pt x="235" y="842"/>
                  </a:cubicBezTo>
                  <a:cubicBezTo>
                    <a:pt x="251" y="882"/>
                    <a:pt x="258" y="889"/>
                    <a:pt x="255" y="894"/>
                  </a:cubicBezTo>
                  <a:cubicBezTo>
                    <a:pt x="228" y="846"/>
                    <a:pt x="227" y="844"/>
                    <a:pt x="225" y="842"/>
                  </a:cubicBezTo>
                  <a:cubicBezTo>
                    <a:pt x="212" y="821"/>
                    <a:pt x="210" y="822"/>
                    <a:pt x="209" y="820"/>
                  </a:cubicBezTo>
                  <a:cubicBezTo>
                    <a:pt x="166" y="769"/>
                    <a:pt x="157" y="757"/>
                    <a:pt x="144" y="743"/>
                  </a:cubicBezTo>
                  <a:cubicBezTo>
                    <a:pt x="123" y="700"/>
                    <a:pt x="116" y="696"/>
                    <a:pt x="115" y="693"/>
                  </a:cubicBezTo>
                  <a:cubicBezTo>
                    <a:pt x="107" y="669"/>
                    <a:pt x="105" y="663"/>
                    <a:pt x="101" y="657"/>
                  </a:cubicBezTo>
                  <a:cubicBezTo>
                    <a:pt x="96" y="630"/>
                    <a:pt x="93" y="623"/>
                    <a:pt x="91" y="615"/>
                  </a:cubicBezTo>
                  <a:cubicBezTo>
                    <a:pt x="87" y="604"/>
                    <a:pt x="82" y="608"/>
                    <a:pt x="85" y="614"/>
                  </a:cubicBezTo>
                  <a:cubicBezTo>
                    <a:pt x="95" y="654"/>
                    <a:pt x="92" y="660"/>
                    <a:pt x="95" y="666"/>
                  </a:cubicBezTo>
                  <a:cubicBezTo>
                    <a:pt x="154" y="770"/>
                    <a:pt x="155" y="771"/>
                    <a:pt x="161" y="778"/>
                  </a:cubicBezTo>
                  <a:cubicBezTo>
                    <a:pt x="204" y="829"/>
                    <a:pt x="208" y="830"/>
                    <a:pt x="211" y="836"/>
                  </a:cubicBezTo>
                  <a:cubicBezTo>
                    <a:pt x="249" y="919"/>
                    <a:pt x="255" y="928"/>
                    <a:pt x="253" y="935"/>
                  </a:cubicBezTo>
                  <a:cubicBezTo>
                    <a:pt x="253" y="956"/>
                    <a:pt x="256" y="954"/>
                    <a:pt x="252" y="951"/>
                  </a:cubicBezTo>
                  <a:cubicBezTo>
                    <a:pt x="255" y="941"/>
                    <a:pt x="249" y="937"/>
                    <a:pt x="247" y="934"/>
                  </a:cubicBezTo>
                  <a:cubicBezTo>
                    <a:pt x="223" y="877"/>
                    <a:pt x="219" y="872"/>
                    <a:pt x="216" y="866"/>
                  </a:cubicBezTo>
                  <a:cubicBezTo>
                    <a:pt x="166" y="796"/>
                    <a:pt x="160" y="792"/>
                    <a:pt x="155" y="782"/>
                  </a:cubicBezTo>
                  <a:cubicBezTo>
                    <a:pt x="107" y="716"/>
                    <a:pt x="103" y="719"/>
                    <a:pt x="103" y="714"/>
                  </a:cubicBezTo>
                  <a:cubicBezTo>
                    <a:pt x="85" y="675"/>
                    <a:pt x="83" y="673"/>
                    <a:pt x="82" y="671"/>
                  </a:cubicBezTo>
                  <a:cubicBezTo>
                    <a:pt x="79" y="658"/>
                    <a:pt x="74" y="655"/>
                    <a:pt x="76" y="653"/>
                  </a:cubicBezTo>
                  <a:cubicBezTo>
                    <a:pt x="72" y="651"/>
                    <a:pt x="73" y="653"/>
                    <a:pt x="70" y="654"/>
                  </a:cubicBezTo>
                  <a:cubicBezTo>
                    <a:pt x="78" y="674"/>
                    <a:pt x="75" y="677"/>
                    <a:pt x="80" y="682"/>
                  </a:cubicBezTo>
                  <a:cubicBezTo>
                    <a:pt x="93" y="713"/>
                    <a:pt x="99" y="721"/>
                    <a:pt x="102" y="730"/>
                  </a:cubicBezTo>
                  <a:cubicBezTo>
                    <a:pt x="168" y="818"/>
                    <a:pt x="173" y="816"/>
                    <a:pt x="176" y="821"/>
                  </a:cubicBezTo>
                  <a:cubicBezTo>
                    <a:pt x="206" y="868"/>
                    <a:pt x="208" y="871"/>
                    <a:pt x="210" y="875"/>
                  </a:cubicBezTo>
                  <a:cubicBezTo>
                    <a:pt x="237" y="926"/>
                    <a:pt x="238" y="934"/>
                    <a:pt x="240" y="942"/>
                  </a:cubicBezTo>
                  <a:cubicBezTo>
                    <a:pt x="254" y="974"/>
                    <a:pt x="251" y="976"/>
                    <a:pt x="252" y="978"/>
                  </a:cubicBezTo>
                  <a:cubicBezTo>
                    <a:pt x="244" y="978"/>
                    <a:pt x="245" y="972"/>
                    <a:pt x="245" y="965"/>
                  </a:cubicBezTo>
                  <a:cubicBezTo>
                    <a:pt x="220" y="909"/>
                    <a:pt x="215" y="897"/>
                    <a:pt x="207" y="885"/>
                  </a:cubicBezTo>
                  <a:cubicBezTo>
                    <a:pt x="195" y="866"/>
                    <a:pt x="195" y="864"/>
                    <a:pt x="193" y="865"/>
                  </a:cubicBezTo>
                  <a:cubicBezTo>
                    <a:pt x="179" y="855"/>
                    <a:pt x="185" y="844"/>
                    <a:pt x="180" y="848"/>
                  </a:cubicBezTo>
                  <a:cubicBezTo>
                    <a:pt x="148" y="807"/>
                    <a:pt x="140" y="795"/>
                    <a:pt x="131" y="783"/>
                  </a:cubicBezTo>
                  <a:cubicBezTo>
                    <a:pt x="118" y="762"/>
                    <a:pt x="110" y="755"/>
                    <a:pt x="106" y="749"/>
                  </a:cubicBezTo>
                  <a:cubicBezTo>
                    <a:pt x="80" y="696"/>
                    <a:pt x="80" y="694"/>
                    <a:pt x="80" y="692"/>
                  </a:cubicBezTo>
                  <a:cubicBezTo>
                    <a:pt x="71" y="664"/>
                    <a:pt x="69" y="658"/>
                    <a:pt x="65" y="661"/>
                  </a:cubicBezTo>
                  <a:cubicBezTo>
                    <a:pt x="71" y="688"/>
                    <a:pt x="73" y="693"/>
                    <a:pt x="76" y="697"/>
                  </a:cubicBezTo>
                  <a:cubicBezTo>
                    <a:pt x="113" y="772"/>
                    <a:pt x="120" y="781"/>
                    <a:pt x="125" y="789"/>
                  </a:cubicBezTo>
                  <a:cubicBezTo>
                    <a:pt x="135" y="803"/>
                    <a:pt x="136" y="809"/>
                    <a:pt x="140" y="813"/>
                  </a:cubicBezTo>
                  <a:cubicBezTo>
                    <a:pt x="178" y="859"/>
                    <a:pt x="181" y="858"/>
                    <a:pt x="179" y="860"/>
                  </a:cubicBezTo>
                  <a:cubicBezTo>
                    <a:pt x="193" y="881"/>
                    <a:pt x="195" y="882"/>
                    <a:pt x="198" y="889"/>
                  </a:cubicBezTo>
                  <a:cubicBezTo>
                    <a:pt x="227" y="944"/>
                    <a:pt x="231" y="952"/>
                    <a:pt x="235" y="961"/>
                  </a:cubicBezTo>
                  <a:cubicBezTo>
                    <a:pt x="244" y="999"/>
                    <a:pt x="243" y="1002"/>
                    <a:pt x="242" y="1005"/>
                  </a:cubicBezTo>
                  <a:cubicBezTo>
                    <a:pt x="238" y="996"/>
                    <a:pt x="233" y="991"/>
                    <a:pt x="234" y="988"/>
                  </a:cubicBezTo>
                  <a:cubicBezTo>
                    <a:pt x="225" y="962"/>
                    <a:pt x="224" y="959"/>
                    <a:pt x="222" y="957"/>
                  </a:cubicBezTo>
                  <a:cubicBezTo>
                    <a:pt x="210" y="930"/>
                    <a:pt x="207" y="921"/>
                    <a:pt x="204" y="912"/>
                  </a:cubicBezTo>
                  <a:cubicBezTo>
                    <a:pt x="190" y="898"/>
                    <a:pt x="190" y="892"/>
                    <a:pt x="189" y="891"/>
                  </a:cubicBezTo>
                  <a:cubicBezTo>
                    <a:pt x="171" y="869"/>
                    <a:pt x="172" y="868"/>
                    <a:pt x="171" y="866"/>
                  </a:cubicBezTo>
                  <a:cubicBezTo>
                    <a:pt x="166" y="860"/>
                    <a:pt x="165" y="861"/>
                    <a:pt x="164" y="859"/>
                  </a:cubicBezTo>
                  <a:cubicBezTo>
                    <a:pt x="156" y="850"/>
                    <a:pt x="152" y="845"/>
                    <a:pt x="148" y="841"/>
                  </a:cubicBezTo>
                  <a:cubicBezTo>
                    <a:pt x="65" y="711"/>
                    <a:pt x="53" y="694"/>
                    <a:pt x="50" y="678"/>
                  </a:cubicBezTo>
                  <a:cubicBezTo>
                    <a:pt x="50" y="701"/>
                    <a:pt x="55" y="704"/>
                    <a:pt x="53" y="706"/>
                  </a:cubicBezTo>
                  <a:cubicBezTo>
                    <a:pt x="169" y="875"/>
                    <a:pt x="172" y="884"/>
                    <a:pt x="197" y="919"/>
                  </a:cubicBezTo>
                  <a:cubicBezTo>
                    <a:pt x="218" y="976"/>
                    <a:pt x="221" y="979"/>
                    <a:pt x="224" y="983"/>
                  </a:cubicBezTo>
                  <a:cubicBezTo>
                    <a:pt x="228" y="1009"/>
                    <a:pt x="232" y="1014"/>
                    <a:pt x="228" y="1017"/>
                  </a:cubicBezTo>
                  <a:cubicBezTo>
                    <a:pt x="224" y="1004"/>
                    <a:pt x="219" y="996"/>
                    <a:pt x="221" y="990"/>
                  </a:cubicBezTo>
                  <a:cubicBezTo>
                    <a:pt x="201" y="949"/>
                    <a:pt x="198" y="938"/>
                    <a:pt x="196" y="934"/>
                  </a:cubicBezTo>
                  <a:cubicBezTo>
                    <a:pt x="166" y="892"/>
                    <a:pt x="165" y="887"/>
                    <a:pt x="163" y="885"/>
                  </a:cubicBezTo>
                  <a:cubicBezTo>
                    <a:pt x="129" y="843"/>
                    <a:pt x="120" y="840"/>
                    <a:pt x="115" y="826"/>
                  </a:cubicBezTo>
                  <a:cubicBezTo>
                    <a:pt x="95" y="810"/>
                    <a:pt x="100" y="803"/>
                    <a:pt x="95" y="801"/>
                  </a:cubicBezTo>
                  <a:cubicBezTo>
                    <a:pt x="58" y="746"/>
                    <a:pt x="61" y="750"/>
                    <a:pt x="63" y="753"/>
                  </a:cubicBezTo>
                  <a:cubicBezTo>
                    <a:pt x="73" y="778"/>
                    <a:pt x="76" y="782"/>
                    <a:pt x="79" y="786"/>
                  </a:cubicBezTo>
                  <a:cubicBezTo>
                    <a:pt x="96" y="817"/>
                    <a:pt x="95" y="817"/>
                    <a:pt x="101" y="826"/>
                  </a:cubicBezTo>
                  <a:cubicBezTo>
                    <a:pt x="112" y="844"/>
                    <a:pt x="119" y="843"/>
                    <a:pt x="118" y="851"/>
                  </a:cubicBezTo>
                  <a:cubicBezTo>
                    <a:pt x="187" y="941"/>
                    <a:pt x="193" y="948"/>
                    <a:pt x="198" y="955"/>
                  </a:cubicBezTo>
                  <a:cubicBezTo>
                    <a:pt x="206" y="972"/>
                    <a:pt x="204" y="974"/>
                    <a:pt x="206" y="976"/>
                  </a:cubicBezTo>
                  <a:cubicBezTo>
                    <a:pt x="210" y="996"/>
                    <a:pt x="210" y="999"/>
                    <a:pt x="212" y="1001"/>
                  </a:cubicBezTo>
                  <a:cubicBezTo>
                    <a:pt x="219" y="1030"/>
                    <a:pt x="221" y="1035"/>
                    <a:pt x="219" y="1038"/>
                  </a:cubicBezTo>
                  <a:cubicBezTo>
                    <a:pt x="213" y="1023"/>
                    <a:pt x="208" y="1019"/>
                    <a:pt x="207" y="1015"/>
                  </a:cubicBezTo>
                  <a:cubicBezTo>
                    <a:pt x="176" y="958"/>
                    <a:pt x="173" y="948"/>
                    <a:pt x="164" y="941"/>
                  </a:cubicBezTo>
                  <a:cubicBezTo>
                    <a:pt x="138" y="898"/>
                    <a:pt x="141" y="893"/>
                    <a:pt x="136" y="892"/>
                  </a:cubicBezTo>
                  <a:cubicBezTo>
                    <a:pt x="80" y="806"/>
                    <a:pt x="75" y="794"/>
                    <a:pt x="68" y="781"/>
                  </a:cubicBezTo>
                  <a:cubicBezTo>
                    <a:pt x="55" y="735"/>
                    <a:pt x="49" y="731"/>
                    <a:pt x="52" y="729"/>
                  </a:cubicBezTo>
                  <a:cubicBezTo>
                    <a:pt x="46" y="719"/>
                    <a:pt x="43" y="724"/>
                    <a:pt x="46" y="731"/>
                  </a:cubicBezTo>
                  <a:cubicBezTo>
                    <a:pt x="61" y="773"/>
                    <a:pt x="58" y="778"/>
                    <a:pt x="63" y="785"/>
                  </a:cubicBezTo>
                  <a:cubicBezTo>
                    <a:pt x="108" y="861"/>
                    <a:pt x="106" y="867"/>
                    <a:pt x="113" y="874"/>
                  </a:cubicBezTo>
                  <a:cubicBezTo>
                    <a:pt x="153" y="937"/>
                    <a:pt x="160" y="950"/>
                    <a:pt x="170" y="963"/>
                  </a:cubicBezTo>
                  <a:cubicBezTo>
                    <a:pt x="201" y="1018"/>
                    <a:pt x="197" y="1023"/>
                    <a:pt x="203" y="1030"/>
                  </a:cubicBezTo>
                  <a:cubicBezTo>
                    <a:pt x="212" y="1054"/>
                    <a:pt x="211" y="1060"/>
                    <a:pt x="215" y="1066"/>
                  </a:cubicBezTo>
                  <a:cubicBezTo>
                    <a:pt x="213" y="1076"/>
                    <a:pt x="211" y="1072"/>
                    <a:pt x="209" y="1068"/>
                  </a:cubicBezTo>
                  <a:cubicBezTo>
                    <a:pt x="192" y="1018"/>
                    <a:pt x="185" y="1004"/>
                    <a:pt x="179" y="986"/>
                  </a:cubicBezTo>
                  <a:cubicBezTo>
                    <a:pt x="167" y="965"/>
                    <a:pt x="163" y="959"/>
                    <a:pt x="162" y="959"/>
                  </a:cubicBezTo>
                  <a:cubicBezTo>
                    <a:pt x="150" y="943"/>
                    <a:pt x="146" y="939"/>
                    <a:pt x="143" y="936"/>
                  </a:cubicBezTo>
                  <a:cubicBezTo>
                    <a:pt x="94" y="874"/>
                    <a:pt x="79" y="852"/>
                    <a:pt x="64" y="833"/>
                  </a:cubicBezTo>
                  <a:cubicBezTo>
                    <a:pt x="39" y="757"/>
                    <a:pt x="29" y="752"/>
                    <a:pt x="35" y="749"/>
                  </a:cubicBezTo>
                  <a:cubicBezTo>
                    <a:pt x="29" y="755"/>
                    <a:pt x="31" y="759"/>
                    <a:pt x="33" y="763"/>
                  </a:cubicBezTo>
                  <a:cubicBezTo>
                    <a:pt x="44" y="793"/>
                    <a:pt x="39" y="799"/>
                    <a:pt x="45" y="807"/>
                  </a:cubicBezTo>
                  <a:cubicBezTo>
                    <a:pt x="89" y="874"/>
                    <a:pt x="113" y="915"/>
                    <a:pt x="129" y="931"/>
                  </a:cubicBezTo>
                  <a:cubicBezTo>
                    <a:pt x="153" y="967"/>
                    <a:pt x="164" y="977"/>
                    <a:pt x="170" y="987"/>
                  </a:cubicBezTo>
                  <a:cubicBezTo>
                    <a:pt x="186" y="1036"/>
                    <a:pt x="176" y="1025"/>
                    <a:pt x="171" y="1012"/>
                  </a:cubicBezTo>
                  <a:cubicBezTo>
                    <a:pt x="150" y="985"/>
                    <a:pt x="142" y="980"/>
                    <a:pt x="145" y="976"/>
                  </a:cubicBezTo>
                  <a:cubicBezTo>
                    <a:pt x="89" y="910"/>
                    <a:pt x="75" y="887"/>
                    <a:pt x="51" y="850"/>
                  </a:cubicBezTo>
                  <a:cubicBezTo>
                    <a:pt x="32" y="802"/>
                    <a:pt x="32" y="799"/>
                    <a:pt x="33" y="797"/>
                  </a:cubicBezTo>
                  <a:cubicBezTo>
                    <a:pt x="29" y="798"/>
                    <a:pt x="29" y="800"/>
                    <a:pt x="29" y="802"/>
                  </a:cubicBezTo>
                  <a:cubicBezTo>
                    <a:pt x="34" y="829"/>
                    <a:pt x="41" y="834"/>
                    <a:pt x="38" y="838"/>
                  </a:cubicBezTo>
                  <a:cubicBezTo>
                    <a:pt x="56" y="874"/>
                    <a:pt x="56" y="876"/>
                    <a:pt x="56" y="876"/>
                  </a:cubicBezTo>
                  <a:cubicBezTo>
                    <a:pt x="77" y="905"/>
                    <a:pt x="93" y="930"/>
                    <a:pt x="103" y="938"/>
                  </a:cubicBezTo>
                  <a:cubicBezTo>
                    <a:pt x="143" y="990"/>
                    <a:pt x="145" y="993"/>
                    <a:pt x="147" y="997"/>
                  </a:cubicBezTo>
                  <a:cubicBezTo>
                    <a:pt x="170" y="1023"/>
                    <a:pt x="170" y="1030"/>
                    <a:pt x="170" y="1032"/>
                  </a:cubicBezTo>
                  <a:cubicBezTo>
                    <a:pt x="192" y="1072"/>
                    <a:pt x="200" y="1081"/>
                    <a:pt x="202" y="1090"/>
                  </a:cubicBezTo>
                  <a:cubicBezTo>
                    <a:pt x="202" y="1098"/>
                    <a:pt x="196" y="1094"/>
                    <a:pt x="199" y="1092"/>
                  </a:cubicBezTo>
                  <a:cubicBezTo>
                    <a:pt x="171" y="1039"/>
                    <a:pt x="164" y="1029"/>
                    <a:pt x="160" y="1024"/>
                  </a:cubicBezTo>
                  <a:cubicBezTo>
                    <a:pt x="153" y="1014"/>
                    <a:pt x="150" y="1010"/>
                    <a:pt x="146" y="1005"/>
                  </a:cubicBezTo>
                  <a:cubicBezTo>
                    <a:pt x="40" y="864"/>
                    <a:pt x="36" y="858"/>
                    <a:pt x="31" y="852"/>
                  </a:cubicBezTo>
                  <a:cubicBezTo>
                    <a:pt x="22" y="845"/>
                    <a:pt x="25" y="854"/>
                    <a:pt x="29" y="863"/>
                  </a:cubicBezTo>
                  <a:cubicBezTo>
                    <a:pt x="50" y="911"/>
                    <a:pt x="48" y="916"/>
                    <a:pt x="54" y="922"/>
                  </a:cubicBezTo>
                  <a:cubicBezTo>
                    <a:pt x="84" y="967"/>
                    <a:pt x="81" y="972"/>
                    <a:pt x="86" y="972"/>
                  </a:cubicBezTo>
                  <a:cubicBezTo>
                    <a:pt x="97" y="985"/>
                    <a:pt x="95" y="988"/>
                    <a:pt x="95" y="988"/>
                  </a:cubicBezTo>
                  <a:cubicBezTo>
                    <a:pt x="134" y="1039"/>
                    <a:pt x="133" y="1041"/>
                    <a:pt x="134" y="1043"/>
                  </a:cubicBezTo>
                  <a:cubicBezTo>
                    <a:pt x="154" y="1066"/>
                    <a:pt x="152" y="1068"/>
                    <a:pt x="153" y="1069"/>
                  </a:cubicBezTo>
                  <a:cubicBezTo>
                    <a:pt x="163" y="1084"/>
                    <a:pt x="168" y="1094"/>
                    <a:pt x="176" y="1104"/>
                  </a:cubicBezTo>
                  <a:cubicBezTo>
                    <a:pt x="193" y="1150"/>
                    <a:pt x="191" y="1152"/>
                    <a:pt x="193" y="1155"/>
                  </a:cubicBezTo>
                  <a:cubicBezTo>
                    <a:pt x="174" y="1126"/>
                    <a:pt x="178" y="1120"/>
                    <a:pt x="173" y="1121"/>
                  </a:cubicBezTo>
                  <a:cubicBezTo>
                    <a:pt x="150" y="1085"/>
                    <a:pt x="146" y="1076"/>
                    <a:pt x="137" y="1068"/>
                  </a:cubicBezTo>
                  <a:cubicBezTo>
                    <a:pt x="122" y="1043"/>
                    <a:pt x="118" y="1038"/>
                    <a:pt x="116" y="1034"/>
                  </a:cubicBezTo>
                  <a:cubicBezTo>
                    <a:pt x="107" y="1023"/>
                    <a:pt x="105" y="1016"/>
                    <a:pt x="100" y="1009"/>
                  </a:cubicBezTo>
                  <a:cubicBezTo>
                    <a:pt x="90" y="998"/>
                    <a:pt x="92" y="997"/>
                    <a:pt x="89" y="997"/>
                  </a:cubicBezTo>
                  <a:cubicBezTo>
                    <a:pt x="85" y="986"/>
                    <a:pt x="82" y="987"/>
                    <a:pt x="82" y="987"/>
                  </a:cubicBezTo>
                  <a:cubicBezTo>
                    <a:pt x="53" y="952"/>
                    <a:pt x="52" y="942"/>
                    <a:pt x="49" y="942"/>
                  </a:cubicBezTo>
                  <a:cubicBezTo>
                    <a:pt x="31" y="899"/>
                    <a:pt x="22" y="894"/>
                    <a:pt x="26" y="890"/>
                  </a:cubicBezTo>
                  <a:cubicBezTo>
                    <a:pt x="40" y="944"/>
                    <a:pt x="46" y="951"/>
                    <a:pt x="50" y="957"/>
                  </a:cubicBezTo>
                  <a:cubicBezTo>
                    <a:pt x="55" y="964"/>
                    <a:pt x="54" y="966"/>
                    <a:pt x="55" y="967"/>
                  </a:cubicBezTo>
                  <a:cubicBezTo>
                    <a:pt x="62" y="976"/>
                    <a:pt x="63" y="974"/>
                    <a:pt x="64" y="976"/>
                  </a:cubicBezTo>
                  <a:cubicBezTo>
                    <a:pt x="71" y="991"/>
                    <a:pt x="75" y="992"/>
                    <a:pt x="75" y="992"/>
                  </a:cubicBezTo>
                  <a:cubicBezTo>
                    <a:pt x="87" y="1006"/>
                    <a:pt x="91" y="1013"/>
                    <a:pt x="94" y="1018"/>
                  </a:cubicBezTo>
                  <a:cubicBezTo>
                    <a:pt x="102" y="1029"/>
                    <a:pt x="101" y="1031"/>
                    <a:pt x="102" y="1032"/>
                  </a:cubicBezTo>
                  <a:cubicBezTo>
                    <a:pt x="136" y="1079"/>
                    <a:pt x="145" y="1091"/>
                    <a:pt x="153" y="1103"/>
                  </a:cubicBezTo>
                  <a:cubicBezTo>
                    <a:pt x="187" y="1163"/>
                    <a:pt x="182" y="1168"/>
                    <a:pt x="186" y="1173"/>
                  </a:cubicBezTo>
                  <a:cubicBezTo>
                    <a:pt x="178" y="1170"/>
                    <a:pt x="174" y="1167"/>
                    <a:pt x="173" y="1165"/>
                  </a:cubicBezTo>
                  <a:cubicBezTo>
                    <a:pt x="155" y="1142"/>
                    <a:pt x="146" y="1120"/>
                    <a:pt x="135" y="1111"/>
                  </a:cubicBezTo>
                  <a:cubicBezTo>
                    <a:pt x="110" y="1078"/>
                    <a:pt x="102" y="1080"/>
                    <a:pt x="106" y="1076"/>
                  </a:cubicBezTo>
                  <a:cubicBezTo>
                    <a:pt x="83" y="1057"/>
                    <a:pt x="75" y="1040"/>
                    <a:pt x="65" y="1032"/>
                  </a:cubicBezTo>
                  <a:cubicBezTo>
                    <a:pt x="32" y="978"/>
                    <a:pt x="31" y="976"/>
                    <a:pt x="24" y="965"/>
                  </a:cubicBezTo>
                  <a:cubicBezTo>
                    <a:pt x="9" y="949"/>
                    <a:pt x="15" y="952"/>
                    <a:pt x="15" y="957"/>
                  </a:cubicBezTo>
                  <a:cubicBezTo>
                    <a:pt x="47" y="1023"/>
                    <a:pt x="52" y="1028"/>
                    <a:pt x="57" y="1035"/>
                  </a:cubicBezTo>
                  <a:cubicBezTo>
                    <a:pt x="102" y="1083"/>
                    <a:pt x="107" y="1092"/>
                    <a:pt x="113" y="1095"/>
                  </a:cubicBezTo>
                  <a:cubicBezTo>
                    <a:pt x="149" y="1143"/>
                    <a:pt x="150" y="1151"/>
                    <a:pt x="154" y="1149"/>
                  </a:cubicBezTo>
                  <a:cubicBezTo>
                    <a:pt x="174" y="1202"/>
                    <a:pt x="185" y="1210"/>
                    <a:pt x="182" y="1215"/>
                  </a:cubicBezTo>
                  <a:cubicBezTo>
                    <a:pt x="168" y="1179"/>
                    <a:pt x="159" y="1180"/>
                    <a:pt x="162" y="1177"/>
                  </a:cubicBezTo>
                  <a:cubicBezTo>
                    <a:pt x="140" y="1153"/>
                    <a:pt x="142" y="1142"/>
                    <a:pt x="135" y="1136"/>
                  </a:cubicBezTo>
                  <a:cubicBezTo>
                    <a:pt x="98" y="1090"/>
                    <a:pt x="95" y="1086"/>
                    <a:pt x="92" y="1086"/>
                  </a:cubicBezTo>
                  <a:cubicBezTo>
                    <a:pt x="82" y="1073"/>
                    <a:pt x="82" y="1071"/>
                    <a:pt x="82" y="1069"/>
                  </a:cubicBezTo>
                  <a:cubicBezTo>
                    <a:pt x="44" y="1034"/>
                    <a:pt x="41" y="1030"/>
                    <a:pt x="39" y="1026"/>
                  </a:cubicBezTo>
                  <a:cubicBezTo>
                    <a:pt x="13" y="992"/>
                    <a:pt x="16" y="996"/>
                    <a:pt x="17" y="1000"/>
                  </a:cubicBezTo>
                  <a:cubicBezTo>
                    <a:pt x="48" y="1041"/>
                    <a:pt x="46" y="1053"/>
                    <a:pt x="55" y="1056"/>
                  </a:cubicBezTo>
                  <a:cubicBezTo>
                    <a:pt x="80" y="1083"/>
                    <a:pt x="81" y="1085"/>
                    <a:pt x="83" y="1087"/>
                  </a:cubicBezTo>
                  <a:cubicBezTo>
                    <a:pt x="89" y="1101"/>
                    <a:pt x="103" y="1099"/>
                    <a:pt x="97" y="1104"/>
                  </a:cubicBezTo>
                  <a:cubicBezTo>
                    <a:pt x="125" y="1140"/>
                    <a:pt x="131" y="1145"/>
                    <a:pt x="130" y="1149"/>
                  </a:cubicBezTo>
                  <a:cubicBezTo>
                    <a:pt x="93" y="1107"/>
                    <a:pt x="89" y="1106"/>
                    <a:pt x="86" y="1102"/>
                  </a:cubicBezTo>
                  <a:cubicBezTo>
                    <a:pt x="63" y="1079"/>
                    <a:pt x="59" y="1075"/>
                    <a:pt x="55" y="1073"/>
                  </a:cubicBezTo>
                  <a:cubicBezTo>
                    <a:pt x="0" y="1009"/>
                    <a:pt x="9" y="1016"/>
                    <a:pt x="8" y="1021"/>
                  </a:cubicBezTo>
                  <a:cubicBezTo>
                    <a:pt x="27" y="1050"/>
                    <a:pt x="29" y="1050"/>
                    <a:pt x="30" y="1052"/>
                  </a:cubicBezTo>
                  <a:cubicBezTo>
                    <a:pt x="33" y="1062"/>
                    <a:pt x="38" y="1060"/>
                    <a:pt x="41" y="1066"/>
                  </a:cubicBezTo>
                  <a:cubicBezTo>
                    <a:pt x="86" y="1110"/>
                    <a:pt x="90" y="1120"/>
                    <a:pt x="96" y="1122"/>
                  </a:cubicBezTo>
                  <a:cubicBezTo>
                    <a:pt x="118" y="1149"/>
                    <a:pt x="127" y="1163"/>
                    <a:pt x="137" y="1176"/>
                  </a:cubicBezTo>
                  <a:cubicBezTo>
                    <a:pt x="148" y="1204"/>
                    <a:pt x="162" y="1211"/>
                    <a:pt x="158" y="1215"/>
                  </a:cubicBezTo>
                  <a:cubicBezTo>
                    <a:pt x="165" y="1240"/>
                    <a:pt x="164" y="1234"/>
                    <a:pt x="163" y="1229"/>
                  </a:cubicBezTo>
                  <a:cubicBezTo>
                    <a:pt x="151" y="1205"/>
                    <a:pt x="144" y="1201"/>
                    <a:pt x="143" y="1199"/>
                  </a:cubicBezTo>
                  <a:cubicBezTo>
                    <a:pt x="118" y="1171"/>
                    <a:pt x="122" y="1166"/>
                    <a:pt x="116" y="1164"/>
                  </a:cubicBezTo>
                  <a:cubicBezTo>
                    <a:pt x="82" y="1123"/>
                    <a:pt x="68" y="1114"/>
                    <a:pt x="60" y="1107"/>
                  </a:cubicBezTo>
                  <a:cubicBezTo>
                    <a:pt x="19" y="1050"/>
                    <a:pt x="22" y="1042"/>
                    <a:pt x="13" y="1042"/>
                  </a:cubicBezTo>
                  <a:cubicBezTo>
                    <a:pt x="62" y="1117"/>
                    <a:pt x="74" y="1136"/>
                    <a:pt x="95" y="1152"/>
                  </a:cubicBezTo>
                  <a:cubicBezTo>
                    <a:pt x="135" y="1204"/>
                    <a:pt x="140" y="1211"/>
                    <a:pt x="145" y="1217"/>
                  </a:cubicBezTo>
                  <a:cubicBezTo>
                    <a:pt x="170" y="1269"/>
                    <a:pt x="166" y="1271"/>
                    <a:pt x="171" y="1274"/>
                  </a:cubicBezTo>
                  <a:cubicBezTo>
                    <a:pt x="178" y="1302"/>
                    <a:pt x="178" y="1304"/>
                    <a:pt x="177" y="1307"/>
                  </a:cubicBezTo>
                  <a:cubicBezTo>
                    <a:pt x="169" y="1297"/>
                    <a:pt x="173" y="1295"/>
                    <a:pt x="168" y="1291"/>
                  </a:cubicBezTo>
                  <a:cubicBezTo>
                    <a:pt x="133" y="1236"/>
                    <a:pt x="128" y="1228"/>
                    <a:pt x="116" y="1208"/>
                  </a:cubicBezTo>
                  <a:cubicBezTo>
                    <a:pt x="41" y="1115"/>
                    <a:pt x="40" y="1112"/>
                    <a:pt x="37" y="1109"/>
                  </a:cubicBezTo>
                  <a:cubicBezTo>
                    <a:pt x="25" y="1086"/>
                    <a:pt x="30" y="1079"/>
                    <a:pt x="24" y="1081"/>
                  </a:cubicBezTo>
                  <a:cubicBezTo>
                    <a:pt x="59" y="1159"/>
                    <a:pt x="64" y="1161"/>
                    <a:pt x="69" y="1166"/>
                  </a:cubicBezTo>
                  <a:cubicBezTo>
                    <a:pt x="116" y="1220"/>
                    <a:pt x="123" y="1241"/>
                    <a:pt x="133" y="1245"/>
                  </a:cubicBezTo>
                  <a:cubicBezTo>
                    <a:pt x="146" y="1275"/>
                    <a:pt x="149" y="1274"/>
                    <a:pt x="153" y="1283"/>
                  </a:cubicBezTo>
                  <a:cubicBezTo>
                    <a:pt x="167" y="1322"/>
                    <a:pt x="173" y="1328"/>
                    <a:pt x="172" y="1333"/>
                  </a:cubicBezTo>
                  <a:cubicBezTo>
                    <a:pt x="172" y="1344"/>
                    <a:pt x="171" y="1342"/>
                    <a:pt x="167" y="1341"/>
                  </a:cubicBezTo>
                  <a:cubicBezTo>
                    <a:pt x="163" y="1322"/>
                    <a:pt x="155" y="1318"/>
                    <a:pt x="159" y="1315"/>
                  </a:cubicBezTo>
                  <a:cubicBezTo>
                    <a:pt x="128" y="1261"/>
                    <a:pt x="129" y="1259"/>
                    <a:pt x="117" y="1247"/>
                  </a:cubicBezTo>
                  <a:cubicBezTo>
                    <a:pt x="67" y="1189"/>
                    <a:pt x="67" y="1186"/>
                    <a:pt x="62" y="1181"/>
                  </a:cubicBezTo>
                  <a:cubicBezTo>
                    <a:pt x="50" y="1165"/>
                    <a:pt x="47" y="1166"/>
                    <a:pt x="49" y="1163"/>
                  </a:cubicBezTo>
                  <a:cubicBezTo>
                    <a:pt x="12" y="1111"/>
                    <a:pt x="15" y="1107"/>
                    <a:pt x="9" y="1101"/>
                  </a:cubicBezTo>
                  <a:cubicBezTo>
                    <a:pt x="13" y="1122"/>
                    <a:pt x="19" y="1126"/>
                    <a:pt x="16" y="1128"/>
                  </a:cubicBezTo>
                  <a:cubicBezTo>
                    <a:pt x="47" y="1180"/>
                    <a:pt x="52" y="1178"/>
                    <a:pt x="54" y="1184"/>
                  </a:cubicBezTo>
                  <a:cubicBezTo>
                    <a:pt x="108" y="1249"/>
                    <a:pt x="110" y="1258"/>
                    <a:pt x="114" y="1257"/>
                  </a:cubicBezTo>
                  <a:cubicBezTo>
                    <a:pt x="108" y="1251"/>
                    <a:pt x="101" y="1249"/>
                    <a:pt x="97" y="1247"/>
                  </a:cubicBezTo>
                  <a:cubicBezTo>
                    <a:pt x="70" y="1217"/>
                    <a:pt x="67" y="1206"/>
                    <a:pt x="63" y="1203"/>
                  </a:cubicBezTo>
                  <a:cubicBezTo>
                    <a:pt x="43" y="1184"/>
                    <a:pt x="42" y="1180"/>
                    <a:pt x="40" y="1177"/>
                  </a:cubicBezTo>
                  <a:cubicBezTo>
                    <a:pt x="2" y="1139"/>
                    <a:pt x="9" y="1144"/>
                    <a:pt x="8" y="1147"/>
                  </a:cubicBezTo>
                  <a:cubicBezTo>
                    <a:pt x="31" y="1180"/>
                    <a:pt x="28" y="1183"/>
                    <a:pt x="34" y="1187"/>
                  </a:cubicBezTo>
                  <a:cubicBezTo>
                    <a:pt x="104" y="1266"/>
                    <a:pt x="106" y="1270"/>
                    <a:pt x="109" y="1273"/>
                  </a:cubicBezTo>
                  <a:cubicBezTo>
                    <a:pt x="130" y="1308"/>
                    <a:pt x="136" y="1314"/>
                    <a:pt x="138" y="1320"/>
                  </a:cubicBezTo>
                  <a:cubicBezTo>
                    <a:pt x="148" y="1353"/>
                    <a:pt x="160" y="1358"/>
                    <a:pt x="154" y="1360"/>
                  </a:cubicBezTo>
                  <a:cubicBezTo>
                    <a:pt x="143" y="1349"/>
                    <a:pt x="143" y="1342"/>
                    <a:pt x="136" y="1334"/>
                  </a:cubicBezTo>
                  <a:cubicBezTo>
                    <a:pt x="102" y="1286"/>
                    <a:pt x="93" y="1279"/>
                    <a:pt x="95" y="1275"/>
                  </a:cubicBezTo>
                  <a:cubicBezTo>
                    <a:pt x="30" y="1202"/>
                    <a:pt x="24" y="1194"/>
                    <a:pt x="18" y="1185"/>
                  </a:cubicBezTo>
                  <a:cubicBezTo>
                    <a:pt x="17" y="1202"/>
                    <a:pt x="20" y="1204"/>
                    <a:pt x="22" y="1205"/>
                  </a:cubicBezTo>
                  <a:cubicBezTo>
                    <a:pt x="28" y="1233"/>
                    <a:pt x="31" y="1245"/>
                    <a:pt x="36" y="1247"/>
                  </a:cubicBezTo>
                  <a:cubicBezTo>
                    <a:pt x="44" y="1265"/>
                    <a:pt x="42" y="1268"/>
                    <a:pt x="45" y="1267"/>
                  </a:cubicBezTo>
                  <a:cubicBezTo>
                    <a:pt x="78" y="1315"/>
                    <a:pt x="77" y="1317"/>
                    <a:pt x="84" y="1325"/>
                  </a:cubicBezTo>
                  <a:cubicBezTo>
                    <a:pt x="106" y="1353"/>
                    <a:pt x="114" y="1357"/>
                    <a:pt x="107" y="1360"/>
                  </a:cubicBezTo>
                  <a:cubicBezTo>
                    <a:pt x="74" y="1315"/>
                    <a:pt x="69" y="1314"/>
                    <a:pt x="66" y="1306"/>
                  </a:cubicBezTo>
                  <a:cubicBezTo>
                    <a:pt x="42" y="1273"/>
                    <a:pt x="39" y="1262"/>
                    <a:pt x="33" y="1256"/>
                  </a:cubicBezTo>
                  <a:cubicBezTo>
                    <a:pt x="26" y="1249"/>
                    <a:pt x="31" y="1241"/>
                    <a:pt x="27" y="1238"/>
                  </a:cubicBezTo>
                  <a:cubicBezTo>
                    <a:pt x="23" y="1255"/>
                    <a:pt x="30" y="1264"/>
                    <a:pt x="33" y="1273"/>
                  </a:cubicBezTo>
                  <a:cubicBezTo>
                    <a:pt x="72" y="1327"/>
                    <a:pt x="77" y="1337"/>
                    <a:pt x="86" y="1343"/>
                  </a:cubicBezTo>
                  <a:cubicBezTo>
                    <a:pt x="91" y="1356"/>
                    <a:pt x="95" y="1356"/>
                    <a:pt x="95" y="1356"/>
                  </a:cubicBezTo>
                  <a:cubicBezTo>
                    <a:pt x="113" y="1378"/>
                    <a:pt x="122" y="1391"/>
                    <a:pt x="131" y="1399"/>
                  </a:cubicBezTo>
                  <a:cubicBezTo>
                    <a:pt x="141" y="1414"/>
                    <a:pt x="144" y="1416"/>
                    <a:pt x="146" y="1420"/>
                  </a:cubicBezTo>
                  <a:cubicBezTo>
                    <a:pt x="142" y="1419"/>
                    <a:pt x="139" y="1422"/>
                    <a:pt x="137" y="1417"/>
                  </a:cubicBezTo>
                  <a:cubicBezTo>
                    <a:pt x="104" y="1393"/>
                    <a:pt x="99" y="1389"/>
                    <a:pt x="94" y="1389"/>
                  </a:cubicBezTo>
                  <a:cubicBezTo>
                    <a:pt x="39" y="1357"/>
                    <a:pt x="44" y="1357"/>
                    <a:pt x="47" y="1361"/>
                  </a:cubicBezTo>
                  <a:cubicBezTo>
                    <a:pt x="73" y="1381"/>
                    <a:pt x="77" y="1386"/>
                    <a:pt x="82" y="1385"/>
                  </a:cubicBezTo>
                  <a:cubicBezTo>
                    <a:pt x="123" y="1414"/>
                    <a:pt x="127" y="1423"/>
                    <a:pt x="131" y="1423"/>
                  </a:cubicBezTo>
                  <a:cubicBezTo>
                    <a:pt x="163" y="1460"/>
                    <a:pt x="167" y="1459"/>
                    <a:pt x="169" y="1462"/>
                  </a:cubicBezTo>
                  <a:cubicBezTo>
                    <a:pt x="183" y="1480"/>
                    <a:pt x="180" y="1489"/>
                    <a:pt x="185" y="1495"/>
                  </a:cubicBezTo>
                  <a:cubicBezTo>
                    <a:pt x="198" y="1470"/>
                    <a:pt x="199" y="1467"/>
                    <a:pt x="200" y="1465"/>
                  </a:cubicBezTo>
                  <a:cubicBezTo>
                    <a:pt x="239" y="1447"/>
                    <a:pt x="243" y="1445"/>
                    <a:pt x="246" y="1443"/>
                  </a:cubicBezTo>
                  <a:cubicBezTo>
                    <a:pt x="237" y="1440"/>
                    <a:pt x="233" y="1441"/>
                    <a:pt x="230" y="1441"/>
                  </a:cubicBezTo>
                  <a:cubicBezTo>
                    <a:pt x="214" y="1443"/>
                    <a:pt x="212" y="1436"/>
                    <a:pt x="217" y="1430"/>
                  </a:cubicBezTo>
                  <a:cubicBezTo>
                    <a:pt x="295" y="1389"/>
                    <a:pt x="303" y="1382"/>
                    <a:pt x="310" y="1385"/>
                  </a:cubicBezTo>
                  <a:cubicBezTo>
                    <a:pt x="381" y="1375"/>
                    <a:pt x="383" y="1379"/>
                    <a:pt x="388" y="1373"/>
                  </a:cubicBezTo>
                  <a:cubicBezTo>
                    <a:pt x="426" y="1368"/>
                    <a:pt x="430" y="1366"/>
                    <a:pt x="433" y="1365"/>
                  </a:cubicBezTo>
                  <a:cubicBezTo>
                    <a:pt x="449" y="1360"/>
                    <a:pt x="453" y="1363"/>
                    <a:pt x="457" y="1358"/>
                  </a:cubicBezTo>
                  <a:cubicBezTo>
                    <a:pt x="441" y="1356"/>
                    <a:pt x="440" y="1359"/>
                    <a:pt x="438" y="1359"/>
                  </a:cubicBezTo>
                  <a:cubicBezTo>
                    <a:pt x="426" y="1362"/>
                    <a:pt x="425" y="1358"/>
                    <a:pt x="421" y="1362"/>
                  </a:cubicBezTo>
                  <a:cubicBezTo>
                    <a:pt x="371" y="1366"/>
                    <a:pt x="364" y="1369"/>
                    <a:pt x="357" y="1369"/>
                  </a:cubicBezTo>
                  <a:cubicBezTo>
                    <a:pt x="338" y="1375"/>
                    <a:pt x="337" y="1371"/>
                    <a:pt x="335" y="1372"/>
                  </a:cubicBezTo>
                  <a:cubicBezTo>
                    <a:pt x="307" y="1376"/>
                    <a:pt x="306" y="1372"/>
                    <a:pt x="303" y="1376"/>
                  </a:cubicBezTo>
                  <a:cubicBezTo>
                    <a:pt x="270" y="1383"/>
                    <a:pt x="263" y="1389"/>
                    <a:pt x="258" y="1388"/>
                  </a:cubicBezTo>
                  <a:cubicBezTo>
                    <a:pt x="202" y="1433"/>
                    <a:pt x="200" y="1437"/>
                    <a:pt x="196" y="1441"/>
                  </a:cubicBezTo>
                  <a:cubicBezTo>
                    <a:pt x="185" y="1441"/>
                    <a:pt x="190" y="1433"/>
                    <a:pt x="197" y="1425"/>
                  </a:cubicBezTo>
                  <a:cubicBezTo>
                    <a:pt x="279" y="1366"/>
                    <a:pt x="282" y="1364"/>
                    <a:pt x="284" y="1362"/>
                  </a:cubicBezTo>
                  <a:cubicBezTo>
                    <a:pt x="315" y="1356"/>
                    <a:pt x="324" y="1356"/>
                    <a:pt x="334" y="1353"/>
                  </a:cubicBezTo>
                  <a:cubicBezTo>
                    <a:pt x="381" y="1350"/>
                    <a:pt x="385" y="1350"/>
                    <a:pt x="390" y="1350"/>
                  </a:cubicBezTo>
                  <a:cubicBezTo>
                    <a:pt x="436" y="1341"/>
                    <a:pt x="441" y="1339"/>
                    <a:pt x="446" y="1339"/>
                  </a:cubicBezTo>
                  <a:cubicBezTo>
                    <a:pt x="489" y="1324"/>
                    <a:pt x="486" y="1320"/>
                    <a:pt x="481" y="1326"/>
                  </a:cubicBezTo>
                  <a:cubicBezTo>
                    <a:pt x="445" y="1330"/>
                    <a:pt x="442" y="1333"/>
                    <a:pt x="438" y="1335"/>
                  </a:cubicBezTo>
                  <a:cubicBezTo>
                    <a:pt x="414" y="1334"/>
                    <a:pt x="409" y="1345"/>
                    <a:pt x="406" y="1338"/>
                  </a:cubicBezTo>
                  <a:cubicBezTo>
                    <a:pt x="436" y="1330"/>
                    <a:pt x="444" y="1327"/>
                    <a:pt x="451" y="1328"/>
                  </a:cubicBezTo>
                  <a:cubicBezTo>
                    <a:pt x="502" y="1292"/>
                    <a:pt x="500" y="1297"/>
                    <a:pt x="495" y="1301"/>
                  </a:cubicBezTo>
                  <a:cubicBezTo>
                    <a:pt x="463" y="1311"/>
                    <a:pt x="458" y="1319"/>
                    <a:pt x="455" y="1320"/>
                  </a:cubicBezTo>
                  <a:cubicBezTo>
                    <a:pt x="410" y="1329"/>
                    <a:pt x="405" y="1329"/>
                    <a:pt x="400" y="1333"/>
                  </a:cubicBezTo>
                  <a:cubicBezTo>
                    <a:pt x="380" y="1333"/>
                    <a:pt x="378" y="1331"/>
                    <a:pt x="376" y="1333"/>
                  </a:cubicBezTo>
                  <a:cubicBezTo>
                    <a:pt x="356" y="1334"/>
                    <a:pt x="353" y="1333"/>
                    <a:pt x="355" y="1331"/>
                  </a:cubicBezTo>
                  <a:cubicBezTo>
                    <a:pt x="400" y="1320"/>
                    <a:pt x="402" y="1322"/>
                    <a:pt x="405" y="1319"/>
                  </a:cubicBezTo>
                  <a:cubicBezTo>
                    <a:pt x="429" y="1309"/>
                    <a:pt x="438" y="1305"/>
                    <a:pt x="450" y="1297"/>
                  </a:cubicBezTo>
                  <a:cubicBezTo>
                    <a:pt x="498" y="1254"/>
                    <a:pt x="508" y="1256"/>
                    <a:pt x="503" y="1248"/>
                  </a:cubicBezTo>
                  <a:cubicBezTo>
                    <a:pt x="391" y="1316"/>
                    <a:pt x="387" y="1317"/>
                    <a:pt x="384" y="1317"/>
                  </a:cubicBezTo>
                  <a:cubicBezTo>
                    <a:pt x="365" y="1320"/>
                    <a:pt x="363" y="1321"/>
                    <a:pt x="360" y="1322"/>
                  </a:cubicBezTo>
                  <a:cubicBezTo>
                    <a:pt x="345" y="1324"/>
                    <a:pt x="344" y="1319"/>
                    <a:pt x="342" y="1323"/>
                  </a:cubicBezTo>
                  <a:cubicBezTo>
                    <a:pt x="303" y="1328"/>
                    <a:pt x="296" y="1326"/>
                    <a:pt x="290" y="1326"/>
                  </a:cubicBezTo>
                  <a:cubicBezTo>
                    <a:pt x="244" y="1332"/>
                    <a:pt x="240" y="1335"/>
                    <a:pt x="237" y="1335"/>
                  </a:cubicBezTo>
                  <a:cubicBezTo>
                    <a:pt x="200" y="1351"/>
                    <a:pt x="199" y="1362"/>
                    <a:pt x="193" y="1356"/>
                  </a:cubicBezTo>
                  <a:cubicBezTo>
                    <a:pt x="222" y="1332"/>
                    <a:pt x="227" y="1334"/>
                    <a:pt x="232" y="1328"/>
                  </a:cubicBezTo>
                  <a:cubicBezTo>
                    <a:pt x="257" y="1323"/>
                    <a:pt x="260" y="1322"/>
                    <a:pt x="262" y="1322"/>
                  </a:cubicBezTo>
                  <a:cubicBezTo>
                    <a:pt x="340" y="1309"/>
                    <a:pt x="350" y="1304"/>
                    <a:pt x="360" y="1305"/>
                  </a:cubicBezTo>
                  <a:cubicBezTo>
                    <a:pt x="414" y="1282"/>
                    <a:pt x="428" y="1278"/>
                    <a:pt x="443" y="1270"/>
                  </a:cubicBezTo>
                  <a:cubicBezTo>
                    <a:pt x="485" y="1238"/>
                    <a:pt x="488" y="1241"/>
                    <a:pt x="493" y="1236"/>
                  </a:cubicBezTo>
                  <a:cubicBezTo>
                    <a:pt x="503" y="1226"/>
                    <a:pt x="507" y="1224"/>
                    <a:pt x="512" y="1220"/>
                  </a:cubicBezTo>
                  <a:cubicBezTo>
                    <a:pt x="513" y="1206"/>
                    <a:pt x="509" y="1214"/>
                    <a:pt x="502" y="1222"/>
                  </a:cubicBezTo>
                  <a:cubicBezTo>
                    <a:pt x="460" y="1250"/>
                    <a:pt x="445" y="1261"/>
                    <a:pt x="435" y="1266"/>
                  </a:cubicBezTo>
                  <a:cubicBezTo>
                    <a:pt x="399" y="1282"/>
                    <a:pt x="395" y="1285"/>
                    <a:pt x="392" y="1284"/>
                  </a:cubicBezTo>
                  <a:cubicBezTo>
                    <a:pt x="323" y="1300"/>
                    <a:pt x="316" y="1303"/>
                    <a:pt x="308" y="1308"/>
                  </a:cubicBezTo>
                  <a:cubicBezTo>
                    <a:pt x="286" y="1307"/>
                    <a:pt x="284" y="1307"/>
                    <a:pt x="281" y="1308"/>
                  </a:cubicBezTo>
                  <a:cubicBezTo>
                    <a:pt x="265" y="1315"/>
                    <a:pt x="263" y="1313"/>
                    <a:pt x="260" y="1316"/>
                  </a:cubicBezTo>
                  <a:cubicBezTo>
                    <a:pt x="276" y="1302"/>
                    <a:pt x="278" y="1307"/>
                    <a:pt x="282" y="1305"/>
                  </a:cubicBezTo>
                  <a:cubicBezTo>
                    <a:pt x="318" y="1297"/>
                    <a:pt x="324" y="1295"/>
                    <a:pt x="330" y="1297"/>
                  </a:cubicBezTo>
                  <a:cubicBezTo>
                    <a:pt x="385" y="1284"/>
                    <a:pt x="390" y="1272"/>
                    <a:pt x="392" y="1277"/>
                  </a:cubicBezTo>
                  <a:cubicBezTo>
                    <a:pt x="458" y="1239"/>
                    <a:pt x="469" y="1229"/>
                    <a:pt x="477" y="1218"/>
                  </a:cubicBezTo>
                  <a:cubicBezTo>
                    <a:pt x="489" y="1197"/>
                    <a:pt x="479" y="1209"/>
                    <a:pt x="469" y="1221"/>
                  </a:cubicBezTo>
                  <a:cubicBezTo>
                    <a:pt x="433" y="1250"/>
                    <a:pt x="428" y="1253"/>
                    <a:pt x="424" y="1257"/>
                  </a:cubicBezTo>
                  <a:cubicBezTo>
                    <a:pt x="379" y="1272"/>
                    <a:pt x="373" y="1275"/>
                    <a:pt x="368" y="1275"/>
                  </a:cubicBezTo>
                  <a:cubicBezTo>
                    <a:pt x="317" y="1286"/>
                    <a:pt x="313" y="1290"/>
                    <a:pt x="308" y="1294"/>
                  </a:cubicBezTo>
                  <a:cubicBezTo>
                    <a:pt x="276" y="1296"/>
                    <a:pt x="268" y="1298"/>
                    <a:pt x="259" y="1301"/>
                  </a:cubicBezTo>
                  <a:cubicBezTo>
                    <a:pt x="226" y="1315"/>
                    <a:pt x="218" y="1314"/>
                    <a:pt x="210" y="1318"/>
                  </a:cubicBezTo>
                  <a:cubicBezTo>
                    <a:pt x="188" y="1324"/>
                    <a:pt x="198" y="1326"/>
                    <a:pt x="196" y="1323"/>
                  </a:cubicBezTo>
                  <a:cubicBezTo>
                    <a:pt x="245" y="1292"/>
                    <a:pt x="250" y="1296"/>
                    <a:pt x="257" y="1291"/>
                  </a:cubicBezTo>
                  <a:cubicBezTo>
                    <a:pt x="286" y="1281"/>
                    <a:pt x="297" y="1283"/>
                    <a:pt x="309" y="1278"/>
                  </a:cubicBezTo>
                  <a:cubicBezTo>
                    <a:pt x="360" y="1270"/>
                    <a:pt x="377" y="1254"/>
                    <a:pt x="392" y="1257"/>
                  </a:cubicBezTo>
                  <a:cubicBezTo>
                    <a:pt x="464" y="1216"/>
                    <a:pt x="478" y="1201"/>
                    <a:pt x="492" y="1188"/>
                  </a:cubicBezTo>
                  <a:cubicBezTo>
                    <a:pt x="510" y="1153"/>
                    <a:pt x="511" y="1156"/>
                    <a:pt x="505" y="1158"/>
                  </a:cubicBezTo>
                  <a:cubicBezTo>
                    <a:pt x="490" y="1176"/>
                    <a:pt x="487" y="1180"/>
                    <a:pt x="487" y="1184"/>
                  </a:cubicBezTo>
                  <a:cubicBezTo>
                    <a:pt x="443" y="1223"/>
                    <a:pt x="444" y="1226"/>
                    <a:pt x="442" y="1224"/>
                  </a:cubicBezTo>
                  <a:cubicBezTo>
                    <a:pt x="413" y="1237"/>
                    <a:pt x="407" y="1243"/>
                    <a:pt x="403" y="1242"/>
                  </a:cubicBezTo>
                  <a:cubicBezTo>
                    <a:pt x="325" y="1267"/>
                    <a:pt x="322" y="1265"/>
                    <a:pt x="318" y="1267"/>
                  </a:cubicBezTo>
                  <a:cubicBezTo>
                    <a:pt x="273" y="1273"/>
                    <a:pt x="263" y="1283"/>
                    <a:pt x="256" y="1279"/>
                  </a:cubicBezTo>
                  <a:cubicBezTo>
                    <a:pt x="295" y="1265"/>
                    <a:pt x="305" y="1261"/>
                    <a:pt x="314" y="1262"/>
                  </a:cubicBezTo>
                  <a:cubicBezTo>
                    <a:pt x="363" y="1241"/>
                    <a:pt x="375" y="1239"/>
                    <a:pt x="387" y="1234"/>
                  </a:cubicBezTo>
                  <a:cubicBezTo>
                    <a:pt x="479" y="1164"/>
                    <a:pt x="483" y="1161"/>
                    <a:pt x="485" y="1158"/>
                  </a:cubicBezTo>
                  <a:cubicBezTo>
                    <a:pt x="512" y="1124"/>
                    <a:pt x="513" y="1117"/>
                    <a:pt x="520" y="1111"/>
                  </a:cubicBezTo>
                  <a:cubicBezTo>
                    <a:pt x="509" y="1116"/>
                    <a:pt x="505" y="1120"/>
                    <a:pt x="502" y="1124"/>
                  </a:cubicBezTo>
                  <a:cubicBezTo>
                    <a:pt x="478" y="1160"/>
                    <a:pt x="470" y="1160"/>
                    <a:pt x="471" y="1166"/>
                  </a:cubicBezTo>
                  <a:cubicBezTo>
                    <a:pt x="431" y="1191"/>
                    <a:pt x="426" y="1200"/>
                    <a:pt x="421" y="1202"/>
                  </a:cubicBezTo>
                  <a:cubicBezTo>
                    <a:pt x="378" y="1227"/>
                    <a:pt x="371" y="1230"/>
                    <a:pt x="363" y="1234"/>
                  </a:cubicBezTo>
                  <a:cubicBezTo>
                    <a:pt x="322" y="1251"/>
                    <a:pt x="307" y="1250"/>
                    <a:pt x="290" y="1259"/>
                  </a:cubicBezTo>
                  <a:cubicBezTo>
                    <a:pt x="246" y="1271"/>
                    <a:pt x="237" y="1279"/>
                    <a:pt x="231" y="1275"/>
                  </a:cubicBezTo>
                  <a:cubicBezTo>
                    <a:pt x="290" y="1254"/>
                    <a:pt x="296" y="1241"/>
                    <a:pt x="298" y="1246"/>
                  </a:cubicBezTo>
                  <a:cubicBezTo>
                    <a:pt x="362" y="1221"/>
                    <a:pt x="377" y="1211"/>
                    <a:pt x="391" y="1204"/>
                  </a:cubicBezTo>
                  <a:cubicBezTo>
                    <a:pt x="515" y="1103"/>
                    <a:pt x="512" y="1098"/>
                    <a:pt x="518" y="1095"/>
                  </a:cubicBezTo>
                  <a:cubicBezTo>
                    <a:pt x="532" y="1075"/>
                    <a:pt x="536" y="1073"/>
                    <a:pt x="535" y="1071"/>
                  </a:cubicBezTo>
                  <a:cubicBezTo>
                    <a:pt x="539" y="1064"/>
                    <a:pt x="536" y="1067"/>
                    <a:pt x="532" y="1070"/>
                  </a:cubicBezTo>
                  <a:cubicBezTo>
                    <a:pt x="497" y="1109"/>
                    <a:pt x="495" y="1119"/>
                    <a:pt x="485" y="1121"/>
                  </a:cubicBezTo>
                  <a:cubicBezTo>
                    <a:pt x="453" y="1152"/>
                    <a:pt x="442" y="1160"/>
                    <a:pt x="431" y="1168"/>
                  </a:cubicBezTo>
                  <a:cubicBezTo>
                    <a:pt x="397" y="1193"/>
                    <a:pt x="389" y="1191"/>
                    <a:pt x="388" y="1197"/>
                  </a:cubicBezTo>
                  <a:cubicBezTo>
                    <a:pt x="367" y="1206"/>
                    <a:pt x="360" y="1215"/>
                    <a:pt x="356" y="1210"/>
                  </a:cubicBezTo>
                  <a:cubicBezTo>
                    <a:pt x="315" y="1230"/>
                    <a:pt x="305" y="1233"/>
                    <a:pt x="294" y="1240"/>
                  </a:cubicBezTo>
                  <a:cubicBezTo>
                    <a:pt x="262" y="1252"/>
                    <a:pt x="260" y="1251"/>
                    <a:pt x="257" y="1254"/>
                  </a:cubicBezTo>
                  <a:cubicBezTo>
                    <a:pt x="237" y="1263"/>
                    <a:pt x="233" y="1265"/>
                    <a:pt x="229" y="1267"/>
                  </a:cubicBezTo>
                  <a:cubicBezTo>
                    <a:pt x="218" y="1271"/>
                    <a:pt x="214" y="1278"/>
                    <a:pt x="211" y="1275"/>
                  </a:cubicBezTo>
                  <a:cubicBezTo>
                    <a:pt x="241" y="1245"/>
                    <a:pt x="262" y="1234"/>
                    <a:pt x="291" y="1222"/>
                  </a:cubicBezTo>
                  <a:cubicBezTo>
                    <a:pt x="352" y="1187"/>
                    <a:pt x="356" y="1194"/>
                    <a:pt x="360" y="1189"/>
                  </a:cubicBezTo>
                  <a:cubicBezTo>
                    <a:pt x="397" y="1173"/>
                    <a:pt x="401" y="1169"/>
                    <a:pt x="405" y="1169"/>
                  </a:cubicBezTo>
                  <a:cubicBezTo>
                    <a:pt x="461" y="1128"/>
                    <a:pt x="482" y="1115"/>
                    <a:pt x="495" y="1100"/>
                  </a:cubicBezTo>
                  <a:cubicBezTo>
                    <a:pt x="532" y="1063"/>
                    <a:pt x="536" y="1059"/>
                    <a:pt x="536" y="1055"/>
                  </a:cubicBezTo>
                  <a:cubicBezTo>
                    <a:pt x="492" y="1093"/>
                    <a:pt x="491" y="1097"/>
                    <a:pt x="486" y="1101"/>
                  </a:cubicBezTo>
                  <a:cubicBezTo>
                    <a:pt x="470" y="1111"/>
                    <a:pt x="468" y="1118"/>
                    <a:pt x="461" y="1121"/>
                  </a:cubicBezTo>
                  <a:cubicBezTo>
                    <a:pt x="441" y="1135"/>
                    <a:pt x="439" y="1138"/>
                    <a:pt x="438" y="1141"/>
                  </a:cubicBezTo>
                  <a:cubicBezTo>
                    <a:pt x="395" y="1165"/>
                    <a:pt x="389" y="1166"/>
                    <a:pt x="384" y="1167"/>
                  </a:cubicBezTo>
                  <a:cubicBezTo>
                    <a:pt x="366" y="1175"/>
                    <a:pt x="360" y="1181"/>
                    <a:pt x="354" y="1181"/>
                  </a:cubicBezTo>
                  <a:cubicBezTo>
                    <a:pt x="336" y="1190"/>
                    <a:pt x="330" y="1193"/>
                    <a:pt x="324" y="1196"/>
                  </a:cubicBezTo>
                  <a:cubicBezTo>
                    <a:pt x="289" y="1212"/>
                    <a:pt x="274" y="1219"/>
                    <a:pt x="259" y="1226"/>
                  </a:cubicBezTo>
                  <a:cubicBezTo>
                    <a:pt x="235" y="1240"/>
                    <a:pt x="227" y="1244"/>
                    <a:pt x="224" y="1249"/>
                  </a:cubicBezTo>
                  <a:cubicBezTo>
                    <a:pt x="202" y="1270"/>
                    <a:pt x="193" y="1272"/>
                    <a:pt x="192" y="1269"/>
                  </a:cubicBezTo>
                  <a:cubicBezTo>
                    <a:pt x="215" y="1249"/>
                    <a:pt x="212" y="1245"/>
                    <a:pt x="217" y="1243"/>
                  </a:cubicBezTo>
                  <a:cubicBezTo>
                    <a:pt x="243" y="1226"/>
                    <a:pt x="244" y="1223"/>
                    <a:pt x="250" y="1220"/>
                  </a:cubicBezTo>
                  <a:cubicBezTo>
                    <a:pt x="326" y="1181"/>
                    <a:pt x="340" y="1175"/>
                    <a:pt x="358" y="1169"/>
                  </a:cubicBezTo>
                  <a:cubicBezTo>
                    <a:pt x="494" y="1080"/>
                    <a:pt x="512" y="1077"/>
                    <a:pt x="512" y="1063"/>
                  </a:cubicBezTo>
                  <a:cubicBezTo>
                    <a:pt x="460" y="1106"/>
                    <a:pt x="454" y="1105"/>
                    <a:pt x="447" y="1112"/>
                  </a:cubicBezTo>
                  <a:cubicBezTo>
                    <a:pt x="401" y="1139"/>
                    <a:pt x="397" y="1141"/>
                    <a:pt x="392" y="1144"/>
                  </a:cubicBezTo>
                  <a:cubicBezTo>
                    <a:pt x="299" y="1182"/>
                    <a:pt x="278" y="1194"/>
                    <a:pt x="258" y="1204"/>
                  </a:cubicBezTo>
                  <a:cubicBezTo>
                    <a:pt x="222" y="1232"/>
                    <a:pt x="219" y="1228"/>
                    <a:pt x="215" y="1233"/>
                  </a:cubicBezTo>
                  <a:cubicBezTo>
                    <a:pt x="191" y="1248"/>
                    <a:pt x="198" y="1246"/>
                    <a:pt x="198" y="1243"/>
                  </a:cubicBezTo>
                  <a:cubicBezTo>
                    <a:pt x="210" y="1232"/>
                    <a:pt x="218" y="1227"/>
                    <a:pt x="221" y="1221"/>
                  </a:cubicBezTo>
                  <a:cubicBezTo>
                    <a:pt x="275" y="1187"/>
                    <a:pt x="293" y="1174"/>
                    <a:pt x="310" y="1167"/>
                  </a:cubicBezTo>
                  <a:cubicBezTo>
                    <a:pt x="378" y="1137"/>
                    <a:pt x="377" y="1130"/>
                    <a:pt x="382" y="1132"/>
                  </a:cubicBezTo>
                  <a:cubicBezTo>
                    <a:pt x="433" y="1103"/>
                    <a:pt x="436" y="1100"/>
                    <a:pt x="437" y="1102"/>
                  </a:cubicBezTo>
                  <a:cubicBezTo>
                    <a:pt x="461" y="1086"/>
                    <a:pt x="465" y="1087"/>
                    <a:pt x="471" y="1080"/>
                  </a:cubicBezTo>
                  <a:cubicBezTo>
                    <a:pt x="502" y="1058"/>
                    <a:pt x="506" y="1058"/>
                    <a:pt x="511" y="1054"/>
                  </a:cubicBezTo>
                  <a:cubicBezTo>
                    <a:pt x="567" y="1001"/>
                    <a:pt x="569" y="996"/>
                    <a:pt x="573" y="991"/>
                  </a:cubicBezTo>
                  <a:cubicBezTo>
                    <a:pt x="512" y="1042"/>
                    <a:pt x="492" y="1060"/>
                    <a:pt x="472" y="1069"/>
                  </a:cubicBezTo>
                  <a:cubicBezTo>
                    <a:pt x="445" y="1085"/>
                    <a:pt x="440" y="1093"/>
                    <a:pt x="436" y="1090"/>
                  </a:cubicBezTo>
                  <a:cubicBezTo>
                    <a:pt x="383" y="1123"/>
                    <a:pt x="380" y="1120"/>
                    <a:pt x="375" y="1125"/>
                  </a:cubicBezTo>
                  <a:cubicBezTo>
                    <a:pt x="301" y="1163"/>
                    <a:pt x="285" y="1166"/>
                    <a:pt x="266" y="1181"/>
                  </a:cubicBezTo>
                  <a:cubicBezTo>
                    <a:pt x="238" y="1199"/>
                    <a:pt x="226" y="1210"/>
                    <a:pt x="218" y="1211"/>
                  </a:cubicBezTo>
                  <a:cubicBezTo>
                    <a:pt x="195" y="1226"/>
                    <a:pt x="199" y="1221"/>
                    <a:pt x="198" y="1216"/>
                  </a:cubicBezTo>
                  <a:cubicBezTo>
                    <a:pt x="230" y="1183"/>
                    <a:pt x="233" y="1182"/>
                    <a:pt x="238" y="1177"/>
                  </a:cubicBezTo>
                  <a:cubicBezTo>
                    <a:pt x="319" y="1129"/>
                    <a:pt x="328" y="1123"/>
                    <a:pt x="336" y="1121"/>
                  </a:cubicBezTo>
                  <a:cubicBezTo>
                    <a:pt x="493" y="1012"/>
                    <a:pt x="511" y="1000"/>
                    <a:pt x="526" y="986"/>
                  </a:cubicBezTo>
                  <a:cubicBezTo>
                    <a:pt x="552" y="958"/>
                    <a:pt x="551" y="956"/>
                    <a:pt x="554" y="954"/>
                  </a:cubicBezTo>
                  <a:cubicBezTo>
                    <a:pt x="522" y="977"/>
                    <a:pt x="521" y="987"/>
                    <a:pt x="507" y="995"/>
                  </a:cubicBezTo>
                  <a:cubicBezTo>
                    <a:pt x="490" y="1009"/>
                    <a:pt x="487" y="1013"/>
                    <a:pt x="482" y="1018"/>
                  </a:cubicBezTo>
                  <a:cubicBezTo>
                    <a:pt x="358" y="1100"/>
                    <a:pt x="341" y="1103"/>
                    <a:pt x="333" y="1113"/>
                  </a:cubicBezTo>
                  <a:cubicBezTo>
                    <a:pt x="251" y="1161"/>
                    <a:pt x="227" y="1171"/>
                    <a:pt x="214" y="1187"/>
                  </a:cubicBezTo>
                  <a:cubicBezTo>
                    <a:pt x="211" y="1186"/>
                    <a:pt x="210" y="1183"/>
                    <a:pt x="213" y="1180"/>
                  </a:cubicBezTo>
                  <a:cubicBezTo>
                    <a:pt x="242" y="1151"/>
                    <a:pt x="248" y="1147"/>
                    <a:pt x="259" y="1137"/>
                  </a:cubicBezTo>
                  <a:cubicBezTo>
                    <a:pt x="360" y="1078"/>
                    <a:pt x="373" y="1070"/>
                    <a:pt x="393" y="1055"/>
                  </a:cubicBezTo>
                  <a:cubicBezTo>
                    <a:pt x="452" y="1010"/>
                    <a:pt x="460" y="1010"/>
                    <a:pt x="463" y="1005"/>
                  </a:cubicBezTo>
                  <a:cubicBezTo>
                    <a:pt x="524" y="947"/>
                    <a:pt x="530" y="944"/>
                    <a:pt x="532" y="940"/>
                  </a:cubicBezTo>
                  <a:cubicBezTo>
                    <a:pt x="561" y="903"/>
                    <a:pt x="566" y="896"/>
                    <a:pt x="574" y="890"/>
                  </a:cubicBezTo>
                  <a:cubicBezTo>
                    <a:pt x="547" y="899"/>
                    <a:pt x="543" y="903"/>
                    <a:pt x="537" y="907"/>
                  </a:cubicBezTo>
                  <a:cubicBezTo>
                    <a:pt x="522" y="918"/>
                    <a:pt x="523" y="921"/>
                    <a:pt x="519" y="922"/>
                  </a:cubicBezTo>
                  <a:cubicBezTo>
                    <a:pt x="491" y="945"/>
                    <a:pt x="485" y="954"/>
                    <a:pt x="474" y="962"/>
                  </a:cubicBezTo>
                  <a:cubicBezTo>
                    <a:pt x="396" y="1023"/>
                    <a:pt x="387" y="1030"/>
                    <a:pt x="378" y="1037"/>
                  </a:cubicBezTo>
                  <a:cubicBezTo>
                    <a:pt x="323" y="1067"/>
                    <a:pt x="317" y="1067"/>
                    <a:pt x="311" y="1070"/>
                  </a:cubicBezTo>
                  <a:cubicBezTo>
                    <a:pt x="262" y="1102"/>
                    <a:pt x="259" y="1103"/>
                    <a:pt x="256" y="1103"/>
                  </a:cubicBezTo>
                  <a:cubicBezTo>
                    <a:pt x="244" y="1115"/>
                    <a:pt x="236" y="1116"/>
                    <a:pt x="239" y="1120"/>
                  </a:cubicBezTo>
                  <a:cubicBezTo>
                    <a:pt x="222" y="1136"/>
                    <a:pt x="217" y="1144"/>
                    <a:pt x="214" y="1140"/>
                  </a:cubicBezTo>
                  <a:cubicBezTo>
                    <a:pt x="260" y="1090"/>
                    <a:pt x="271" y="1086"/>
                    <a:pt x="296" y="1066"/>
                  </a:cubicBezTo>
                  <a:cubicBezTo>
                    <a:pt x="418" y="989"/>
                    <a:pt x="425" y="977"/>
                    <a:pt x="430" y="979"/>
                  </a:cubicBezTo>
                  <a:cubicBezTo>
                    <a:pt x="451" y="961"/>
                    <a:pt x="456" y="956"/>
                    <a:pt x="465" y="947"/>
                  </a:cubicBezTo>
                  <a:cubicBezTo>
                    <a:pt x="540" y="892"/>
                    <a:pt x="549" y="886"/>
                    <a:pt x="560" y="878"/>
                  </a:cubicBezTo>
                  <a:cubicBezTo>
                    <a:pt x="587" y="870"/>
                    <a:pt x="592" y="858"/>
                    <a:pt x="594" y="863"/>
                  </a:cubicBezTo>
                  <a:cubicBezTo>
                    <a:pt x="625" y="848"/>
                    <a:pt x="636" y="854"/>
                    <a:pt x="633" y="845"/>
                  </a:cubicBezTo>
                  <a:cubicBezTo>
                    <a:pt x="574" y="858"/>
                    <a:pt x="566" y="857"/>
                    <a:pt x="557" y="863"/>
                  </a:cubicBezTo>
                  <a:cubicBezTo>
                    <a:pt x="523" y="876"/>
                    <a:pt x="515" y="880"/>
                    <a:pt x="508" y="884"/>
                  </a:cubicBezTo>
                  <a:cubicBezTo>
                    <a:pt x="420" y="945"/>
                    <a:pt x="411" y="951"/>
                    <a:pt x="402" y="958"/>
                  </a:cubicBezTo>
                  <a:cubicBezTo>
                    <a:pt x="299" y="1027"/>
                    <a:pt x="297" y="1029"/>
                    <a:pt x="295" y="1030"/>
                  </a:cubicBezTo>
                  <a:cubicBezTo>
                    <a:pt x="255" y="1062"/>
                    <a:pt x="252" y="1067"/>
                    <a:pt x="244" y="1072"/>
                  </a:cubicBezTo>
                  <a:cubicBezTo>
                    <a:pt x="230" y="1081"/>
                    <a:pt x="230" y="1077"/>
                    <a:pt x="232" y="1073"/>
                  </a:cubicBezTo>
                  <a:cubicBezTo>
                    <a:pt x="251" y="1057"/>
                    <a:pt x="253" y="1055"/>
                    <a:pt x="257" y="1053"/>
                  </a:cubicBezTo>
                  <a:cubicBezTo>
                    <a:pt x="293" y="1015"/>
                    <a:pt x="296" y="1017"/>
                    <a:pt x="300" y="1014"/>
                  </a:cubicBezTo>
                  <a:cubicBezTo>
                    <a:pt x="333" y="985"/>
                    <a:pt x="335" y="986"/>
                    <a:pt x="336" y="986"/>
                  </a:cubicBezTo>
                  <a:cubicBezTo>
                    <a:pt x="380" y="950"/>
                    <a:pt x="404" y="938"/>
                    <a:pt x="433" y="916"/>
                  </a:cubicBezTo>
                  <a:cubicBezTo>
                    <a:pt x="492" y="885"/>
                    <a:pt x="501" y="881"/>
                    <a:pt x="511" y="874"/>
                  </a:cubicBezTo>
                  <a:cubicBezTo>
                    <a:pt x="540" y="857"/>
                    <a:pt x="552" y="855"/>
                    <a:pt x="561" y="848"/>
                  </a:cubicBezTo>
                  <a:cubicBezTo>
                    <a:pt x="574" y="833"/>
                    <a:pt x="569" y="837"/>
                    <a:pt x="565" y="840"/>
                  </a:cubicBezTo>
                  <a:cubicBezTo>
                    <a:pt x="512" y="866"/>
                    <a:pt x="509" y="864"/>
                    <a:pt x="505" y="869"/>
                  </a:cubicBezTo>
                  <a:cubicBezTo>
                    <a:pt x="416" y="917"/>
                    <a:pt x="406" y="926"/>
                    <a:pt x="373" y="944"/>
                  </a:cubicBezTo>
                  <a:cubicBezTo>
                    <a:pt x="332" y="978"/>
                    <a:pt x="317" y="986"/>
                    <a:pt x="306" y="995"/>
                  </a:cubicBezTo>
                  <a:cubicBezTo>
                    <a:pt x="253" y="1040"/>
                    <a:pt x="256" y="1048"/>
                    <a:pt x="251" y="1045"/>
                  </a:cubicBezTo>
                  <a:cubicBezTo>
                    <a:pt x="235" y="1052"/>
                    <a:pt x="237" y="1048"/>
                    <a:pt x="241" y="1044"/>
                  </a:cubicBezTo>
                  <a:cubicBezTo>
                    <a:pt x="310" y="977"/>
                    <a:pt x="362" y="934"/>
                    <a:pt x="419" y="899"/>
                  </a:cubicBezTo>
                  <a:cubicBezTo>
                    <a:pt x="482" y="869"/>
                    <a:pt x="481" y="865"/>
                    <a:pt x="487" y="864"/>
                  </a:cubicBezTo>
                  <a:cubicBezTo>
                    <a:pt x="513" y="858"/>
                    <a:pt x="519" y="848"/>
                    <a:pt x="522" y="852"/>
                  </a:cubicBezTo>
                  <a:cubicBezTo>
                    <a:pt x="583" y="826"/>
                    <a:pt x="598" y="821"/>
                    <a:pt x="613" y="815"/>
                  </a:cubicBezTo>
                  <a:cubicBezTo>
                    <a:pt x="578" y="820"/>
                    <a:pt x="572" y="828"/>
                    <a:pt x="567" y="826"/>
                  </a:cubicBezTo>
                  <a:cubicBezTo>
                    <a:pt x="541" y="835"/>
                    <a:pt x="538" y="835"/>
                    <a:pt x="536" y="837"/>
                  </a:cubicBezTo>
                  <a:cubicBezTo>
                    <a:pt x="509" y="843"/>
                    <a:pt x="505" y="850"/>
                    <a:pt x="502" y="851"/>
                  </a:cubicBezTo>
                  <a:cubicBezTo>
                    <a:pt x="480" y="859"/>
                    <a:pt x="474" y="860"/>
                    <a:pt x="468" y="866"/>
                  </a:cubicBezTo>
                  <a:cubicBezTo>
                    <a:pt x="423" y="890"/>
                    <a:pt x="421" y="886"/>
                    <a:pt x="417" y="890"/>
                  </a:cubicBezTo>
                  <a:cubicBezTo>
                    <a:pt x="390" y="907"/>
                    <a:pt x="385" y="911"/>
                    <a:pt x="380" y="914"/>
                  </a:cubicBezTo>
                  <a:cubicBezTo>
                    <a:pt x="361" y="927"/>
                    <a:pt x="350" y="937"/>
                    <a:pt x="335" y="947"/>
                  </a:cubicBezTo>
                  <a:cubicBezTo>
                    <a:pt x="277" y="996"/>
                    <a:pt x="275" y="1001"/>
                    <a:pt x="266" y="1004"/>
                  </a:cubicBezTo>
                  <a:cubicBezTo>
                    <a:pt x="252" y="1019"/>
                    <a:pt x="249" y="1014"/>
                    <a:pt x="250" y="1013"/>
                  </a:cubicBezTo>
                  <a:cubicBezTo>
                    <a:pt x="261" y="1003"/>
                    <a:pt x="262" y="1003"/>
                    <a:pt x="262" y="1002"/>
                  </a:cubicBezTo>
                  <a:cubicBezTo>
                    <a:pt x="283" y="983"/>
                    <a:pt x="288" y="972"/>
                    <a:pt x="297" y="962"/>
                  </a:cubicBezTo>
                  <a:cubicBezTo>
                    <a:pt x="358" y="911"/>
                    <a:pt x="362" y="915"/>
                    <a:pt x="367" y="909"/>
                  </a:cubicBezTo>
                  <a:cubicBezTo>
                    <a:pt x="396" y="889"/>
                    <a:pt x="399" y="896"/>
                    <a:pt x="403" y="891"/>
                  </a:cubicBezTo>
                  <a:cubicBezTo>
                    <a:pt x="418" y="884"/>
                    <a:pt x="423" y="872"/>
                    <a:pt x="425" y="877"/>
                  </a:cubicBezTo>
                  <a:cubicBezTo>
                    <a:pt x="466" y="855"/>
                    <a:pt x="478" y="855"/>
                    <a:pt x="492" y="844"/>
                  </a:cubicBezTo>
                  <a:cubicBezTo>
                    <a:pt x="573" y="801"/>
                    <a:pt x="571" y="802"/>
                    <a:pt x="578" y="796"/>
                  </a:cubicBezTo>
                  <a:cubicBezTo>
                    <a:pt x="604" y="774"/>
                    <a:pt x="612" y="772"/>
                    <a:pt x="609" y="769"/>
                  </a:cubicBezTo>
                  <a:cubicBezTo>
                    <a:pt x="526" y="821"/>
                    <a:pt x="519" y="826"/>
                    <a:pt x="513" y="829"/>
                  </a:cubicBezTo>
                  <a:cubicBezTo>
                    <a:pt x="463" y="847"/>
                    <a:pt x="455" y="856"/>
                    <a:pt x="450" y="854"/>
                  </a:cubicBezTo>
                  <a:cubicBezTo>
                    <a:pt x="390" y="884"/>
                    <a:pt x="378" y="893"/>
                    <a:pt x="368" y="897"/>
                  </a:cubicBezTo>
                  <a:cubicBezTo>
                    <a:pt x="338" y="920"/>
                    <a:pt x="335" y="923"/>
                    <a:pt x="332" y="925"/>
                  </a:cubicBezTo>
                  <a:cubicBezTo>
                    <a:pt x="316" y="936"/>
                    <a:pt x="308" y="942"/>
                    <a:pt x="301" y="947"/>
                  </a:cubicBezTo>
                  <a:cubicBezTo>
                    <a:pt x="265" y="982"/>
                    <a:pt x="261" y="986"/>
                    <a:pt x="258" y="990"/>
                  </a:cubicBezTo>
                  <a:cubicBezTo>
                    <a:pt x="267" y="967"/>
                    <a:pt x="265" y="971"/>
                    <a:pt x="270" y="972"/>
                  </a:cubicBezTo>
                  <a:cubicBezTo>
                    <a:pt x="317" y="926"/>
                    <a:pt x="316" y="922"/>
                    <a:pt x="337" y="912"/>
                  </a:cubicBezTo>
                  <a:cubicBezTo>
                    <a:pt x="446" y="842"/>
                    <a:pt x="455" y="842"/>
                    <a:pt x="463" y="838"/>
                  </a:cubicBezTo>
                  <a:cubicBezTo>
                    <a:pt x="475" y="832"/>
                    <a:pt x="476" y="831"/>
                    <a:pt x="477" y="830"/>
                  </a:cubicBezTo>
                  <a:cubicBezTo>
                    <a:pt x="595" y="755"/>
                    <a:pt x="608" y="750"/>
                    <a:pt x="608" y="743"/>
                  </a:cubicBezTo>
                  <a:cubicBezTo>
                    <a:pt x="591" y="754"/>
                    <a:pt x="593" y="752"/>
                    <a:pt x="587" y="758"/>
                  </a:cubicBezTo>
                  <a:cubicBezTo>
                    <a:pt x="552" y="781"/>
                    <a:pt x="553" y="785"/>
                    <a:pt x="549" y="783"/>
                  </a:cubicBezTo>
                  <a:cubicBezTo>
                    <a:pt x="516" y="799"/>
                    <a:pt x="510" y="807"/>
                    <a:pt x="506" y="809"/>
                  </a:cubicBezTo>
                  <a:cubicBezTo>
                    <a:pt x="432" y="848"/>
                    <a:pt x="425" y="843"/>
                    <a:pt x="423" y="847"/>
                  </a:cubicBezTo>
                  <a:cubicBezTo>
                    <a:pt x="403" y="861"/>
                    <a:pt x="400" y="858"/>
                    <a:pt x="396" y="861"/>
                  </a:cubicBezTo>
                  <a:cubicBezTo>
                    <a:pt x="290" y="934"/>
                    <a:pt x="289" y="937"/>
                    <a:pt x="284" y="940"/>
                  </a:cubicBezTo>
                  <a:cubicBezTo>
                    <a:pt x="283" y="932"/>
                    <a:pt x="287" y="928"/>
                    <a:pt x="289" y="924"/>
                  </a:cubicBezTo>
                  <a:cubicBezTo>
                    <a:pt x="318" y="903"/>
                    <a:pt x="325" y="895"/>
                    <a:pt x="335" y="888"/>
                  </a:cubicBezTo>
                  <a:cubicBezTo>
                    <a:pt x="381" y="857"/>
                    <a:pt x="388" y="853"/>
                    <a:pt x="394" y="848"/>
                  </a:cubicBezTo>
                  <a:cubicBezTo>
                    <a:pt x="445" y="830"/>
                    <a:pt x="450" y="818"/>
                    <a:pt x="452" y="823"/>
                  </a:cubicBezTo>
                  <a:cubicBezTo>
                    <a:pt x="472" y="813"/>
                    <a:pt x="472" y="811"/>
                    <a:pt x="474" y="812"/>
                  </a:cubicBezTo>
                  <a:cubicBezTo>
                    <a:pt x="492" y="804"/>
                    <a:pt x="496" y="802"/>
                    <a:pt x="499" y="799"/>
                  </a:cubicBezTo>
                  <a:cubicBezTo>
                    <a:pt x="522" y="787"/>
                    <a:pt x="529" y="784"/>
                    <a:pt x="536" y="782"/>
                  </a:cubicBezTo>
                  <a:cubicBezTo>
                    <a:pt x="594" y="740"/>
                    <a:pt x="604" y="733"/>
                    <a:pt x="613" y="727"/>
                  </a:cubicBezTo>
                  <a:cubicBezTo>
                    <a:pt x="629" y="708"/>
                    <a:pt x="626" y="710"/>
                    <a:pt x="623" y="712"/>
                  </a:cubicBezTo>
                  <a:cubicBezTo>
                    <a:pt x="614" y="719"/>
                    <a:pt x="612" y="720"/>
                    <a:pt x="611" y="720"/>
                  </a:cubicBezTo>
                  <a:cubicBezTo>
                    <a:pt x="602" y="727"/>
                    <a:pt x="602" y="731"/>
                    <a:pt x="598" y="733"/>
                  </a:cubicBezTo>
                  <a:cubicBezTo>
                    <a:pt x="578" y="747"/>
                    <a:pt x="571" y="752"/>
                    <a:pt x="564" y="757"/>
                  </a:cubicBezTo>
                  <a:cubicBezTo>
                    <a:pt x="528" y="774"/>
                    <a:pt x="524" y="782"/>
                    <a:pt x="521" y="779"/>
                  </a:cubicBezTo>
                  <a:cubicBezTo>
                    <a:pt x="466" y="806"/>
                    <a:pt x="462" y="809"/>
                    <a:pt x="459" y="809"/>
                  </a:cubicBezTo>
                  <a:cubicBezTo>
                    <a:pt x="423" y="827"/>
                    <a:pt x="420" y="825"/>
                    <a:pt x="416" y="827"/>
                  </a:cubicBezTo>
                  <a:cubicBezTo>
                    <a:pt x="347" y="870"/>
                    <a:pt x="336" y="878"/>
                    <a:pt x="325" y="885"/>
                  </a:cubicBezTo>
                  <a:cubicBezTo>
                    <a:pt x="302" y="902"/>
                    <a:pt x="299" y="905"/>
                    <a:pt x="297" y="904"/>
                  </a:cubicBezTo>
                  <a:cubicBezTo>
                    <a:pt x="342" y="859"/>
                    <a:pt x="352" y="856"/>
                    <a:pt x="352" y="851"/>
                  </a:cubicBezTo>
                  <a:cubicBezTo>
                    <a:pt x="384" y="833"/>
                    <a:pt x="390" y="829"/>
                    <a:pt x="403" y="820"/>
                  </a:cubicBezTo>
                  <a:cubicBezTo>
                    <a:pt x="434" y="799"/>
                    <a:pt x="448" y="797"/>
                    <a:pt x="456" y="791"/>
                  </a:cubicBezTo>
                  <a:cubicBezTo>
                    <a:pt x="491" y="772"/>
                    <a:pt x="498" y="776"/>
                    <a:pt x="509" y="765"/>
                  </a:cubicBezTo>
                  <a:cubicBezTo>
                    <a:pt x="550" y="750"/>
                    <a:pt x="561" y="743"/>
                    <a:pt x="571" y="740"/>
                  </a:cubicBezTo>
                  <a:cubicBezTo>
                    <a:pt x="650" y="685"/>
                    <a:pt x="651" y="680"/>
                    <a:pt x="658" y="677"/>
                  </a:cubicBezTo>
                  <a:cubicBezTo>
                    <a:pt x="663" y="670"/>
                    <a:pt x="651" y="676"/>
                    <a:pt x="643" y="686"/>
                  </a:cubicBezTo>
                  <a:cubicBezTo>
                    <a:pt x="557" y="738"/>
                    <a:pt x="549" y="738"/>
                    <a:pt x="541" y="745"/>
                  </a:cubicBezTo>
                  <a:cubicBezTo>
                    <a:pt x="457" y="783"/>
                    <a:pt x="447" y="787"/>
                    <a:pt x="438" y="789"/>
                  </a:cubicBezTo>
                  <a:cubicBezTo>
                    <a:pt x="417" y="807"/>
                    <a:pt x="409" y="804"/>
                    <a:pt x="401" y="811"/>
                  </a:cubicBezTo>
                  <a:cubicBezTo>
                    <a:pt x="339" y="851"/>
                    <a:pt x="338" y="856"/>
                    <a:pt x="329" y="860"/>
                  </a:cubicBezTo>
                  <a:cubicBezTo>
                    <a:pt x="311" y="871"/>
                    <a:pt x="311" y="863"/>
                    <a:pt x="308" y="866"/>
                  </a:cubicBezTo>
                  <a:cubicBezTo>
                    <a:pt x="324" y="849"/>
                    <a:pt x="327" y="851"/>
                    <a:pt x="327" y="847"/>
                  </a:cubicBezTo>
                  <a:cubicBezTo>
                    <a:pt x="429" y="785"/>
                    <a:pt x="430" y="783"/>
                    <a:pt x="438" y="779"/>
                  </a:cubicBezTo>
                  <a:cubicBezTo>
                    <a:pt x="489" y="753"/>
                    <a:pt x="491" y="753"/>
                    <a:pt x="494" y="751"/>
                  </a:cubicBezTo>
                  <a:cubicBezTo>
                    <a:pt x="546" y="730"/>
                    <a:pt x="551" y="722"/>
                    <a:pt x="554" y="725"/>
                  </a:cubicBezTo>
                  <a:cubicBezTo>
                    <a:pt x="553" y="723"/>
                    <a:pt x="551" y="717"/>
                    <a:pt x="547" y="723"/>
                  </a:cubicBezTo>
                  <a:cubicBezTo>
                    <a:pt x="515" y="736"/>
                    <a:pt x="513" y="732"/>
                    <a:pt x="509" y="735"/>
                  </a:cubicBezTo>
                  <a:cubicBezTo>
                    <a:pt x="487" y="740"/>
                    <a:pt x="482" y="748"/>
                    <a:pt x="479" y="745"/>
                  </a:cubicBezTo>
                  <a:cubicBezTo>
                    <a:pt x="397" y="793"/>
                    <a:pt x="390" y="796"/>
                    <a:pt x="382" y="800"/>
                  </a:cubicBezTo>
                  <a:cubicBezTo>
                    <a:pt x="344" y="825"/>
                    <a:pt x="339" y="829"/>
                    <a:pt x="334" y="833"/>
                  </a:cubicBezTo>
                  <a:cubicBezTo>
                    <a:pt x="346" y="804"/>
                    <a:pt x="361" y="789"/>
                    <a:pt x="375" y="781"/>
                  </a:cubicBezTo>
                  <a:cubicBezTo>
                    <a:pt x="397" y="767"/>
                    <a:pt x="400" y="765"/>
                    <a:pt x="404" y="763"/>
                  </a:cubicBezTo>
                  <a:cubicBezTo>
                    <a:pt x="478" y="727"/>
                    <a:pt x="484" y="727"/>
                    <a:pt x="492" y="721"/>
                  </a:cubicBezTo>
                  <a:cubicBezTo>
                    <a:pt x="514" y="719"/>
                    <a:pt x="521" y="711"/>
                    <a:pt x="527" y="713"/>
                  </a:cubicBezTo>
                  <a:cubicBezTo>
                    <a:pt x="573" y="696"/>
                    <a:pt x="580" y="692"/>
                    <a:pt x="587" y="689"/>
                  </a:cubicBezTo>
                  <a:cubicBezTo>
                    <a:pt x="627" y="664"/>
                    <a:pt x="637" y="667"/>
                    <a:pt x="634" y="660"/>
                  </a:cubicBezTo>
                  <a:cubicBezTo>
                    <a:pt x="534" y="701"/>
                    <a:pt x="528" y="701"/>
                    <a:pt x="521" y="705"/>
                  </a:cubicBezTo>
                  <a:cubicBezTo>
                    <a:pt x="490" y="707"/>
                    <a:pt x="495" y="713"/>
                    <a:pt x="501" y="707"/>
                  </a:cubicBezTo>
                  <a:cubicBezTo>
                    <a:pt x="543" y="697"/>
                    <a:pt x="550" y="686"/>
                    <a:pt x="556" y="687"/>
                  </a:cubicBezTo>
                  <a:cubicBezTo>
                    <a:pt x="578" y="682"/>
                    <a:pt x="584" y="677"/>
                    <a:pt x="590" y="677"/>
                  </a:cubicBezTo>
                  <a:cubicBezTo>
                    <a:pt x="643" y="648"/>
                    <a:pt x="657" y="643"/>
                    <a:pt x="673" y="629"/>
                  </a:cubicBezTo>
                  <a:cubicBezTo>
                    <a:pt x="647" y="645"/>
                    <a:pt x="643" y="645"/>
                    <a:pt x="641" y="645"/>
                  </a:cubicBezTo>
                  <a:cubicBezTo>
                    <a:pt x="611" y="659"/>
                    <a:pt x="604" y="666"/>
                    <a:pt x="597" y="667"/>
                  </a:cubicBezTo>
                  <a:cubicBezTo>
                    <a:pt x="556" y="675"/>
                    <a:pt x="551" y="687"/>
                    <a:pt x="549" y="682"/>
                  </a:cubicBezTo>
                  <a:cubicBezTo>
                    <a:pt x="516" y="695"/>
                    <a:pt x="514" y="691"/>
                    <a:pt x="510" y="696"/>
                  </a:cubicBezTo>
                  <a:cubicBezTo>
                    <a:pt x="487" y="704"/>
                    <a:pt x="483" y="706"/>
                    <a:pt x="480" y="705"/>
                  </a:cubicBezTo>
                  <a:cubicBezTo>
                    <a:pt x="454" y="716"/>
                    <a:pt x="446" y="720"/>
                    <a:pt x="441" y="723"/>
                  </a:cubicBezTo>
                  <a:cubicBezTo>
                    <a:pt x="430" y="731"/>
                    <a:pt x="427" y="727"/>
                    <a:pt x="423" y="731"/>
                  </a:cubicBezTo>
                  <a:cubicBezTo>
                    <a:pt x="386" y="755"/>
                    <a:pt x="382" y="753"/>
                    <a:pt x="377" y="757"/>
                  </a:cubicBezTo>
                  <a:cubicBezTo>
                    <a:pt x="347" y="769"/>
                    <a:pt x="358" y="764"/>
                    <a:pt x="366" y="758"/>
                  </a:cubicBezTo>
                  <a:cubicBezTo>
                    <a:pt x="409" y="728"/>
                    <a:pt x="417" y="725"/>
                    <a:pt x="425" y="718"/>
                  </a:cubicBezTo>
                  <a:cubicBezTo>
                    <a:pt x="571" y="656"/>
                    <a:pt x="601" y="640"/>
                    <a:pt x="630" y="626"/>
                  </a:cubicBezTo>
                  <a:cubicBezTo>
                    <a:pt x="661" y="605"/>
                    <a:pt x="663" y="601"/>
                    <a:pt x="664" y="599"/>
                  </a:cubicBezTo>
                  <a:cubicBezTo>
                    <a:pt x="642" y="607"/>
                    <a:pt x="637" y="615"/>
                    <a:pt x="632" y="617"/>
                  </a:cubicBezTo>
                  <a:cubicBezTo>
                    <a:pt x="575" y="644"/>
                    <a:pt x="557" y="653"/>
                    <a:pt x="540" y="659"/>
                  </a:cubicBezTo>
                  <a:cubicBezTo>
                    <a:pt x="479" y="687"/>
                    <a:pt x="471" y="684"/>
                    <a:pt x="462" y="691"/>
                  </a:cubicBezTo>
                  <a:cubicBezTo>
                    <a:pt x="418" y="713"/>
                    <a:pt x="415" y="715"/>
                    <a:pt x="412" y="717"/>
                  </a:cubicBezTo>
                  <a:cubicBezTo>
                    <a:pt x="381" y="734"/>
                    <a:pt x="377" y="737"/>
                    <a:pt x="373" y="740"/>
                  </a:cubicBezTo>
                  <a:cubicBezTo>
                    <a:pt x="385" y="720"/>
                    <a:pt x="404" y="707"/>
                    <a:pt x="421" y="696"/>
                  </a:cubicBezTo>
                  <a:cubicBezTo>
                    <a:pt x="473" y="672"/>
                    <a:pt x="478" y="677"/>
                    <a:pt x="484" y="670"/>
                  </a:cubicBezTo>
                  <a:cubicBezTo>
                    <a:pt x="519" y="657"/>
                    <a:pt x="524" y="659"/>
                    <a:pt x="529" y="654"/>
                  </a:cubicBezTo>
                  <a:cubicBezTo>
                    <a:pt x="603" y="622"/>
                    <a:pt x="611" y="619"/>
                    <a:pt x="619" y="615"/>
                  </a:cubicBezTo>
                  <a:cubicBezTo>
                    <a:pt x="667" y="570"/>
                    <a:pt x="677" y="568"/>
                    <a:pt x="675" y="564"/>
                  </a:cubicBezTo>
                  <a:cubicBezTo>
                    <a:pt x="719" y="542"/>
                    <a:pt x="725" y="539"/>
                    <a:pt x="730" y="537"/>
                  </a:cubicBezTo>
                  <a:cubicBezTo>
                    <a:pt x="742" y="527"/>
                    <a:pt x="737" y="530"/>
                    <a:pt x="732" y="533"/>
                  </a:cubicBezTo>
                  <a:cubicBezTo>
                    <a:pt x="706" y="538"/>
                    <a:pt x="703" y="542"/>
                    <a:pt x="700" y="544"/>
                  </a:cubicBezTo>
                  <a:cubicBezTo>
                    <a:pt x="637" y="575"/>
                    <a:pt x="629" y="578"/>
                    <a:pt x="622" y="585"/>
                  </a:cubicBezTo>
                  <a:cubicBezTo>
                    <a:pt x="557" y="616"/>
                    <a:pt x="550" y="611"/>
                    <a:pt x="543" y="615"/>
                  </a:cubicBezTo>
                  <a:cubicBezTo>
                    <a:pt x="514" y="623"/>
                    <a:pt x="507" y="625"/>
                    <a:pt x="499" y="630"/>
                  </a:cubicBezTo>
                  <a:cubicBezTo>
                    <a:pt x="469" y="641"/>
                    <a:pt x="463" y="637"/>
                    <a:pt x="455" y="644"/>
                  </a:cubicBezTo>
                  <a:cubicBezTo>
                    <a:pt x="432" y="653"/>
                    <a:pt x="426" y="659"/>
                    <a:pt x="422" y="658"/>
                  </a:cubicBezTo>
                  <a:cubicBezTo>
                    <a:pt x="410" y="660"/>
                    <a:pt x="410" y="653"/>
                    <a:pt x="416" y="648"/>
                  </a:cubicBezTo>
                  <a:cubicBezTo>
                    <a:pt x="439" y="640"/>
                    <a:pt x="445" y="628"/>
                    <a:pt x="447" y="633"/>
                  </a:cubicBezTo>
                  <a:cubicBezTo>
                    <a:pt x="502" y="611"/>
                    <a:pt x="513" y="606"/>
                    <a:pt x="523" y="605"/>
                  </a:cubicBezTo>
                  <a:cubicBezTo>
                    <a:pt x="597" y="583"/>
                    <a:pt x="606" y="581"/>
                    <a:pt x="615" y="576"/>
                  </a:cubicBezTo>
                  <a:cubicBezTo>
                    <a:pt x="655" y="561"/>
                    <a:pt x="660" y="548"/>
                    <a:pt x="663" y="553"/>
                  </a:cubicBezTo>
                  <a:cubicBezTo>
                    <a:pt x="715" y="530"/>
                    <a:pt x="721" y="528"/>
                    <a:pt x="727" y="527"/>
                  </a:cubicBezTo>
                  <a:cubicBezTo>
                    <a:pt x="736" y="512"/>
                    <a:pt x="727" y="524"/>
                    <a:pt x="720" y="520"/>
                  </a:cubicBezTo>
                  <a:cubicBezTo>
                    <a:pt x="677" y="533"/>
                    <a:pt x="673" y="536"/>
                    <a:pt x="668" y="537"/>
                  </a:cubicBezTo>
                  <a:cubicBezTo>
                    <a:pt x="603" y="571"/>
                    <a:pt x="600" y="575"/>
                    <a:pt x="598" y="573"/>
                  </a:cubicBezTo>
                  <a:cubicBezTo>
                    <a:pt x="555" y="592"/>
                    <a:pt x="552" y="588"/>
                    <a:pt x="549" y="589"/>
                  </a:cubicBezTo>
                  <a:cubicBezTo>
                    <a:pt x="507" y="600"/>
                    <a:pt x="504" y="601"/>
                    <a:pt x="501" y="601"/>
                  </a:cubicBezTo>
                  <a:cubicBezTo>
                    <a:pt x="462" y="618"/>
                    <a:pt x="456" y="620"/>
                    <a:pt x="449" y="622"/>
                  </a:cubicBezTo>
                  <a:cubicBezTo>
                    <a:pt x="427" y="627"/>
                    <a:pt x="429" y="624"/>
                    <a:pt x="432" y="622"/>
                  </a:cubicBezTo>
                  <a:cubicBezTo>
                    <a:pt x="464" y="601"/>
                    <a:pt x="476" y="596"/>
                    <a:pt x="488" y="594"/>
                  </a:cubicBezTo>
                  <a:cubicBezTo>
                    <a:pt x="519" y="583"/>
                    <a:pt x="522" y="582"/>
                    <a:pt x="525" y="584"/>
                  </a:cubicBezTo>
                  <a:cubicBezTo>
                    <a:pt x="550" y="574"/>
                    <a:pt x="557" y="572"/>
                    <a:pt x="563" y="571"/>
                  </a:cubicBezTo>
                  <a:cubicBezTo>
                    <a:pt x="588" y="560"/>
                    <a:pt x="594" y="562"/>
                    <a:pt x="600" y="559"/>
                  </a:cubicBezTo>
                  <a:cubicBezTo>
                    <a:pt x="645" y="537"/>
                    <a:pt x="651" y="541"/>
                    <a:pt x="657" y="535"/>
                  </a:cubicBezTo>
                  <a:cubicBezTo>
                    <a:pt x="670" y="528"/>
                    <a:pt x="672" y="530"/>
                    <a:pt x="671" y="528"/>
                  </a:cubicBezTo>
                  <a:cubicBezTo>
                    <a:pt x="707" y="510"/>
                    <a:pt x="711" y="502"/>
                    <a:pt x="714" y="502"/>
                  </a:cubicBezTo>
                  <a:cubicBezTo>
                    <a:pt x="729" y="486"/>
                    <a:pt x="743" y="485"/>
                    <a:pt x="736" y="481"/>
                  </a:cubicBezTo>
                  <a:cubicBezTo>
                    <a:pt x="686" y="515"/>
                    <a:pt x="684" y="515"/>
                    <a:pt x="682" y="515"/>
                  </a:cubicBezTo>
                  <a:cubicBezTo>
                    <a:pt x="660" y="525"/>
                    <a:pt x="654" y="529"/>
                    <a:pt x="648" y="532"/>
                  </a:cubicBezTo>
                  <a:cubicBezTo>
                    <a:pt x="622" y="542"/>
                    <a:pt x="616" y="542"/>
                    <a:pt x="609" y="548"/>
                  </a:cubicBezTo>
                  <a:cubicBezTo>
                    <a:pt x="569" y="562"/>
                    <a:pt x="566" y="558"/>
                    <a:pt x="563" y="561"/>
                  </a:cubicBezTo>
                  <a:cubicBezTo>
                    <a:pt x="541" y="567"/>
                    <a:pt x="537" y="572"/>
                    <a:pt x="535" y="570"/>
                  </a:cubicBezTo>
                  <a:cubicBezTo>
                    <a:pt x="474" y="591"/>
                    <a:pt x="469" y="587"/>
                    <a:pt x="462" y="592"/>
                  </a:cubicBezTo>
                  <a:cubicBezTo>
                    <a:pt x="459" y="582"/>
                    <a:pt x="465" y="573"/>
                    <a:pt x="468" y="576"/>
                  </a:cubicBezTo>
                  <a:cubicBezTo>
                    <a:pt x="497" y="562"/>
                    <a:pt x="501" y="567"/>
                    <a:pt x="506" y="564"/>
                  </a:cubicBezTo>
                  <a:cubicBezTo>
                    <a:pt x="546" y="554"/>
                    <a:pt x="550" y="555"/>
                    <a:pt x="555" y="550"/>
                  </a:cubicBezTo>
                  <a:cubicBezTo>
                    <a:pt x="621" y="530"/>
                    <a:pt x="639" y="521"/>
                    <a:pt x="656" y="514"/>
                  </a:cubicBezTo>
                  <a:cubicBezTo>
                    <a:pt x="724" y="468"/>
                    <a:pt x="727" y="472"/>
                    <a:pt x="731" y="467"/>
                  </a:cubicBezTo>
                  <a:cubicBezTo>
                    <a:pt x="698" y="479"/>
                    <a:pt x="675" y="497"/>
                    <a:pt x="653" y="506"/>
                  </a:cubicBezTo>
                  <a:cubicBezTo>
                    <a:pt x="569" y="540"/>
                    <a:pt x="564" y="539"/>
                    <a:pt x="557" y="543"/>
                  </a:cubicBezTo>
                  <a:cubicBezTo>
                    <a:pt x="520" y="547"/>
                    <a:pt x="515" y="554"/>
                    <a:pt x="512" y="552"/>
                  </a:cubicBezTo>
                  <a:cubicBezTo>
                    <a:pt x="473" y="562"/>
                    <a:pt x="469" y="568"/>
                    <a:pt x="466" y="563"/>
                  </a:cubicBezTo>
                  <a:cubicBezTo>
                    <a:pt x="498" y="545"/>
                    <a:pt x="497" y="541"/>
                    <a:pt x="502" y="539"/>
                  </a:cubicBezTo>
                  <a:cubicBezTo>
                    <a:pt x="563" y="520"/>
                    <a:pt x="573" y="516"/>
                    <a:pt x="581" y="519"/>
                  </a:cubicBezTo>
                  <a:cubicBezTo>
                    <a:pt x="612" y="506"/>
                    <a:pt x="616" y="505"/>
                    <a:pt x="619" y="506"/>
                  </a:cubicBezTo>
                  <a:cubicBezTo>
                    <a:pt x="736" y="443"/>
                    <a:pt x="752" y="427"/>
                    <a:pt x="767" y="422"/>
                  </a:cubicBezTo>
                  <a:cubicBezTo>
                    <a:pt x="792" y="398"/>
                    <a:pt x="801" y="398"/>
                    <a:pt x="799" y="388"/>
                  </a:cubicBezTo>
                  <a:cubicBezTo>
                    <a:pt x="779" y="406"/>
                    <a:pt x="773" y="410"/>
                    <a:pt x="771" y="411"/>
                  </a:cubicBezTo>
                  <a:cubicBezTo>
                    <a:pt x="764" y="417"/>
                    <a:pt x="760" y="419"/>
                    <a:pt x="757" y="421"/>
                  </a:cubicBezTo>
                  <a:cubicBezTo>
                    <a:pt x="698" y="461"/>
                    <a:pt x="694" y="459"/>
                    <a:pt x="692" y="461"/>
                  </a:cubicBezTo>
                  <a:cubicBezTo>
                    <a:pt x="645" y="481"/>
                    <a:pt x="642" y="485"/>
                    <a:pt x="639" y="487"/>
                  </a:cubicBezTo>
                  <a:cubicBezTo>
                    <a:pt x="607" y="499"/>
                    <a:pt x="602" y="499"/>
                    <a:pt x="597" y="503"/>
                  </a:cubicBezTo>
                  <a:cubicBezTo>
                    <a:pt x="580" y="505"/>
                    <a:pt x="572" y="510"/>
                    <a:pt x="564" y="509"/>
                  </a:cubicBezTo>
                  <a:cubicBezTo>
                    <a:pt x="507" y="529"/>
                    <a:pt x="504" y="529"/>
                    <a:pt x="501" y="530"/>
                  </a:cubicBezTo>
                  <a:cubicBezTo>
                    <a:pt x="511" y="516"/>
                    <a:pt x="516" y="516"/>
                    <a:pt x="521" y="510"/>
                  </a:cubicBezTo>
                  <a:cubicBezTo>
                    <a:pt x="560" y="498"/>
                    <a:pt x="569" y="498"/>
                    <a:pt x="580" y="493"/>
                  </a:cubicBezTo>
                  <a:cubicBezTo>
                    <a:pt x="646" y="472"/>
                    <a:pt x="652" y="467"/>
                    <a:pt x="658" y="468"/>
                  </a:cubicBezTo>
                  <a:cubicBezTo>
                    <a:pt x="762" y="408"/>
                    <a:pt x="771" y="401"/>
                    <a:pt x="780" y="395"/>
                  </a:cubicBezTo>
                  <a:cubicBezTo>
                    <a:pt x="794" y="385"/>
                    <a:pt x="799" y="381"/>
                    <a:pt x="804" y="378"/>
                  </a:cubicBezTo>
                  <a:cubicBezTo>
                    <a:pt x="816" y="362"/>
                    <a:pt x="807" y="368"/>
                    <a:pt x="799" y="374"/>
                  </a:cubicBezTo>
                  <a:cubicBezTo>
                    <a:pt x="785" y="381"/>
                    <a:pt x="780" y="387"/>
                    <a:pt x="777" y="392"/>
                  </a:cubicBezTo>
                  <a:cubicBezTo>
                    <a:pt x="741" y="412"/>
                    <a:pt x="732" y="416"/>
                    <a:pt x="722" y="424"/>
                  </a:cubicBezTo>
                  <a:cubicBezTo>
                    <a:pt x="700" y="442"/>
                    <a:pt x="692" y="439"/>
                    <a:pt x="689" y="441"/>
                  </a:cubicBezTo>
                  <a:cubicBezTo>
                    <a:pt x="614" y="471"/>
                    <a:pt x="613" y="473"/>
                    <a:pt x="607" y="476"/>
                  </a:cubicBezTo>
                  <a:cubicBezTo>
                    <a:pt x="566" y="485"/>
                    <a:pt x="556" y="494"/>
                    <a:pt x="549" y="491"/>
                  </a:cubicBezTo>
                  <a:cubicBezTo>
                    <a:pt x="513" y="502"/>
                    <a:pt x="508" y="511"/>
                    <a:pt x="505" y="508"/>
                  </a:cubicBezTo>
                  <a:cubicBezTo>
                    <a:pt x="524" y="490"/>
                    <a:pt x="526" y="487"/>
                    <a:pt x="528" y="486"/>
                  </a:cubicBezTo>
                  <a:cubicBezTo>
                    <a:pt x="546" y="478"/>
                    <a:pt x="555" y="473"/>
                    <a:pt x="564" y="467"/>
                  </a:cubicBezTo>
                  <a:cubicBezTo>
                    <a:pt x="585" y="466"/>
                    <a:pt x="592" y="460"/>
                    <a:pt x="598" y="460"/>
                  </a:cubicBezTo>
                  <a:cubicBezTo>
                    <a:pt x="650" y="440"/>
                    <a:pt x="653" y="444"/>
                    <a:pt x="657" y="440"/>
                  </a:cubicBezTo>
                  <a:cubicBezTo>
                    <a:pt x="729" y="408"/>
                    <a:pt x="743" y="399"/>
                    <a:pt x="758" y="389"/>
                  </a:cubicBezTo>
                  <a:cubicBezTo>
                    <a:pt x="794" y="357"/>
                    <a:pt x="790" y="359"/>
                    <a:pt x="778" y="369"/>
                  </a:cubicBezTo>
                  <a:cubicBezTo>
                    <a:pt x="742" y="393"/>
                    <a:pt x="737" y="396"/>
                    <a:pt x="732" y="400"/>
                  </a:cubicBezTo>
                  <a:cubicBezTo>
                    <a:pt x="693" y="417"/>
                    <a:pt x="690" y="418"/>
                    <a:pt x="687" y="420"/>
                  </a:cubicBezTo>
                  <a:cubicBezTo>
                    <a:pt x="629" y="438"/>
                    <a:pt x="622" y="447"/>
                    <a:pt x="618" y="443"/>
                  </a:cubicBezTo>
                  <a:cubicBezTo>
                    <a:pt x="587" y="455"/>
                    <a:pt x="575" y="459"/>
                    <a:pt x="564" y="457"/>
                  </a:cubicBezTo>
                  <a:cubicBezTo>
                    <a:pt x="544" y="467"/>
                    <a:pt x="539" y="470"/>
                    <a:pt x="534" y="470"/>
                  </a:cubicBezTo>
                  <a:cubicBezTo>
                    <a:pt x="590" y="434"/>
                    <a:pt x="594" y="439"/>
                    <a:pt x="599" y="435"/>
                  </a:cubicBezTo>
                  <a:cubicBezTo>
                    <a:pt x="658" y="416"/>
                    <a:pt x="669" y="411"/>
                    <a:pt x="679" y="409"/>
                  </a:cubicBezTo>
                  <a:cubicBezTo>
                    <a:pt x="766" y="359"/>
                    <a:pt x="770" y="356"/>
                    <a:pt x="786" y="346"/>
                  </a:cubicBezTo>
                  <a:cubicBezTo>
                    <a:pt x="788" y="337"/>
                    <a:pt x="773" y="348"/>
                    <a:pt x="758" y="359"/>
                  </a:cubicBezTo>
                  <a:cubicBezTo>
                    <a:pt x="666" y="405"/>
                    <a:pt x="659" y="405"/>
                    <a:pt x="650" y="410"/>
                  </a:cubicBezTo>
                  <a:cubicBezTo>
                    <a:pt x="579" y="427"/>
                    <a:pt x="571" y="435"/>
                    <a:pt x="566" y="429"/>
                  </a:cubicBezTo>
                  <a:cubicBezTo>
                    <a:pt x="586" y="418"/>
                    <a:pt x="591" y="422"/>
                    <a:pt x="597" y="419"/>
                  </a:cubicBezTo>
                  <a:cubicBezTo>
                    <a:pt x="623" y="411"/>
                    <a:pt x="627" y="405"/>
                    <a:pt x="629" y="408"/>
                  </a:cubicBezTo>
                  <a:cubicBezTo>
                    <a:pt x="674" y="391"/>
                    <a:pt x="674" y="383"/>
                    <a:pt x="679" y="385"/>
                  </a:cubicBezTo>
                  <a:cubicBezTo>
                    <a:pt x="709" y="372"/>
                    <a:pt x="714" y="369"/>
                    <a:pt x="719" y="365"/>
                  </a:cubicBezTo>
                  <a:cubicBezTo>
                    <a:pt x="790" y="326"/>
                    <a:pt x="800" y="319"/>
                    <a:pt x="808" y="316"/>
                  </a:cubicBezTo>
                  <a:cubicBezTo>
                    <a:pt x="851" y="294"/>
                    <a:pt x="848" y="291"/>
                    <a:pt x="852" y="289"/>
                  </a:cubicBezTo>
                  <a:cubicBezTo>
                    <a:pt x="847" y="287"/>
                    <a:pt x="848" y="290"/>
                    <a:pt x="845" y="292"/>
                  </a:cubicBezTo>
                  <a:cubicBezTo>
                    <a:pt x="796" y="312"/>
                    <a:pt x="785" y="320"/>
                    <a:pt x="775" y="325"/>
                  </a:cubicBezTo>
                  <a:cubicBezTo>
                    <a:pt x="686" y="371"/>
                    <a:pt x="681" y="378"/>
                    <a:pt x="677" y="376"/>
                  </a:cubicBezTo>
                  <a:cubicBezTo>
                    <a:pt x="647" y="386"/>
                    <a:pt x="644" y="390"/>
                    <a:pt x="642" y="391"/>
                  </a:cubicBezTo>
                  <a:cubicBezTo>
                    <a:pt x="602" y="407"/>
                    <a:pt x="598" y="406"/>
                    <a:pt x="593" y="409"/>
                  </a:cubicBezTo>
                  <a:cubicBezTo>
                    <a:pt x="585" y="406"/>
                    <a:pt x="586" y="411"/>
                    <a:pt x="589" y="407"/>
                  </a:cubicBezTo>
                  <a:cubicBezTo>
                    <a:pt x="637" y="379"/>
                    <a:pt x="661" y="368"/>
                    <a:pt x="684" y="361"/>
                  </a:cubicBezTo>
                  <a:cubicBezTo>
                    <a:pt x="714" y="348"/>
                    <a:pt x="717" y="344"/>
                    <a:pt x="720" y="343"/>
                  </a:cubicBezTo>
                  <a:cubicBezTo>
                    <a:pt x="761" y="318"/>
                    <a:pt x="780" y="313"/>
                    <a:pt x="794" y="303"/>
                  </a:cubicBezTo>
                  <a:cubicBezTo>
                    <a:pt x="837" y="288"/>
                    <a:pt x="847" y="283"/>
                    <a:pt x="845" y="279"/>
                  </a:cubicBezTo>
                  <a:cubicBezTo>
                    <a:pt x="748" y="324"/>
                    <a:pt x="743" y="322"/>
                    <a:pt x="738" y="327"/>
                  </a:cubicBezTo>
                  <a:cubicBezTo>
                    <a:pt x="712" y="340"/>
                    <a:pt x="702" y="341"/>
                    <a:pt x="692" y="348"/>
                  </a:cubicBezTo>
                  <a:cubicBezTo>
                    <a:pt x="671" y="360"/>
                    <a:pt x="667" y="355"/>
                    <a:pt x="661" y="360"/>
                  </a:cubicBezTo>
                  <a:cubicBezTo>
                    <a:pt x="628" y="371"/>
                    <a:pt x="625" y="375"/>
                    <a:pt x="623" y="373"/>
                  </a:cubicBezTo>
                  <a:cubicBezTo>
                    <a:pt x="602" y="380"/>
                    <a:pt x="603" y="375"/>
                    <a:pt x="608" y="379"/>
                  </a:cubicBezTo>
                  <a:cubicBezTo>
                    <a:pt x="635" y="363"/>
                    <a:pt x="640" y="358"/>
                    <a:pt x="645" y="355"/>
                  </a:cubicBezTo>
                  <a:cubicBezTo>
                    <a:pt x="690" y="337"/>
                    <a:pt x="695" y="339"/>
                    <a:pt x="702" y="336"/>
                  </a:cubicBezTo>
                  <a:cubicBezTo>
                    <a:pt x="778" y="299"/>
                    <a:pt x="789" y="291"/>
                    <a:pt x="800" y="284"/>
                  </a:cubicBezTo>
                  <a:cubicBezTo>
                    <a:pt x="823" y="265"/>
                    <a:pt x="817" y="270"/>
                    <a:pt x="810" y="275"/>
                  </a:cubicBezTo>
                  <a:cubicBezTo>
                    <a:pt x="745" y="308"/>
                    <a:pt x="744" y="312"/>
                    <a:pt x="735" y="317"/>
                  </a:cubicBezTo>
                  <a:cubicBezTo>
                    <a:pt x="706" y="325"/>
                    <a:pt x="698" y="329"/>
                    <a:pt x="692" y="328"/>
                  </a:cubicBezTo>
                  <a:cubicBezTo>
                    <a:pt x="631" y="353"/>
                    <a:pt x="625" y="359"/>
                    <a:pt x="621" y="355"/>
                  </a:cubicBezTo>
                  <a:cubicBezTo>
                    <a:pt x="645" y="341"/>
                    <a:pt x="649" y="339"/>
                    <a:pt x="654" y="336"/>
                  </a:cubicBezTo>
                  <a:cubicBezTo>
                    <a:pt x="697" y="321"/>
                    <a:pt x="705" y="316"/>
                    <a:pt x="713" y="313"/>
                  </a:cubicBezTo>
                  <a:cubicBezTo>
                    <a:pt x="745" y="297"/>
                    <a:pt x="753" y="295"/>
                    <a:pt x="761" y="291"/>
                  </a:cubicBezTo>
                  <a:cubicBezTo>
                    <a:pt x="803" y="262"/>
                    <a:pt x="807" y="264"/>
                    <a:pt x="806" y="261"/>
                  </a:cubicBezTo>
                  <a:cubicBezTo>
                    <a:pt x="839" y="233"/>
                    <a:pt x="843" y="230"/>
                    <a:pt x="847" y="226"/>
                  </a:cubicBezTo>
                  <a:cubicBezTo>
                    <a:pt x="796" y="261"/>
                    <a:pt x="788" y="266"/>
                    <a:pt x="779" y="272"/>
                  </a:cubicBezTo>
                  <a:cubicBezTo>
                    <a:pt x="668" y="319"/>
                    <a:pt x="661" y="325"/>
                    <a:pt x="655" y="325"/>
                  </a:cubicBezTo>
                  <a:cubicBezTo>
                    <a:pt x="643" y="332"/>
                    <a:pt x="643" y="326"/>
                    <a:pt x="646" y="322"/>
                  </a:cubicBezTo>
                  <a:cubicBezTo>
                    <a:pt x="668" y="316"/>
                    <a:pt x="674" y="313"/>
                    <a:pt x="679" y="313"/>
                  </a:cubicBezTo>
                  <a:cubicBezTo>
                    <a:pt x="789" y="253"/>
                    <a:pt x="800" y="245"/>
                    <a:pt x="811" y="238"/>
                  </a:cubicBezTo>
                  <a:cubicBezTo>
                    <a:pt x="830" y="217"/>
                    <a:pt x="839" y="215"/>
                    <a:pt x="836" y="212"/>
                  </a:cubicBezTo>
                  <a:cubicBezTo>
                    <a:pt x="826" y="221"/>
                    <a:pt x="818" y="219"/>
                    <a:pt x="815" y="227"/>
                  </a:cubicBezTo>
                  <a:cubicBezTo>
                    <a:pt x="759" y="262"/>
                    <a:pt x="739" y="275"/>
                    <a:pt x="719" y="284"/>
                  </a:cubicBezTo>
                  <a:cubicBezTo>
                    <a:pt x="673" y="305"/>
                    <a:pt x="671" y="306"/>
                    <a:pt x="668" y="306"/>
                  </a:cubicBezTo>
                  <a:cubicBezTo>
                    <a:pt x="711" y="282"/>
                    <a:pt x="719" y="273"/>
                    <a:pt x="727" y="271"/>
                  </a:cubicBezTo>
                  <a:cubicBezTo>
                    <a:pt x="797" y="226"/>
                    <a:pt x="805" y="220"/>
                    <a:pt x="813" y="214"/>
                  </a:cubicBezTo>
                  <a:cubicBezTo>
                    <a:pt x="850" y="175"/>
                    <a:pt x="861" y="172"/>
                    <a:pt x="859" y="168"/>
                  </a:cubicBezTo>
                  <a:close/>
                  <a:moveTo>
                    <a:pt x="743" y="232"/>
                  </a:moveTo>
                  <a:cubicBezTo>
                    <a:pt x="748" y="239"/>
                    <a:pt x="733" y="238"/>
                    <a:pt x="728" y="246"/>
                  </a:cubicBezTo>
                  <a:cubicBezTo>
                    <a:pt x="725" y="238"/>
                    <a:pt x="737" y="240"/>
                    <a:pt x="743" y="232"/>
                  </a:cubicBezTo>
                  <a:close/>
                  <a:moveTo>
                    <a:pt x="723" y="245"/>
                  </a:moveTo>
                  <a:cubicBezTo>
                    <a:pt x="723" y="251"/>
                    <a:pt x="713" y="252"/>
                    <a:pt x="710" y="254"/>
                  </a:cubicBezTo>
                  <a:cubicBezTo>
                    <a:pt x="709" y="248"/>
                    <a:pt x="719" y="247"/>
                    <a:pt x="723" y="245"/>
                  </a:cubicBezTo>
                  <a:close/>
                  <a:moveTo>
                    <a:pt x="265" y="659"/>
                  </a:moveTo>
                  <a:cubicBezTo>
                    <a:pt x="262" y="656"/>
                    <a:pt x="263" y="654"/>
                    <a:pt x="262" y="651"/>
                  </a:cubicBezTo>
                  <a:cubicBezTo>
                    <a:pt x="260" y="649"/>
                    <a:pt x="256" y="646"/>
                    <a:pt x="259" y="644"/>
                  </a:cubicBezTo>
                  <a:cubicBezTo>
                    <a:pt x="256" y="643"/>
                    <a:pt x="254" y="641"/>
                    <a:pt x="252" y="638"/>
                  </a:cubicBezTo>
                  <a:cubicBezTo>
                    <a:pt x="252" y="636"/>
                    <a:pt x="252" y="634"/>
                    <a:pt x="250" y="635"/>
                  </a:cubicBezTo>
                  <a:cubicBezTo>
                    <a:pt x="248" y="631"/>
                    <a:pt x="248" y="627"/>
                    <a:pt x="243" y="623"/>
                  </a:cubicBezTo>
                  <a:cubicBezTo>
                    <a:pt x="245" y="617"/>
                    <a:pt x="243" y="617"/>
                    <a:pt x="239" y="613"/>
                  </a:cubicBezTo>
                  <a:cubicBezTo>
                    <a:pt x="241" y="610"/>
                    <a:pt x="236" y="605"/>
                    <a:pt x="236" y="601"/>
                  </a:cubicBezTo>
                  <a:cubicBezTo>
                    <a:pt x="231" y="592"/>
                    <a:pt x="230" y="592"/>
                    <a:pt x="223" y="581"/>
                  </a:cubicBezTo>
                  <a:cubicBezTo>
                    <a:pt x="215" y="572"/>
                    <a:pt x="216" y="564"/>
                    <a:pt x="207" y="555"/>
                  </a:cubicBezTo>
                  <a:cubicBezTo>
                    <a:pt x="203" y="545"/>
                    <a:pt x="204" y="543"/>
                    <a:pt x="195" y="532"/>
                  </a:cubicBezTo>
                  <a:cubicBezTo>
                    <a:pt x="199" y="528"/>
                    <a:pt x="191" y="523"/>
                    <a:pt x="193" y="519"/>
                  </a:cubicBezTo>
                  <a:cubicBezTo>
                    <a:pt x="188" y="514"/>
                    <a:pt x="192" y="510"/>
                    <a:pt x="188" y="505"/>
                  </a:cubicBezTo>
                  <a:cubicBezTo>
                    <a:pt x="187" y="496"/>
                    <a:pt x="184" y="487"/>
                    <a:pt x="181" y="478"/>
                  </a:cubicBezTo>
                  <a:cubicBezTo>
                    <a:pt x="189" y="478"/>
                    <a:pt x="185" y="488"/>
                    <a:pt x="189" y="492"/>
                  </a:cubicBezTo>
                  <a:cubicBezTo>
                    <a:pt x="191" y="498"/>
                    <a:pt x="194" y="504"/>
                    <a:pt x="193" y="509"/>
                  </a:cubicBezTo>
                  <a:cubicBezTo>
                    <a:pt x="200" y="517"/>
                    <a:pt x="199" y="523"/>
                    <a:pt x="207" y="531"/>
                  </a:cubicBezTo>
                  <a:cubicBezTo>
                    <a:pt x="210" y="535"/>
                    <a:pt x="208" y="538"/>
                    <a:pt x="209" y="541"/>
                  </a:cubicBezTo>
                  <a:cubicBezTo>
                    <a:pt x="213" y="542"/>
                    <a:pt x="214" y="546"/>
                    <a:pt x="213" y="549"/>
                  </a:cubicBezTo>
                  <a:cubicBezTo>
                    <a:pt x="220" y="554"/>
                    <a:pt x="218" y="557"/>
                    <a:pt x="224" y="565"/>
                  </a:cubicBezTo>
                  <a:cubicBezTo>
                    <a:pt x="227" y="574"/>
                    <a:pt x="233" y="584"/>
                    <a:pt x="237" y="593"/>
                  </a:cubicBezTo>
                  <a:cubicBezTo>
                    <a:pt x="239" y="596"/>
                    <a:pt x="241" y="598"/>
                    <a:pt x="243" y="601"/>
                  </a:cubicBezTo>
                  <a:cubicBezTo>
                    <a:pt x="243" y="603"/>
                    <a:pt x="243" y="605"/>
                    <a:pt x="245" y="604"/>
                  </a:cubicBezTo>
                  <a:cubicBezTo>
                    <a:pt x="246" y="609"/>
                    <a:pt x="245" y="613"/>
                    <a:pt x="250" y="618"/>
                  </a:cubicBezTo>
                  <a:cubicBezTo>
                    <a:pt x="253" y="627"/>
                    <a:pt x="261" y="637"/>
                    <a:pt x="263" y="646"/>
                  </a:cubicBezTo>
                  <a:cubicBezTo>
                    <a:pt x="271" y="655"/>
                    <a:pt x="270" y="664"/>
                    <a:pt x="275" y="673"/>
                  </a:cubicBezTo>
                  <a:cubicBezTo>
                    <a:pt x="268" y="673"/>
                    <a:pt x="271" y="663"/>
                    <a:pt x="265" y="659"/>
                  </a:cubicBezTo>
                  <a:close/>
                  <a:moveTo>
                    <a:pt x="279" y="685"/>
                  </a:moveTo>
                  <a:cubicBezTo>
                    <a:pt x="279" y="692"/>
                    <a:pt x="278" y="682"/>
                    <a:pt x="274" y="679"/>
                  </a:cubicBezTo>
                  <a:cubicBezTo>
                    <a:pt x="273" y="676"/>
                    <a:pt x="276" y="678"/>
                    <a:pt x="277" y="679"/>
                  </a:cubicBezTo>
                  <a:cubicBezTo>
                    <a:pt x="278" y="681"/>
                    <a:pt x="279" y="683"/>
                    <a:pt x="281" y="684"/>
                  </a:cubicBezTo>
                  <a:cubicBezTo>
                    <a:pt x="280" y="685"/>
                    <a:pt x="280" y="685"/>
                    <a:pt x="279" y="685"/>
                  </a:cubicBezTo>
                  <a:close/>
                  <a:moveTo>
                    <a:pt x="166" y="634"/>
                  </a:moveTo>
                  <a:cubicBezTo>
                    <a:pt x="162" y="637"/>
                    <a:pt x="166" y="630"/>
                    <a:pt x="161" y="628"/>
                  </a:cubicBezTo>
                  <a:cubicBezTo>
                    <a:pt x="168" y="628"/>
                    <a:pt x="168" y="638"/>
                    <a:pt x="172" y="642"/>
                  </a:cubicBezTo>
                  <a:cubicBezTo>
                    <a:pt x="168" y="645"/>
                    <a:pt x="166" y="636"/>
                    <a:pt x="166" y="634"/>
                  </a:cubicBezTo>
                  <a:close/>
                  <a:moveTo>
                    <a:pt x="192" y="691"/>
                  </a:moveTo>
                  <a:cubicBezTo>
                    <a:pt x="192" y="690"/>
                    <a:pt x="191" y="690"/>
                    <a:pt x="190" y="691"/>
                  </a:cubicBezTo>
                  <a:cubicBezTo>
                    <a:pt x="187" y="685"/>
                    <a:pt x="184" y="679"/>
                    <a:pt x="184" y="673"/>
                  </a:cubicBezTo>
                  <a:cubicBezTo>
                    <a:pt x="190" y="669"/>
                    <a:pt x="184" y="681"/>
                    <a:pt x="189" y="677"/>
                  </a:cubicBezTo>
                  <a:cubicBezTo>
                    <a:pt x="189" y="682"/>
                    <a:pt x="193" y="688"/>
                    <a:pt x="194" y="693"/>
                  </a:cubicBezTo>
                  <a:cubicBezTo>
                    <a:pt x="195" y="695"/>
                    <a:pt x="196" y="696"/>
                    <a:pt x="197" y="698"/>
                  </a:cubicBezTo>
                  <a:cubicBezTo>
                    <a:pt x="200" y="705"/>
                    <a:pt x="188" y="693"/>
                    <a:pt x="192" y="691"/>
                  </a:cubicBezTo>
                  <a:close/>
                  <a:moveTo>
                    <a:pt x="259" y="828"/>
                  </a:moveTo>
                  <a:cubicBezTo>
                    <a:pt x="258" y="824"/>
                    <a:pt x="255" y="820"/>
                    <a:pt x="256" y="817"/>
                  </a:cubicBezTo>
                  <a:cubicBezTo>
                    <a:pt x="247" y="810"/>
                    <a:pt x="247" y="797"/>
                    <a:pt x="241" y="789"/>
                  </a:cubicBezTo>
                  <a:cubicBezTo>
                    <a:pt x="233" y="777"/>
                    <a:pt x="228" y="766"/>
                    <a:pt x="224" y="755"/>
                  </a:cubicBezTo>
                  <a:cubicBezTo>
                    <a:pt x="220" y="751"/>
                    <a:pt x="217" y="746"/>
                    <a:pt x="214" y="742"/>
                  </a:cubicBezTo>
                  <a:cubicBezTo>
                    <a:pt x="212" y="737"/>
                    <a:pt x="211" y="732"/>
                    <a:pt x="208" y="727"/>
                  </a:cubicBezTo>
                  <a:cubicBezTo>
                    <a:pt x="206" y="724"/>
                    <a:pt x="208" y="722"/>
                    <a:pt x="205" y="719"/>
                  </a:cubicBezTo>
                  <a:cubicBezTo>
                    <a:pt x="202" y="720"/>
                    <a:pt x="204" y="715"/>
                    <a:pt x="201" y="717"/>
                  </a:cubicBezTo>
                  <a:cubicBezTo>
                    <a:pt x="203" y="712"/>
                    <a:pt x="194" y="705"/>
                    <a:pt x="199" y="701"/>
                  </a:cubicBezTo>
                  <a:cubicBezTo>
                    <a:pt x="207" y="710"/>
                    <a:pt x="207" y="720"/>
                    <a:pt x="217" y="725"/>
                  </a:cubicBezTo>
                  <a:cubicBezTo>
                    <a:pt x="214" y="728"/>
                    <a:pt x="222" y="733"/>
                    <a:pt x="220" y="736"/>
                  </a:cubicBezTo>
                  <a:cubicBezTo>
                    <a:pt x="220" y="739"/>
                    <a:pt x="227" y="743"/>
                    <a:pt x="224" y="745"/>
                  </a:cubicBezTo>
                  <a:cubicBezTo>
                    <a:pt x="228" y="751"/>
                    <a:pt x="231" y="757"/>
                    <a:pt x="232" y="763"/>
                  </a:cubicBezTo>
                  <a:cubicBezTo>
                    <a:pt x="242" y="777"/>
                    <a:pt x="242" y="783"/>
                    <a:pt x="252" y="798"/>
                  </a:cubicBezTo>
                  <a:cubicBezTo>
                    <a:pt x="255" y="807"/>
                    <a:pt x="256" y="808"/>
                    <a:pt x="261" y="817"/>
                  </a:cubicBezTo>
                  <a:cubicBezTo>
                    <a:pt x="258" y="822"/>
                    <a:pt x="264" y="829"/>
                    <a:pt x="265" y="836"/>
                  </a:cubicBezTo>
                  <a:cubicBezTo>
                    <a:pt x="259" y="838"/>
                    <a:pt x="262" y="830"/>
                    <a:pt x="259" y="828"/>
                  </a:cubicBezTo>
                  <a:close/>
                  <a:moveTo>
                    <a:pt x="195" y="1053"/>
                  </a:moveTo>
                  <a:cubicBezTo>
                    <a:pt x="187" y="1053"/>
                    <a:pt x="194" y="1042"/>
                    <a:pt x="195" y="1053"/>
                  </a:cubicBezTo>
                  <a:close/>
                  <a:moveTo>
                    <a:pt x="139" y="1162"/>
                  </a:moveTo>
                  <a:cubicBezTo>
                    <a:pt x="139" y="1162"/>
                    <a:pt x="135" y="1161"/>
                    <a:pt x="135" y="1160"/>
                  </a:cubicBezTo>
                  <a:cubicBezTo>
                    <a:pt x="135" y="1160"/>
                    <a:pt x="137" y="1159"/>
                    <a:pt x="137" y="1159"/>
                  </a:cubicBezTo>
                  <a:cubicBezTo>
                    <a:pt x="135" y="1156"/>
                    <a:pt x="134" y="1152"/>
                    <a:pt x="136" y="1155"/>
                  </a:cubicBezTo>
                  <a:cubicBezTo>
                    <a:pt x="138" y="1157"/>
                    <a:pt x="136" y="1158"/>
                    <a:pt x="137" y="1159"/>
                  </a:cubicBezTo>
                  <a:cubicBezTo>
                    <a:pt x="137" y="1159"/>
                    <a:pt x="146" y="1164"/>
                    <a:pt x="139" y="1162"/>
                  </a:cubicBezTo>
                  <a:close/>
                  <a:moveTo>
                    <a:pt x="157" y="1194"/>
                  </a:moveTo>
                  <a:cubicBezTo>
                    <a:pt x="156" y="1188"/>
                    <a:pt x="151" y="1181"/>
                    <a:pt x="146" y="1175"/>
                  </a:cubicBezTo>
                  <a:cubicBezTo>
                    <a:pt x="148" y="1173"/>
                    <a:pt x="150" y="1179"/>
                    <a:pt x="153" y="1177"/>
                  </a:cubicBezTo>
                  <a:cubicBezTo>
                    <a:pt x="149" y="1182"/>
                    <a:pt x="165" y="1190"/>
                    <a:pt x="157" y="1194"/>
                  </a:cubicBezTo>
                  <a:close/>
                  <a:moveTo>
                    <a:pt x="160" y="1194"/>
                  </a:moveTo>
                  <a:cubicBezTo>
                    <a:pt x="165" y="1194"/>
                    <a:pt x="164" y="1204"/>
                    <a:pt x="167" y="1208"/>
                  </a:cubicBezTo>
                  <a:cubicBezTo>
                    <a:pt x="161" y="1208"/>
                    <a:pt x="161" y="1198"/>
                    <a:pt x="160" y="1194"/>
                  </a:cubicBezTo>
                  <a:close/>
                  <a:moveTo>
                    <a:pt x="120" y="1272"/>
                  </a:moveTo>
                  <a:cubicBezTo>
                    <a:pt x="122" y="1271"/>
                    <a:pt x="129" y="1274"/>
                    <a:pt x="125" y="1275"/>
                  </a:cubicBezTo>
                  <a:cubicBezTo>
                    <a:pt x="136" y="1289"/>
                    <a:pt x="127" y="1283"/>
                    <a:pt x="120" y="1272"/>
                  </a:cubicBezTo>
                  <a:close/>
                  <a:moveTo>
                    <a:pt x="25" y="1215"/>
                  </a:moveTo>
                  <a:cubicBezTo>
                    <a:pt x="26" y="1214"/>
                    <a:pt x="27" y="1214"/>
                    <a:pt x="28" y="1213"/>
                  </a:cubicBezTo>
                  <a:cubicBezTo>
                    <a:pt x="29" y="1214"/>
                    <a:pt x="31" y="1216"/>
                    <a:pt x="32" y="1218"/>
                  </a:cubicBezTo>
                  <a:cubicBezTo>
                    <a:pt x="31" y="1218"/>
                    <a:pt x="30" y="1219"/>
                    <a:pt x="29" y="1220"/>
                  </a:cubicBezTo>
                  <a:cubicBezTo>
                    <a:pt x="27" y="1218"/>
                    <a:pt x="26" y="1217"/>
                    <a:pt x="25" y="1215"/>
                  </a:cubicBezTo>
                  <a:close/>
                  <a:moveTo>
                    <a:pt x="121" y="1375"/>
                  </a:moveTo>
                  <a:cubicBezTo>
                    <a:pt x="117" y="1370"/>
                    <a:pt x="114" y="1365"/>
                    <a:pt x="110" y="1360"/>
                  </a:cubicBezTo>
                  <a:cubicBezTo>
                    <a:pt x="113" y="1358"/>
                    <a:pt x="116" y="1360"/>
                    <a:pt x="118" y="1364"/>
                  </a:cubicBezTo>
                  <a:cubicBezTo>
                    <a:pt x="122" y="1365"/>
                    <a:pt x="127" y="1372"/>
                    <a:pt x="121" y="1375"/>
                  </a:cubicBezTo>
                  <a:close/>
                  <a:moveTo>
                    <a:pt x="156" y="1400"/>
                  </a:moveTo>
                  <a:cubicBezTo>
                    <a:pt x="154" y="1401"/>
                    <a:pt x="156" y="1399"/>
                    <a:pt x="154" y="1397"/>
                  </a:cubicBezTo>
                  <a:cubicBezTo>
                    <a:pt x="129" y="1364"/>
                    <a:pt x="125" y="1355"/>
                    <a:pt x="120" y="1353"/>
                  </a:cubicBezTo>
                  <a:cubicBezTo>
                    <a:pt x="103" y="1335"/>
                    <a:pt x="105" y="1329"/>
                    <a:pt x="98" y="1330"/>
                  </a:cubicBezTo>
                  <a:cubicBezTo>
                    <a:pt x="80" y="1305"/>
                    <a:pt x="82" y="1304"/>
                    <a:pt x="82" y="1304"/>
                  </a:cubicBezTo>
                  <a:cubicBezTo>
                    <a:pt x="72" y="1293"/>
                    <a:pt x="73" y="1290"/>
                    <a:pt x="72" y="1290"/>
                  </a:cubicBezTo>
                  <a:cubicBezTo>
                    <a:pt x="60" y="1278"/>
                    <a:pt x="63" y="1277"/>
                    <a:pt x="61" y="1275"/>
                  </a:cubicBezTo>
                  <a:cubicBezTo>
                    <a:pt x="44" y="1247"/>
                    <a:pt x="37" y="1241"/>
                    <a:pt x="37" y="1236"/>
                  </a:cubicBezTo>
                  <a:cubicBezTo>
                    <a:pt x="33" y="1223"/>
                    <a:pt x="41" y="1230"/>
                    <a:pt x="45" y="1233"/>
                  </a:cubicBezTo>
                  <a:cubicBezTo>
                    <a:pt x="83" y="1280"/>
                    <a:pt x="94" y="1291"/>
                    <a:pt x="101" y="1303"/>
                  </a:cubicBezTo>
                  <a:cubicBezTo>
                    <a:pt x="106" y="1310"/>
                    <a:pt x="104" y="1311"/>
                    <a:pt x="105" y="1312"/>
                  </a:cubicBezTo>
                  <a:cubicBezTo>
                    <a:pt x="117" y="1329"/>
                    <a:pt x="118" y="1327"/>
                    <a:pt x="119" y="1329"/>
                  </a:cubicBezTo>
                  <a:cubicBezTo>
                    <a:pt x="159" y="1413"/>
                    <a:pt x="159" y="1403"/>
                    <a:pt x="156" y="1400"/>
                  </a:cubicBezTo>
                  <a:close/>
                  <a:moveTo>
                    <a:pt x="217" y="1325"/>
                  </a:moveTo>
                  <a:cubicBezTo>
                    <a:pt x="220" y="1327"/>
                    <a:pt x="210" y="1334"/>
                    <a:pt x="210" y="1328"/>
                  </a:cubicBezTo>
                  <a:cubicBezTo>
                    <a:pt x="212" y="1325"/>
                    <a:pt x="214" y="1327"/>
                    <a:pt x="217" y="1325"/>
                  </a:cubicBezTo>
                  <a:close/>
                  <a:moveTo>
                    <a:pt x="182" y="1218"/>
                  </a:moveTo>
                  <a:cubicBezTo>
                    <a:pt x="188" y="1216"/>
                    <a:pt x="184" y="1224"/>
                    <a:pt x="189" y="1227"/>
                  </a:cubicBezTo>
                  <a:cubicBezTo>
                    <a:pt x="183" y="1229"/>
                    <a:pt x="184" y="1220"/>
                    <a:pt x="182" y="1218"/>
                  </a:cubicBezTo>
                  <a:close/>
                  <a:moveTo>
                    <a:pt x="339" y="1330"/>
                  </a:moveTo>
                  <a:cubicBezTo>
                    <a:pt x="343" y="1334"/>
                    <a:pt x="348" y="1326"/>
                    <a:pt x="351" y="1333"/>
                  </a:cubicBezTo>
                  <a:cubicBezTo>
                    <a:pt x="345" y="1334"/>
                    <a:pt x="340" y="1333"/>
                    <a:pt x="334" y="1333"/>
                  </a:cubicBezTo>
                  <a:cubicBezTo>
                    <a:pt x="333" y="1331"/>
                    <a:pt x="337" y="1333"/>
                    <a:pt x="339" y="1330"/>
                  </a:cubicBezTo>
                  <a:close/>
                  <a:moveTo>
                    <a:pt x="334" y="1341"/>
                  </a:moveTo>
                  <a:cubicBezTo>
                    <a:pt x="336" y="1340"/>
                    <a:pt x="338" y="1342"/>
                    <a:pt x="340" y="1342"/>
                  </a:cubicBezTo>
                  <a:cubicBezTo>
                    <a:pt x="342" y="1341"/>
                    <a:pt x="344" y="1342"/>
                    <a:pt x="346" y="1340"/>
                  </a:cubicBezTo>
                  <a:cubicBezTo>
                    <a:pt x="357" y="1342"/>
                    <a:pt x="367" y="1347"/>
                    <a:pt x="379" y="1338"/>
                  </a:cubicBezTo>
                  <a:cubicBezTo>
                    <a:pt x="387" y="1341"/>
                    <a:pt x="395" y="1339"/>
                    <a:pt x="403" y="1338"/>
                  </a:cubicBezTo>
                  <a:cubicBezTo>
                    <a:pt x="406" y="1343"/>
                    <a:pt x="399" y="1338"/>
                    <a:pt x="397" y="1342"/>
                  </a:cubicBezTo>
                  <a:cubicBezTo>
                    <a:pt x="395" y="1339"/>
                    <a:pt x="391" y="1345"/>
                    <a:pt x="389" y="1341"/>
                  </a:cubicBezTo>
                  <a:cubicBezTo>
                    <a:pt x="383" y="1345"/>
                    <a:pt x="378" y="1341"/>
                    <a:pt x="372" y="1345"/>
                  </a:cubicBezTo>
                  <a:cubicBezTo>
                    <a:pt x="367" y="1342"/>
                    <a:pt x="362" y="1346"/>
                    <a:pt x="357" y="1344"/>
                  </a:cubicBezTo>
                  <a:cubicBezTo>
                    <a:pt x="352" y="1342"/>
                    <a:pt x="346" y="1348"/>
                    <a:pt x="341" y="1343"/>
                  </a:cubicBezTo>
                  <a:cubicBezTo>
                    <a:pt x="335" y="1345"/>
                    <a:pt x="329" y="1350"/>
                    <a:pt x="324" y="1343"/>
                  </a:cubicBezTo>
                  <a:cubicBezTo>
                    <a:pt x="328" y="1342"/>
                    <a:pt x="330" y="1346"/>
                    <a:pt x="334" y="1341"/>
                  </a:cubicBezTo>
                  <a:close/>
                  <a:moveTo>
                    <a:pt x="321" y="1343"/>
                  </a:moveTo>
                  <a:cubicBezTo>
                    <a:pt x="321" y="1351"/>
                    <a:pt x="310" y="1347"/>
                    <a:pt x="306" y="1349"/>
                  </a:cubicBezTo>
                  <a:cubicBezTo>
                    <a:pt x="300" y="1351"/>
                    <a:pt x="295" y="1352"/>
                    <a:pt x="290" y="1353"/>
                  </a:cubicBezTo>
                  <a:cubicBezTo>
                    <a:pt x="284" y="1355"/>
                    <a:pt x="278" y="1355"/>
                    <a:pt x="272" y="1359"/>
                  </a:cubicBezTo>
                  <a:cubicBezTo>
                    <a:pt x="267" y="1360"/>
                    <a:pt x="265" y="1364"/>
                    <a:pt x="258" y="1364"/>
                  </a:cubicBezTo>
                  <a:cubicBezTo>
                    <a:pt x="249" y="1371"/>
                    <a:pt x="241" y="1374"/>
                    <a:pt x="233" y="1377"/>
                  </a:cubicBezTo>
                  <a:cubicBezTo>
                    <a:pt x="216" y="1388"/>
                    <a:pt x="203" y="1400"/>
                    <a:pt x="192" y="1412"/>
                  </a:cubicBezTo>
                  <a:cubicBezTo>
                    <a:pt x="191" y="1414"/>
                    <a:pt x="190" y="1415"/>
                    <a:pt x="191" y="1417"/>
                  </a:cubicBezTo>
                  <a:cubicBezTo>
                    <a:pt x="188" y="1420"/>
                    <a:pt x="186" y="1418"/>
                    <a:pt x="188" y="1417"/>
                  </a:cubicBezTo>
                  <a:cubicBezTo>
                    <a:pt x="190" y="1412"/>
                    <a:pt x="191" y="1406"/>
                    <a:pt x="196" y="1401"/>
                  </a:cubicBezTo>
                  <a:cubicBezTo>
                    <a:pt x="197" y="1396"/>
                    <a:pt x="204" y="1391"/>
                    <a:pt x="205" y="1385"/>
                  </a:cubicBezTo>
                  <a:cubicBezTo>
                    <a:pt x="211" y="1384"/>
                    <a:pt x="216" y="1375"/>
                    <a:pt x="225" y="1370"/>
                  </a:cubicBezTo>
                  <a:cubicBezTo>
                    <a:pt x="235" y="1364"/>
                    <a:pt x="236" y="1365"/>
                    <a:pt x="246" y="1358"/>
                  </a:cubicBezTo>
                  <a:cubicBezTo>
                    <a:pt x="248" y="1361"/>
                    <a:pt x="252" y="1355"/>
                    <a:pt x="255" y="1356"/>
                  </a:cubicBezTo>
                  <a:cubicBezTo>
                    <a:pt x="258" y="1356"/>
                    <a:pt x="261" y="1355"/>
                    <a:pt x="264" y="1352"/>
                  </a:cubicBezTo>
                  <a:cubicBezTo>
                    <a:pt x="267" y="1356"/>
                    <a:pt x="272" y="1352"/>
                    <a:pt x="275" y="1354"/>
                  </a:cubicBezTo>
                  <a:cubicBezTo>
                    <a:pt x="291" y="1345"/>
                    <a:pt x="306" y="1348"/>
                    <a:pt x="321" y="1343"/>
                  </a:cubicBezTo>
                  <a:close/>
                  <a:moveTo>
                    <a:pt x="193" y="1379"/>
                  </a:moveTo>
                  <a:cubicBezTo>
                    <a:pt x="192" y="1377"/>
                    <a:pt x="196" y="1374"/>
                    <a:pt x="198" y="1376"/>
                  </a:cubicBezTo>
                  <a:cubicBezTo>
                    <a:pt x="198" y="1371"/>
                    <a:pt x="203" y="1367"/>
                    <a:pt x="205" y="1363"/>
                  </a:cubicBezTo>
                  <a:cubicBezTo>
                    <a:pt x="211" y="1359"/>
                    <a:pt x="216" y="1355"/>
                    <a:pt x="221" y="1351"/>
                  </a:cubicBezTo>
                  <a:cubicBezTo>
                    <a:pt x="230" y="1347"/>
                    <a:pt x="237" y="1348"/>
                    <a:pt x="246" y="1341"/>
                  </a:cubicBezTo>
                  <a:cubicBezTo>
                    <a:pt x="251" y="1345"/>
                    <a:pt x="256" y="1336"/>
                    <a:pt x="262" y="1339"/>
                  </a:cubicBezTo>
                  <a:cubicBezTo>
                    <a:pt x="267" y="1334"/>
                    <a:pt x="271" y="1340"/>
                    <a:pt x="277" y="1336"/>
                  </a:cubicBezTo>
                  <a:cubicBezTo>
                    <a:pt x="286" y="1336"/>
                    <a:pt x="296" y="1336"/>
                    <a:pt x="305" y="1335"/>
                  </a:cubicBezTo>
                  <a:cubicBezTo>
                    <a:pt x="306" y="1338"/>
                    <a:pt x="303" y="1337"/>
                    <a:pt x="301" y="1338"/>
                  </a:cubicBezTo>
                  <a:cubicBezTo>
                    <a:pt x="298" y="1342"/>
                    <a:pt x="296" y="1337"/>
                    <a:pt x="293" y="1338"/>
                  </a:cubicBezTo>
                  <a:cubicBezTo>
                    <a:pt x="291" y="1341"/>
                    <a:pt x="290" y="1339"/>
                    <a:pt x="287" y="1340"/>
                  </a:cubicBezTo>
                  <a:cubicBezTo>
                    <a:pt x="284" y="1339"/>
                    <a:pt x="280" y="1341"/>
                    <a:pt x="275" y="1344"/>
                  </a:cubicBezTo>
                  <a:cubicBezTo>
                    <a:pt x="268" y="1341"/>
                    <a:pt x="260" y="1348"/>
                    <a:pt x="252" y="1346"/>
                  </a:cubicBezTo>
                  <a:cubicBezTo>
                    <a:pt x="250" y="1348"/>
                    <a:pt x="248" y="1349"/>
                    <a:pt x="246" y="1348"/>
                  </a:cubicBezTo>
                  <a:cubicBezTo>
                    <a:pt x="236" y="1354"/>
                    <a:pt x="235" y="1357"/>
                    <a:pt x="226" y="1357"/>
                  </a:cubicBezTo>
                  <a:cubicBezTo>
                    <a:pt x="224" y="1364"/>
                    <a:pt x="216" y="1364"/>
                    <a:pt x="214" y="1368"/>
                  </a:cubicBezTo>
                  <a:cubicBezTo>
                    <a:pt x="207" y="1371"/>
                    <a:pt x="208" y="1375"/>
                    <a:pt x="200" y="1376"/>
                  </a:cubicBezTo>
                  <a:cubicBezTo>
                    <a:pt x="199" y="1380"/>
                    <a:pt x="194" y="1384"/>
                    <a:pt x="191" y="1387"/>
                  </a:cubicBezTo>
                  <a:cubicBezTo>
                    <a:pt x="188" y="1384"/>
                    <a:pt x="189" y="1381"/>
                    <a:pt x="193" y="1379"/>
                  </a:cubicBezTo>
                  <a:close/>
                  <a:moveTo>
                    <a:pt x="199" y="1139"/>
                  </a:moveTo>
                  <a:cubicBezTo>
                    <a:pt x="195" y="1136"/>
                    <a:pt x="199" y="1133"/>
                    <a:pt x="194" y="1130"/>
                  </a:cubicBezTo>
                  <a:cubicBezTo>
                    <a:pt x="196" y="1124"/>
                    <a:pt x="191" y="1118"/>
                    <a:pt x="192" y="1112"/>
                  </a:cubicBezTo>
                  <a:cubicBezTo>
                    <a:pt x="172" y="1082"/>
                    <a:pt x="156" y="1052"/>
                    <a:pt x="135" y="1027"/>
                  </a:cubicBezTo>
                  <a:cubicBezTo>
                    <a:pt x="131" y="1022"/>
                    <a:pt x="125" y="1019"/>
                    <a:pt x="121" y="1011"/>
                  </a:cubicBezTo>
                  <a:cubicBezTo>
                    <a:pt x="118" y="1006"/>
                    <a:pt x="120" y="1008"/>
                    <a:pt x="116" y="1004"/>
                  </a:cubicBezTo>
                  <a:cubicBezTo>
                    <a:pt x="114" y="1002"/>
                    <a:pt x="115" y="999"/>
                    <a:pt x="113" y="997"/>
                  </a:cubicBezTo>
                  <a:cubicBezTo>
                    <a:pt x="111" y="993"/>
                    <a:pt x="107" y="991"/>
                    <a:pt x="105" y="988"/>
                  </a:cubicBezTo>
                  <a:cubicBezTo>
                    <a:pt x="105" y="989"/>
                    <a:pt x="106" y="986"/>
                    <a:pt x="105" y="985"/>
                  </a:cubicBezTo>
                  <a:cubicBezTo>
                    <a:pt x="105" y="985"/>
                    <a:pt x="99" y="984"/>
                    <a:pt x="100" y="982"/>
                  </a:cubicBezTo>
                  <a:cubicBezTo>
                    <a:pt x="102" y="976"/>
                    <a:pt x="85" y="961"/>
                    <a:pt x="80" y="952"/>
                  </a:cubicBezTo>
                  <a:cubicBezTo>
                    <a:pt x="80" y="951"/>
                    <a:pt x="78" y="949"/>
                    <a:pt x="78" y="948"/>
                  </a:cubicBezTo>
                  <a:cubicBezTo>
                    <a:pt x="79" y="945"/>
                    <a:pt x="77" y="947"/>
                    <a:pt x="75" y="943"/>
                  </a:cubicBezTo>
                  <a:cubicBezTo>
                    <a:pt x="75" y="943"/>
                    <a:pt x="76" y="942"/>
                    <a:pt x="75" y="941"/>
                  </a:cubicBezTo>
                  <a:cubicBezTo>
                    <a:pt x="70" y="932"/>
                    <a:pt x="58" y="920"/>
                    <a:pt x="53" y="907"/>
                  </a:cubicBezTo>
                  <a:cubicBezTo>
                    <a:pt x="58" y="904"/>
                    <a:pt x="61" y="910"/>
                    <a:pt x="64" y="915"/>
                  </a:cubicBezTo>
                  <a:cubicBezTo>
                    <a:pt x="65" y="919"/>
                    <a:pt x="73" y="924"/>
                    <a:pt x="70" y="927"/>
                  </a:cubicBezTo>
                  <a:cubicBezTo>
                    <a:pt x="77" y="930"/>
                    <a:pt x="83" y="943"/>
                    <a:pt x="90" y="947"/>
                  </a:cubicBezTo>
                  <a:cubicBezTo>
                    <a:pt x="93" y="952"/>
                    <a:pt x="96" y="956"/>
                    <a:pt x="99" y="960"/>
                  </a:cubicBezTo>
                  <a:cubicBezTo>
                    <a:pt x="97" y="963"/>
                    <a:pt x="100" y="962"/>
                    <a:pt x="101" y="963"/>
                  </a:cubicBezTo>
                  <a:cubicBezTo>
                    <a:pt x="101" y="966"/>
                    <a:pt x="102" y="968"/>
                    <a:pt x="104" y="967"/>
                  </a:cubicBezTo>
                  <a:cubicBezTo>
                    <a:pt x="107" y="969"/>
                    <a:pt x="109" y="979"/>
                    <a:pt x="114" y="977"/>
                  </a:cubicBezTo>
                  <a:cubicBezTo>
                    <a:pt x="113" y="980"/>
                    <a:pt x="116" y="984"/>
                    <a:pt x="119" y="985"/>
                  </a:cubicBezTo>
                  <a:cubicBezTo>
                    <a:pt x="124" y="994"/>
                    <a:pt x="128" y="995"/>
                    <a:pt x="134" y="1006"/>
                  </a:cubicBezTo>
                  <a:cubicBezTo>
                    <a:pt x="140" y="1014"/>
                    <a:pt x="146" y="1022"/>
                    <a:pt x="152" y="1030"/>
                  </a:cubicBezTo>
                  <a:cubicBezTo>
                    <a:pt x="154" y="1034"/>
                    <a:pt x="156" y="1034"/>
                    <a:pt x="158" y="1035"/>
                  </a:cubicBezTo>
                  <a:cubicBezTo>
                    <a:pt x="159" y="1040"/>
                    <a:pt x="167" y="1051"/>
                    <a:pt x="174" y="1061"/>
                  </a:cubicBezTo>
                  <a:cubicBezTo>
                    <a:pt x="180" y="1075"/>
                    <a:pt x="188" y="1090"/>
                    <a:pt x="193" y="1104"/>
                  </a:cubicBezTo>
                  <a:cubicBezTo>
                    <a:pt x="196" y="1111"/>
                    <a:pt x="198" y="1118"/>
                    <a:pt x="198" y="1125"/>
                  </a:cubicBezTo>
                  <a:cubicBezTo>
                    <a:pt x="203" y="1132"/>
                    <a:pt x="203" y="1139"/>
                    <a:pt x="203" y="1145"/>
                  </a:cubicBezTo>
                  <a:cubicBezTo>
                    <a:pt x="199" y="1148"/>
                    <a:pt x="199" y="1140"/>
                    <a:pt x="199" y="1139"/>
                  </a:cubicBezTo>
                  <a:close/>
                  <a:moveTo>
                    <a:pt x="228" y="1142"/>
                  </a:moveTo>
                  <a:cubicBezTo>
                    <a:pt x="236" y="1134"/>
                    <a:pt x="246" y="1126"/>
                    <a:pt x="252" y="1118"/>
                  </a:cubicBezTo>
                  <a:cubicBezTo>
                    <a:pt x="300" y="1093"/>
                    <a:pt x="301" y="1085"/>
                    <a:pt x="309" y="1081"/>
                  </a:cubicBezTo>
                  <a:cubicBezTo>
                    <a:pt x="462" y="985"/>
                    <a:pt x="471" y="976"/>
                    <a:pt x="485" y="967"/>
                  </a:cubicBezTo>
                  <a:cubicBezTo>
                    <a:pt x="503" y="945"/>
                    <a:pt x="507" y="947"/>
                    <a:pt x="510" y="941"/>
                  </a:cubicBezTo>
                  <a:cubicBezTo>
                    <a:pt x="557" y="905"/>
                    <a:pt x="553" y="907"/>
                    <a:pt x="551" y="909"/>
                  </a:cubicBezTo>
                  <a:cubicBezTo>
                    <a:pt x="517" y="950"/>
                    <a:pt x="499" y="964"/>
                    <a:pt x="486" y="978"/>
                  </a:cubicBezTo>
                  <a:cubicBezTo>
                    <a:pt x="437" y="1016"/>
                    <a:pt x="427" y="1019"/>
                    <a:pt x="415" y="1030"/>
                  </a:cubicBezTo>
                  <a:cubicBezTo>
                    <a:pt x="412" y="1032"/>
                    <a:pt x="412" y="1035"/>
                    <a:pt x="411" y="1035"/>
                  </a:cubicBezTo>
                  <a:cubicBezTo>
                    <a:pt x="371" y="1063"/>
                    <a:pt x="358" y="1069"/>
                    <a:pt x="346" y="1077"/>
                  </a:cubicBezTo>
                  <a:cubicBezTo>
                    <a:pt x="251" y="1133"/>
                    <a:pt x="244" y="1138"/>
                    <a:pt x="238" y="1142"/>
                  </a:cubicBezTo>
                  <a:cubicBezTo>
                    <a:pt x="217" y="1159"/>
                    <a:pt x="213" y="1164"/>
                    <a:pt x="208" y="1169"/>
                  </a:cubicBezTo>
                  <a:close/>
                  <a:moveTo>
                    <a:pt x="223" y="1067"/>
                  </a:moveTo>
                  <a:cubicBezTo>
                    <a:pt x="223" y="1065"/>
                    <a:pt x="223" y="1063"/>
                    <a:pt x="221" y="1061"/>
                  </a:cubicBezTo>
                  <a:cubicBezTo>
                    <a:pt x="226" y="1059"/>
                    <a:pt x="229" y="1064"/>
                    <a:pt x="223" y="1067"/>
                  </a:cubicBezTo>
                  <a:close/>
                  <a:moveTo>
                    <a:pt x="232" y="1100"/>
                  </a:moveTo>
                  <a:cubicBezTo>
                    <a:pt x="230" y="1094"/>
                    <a:pt x="242" y="1090"/>
                    <a:pt x="243" y="1085"/>
                  </a:cubicBezTo>
                  <a:cubicBezTo>
                    <a:pt x="362" y="999"/>
                    <a:pt x="360" y="990"/>
                    <a:pt x="366" y="989"/>
                  </a:cubicBezTo>
                  <a:cubicBezTo>
                    <a:pt x="390" y="969"/>
                    <a:pt x="398" y="972"/>
                    <a:pt x="400" y="969"/>
                  </a:cubicBezTo>
                  <a:cubicBezTo>
                    <a:pt x="434" y="942"/>
                    <a:pt x="438" y="946"/>
                    <a:pt x="443" y="940"/>
                  </a:cubicBezTo>
                  <a:cubicBezTo>
                    <a:pt x="503" y="895"/>
                    <a:pt x="520" y="886"/>
                    <a:pt x="537" y="875"/>
                  </a:cubicBezTo>
                  <a:cubicBezTo>
                    <a:pt x="594" y="856"/>
                    <a:pt x="595" y="858"/>
                    <a:pt x="592" y="860"/>
                  </a:cubicBezTo>
                  <a:cubicBezTo>
                    <a:pt x="575" y="865"/>
                    <a:pt x="573" y="867"/>
                    <a:pt x="571" y="865"/>
                  </a:cubicBezTo>
                  <a:cubicBezTo>
                    <a:pt x="463" y="940"/>
                    <a:pt x="448" y="949"/>
                    <a:pt x="432" y="965"/>
                  </a:cubicBezTo>
                  <a:cubicBezTo>
                    <a:pt x="322" y="1042"/>
                    <a:pt x="316" y="1041"/>
                    <a:pt x="309" y="1047"/>
                  </a:cubicBezTo>
                  <a:cubicBezTo>
                    <a:pt x="287" y="1062"/>
                    <a:pt x="287" y="1060"/>
                    <a:pt x="285" y="1062"/>
                  </a:cubicBezTo>
                  <a:cubicBezTo>
                    <a:pt x="261" y="1080"/>
                    <a:pt x="257" y="1087"/>
                    <a:pt x="255" y="1084"/>
                  </a:cubicBezTo>
                  <a:close/>
                  <a:moveTo>
                    <a:pt x="231" y="1037"/>
                  </a:moveTo>
                  <a:cubicBezTo>
                    <a:pt x="230" y="1036"/>
                    <a:pt x="229" y="1035"/>
                    <a:pt x="228" y="1034"/>
                  </a:cubicBezTo>
                  <a:cubicBezTo>
                    <a:pt x="230" y="1033"/>
                    <a:pt x="231" y="1032"/>
                    <a:pt x="232" y="1032"/>
                  </a:cubicBezTo>
                  <a:cubicBezTo>
                    <a:pt x="232" y="1033"/>
                    <a:pt x="233" y="1034"/>
                    <a:pt x="234" y="1035"/>
                  </a:cubicBezTo>
                  <a:cubicBezTo>
                    <a:pt x="233" y="1036"/>
                    <a:pt x="232" y="1036"/>
                    <a:pt x="231" y="1037"/>
                  </a:cubicBezTo>
                  <a:close/>
                  <a:moveTo>
                    <a:pt x="269" y="855"/>
                  </a:moveTo>
                  <a:cubicBezTo>
                    <a:pt x="270" y="855"/>
                    <a:pt x="267" y="849"/>
                    <a:pt x="267" y="849"/>
                  </a:cubicBezTo>
                  <a:cubicBezTo>
                    <a:pt x="269" y="847"/>
                    <a:pt x="275" y="856"/>
                    <a:pt x="269" y="855"/>
                  </a:cubicBezTo>
                  <a:close/>
                  <a:moveTo>
                    <a:pt x="301" y="886"/>
                  </a:moveTo>
                  <a:cubicBezTo>
                    <a:pt x="298" y="882"/>
                    <a:pt x="298" y="880"/>
                    <a:pt x="302" y="877"/>
                  </a:cubicBezTo>
                  <a:cubicBezTo>
                    <a:pt x="305" y="881"/>
                    <a:pt x="305" y="884"/>
                    <a:pt x="301" y="886"/>
                  </a:cubicBezTo>
                  <a:close/>
                  <a:moveTo>
                    <a:pt x="301" y="817"/>
                  </a:moveTo>
                  <a:cubicBezTo>
                    <a:pt x="301" y="815"/>
                    <a:pt x="302" y="814"/>
                    <a:pt x="301" y="812"/>
                  </a:cubicBezTo>
                  <a:cubicBezTo>
                    <a:pt x="300" y="808"/>
                    <a:pt x="305" y="812"/>
                    <a:pt x="303" y="813"/>
                  </a:cubicBezTo>
                  <a:cubicBezTo>
                    <a:pt x="305" y="816"/>
                    <a:pt x="303" y="818"/>
                    <a:pt x="306" y="821"/>
                  </a:cubicBezTo>
                  <a:cubicBezTo>
                    <a:pt x="305" y="825"/>
                    <a:pt x="306" y="829"/>
                    <a:pt x="308" y="834"/>
                  </a:cubicBezTo>
                  <a:cubicBezTo>
                    <a:pt x="300" y="833"/>
                    <a:pt x="306" y="822"/>
                    <a:pt x="301" y="817"/>
                  </a:cubicBezTo>
                  <a:close/>
                  <a:moveTo>
                    <a:pt x="481" y="717"/>
                  </a:moveTo>
                  <a:cubicBezTo>
                    <a:pt x="482" y="721"/>
                    <a:pt x="472" y="722"/>
                    <a:pt x="468" y="723"/>
                  </a:cubicBezTo>
                  <a:cubicBezTo>
                    <a:pt x="467" y="719"/>
                    <a:pt x="478" y="718"/>
                    <a:pt x="481" y="717"/>
                  </a:cubicBezTo>
                  <a:close/>
                  <a:moveTo>
                    <a:pt x="463" y="722"/>
                  </a:moveTo>
                  <a:cubicBezTo>
                    <a:pt x="465" y="726"/>
                    <a:pt x="456" y="728"/>
                    <a:pt x="455" y="728"/>
                  </a:cubicBezTo>
                  <a:cubicBezTo>
                    <a:pt x="452" y="724"/>
                    <a:pt x="461" y="722"/>
                    <a:pt x="463" y="722"/>
                  </a:cubicBezTo>
                  <a:close/>
                  <a:moveTo>
                    <a:pt x="356" y="782"/>
                  </a:moveTo>
                  <a:cubicBezTo>
                    <a:pt x="358" y="781"/>
                    <a:pt x="359" y="780"/>
                    <a:pt x="361" y="778"/>
                  </a:cubicBezTo>
                  <a:cubicBezTo>
                    <a:pt x="368" y="777"/>
                    <a:pt x="358" y="783"/>
                    <a:pt x="356" y="785"/>
                  </a:cubicBezTo>
                  <a:cubicBezTo>
                    <a:pt x="353" y="786"/>
                    <a:pt x="354" y="783"/>
                    <a:pt x="356" y="782"/>
                  </a:cubicBezTo>
                  <a:close/>
                  <a:moveTo>
                    <a:pt x="393" y="618"/>
                  </a:moveTo>
                  <a:cubicBezTo>
                    <a:pt x="387" y="621"/>
                    <a:pt x="392" y="614"/>
                    <a:pt x="388" y="612"/>
                  </a:cubicBezTo>
                  <a:cubicBezTo>
                    <a:pt x="392" y="609"/>
                    <a:pt x="392" y="617"/>
                    <a:pt x="393" y="618"/>
                  </a:cubicBezTo>
                  <a:close/>
                  <a:moveTo>
                    <a:pt x="407" y="682"/>
                  </a:moveTo>
                  <a:cubicBezTo>
                    <a:pt x="410" y="678"/>
                    <a:pt x="412" y="674"/>
                    <a:pt x="418" y="671"/>
                  </a:cubicBezTo>
                  <a:cubicBezTo>
                    <a:pt x="450" y="660"/>
                    <a:pt x="454" y="654"/>
                    <a:pt x="457" y="653"/>
                  </a:cubicBezTo>
                  <a:cubicBezTo>
                    <a:pt x="483" y="644"/>
                    <a:pt x="490" y="641"/>
                    <a:pt x="496" y="639"/>
                  </a:cubicBezTo>
                  <a:cubicBezTo>
                    <a:pt x="536" y="628"/>
                    <a:pt x="539" y="625"/>
                    <a:pt x="543" y="625"/>
                  </a:cubicBezTo>
                  <a:cubicBezTo>
                    <a:pt x="574" y="618"/>
                    <a:pt x="580" y="613"/>
                    <a:pt x="586" y="614"/>
                  </a:cubicBezTo>
                  <a:cubicBezTo>
                    <a:pt x="673" y="563"/>
                    <a:pt x="672" y="564"/>
                    <a:pt x="671" y="565"/>
                  </a:cubicBezTo>
                  <a:cubicBezTo>
                    <a:pt x="622" y="601"/>
                    <a:pt x="616" y="610"/>
                    <a:pt x="597" y="618"/>
                  </a:cubicBezTo>
                  <a:cubicBezTo>
                    <a:pt x="544" y="639"/>
                    <a:pt x="541" y="643"/>
                    <a:pt x="537" y="644"/>
                  </a:cubicBezTo>
                  <a:cubicBezTo>
                    <a:pt x="519" y="649"/>
                    <a:pt x="512" y="654"/>
                    <a:pt x="505" y="655"/>
                  </a:cubicBezTo>
                  <a:cubicBezTo>
                    <a:pt x="445" y="679"/>
                    <a:pt x="427" y="685"/>
                    <a:pt x="408" y="693"/>
                  </a:cubicBezTo>
                  <a:cubicBezTo>
                    <a:pt x="383" y="709"/>
                    <a:pt x="384" y="706"/>
                    <a:pt x="383" y="704"/>
                  </a:cubicBezTo>
                  <a:cubicBezTo>
                    <a:pt x="397" y="688"/>
                    <a:pt x="401" y="686"/>
                    <a:pt x="403" y="684"/>
                  </a:cubicBezTo>
                  <a:close/>
                  <a:moveTo>
                    <a:pt x="532" y="454"/>
                  </a:moveTo>
                  <a:cubicBezTo>
                    <a:pt x="532" y="450"/>
                    <a:pt x="531" y="447"/>
                    <a:pt x="535" y="444"/>
                  </a:cubicBezTo>
                  <a:cubicBezTo>
                    <a:pt x="538" y="448"/>
                    <a:pt x="536" y="451"/>
                    <a:pt x="532" y="454"/>
                  </a:cubicBezTo>
                  <a:close/>
                  <a:moveTo>
                    <a:pt x="627" y="333"/>
                  </a:moveTo>
                  <a:cubicBezTo>
                    <a:pt x="626" y="331"/>
                    <a:pt x="628" y="329"/>
                    <a:pt x="627" y="326"/>
                  </a:cubicBezTo>
                  <a:cubicBezTo>
                    <a:pt x="631" y="324"/>
                    <a:pt x="631" y="332"/>
                    <a:pt x="627" y="333"/>
                  </a:cubicBezTo>
                  <a:close/>
                  <a:moveTo>
                    <a:pt x="722" y="53"/>
                  </a:moveTo>
                  <a:cubicBezTo>
                    <a:pt x="723" y="56"/>
                    <a:pt x="721" y="59"/>
                    <a:pt x="718" y="61"/>
                  </a:cubicBezTo>
                  <a:cubicBezTo>
                    <a:pt x="713" y="58"/>
                    <a:pt x="719" y="56"/>
                    <a:pt x="722" y="53"/>
                  </a:cubicBezTo>
                  <a:close/>
                  <a:moveTo>
                    <a:pt x="670" y="251"/>
                  </a:moveTo>
                  <a:cubicBezTo>
                    <a:pt x="668" y="255"/>
                    <a:pt x="668" y="260"/>
                    <a:pt x="668" y="264"/>
                  </a:cubicBezTo>
                  <a:cubicBezTo>
                    <a:pt x="664" y="281"/>
                    <a:pt x="657" y="284"/>
                    <a:pt x="658" y="289"/>
                  </a:cubicBezTo>
                  <a:cubicBezTo>
                    <a:pt x="652" y="296"/>
                    <a:pt x="652" y="292"/>
                    <a:pt x="653" y="288"/>
                  </a:cubicBezTo>
                  <a:cubicBezTo>
                    <a:pt x="661" y="245"/>
                    <a:pt x="661" y="237"/>
                    <a:pt x="665" y="230"/>
                  </a:cubicBezTo>
                  <a:cubicBezTo>
                    <a:pt x="666" y="215"/>
                    <a:pt x="662" y="210"/>
                    <a:pt x="666" y="207"/>
                  </a:cubicBezTo>
                  <a:cubicBezTo>
                    <a:pt x="670" y="171"/>
                    <a:pt x="675" y="168"/>
                    <a:pt x="674" y="164"/>
                  </a:cubicBezTo>
                  <a:cubicBezTo>
                    <a:pt x="679" y="136"/>
                    <a:pt x="684" y="129"/>
                    <a:pt x="685" y="122"/>
                  </a:cubicBezTo>
                  <a:cubicBezTo>
                    <a:pt x="704" y="89"/>
                    <a:pt x="704" y="75"/>
                    <a:pt x="716" y="63"/>
                  </a:cubicBezTo>
                  <a:cubicBezTo>
                    <a:pt x="709" y="86"/>
                    <a:pt x="708" y="91"/>
                    <a:pt x="704" y="96"/>
                  </a:cubicBezTo>
                  <a:cubicBezTo>
                    <a:pt x="684" y="166"/>
                    <a:pt x="687" y="171"/>
                    <a:pt x="684" y="174"/>
                  </a:cubicBezTo>
                  <a:cubicBezTo>
                    <a:pt x="678" y="204"/>
                    <a:pt x="677" y="208"/>
                    <a:pt x="678" y="213"/>
                  </a:cubicBezTo>
                  <a:cubicBezTo>
                    <a:pt x="672" y="242"/>
                    <a:pt x="669" y="246"/>
                    <a:pt x="670" y="251"/>
                  </a:cubicBezTo>
                  <a:close/>
                </a:path>
              </a:pathLst>
            </a:custGeom>
            <a:solidFill>
              <a:srgbClr val="d0cdbb">
                <a:alpha val="50000"/>
              </a:srgbClr>
            </a:solidFill>
            <a:ln w="0">
              <a:noFill/>
            </a:ln>
          </p:spPr>
          <p:style>
            <a:lnRef idx="0"/>
            <a:fillRef idx="0"/>
            <a:effectRef idx="0"/>
            <a:fontRef idx="minor"/>
          </p:style>
          <p:txBody>
            <a:bodyPr tIns="91440" bIns="91440" anchor="ctr">
              <a:noAutofit/>
            </a:bodyPr>
            <a:p>
              <a:pPr>
                <a:lnSpc>
                  <a:spcPct val="100000"/>
                </a:lnSpc>
                <a:tabLst>
                  <a:tab algn="l" pos="0"/>
                </a:tabLst>
              </a:pPr>
              <a:endParaRPr b="0" lang="en-US" sz="1400" spc="-1" strike="noStrike">
                <a:solidFill>
                  <a:srgbClr val="000000"/>
                </a:solidFill>
                <a:latin typeface="Arial"/>
                <a:ea typeface="Arial"/>
              </a:endParaRPr>
            </a:p>
          </p:txBody>
        </p:sp>
      </p:grpSp>
      <p:sp>
        <p:nvSpPr>
          <p:cNvPr id="41" name="PlaceHolder 1"/>
          <p:cNvSpPr>
            <a:spLocks noGrp="1"/>
          </p:cNvSpPr>
          <p:nvPr>
            <p:ph type="title"/>
          </p:nvPr>
        </p:nvSpPr>
        <p:spPr>
          <a:xfrm rot="5400000">
            <a:off x="5353560" y="1600920"/>
            <a:ext cx="4004640" cy="1563120"/>
          </a:xfrm>
          <a:prstGeom prst="rect">
            <a:avLst/>
          </a:prstGeom>
          <a:noFill/>
          <a:ln w="0">
            <a:noFill/>
          </a:ln>
        </p:spPr>
        <p:txBody>
          <a:bodyPr lIns="91440" rIns="91440" tIns="45720" bIns="45720" anchor="t">
            <a:normAutofit/>
          </a:bodyPr>
          <a:p>
            <a:pPr indent="0">
              <a:buNone/>
            </a:pPr>
            <a:r>
              <a:rPr b="0" lang="en-US" sz="3800" spc="-1" strike="noStrike">
                <a:solidFill>
                  <a:srgbClr val="000000"/>
                </a:solidFill>
                <a:latin typeface="Arial"/>
              </a:rPr>
              <a:t>Click to edit the title text format</a:t>
            </a:r>
            <a:endParaRPr b="0" lang="en-US" sz="3800" spc="-1" strike="noStrike">
              <a:solidFill>
                <a:srgbClr val="000000"/>
              </a:solidFill>
              <a:latin typeface="Arial"/>
            </a:endParaRPr>
          </a:p>
        </p:txBody>
      </p:sp>
      <p:sp>
        <p:nvSpPr>
          <p:cNvPr id="42" name="PlaceHolder 2"/>
          <p:cNvSpPr>
            <a:spLocks noGrp="1"/>
          </p:cNvSpPr>
          <p:nvPr>
            <p:ph type="body"/>
          </p:nvPr>
        </p:nvSpPr>
        <p:spPr>
          <a:xfrm rot="5400000">
            <a:off x="2248200" y="345240"/>
            <a:ext cx="3991680" cy="4087080"/>
          </a:xfrm>
          <a:prstGeom prst="rect">
            <a:avLst/>
          </a:prstGeom>
          <a:noFill/>
          <a:ln w="0">
            <a:noFill/>
          </a:ln>
        </p:spPr>
        <p:txBody>
          <a:bodyPr lIns="91440" rIns="91440" tIns="45720" bIns="45720" anchor="t">
            <a:normAutofit fontScale="89943" lnSpcReduction="10000"/>
          </a:bodyPr>
          <a:p>
            <a:pPr marL="432000" indent="-324000">
              <a:spcBef>
                <a:spcPts val="1417"/>
              </a:spcBef>
              <a:buClr>
                <a:srgbClr val="000000"/>
              </a:buClr>
              <a:buSzPct val="45000"/>
              <a:buFont typeface="Wingdings" charset="2"/>
              <a:buChar char=""/>
            </a:pPr>
            <a:r>
              <a:rPr b="0" lang="en-US" sz="2000" spc="-1" strike="noStrike">
                <a:solidFill>
                  <a:srgbClr val="000000"/>
                </a:solidFill>
                <a:latin typeface="Arial"/>
              </a:rPr>
              <a:t>Click to edit the outline text format</a:t>
            </a:r>
            <a:endParaRPr b="0" lang="en-US" sz="20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000" spc="-1" strike="noStrike">
                <a:solidFill>
                  <a:srgbClr val="000000"/>
                </a:solidFill>
                <a:latin typeface="Arial"/>
              </a:rPr>
              <a:t>Second Outline Level</a:t>
            </a:r>
            <a:endParaRPr b="0" lang="en-US" sz="20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000" spc="-1" strike="noStrike">
                <a:solidFill>
                  <a:srgbClr val="000000"/>
                </a:solidFill>
                <a:latin typeface="Arial"/>
              </a:rPr>
              <a:t>Third Outline Level</a:t>
            </a:r>
            <a:endParaRPr b="0" lang="en-US" sz="20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
        <p:nvSpPr>
          <p:cNvPr id="43" name="PlaceHolder 3"/>
          <p:cNvSpPr>
            <a:spLocks noGrp="1"/>
          </p:cNvSpPr>
          <p:nvPr>
            <p:ph type="dt" idx="7"/>
          </p:nvPr>
        </p:nvSpPr>
        <p:spPr>
          <a:xfrm>
            <a:off x="6958440" y="4722480"/>
            <a:ext cx="1879200" cy="27360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4" name="PlaceHolder 4"/>
          <p:cNvSpPr>
            <a:spLocks noGrp="1"/>
          </p:cNvSpPr>
          <p:nvPr>
            <p:ph type="ftr" idx="8"/>
          </p:nvPr>
        </p:nvSpPr>
        <p:spPr>
          <a:xfrm>
            <a:off x="2200320" y="4722480"/>
            <a:ext cx="446940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5" name="PlaceHolder 5"/>
          <p:cNvSpPr>
            <a:spLocks noGrp="1"/>
          </p:cNvSpPr>
          <p:nvPr>
            <p:ph type="sldNum" idx="9"/>
          </p:nvPr>
        </p:nvSpPr>
        <p:spPr>
          <a:xfrm rot="5400000">
            <a:off x="6551280" y="2139840"/>
            <a:ext cx="4037040" cy="452880"/>
          </a:xfrm>
          <a:prstGeom prst="rect">
            <a:avLst/>
          </a:prstGeom>
          <a:noFill/>
          <a:ln w="0">
            <a:noFill/>
          </a:ln>
        </p:spPr>
        <p:txBody>
          <a:bodyPr lIns="91440" rIns="91440" tIns="45720" bIns="45720" anchor="b">
            <a:noAutofit/>
          </a:bodyPr>
          <a:lstStyle>
            <a:lvl1pPr indent="0">
              <a:lnSpc>
                <a:spcPct val="100000"/>
              </a:lnSpc>
              <a:buNone/>
              <a:tabLst>
                <a:tab algn="l" pos="0"/>
              </a:tabLst>
              <a:defRPr b="0" lang="en" sz="3800" spc="-1" strike="noStrike">
                <a:solidFill>
                  <a:srgbClr val="464b56"/>
                </a:solidFill>
                <a:latin typeface="Century Schoolbook"/>
                <a:ea typeface="Century Schoolbook"/>
              </a:defRPr>
            </a:lvl1pPr>
          </a:lstStyle>
          <a:p>
            <a:pPr indent="0">
              <a:lnSpc>
                <a:spcPct val="100000"/>
              </a:lnSpc>
              <a:buNone/>
              <a:tabLst>
                <a:tab algn="l" pos="0"/>
              </a:tabLst>
            </a:pPr>
            <a:fld id="{51E70849-FD26-458A-909C-55624F7A1689}" type="slidenum">
              <a:rPr b="0" lang="en" sz="3800" spc="-1" strike="noStrike">
                <a:solidFill>
                  <a:srgbClr val="464b56"/>
                </a:solidFill>
                <a:latin typeface="Century Schoolbook"/>
                <a:ea typeface="Century Schoolbook"/>
              </a:rPr>
              <a:t>&lt;number&gt;</a:t>
            </a:fld>
            <a:endParaRPr b="0" lang="en-US" sz="3800" spc="-1" strike="noStrike">
              <a:solidFill>
                <a:srgbClr val="000000"/>
              </a:solidFill>
              <a:latin typeface="Times New Roman"/>
            </a:endParaRPr>
          </a:p>
        </p:txBody>
      </p:sp>
      <p:cxnSp>
        <p:nvCxnSpPr>
          <p:cNvPr id="46" name="Google Shape;156;p24"/>
          <p:cNvCxnSpPr/>
          <p:nvPr/>
        </p:nvCxnSpPr>
        <p:spPr>
          <a:xfrm>
            <a:off x="6476040" y="428400"/>
            <a:ext cx="360" cy="3957120"/>
          </a:xfrm>
          <a:prstGeom prst="straightConnector1">
            <a:avLst/>
          </a:prstGeom>
          <a:ln w="38100">
            <a:solidFill>
              <a:srgbClr val="79a8a4"/>
            </a:solidFill>
            <a:round/>
          </a:ln>
        </p:spPr>
      </p:cxn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2"/>
        </a:solidFill>
      </p:bgPr>
    </p:bg>
    <p:spTree>
      <p:nvGrpSpPr>
        <p:cNvPr id="1" name=""/>
        <p:cNvGrpSpPr/>
        <p:nvPr/>
      </p:nvGrpSpPr>
      <p:grpSpPr>
        <a:xfrm>
          <a:off x="0" y="0"/>
          <a:ext cx="0" cy="0"/>
          <a:chOff x="0" y="0"/>
          <a:chExt cx="0" cy="0"/>
        </a:xfrm>
      </p:grpSpPr>
      <p:grpSp>
        <p:nvGrpSpPr>
          <p:cNvPr id="47" name="Google Shape;51;p13"/>
          <p:cNvGrpSpPr/>
          <p:nvPr/>
        </p:nvGrpSpPr>
        <p:grpSpPr>
          <a:xfrm>
            <a:off x="242280" y="542520"/>
            <a:ext cx="3173400" cy="4223520"/>
            <a:chOff x="242280" y="542520"/>
            <a:chExt cx="3173400" cy="4223520"/>
          </a:xfrm>
        </p:grpSpPr>
        <p:sp>
          <p:nvSpPr>
            <p:cNvPr id="48" name="Google Shape;52;p13"/>
            <p:cNvSpPr/>
            <p:nvPr/>
          </p:nvSpPr>
          <p:spPr>
            <a:xfrm>
              <a:off x="242280" y="542520"/>
              <a:ext cx="2013480" cy="4223520"/>
            </a:xfrm>
            <a:custGeom>
              <a:avLst/>
              <a:gdLst>
                <a:gd name="textAreaLeft" fmla="*/ 0 w 2013480"/>
                <a:gd name="textAreaRight" fmla="*/ 2013840 w 2013480"/>
                <a:gd name="textAreaTop" fmla="*/ 0 h 4223520"/>
                <a:gd name="textAreaBottom" fmla="*/ 4223880 h 4223520"/>
              </a:gdLst>
              <a:ahLst/>
              <a:rect l="textAreaLeft" t="textAreaTop" r="textAreaRight" b="textAreaBottom"/>
              <a:pathLst>
                <a:path w="697" h="1954">
                  <a:moveTo>
                    <a:pt x="251" y="1472"/>
                  </a:moveTo>
                  <a:cubicBezTo>
                    <a:pt x="258" y="1472"/>
                    <a:pt x="252" y="1463"/>
                    <a:pt x="251" y="1462"/>
                  </a:cubicBezTo>
                  <a:cubicBezTo>
                    <a:pt x="248" y="1422"/>
                    <a:pt x="241" y="1424"/>
                    <a:pt x="241" y="1419"/>
                  </a:cubicBezTo>
                  <a:cubicBezTo>
                    <a:pt x="227" y="1388"/>
                    <a:pt x="226" y="1380"/>
                    <a:pt x="221" y="1376"/>
                  </a:cubicBezTo>
                  <a:cubicBezTo>
                    <a:pt x="209" y="1355"/>
                    <a:pt x="209" y="1347"/>
                    <a:pt x="203" y="1344"/>
                  </a:cubicBezTo>
                  <a:cubicBezTo>
                    <a:pt x="169" y="1285"/>
                    <a:pt x="162" y="1275"/>
                    <a:pt x="156" y="1263"/>
                  </a:cubicBezTo>
                  <a:cubicBezTo>
                    <a:pt x="144" y="1242"/>
                    <a:pt x="141" y="1236"/>
                    <a:pt x="138" y="1231"/>
                  </a:cubicBezTo>
                  <a:cubicBezTo>
                    <a:pt x="107" y="1177"/>
                    <a:pt x="108" y="1168"/>
                    <a:pt x="103" y="1165"/>
                  </a:cubicBezTo>
                  <a:cubicBezTo>
                    <a:pt x="90" y="1142"/>
                    <a:pt x="83" y="1131"/>
                    <a:pt x="82" y="1127"/>
                  </a:cubicBezTo>
                  <a:cubicBezTo>
                    <a:pt x="66" y="1090"/>
                    <a:pt x="67" y="1081"/>
                    <a:pt x="62" y="1077"/>
                  </a:cubicBezTo>
                  <a:cubicBezTo>
                    <a:pt x="57" y="1049"/>
                    <a:pt x="51" y="1046"/>
                    <a:pt x="52" y="1037"/>
                  </a:cubicBezTo>
                  <a:cubicBezTo>
                    <a:pt x="48" y="1016"/>
                    <a:pt x="44" y="1007"/>
                    <a:pt x="42" y="1002"/>
                  </a:cubicBezTo>
                  <a:cubicBezTo>
                    <a:pt x="32" y="970"/>
                    <a:pt x="24" y="961"/>
                    <a:pt x="22" y="946"/>
                  </a:cubicBezTo>
                  <a:cubicBezTo>
                    <a:pt x="13" y="922"/>
                    <a:pt x="11" y="916"/>
                    <a:pt x="9" y="909"/>
                  </a:cubicBezTo>
                  <a:cubicBezTo>
                    <a:pt x="5" y="889"/>
                    <a:pt x="11" y="888"/>
                    <a:pt x="9" y="896"/>
                  </a:cubicBezTo>
                  <a:cubicBezTo>
                    <a:pt x="25" y="935"/>
                    <a:pt x="22" y="943"/>
                    <a:pt x="27" y="944"/>
                  </a:cubicBezTo>
                  <a:cubicBezTo>
                    <a:pt x="47" y="979"/>
                    <a:pt x="44" y="987"/>
                    <a:pt x="45" y="992"/>
                  </a:cubicBezTo>
                  <a:cubicBezTo>
                    <a:pt x="78" y="1045"/>
                    <a:pt x="85" y="1060"/>
                    <a:pt x="95" y="1072"/>
                  </a:cubicBezTo>
                  <a:cubicBezTo>
                    <a:pt x="141" y="1130"/>
                    <a:pt x="141" y="1136"/>
                    <a:pt x="140" y="1142"/>
                  </a:cubicBezTo>
                  <a:cubicBezTo>
                    <a:pt x="159" y="1162"/>
                    <a:pt x="156" y="1170"/>
                    <a:pt x="160" y="1170"/>
                  </a:cubicBezTo>
                  <a:cubicBezTo>
                    <a:pt x="198" y="1238"/>
                    <a:pt x="204" y="1243"/>
                    <a:pt x="206" y="1251"/>
                  </a:cubicBezTo>
                  <a:cubicBezTo>
                    <a:pt x="218" y="1278"/>
                    <a:pt x="219" y="1288"/>
                    <a:pt x="226" y="1291"/>
                  </a:cubicBezTo>
                  <a:cubicBezTo>
                    <a:pt x="231" y="1298"/>
                    <a:pt x="231" y="1292"/>
                    <a:pt x="228" y="1288"/>
                  </a:cubicBezTo>
                  <a:cubicBezTo>
                    <a:pt x="196" y="1218"/>
                    <a:pt x="198" y="1206"/>
                    <a:pt x="191" y="1203"/>
                  </a:cubicBezTo>
                  <a:cubicBezTo>
                    <a:pt x="168" y="1159"/>
                    <a:pt x="164" y="1153"/>
                    <a:pt x="160" y="1147"/>
                  </a:cubicBezTo>
                  <a:cubicBezTo>
                    <a:pt x="114" y="1068"/>
                    <a:pt x="104" y="1068"/>
                    <a:pt x="105" y="1057"/>
                  </a:cubicBezTo>
                  <a:cubicBezTo>
                    <a:pt x="67" y="1000"/>
                    <a:pt x="58" y="1000"/>
                    <a:pt x="57" y="992"/>
                  </a:cubicBezTo>
                  <a:cubicBezTo>
                    <a:pt x="80" y="1011"/>
                    <a:pt x="81" y="1021"/>
                    <a:pt x="87" y="1024"/>
                  </a:cubicBezTo>
                  <a:cubicBezTo>
                    <a:pt x="103" y="1041"/>
                    <a:pt x="100" y="1049"/>
                    <a:pt x="105" y="1049"/>
                  </a:cubicBezTo>
                  <a:cubicBezTo>
                    <a:pt x="129" y="1079"/>
                    <a:pt x="130" y="1087"/>
                    <a:pt x="135" y="1092"/>
                  </a:cubicBezTo>
                  <a:cubicBezTo>
                    <a:pt x="163" y="1128"/>
                    <a:pt x="159" y="1136"/>
                    <a:pt x="163" y="1137"/>
                  </a:cubicBezTo>
                  <a:cubicBezTo>
                    <a:pt x="199" y="1191"/>
                    <a:pt x="204" y="1205"/>
                    <a:pt x="211" y="1218"/>
                  </a:cubicBezTo>
                  <a:cubicBezTo>
                    <a:pt x="232" y="1237"/>
                    <a:pt x="226" y="1238"/>
                    <a:pt x="228" y="1230"/>
                  </a:cubicBezTo>
                  <a:cubicBezTo>
                    <a:pt x="202" y="1163"/>
                    <a:pt x="196" y="1163"/>
                    <a:pt x="198" y="1155"/>
                  </a:cubicBezTo>
                  <a:cubicBezTo>
                    <a:pt x="171" y="1106"/>
                    <a:pt x="167" y="1104"/>
                    <a:pt x="165" y="1100"/>
                  </a:cubicBezTo>
                  <a:cubicBezTo>
                    <a:pt x="140" y="1062"/>
                    <a:pt x="138" y="1052"/>
                    <a:pt x="133" y="1047"/>
                  </a:cubicBezTo>
                  <a:cubicBezTo>
                    <a:pt x="76" y="924"/>
                    <a:pt x="76" y="918"/>
                    <a:pt x="75" y="913"/>
                  </a:cubicBezTo>
                  <a:cubicBezTo>
                    <a:pt x="53" y="840"/>
                    <a:pt x="56" y="836"/>
                    <a:pt x="57" y="830"/>
                  </a:cubicBezTo>
                  <a:cubicBezTo>
                    <a:pt x="36" y="706"/>
                    <a:pt x="30" y="721"/>
                    <a:pt x="34" y="725"/>
                  </a:cubicBezTo>
                  <a:cubicBezTo>
                    <a:pt x="45" y="767"/>
                    <a:pt x="46" y="774"/>
                    <a:pt x="49" y="778"/>
                  </a:cubicBezTo>
                  <a:cubicBezTo>
                    <a:pt x="70" y="833"/>
                    <a:pt x="67" y="843"/>
                    <a:pt x="72" y="846"/>
                  </a:cubicBezTo>
                  <a:cubicBezTo>
                    <a:pt x="94" y="887"/>
                    <a:pt x="97" y="899"/>
                    <a:pt x="102" y="908"/>
                  </a:cubicBezTo>
                  <a:cubicBezTo>
                    <a:pt x="143" y="980"/>
                    <a:pt x="154" y="992"/>
                    <a:pt x="160" y="1007"/>
                  </a:cubicBezTo>
                  <a:cubicBezTo>
                    <a:pt x="212" y="1106"/>
                    <a:pt x="218" y="1122"/>
                    <a:pt x="223" y="1137"/>
                  </a:cubicBezTo>
                  <a:cubicBezTo>
                    <a:pt x="218" y="1115"/>
                    <a:pt x="222" y="1106"/>
                    <a:pt x="221" y="1102"/>
                  </a:cubicBezTo>
                  <a:cubicBezTo>
                    <a:pt x="210" y="1080"/>
                    <a:pt x="213" y="1072"/>
                    <a:pt x="208" y="1072"/>
                  </a:cubicBezTo>
                  <a:cubicBezTo>
                    <a:pt x="195" y="1023"/>
                    <a:pt x="188" y="1020"/>
                    <a:pt x="188" y="1012"/>
                  </a:cubicBezTo>
                  <a:cubicBezTo>
                    <a:pt x="149" y="930"/>
                    <a:pt x="144" y="927"/>
                    <a:pt x="145" y="918"/>
                  </a:cubicBezTo>
                  <a:cubicBezTo>
                    <a:pt x="125" y="876"/>
                    <a:pt x="120" y="873"/>
                    <a:pt x="117" y="868"/>
                  </a:cubicBezTo>
                  <a:cubicBezTo>
                    <a:pt x="102" y="832"/>
                    <a:pt x="100" y="833"/>
                    <a:pt x="100" y="830"/>
                  </a:cubicBezTo>
                  <a:cubicBezTo>
                    <a:pt x="80" y="793"/>
                    <a:pt x="77" y="788"/>
                    <a:pt x="75" y="783"/>
                  </a:cubicBezTo>
                  <a:cubicBezTo>
                    <a:pt x="45" y="730"/>
                    <a:pt x="43" y="716"/>
                    <a:pt x="34" y="710"/>
                  </a:cubicBezTo>
                  <a:cubicBezTo>
                    <a:pt x="25" y="678"/>
                    <a:pt x="34" y="684"/>
                    <a:pt x="32" y="690"/>
                  </a:cubicBezTo>
                  <a:cubicBezTo>
                    <a:pt x="50" y="733"/>
                    <a:pt x="60" y="733"/>
                    <a:pt x="59" y="745"/>
                  </a:cubicBezTo>
                  <a:cubicBezTo>
                    <a:pt x="80" y="780"/>
                    <a:pt x="81" y="783"/>
                    <a:pt x="85" y="785"/>
                  </a:cubicBezTo>
                  <a:cubicBezTo>
                    <a:pt x="113" y="833"/>
                    <a:pt x="115" y="842"/>
                    <a:pt x="117" y="851"/>
                  </a:cubicBezTo>
                  <a:cubicBezTo>
                    <a:pt x="147" y="899"/>
                    <a:pt x="151" y="907"/>
                    <a:pt x="153" y="916"/>
                  </a:cubicBezTo>
                  <a:cubicBezTo>
                    <a:pt x="168" y="945"/>
                    <a:pt x="171" y="952"/>
                    <a:pt x="173" y="961"/>
                  </a:cubicBezTo>
                  <a:cubicBezTo>
                    <a:pt x="190" y="999"/>
                    <a:pt x="200" y="1010"/>
                    <a:pt x="203" y="1029"/>
                  </a:cubicBezTo>
                  <a:cubicBezTo>
                    <a:pt x="198" y="998"/>
                    <a:pt x="198" y="994"/>
                    <a:pt x="196" y="994"/>
                  </a:cubicBezTo>
                  <a:cubicBezTo>
                    <a:pt x="175" y="911"/>
                    <a:pt x="168" y="909"/>
                    <a:pt x="170" y="898"/>
                  </a:cubicBezTo>
                  <a:cubicBezTo>
                    <a:pt x="131" y="811"/>
                    <a:pt x="131" y="802"/>
                    <a:pt x="125" y="800"/>
                  </a:cubicBezTo>
                  <a:cubicBezTo>
                    <a:pt x="105" y="747"/>
                    <a:pt x="103" y="742"/>
                    <a:pt x="100" y="740"/>
                  </a:cubicBezTo>
                  <a:cubicBezTo>
                    <a:pt x="82" y="701"/>
                    <a:pt x="78" y="699"/>
                    <a:pt x="77" y="695"/>
                  </a:cubicBezTo>
                  <a:cubicBezTo>
                    <a:pt x="67" y="672"/>
                    <a:pt x="60" y="674"/>
                    <a:pt x="62" y="667"/>
                  </a:cubicBezTo>
                  <a:cubicBezTo>
                    <a:pt x="44" y="641"/>
                    <a:pt x="39" y="635"/>
                    <a:pt x="34" y="629"/>
                  </a:cubicBezTo>
                  <a:cubicBezTo>
                    <a:pt x="21" y="597"/>
                    <a:pt x="29" y="609"/>
                    <a:pt x="37" y="622"/>
                  </a:cubicBezTo>
                  <a:cubicBezTo>
                    <a:pt x="75" y="681"/>
                    <a:pt x="85" y="681"/>
                    <a:pt x="85" y="692"/>
                  </a:cubicBezTo>
                  <a:cubicBezTo>
                    <a:pt x="108" y="731"/>
                    <a:pt x="109" y="735"/>
                    <a:pt x="110" y="740"/>
                  </a:cubicBezTo>
                  <a:cubicBezTo>
                    <a:pt x="123" y="777"/>
                    <a:pt x="130" y="775"/>
                    <a:pt x="130" y="780"/>
                  </a:cubicBezTo>
                  <a:cubicBezTo>
                    <a:pt x="151" y="822"/>
                    <a:pt x="153" y="840"/>
                    <a:pt x="163" y="851"/>
                  </a:cubicBezTo>
                  <a:cubicBezTo>
                    <a:pt x="179" y="903"/>
                    <a:pt x="184" y="907"/>
                    <a:pt x="185" y="916"/>
                  </a:cubicBezTo>
                  <a:cubicBezTo>
                    <a:pt x="203" y="963"/>
                    <a:pt x="199" y="973"/>
                    <a:pt x="201" y="976"/>
                  </a:cubicBezTo>
                  <a:cubicBezTo>
                    <a:pt x="236" y="1076"/>
                    <a:pt x="226" y="1071"/>
                    <a:pt x="228" y="1064"/>
                  </a:cubicBezTo>
                  <a:cubicBezTo>
                    <a:pt x="218" y="972"/>
                    <a:pt x="212" y="965"/>
                    <a:pt x="213" y="951"/>
                  </a:cubicBezTo>
                  <a:cubicBezTo>
                    <a:pt x="185" y="862"/>
                    <a:pt x="181" y="854"/>
                    <a:pt x="178" y="845"/>
                  </a:cubicBezTo>
                  <a:cubicBezTo>
                    <a:pt x="145" y="767"/>
                    <a:pt x="139" y="762"/>
                    <a:pt x="135" y="755"/>
                  </a:cubicBezTo>
                  <a:cubicBezTo>
                    <a:pt x="119" y="717"/>
                    <a:pt x="114" y="719"/>
                    <a:pt x="112" y="717"/>
                  </a:cubicBezTo>
                  <a:cubicBezTo>
                    <a:pt x="92" y="686"/>
                    <a:pt x="92" y="676"/>
                    <a:pt x="87" y="669"/>
                  </a:cubicBezTo>
                  <a:cubicBezTo>
                    <a:pt x="56" y="621"/>
                    <a:pt x="53" y="614"/>
                    <a:pt x="49" y="607"/>
                  </a:cubicBezTo>
                  <a:cubicBezTo>
                    <a:pt x="41" y="564"/>
                    <a:pt x="41" y="578"/>
                    <a:pt x="47" y="586"/>
                  </a:cubicBezTo>
                  <a:cubicBezTo>
                    <a:pt x="72" y="633"/>
                    <a:pt x="77" y="635"/>
                    <a:pt x="77" y="642"/>
                  </a:cubicBezTo>
                  <a:cubicBezTo>
                    <a:pt x="117" y="700"/>
                    <a:pt x="120" y="711"/>
                    <a:pt x="125" y="720"/>
                  </a:cubicBezTo>
                  <a:cubicBezTo>
                    <a:pt x="136" y="738"/>
                    <a:pt x="138" y="743"/>
                    <a:pt x="143" y="745"/>
                  </a:cubicBezTo>
                  <a:cubicBezTo>
                    <a:pt x="165" y="796"/>
                    <a:pt x="169" y="801"/>
                    <a:pt x="173" y="805"/>
                  </a:cubicBezTo>
                  <a:cubicBezTo>
                    <a:pt x="198" y="877"/>
                    <a:pt x="205" y="880"/>
                    <a:pt x="206" y="888"/>
                  </a:cubicBezTo>
                  <a:cubicBezTo>
                    <a:pt x="210" y="912"/>
                    <a:pt x="215" y="915"/>
                    <a:pt x="216" y="923"/>
                  </a:cubicBezTo>
                  <a:cubicBezTo>
                    <a:pt x="239" y="982"/>
                    <a:pt x="234" y="967"/>
                    <a:pt x="238" y="961"/>
                  </a:cubicBezTo>
                  <a:cubicBezTo>
                    <a:pt x="220" y="890"/>
                    <a:pt x="217" y="886"/>
                    <a:pt x="218" y="876"/>
                  </a:cubicBezTo>
                  <a:cubicBezTo>
                    <a:pt x="175" y="774"/>
                    <a:pt x="176" y="763"/>
                    <a:pt x="173" y="755"/>
                  </a:cubicBezTo>
                  <a:cubicBezTo>
                    <a:pt x="155" y="729"/>
                    <a:pt x="156" y="717"/>
                    <a:pt x="150" y="712"/>
                  </a:cubicBezTo>
                  <a:cubicBezTo>
                    <a:pt x="123" y="663"/>
                    <a:pt x="122" y="653"/>
                    <a:pt x="115" y="649"/>
                  </a:cubicBezTo>
                  <a:cubicBezTo>
                    <a:pt x="86" y="590"/>
                    <a:pt x="85" y="586"/>
                    <a:pt x="85" y="581"/>
                  </a:cubicBezTo>
                  <a:cubicBezTo>
                    <a:pt x="60" y="516"/>
                    <a:pt x="65" y="519"/>
                    <a:pt x="64" y="528"/>
                  </a:cubicBezTo>
                  <a:cubicBezTo>
                    <a:pt x="82" y="567"/>
                    <a:pt x="89" y="567"/>
                    <a:pt x="87" y="576"/>
                  </a:cubicBezTo>
                  <a:cubicBezTo>
                    <a:pt x="102" y="603"/>
                    <a:pt x="102" y="606"/>
                    <a:pt x="105" y="606"/>
                  </a:cubicBezTo>
                  <a:cubicBezTo>
                    <a:pt x="133" y="652"/>
                    <a:pt x="128" y="663"/>
                    <a:pt x="135" y="662"/>
                  </a:cubicBezTo>
                  <a:cubicBezTo>
                    <a:pt x="162" y="716"/>
                    <a:pt x="168" y="721"/>
                    <a:pt x="170" y="730"/>
                  </a:cubicBezTo>
                  <a:cubicBezTo>
                    <a:pt x="201" y="805"/>
                    <a:pt x="206" y="810"/>
                    <a:pt x="208" y="818"/>
                  </a:cubicBezTo>
                  <a:cubicBezTo>
                    <a:pt x="243" y="905"/>
                    <a:pt x="235" y="893"/>
                    <a:pt x="233" y="888"/>
                  </a:cubicBezTo>
                  <a:cubicBezTo>
                    <a:pt x="221" y="836"/>
                    <a:pt x="220" y="828"/>
                    <a:pt x="216" y="823"/>
                  </a:cubicBezTo>
                  <a:cubicBezTo>
                    <a:pt x="173" y="707"/>
                    <a:pt x="173" y="697"/>
                    <a:pt x="170" y="689"/>
                  </a:cubicBezTo>
                  <a:cubicBezTo>
                    <a:pt x="157" y="663"/>
                    <a:pt x="154" y="657"/>
                    <a:pt x="150" y="652"/>
                  </a:cubicBezTo>
                  <a:cubicBezTo>
                    <a:pt x="119" y="602"/>
                    <a:pt x="122" y="594"/>
                    <a:pt x="117" y="594"/>
                  </a:cubicBezTo>
                  <a:cubicBezTo>
                    <a:pt x="119" y="590"/>
                    <a:pt x="124" y="592"/>
                    <a:pt x="125" y="596"/>
                  </a:cubicBezTo>
                  <a:cubicBezTo>
                    <a:pt x="159" y="641"/>
                    <a:pt x="154" y="651"/>
                    <a:pt x="163" y="649"/>
                  </a:cubicBezTo>
                  <a:cubicBezTo>
                    <a:pt x="185" y="694"/>
                    <a:pt x="183" y="708"/>
                    <a:pt x="190" y="712"/>
                  </a:cubicBezTo>
                  <a:cubicBezTo>
                    <a:pt x="211" y="753"/>
                    <a:pt x="208" y="762"/>
                    <a:pt x="213" y="762"/>
                  </a:cubicBezTo>
                  <a:cubicBezTo>
                    <a:pt x="237" y="847"/>
                    <a:pt x="238" y="850"/>
                    <a:pt x="238" y="853"/>
                  </a:cubicBezTo>
                  <a:cubicBezTo>
                    <a:pt x="246" y="870"/>
                    <a:pt x="242" y="860"/>
                    <a:pt x="243" y="855"/>
                  </a:cubicBezTo>
                  <a:cubicBezTo>
                    <a:pt x="231" y="791"/>
                    <a:pt x="232" y="779"/>
                    <a:pt x="228" y="757"/>
                  </a:cubicBezTo>
                  <a:cubicBezTo>
                    <a:pt x="212" y="721"/>
                    <a:pt x="215" y="712"/>
                    <a:pt x="210" y="712"/>
                  </a:cubicBezTo>
                  <a:cubicBezTo>
                    <a:pt x="190" y="661"/>
                    <a:pt x="188" y="652"/>
                    <a:pt x="183" y="647"/>
                  </a:cubicBezTo>
                  <a:cubicBezTo>
                    <a:pt x="162" y="617"/>
                    <a:pt x="161" y="598"/>
                    <a:pt x="150" y="589"/>
                  </a:cubicBezTo>
                  <a:cubicBezTo>
                    <a:pt x="126" y="540"/>
                    <a:pt x="121" y="535"/>
                    <a:pt x="117" y="528"/>
                  </a:cubicBezTo>
                  <a:cubicBezTo>
                    <a:pt x="101" y="492"/>
                    <a:pt x="98" y="489"/>
                    <a:pt x="97" y="486"/>
                  </a:cubicBezTo>
                  <a:cubicBezTo>
                    <a:pt x="80" y="432"/>
                    <a:pt x="73" y="429"/>
                    <a:pt x="74" y="418"/>
                  </a:cubicBezTo>
                  <a:cubicBezTo>
                    <a:pt x="93" y="455"/>
                    <a:pt x="94" y="458"/>
                    <a:pt x="94" y="463"/>
                  </a:cubicBezTo>
                  <a:cubicBezTo>
                    <a:pt x="143" y="547"/>
                    <a:pt x="140" y="555"/>
                    <a:pt x="145" y="556"/>
                  </a:cubicBezTo>
                  <a:cubicBezTo>
                    <a:pt x="164" y="593"/>
                    <a:pt x="170" y="599"/>
                    <a:pt x="173" y="606"/>
                  </a:cubicBezTo>
                  <a:cubicBezTo>
                    <a:pt x="191" y="642"/>
                    <a:pt x="200" y="654"/>
                    <a:pt x="205" y="669"/>
                  </a:cubicBezTo>
                  <a:cubicBezTo>
                    <a:pt x="228" y="720"/>
                    <a:pt x="226" y="733"/>
                    <a:pt x="233" y="737"/>
                  </a:cubicBezTo>
                  <a:cubicBezTo>
                    <a:pt x="244" y="794"/>
                    <a:pt x="247" y="802"/>
                    <a:pt x="246" y="815"/>
                  </a:cubicBezTo>
                  <a:cubicBezTo>
                    <a:pt x="257" y="840"/>
                    <a:pt x="255" y="834"/>
                    <a:pt x="256" y="830"/>
                  </a:cubicBezTo>
                  <a:cubicBezTo>
                    <a:pt x="249" y="738"/>
                    <a:pt x="244" y="737"/>
                    <a:pt x="243" y="732"/>
                  </a:cubicBezTo>
                  <a:cubicBezTo>
                    <a:pt x="217" y="655"/>
                    <a:pt x="208" y="642"/>
                    <a:pt x="203" y="624"/>
                  </a:cubicBezTo>
                  <a:cubicBezTo>
                    <a:pt x="179" y="566"/>
                    <a:pt x="170" y="562"/>
                    <a:pt x="170" y="551"/>
                  </a:cubicBezTo>
                  <a:cubicBezTo>
                    <a:pt x="156" y="511"/>
                    <a:pt x="145" y="501"/>
                    <a:pt x="142" y="483"/>
                  </a:cubicBezTo>
                  <a:cubicBezTo>
                    <a:pt x="140" y="458"/>
                    <a:pt x="142" y="465"/>
                    <a:pt x="145" y="471"/>
                  </a:cubicBezTo>
                  <a:cubicBezTo>
                    <a:pt x="163" y="523"/>
                    <a:pt x="171" y="533"/>
                    <a:pt x="175" y="546"/>
                  </a:cubicBezTo>
                  <a:cubicBezTo>
                    <a:pt x="196" y="591"/>
                    <a:pt x="206" y="598"/>
                    <a:pt x="208" y="614"/>
                  </a:cubicBezTo>
                  <a:cubicBezTo>
                    <a:pt x="231" y="662"/>
                    <a:pt x="236" y="674"/>
                    <a:pt x="241" y="687"/>
                  </a:cubicBezTo>
                  <a:cubicBezTo>
                    <a:pt x="252" y="718"/>
                    <a:pt x="249" y="725"/>
                    <a:pt x="253" y="725"/>
                  </a:cubicBezTo>
                  <a:cubicBezTo>
                    <a:pt x="268" y="760"/>
                    <a:pt x="259" y="754"/>
                    <a:pt x="261" y="750"/>
                  </a:cubicBezTo>
                  <a:cubicBezTo>
                    <a:pt x="260" y="703"/>
                    <a:pt x="254" y="700"/>
                    <a:pt x="258" y="692"/>
                  </a:cubicBezTo>
                  <a:cubicBezTo>
                    <a:pt x="248" y="658"/>
                    <a:pt x="249" y="652"/>
                    <a:pt x="246" y="652"/>
                  </a:cubicBezTo>
                  <a:cubicBezTo>
                    <a:pt x="229" y="597"/>
                    <a:pt x="228" y="593"/>
                    <a:pt x="228" y="589"/>
                  </a:cubicBezTo>
                  <a:cubicBezTo>
                    <a:pt x="211" y="547"/>
                    <a:pt x="207" y="538"/>
                    <a:pt x="203" y="528"/>
                  </a:cubicBezTo>
                  <a:cubicBezTo>
                    <a:pt x="186" y="481"/>
                    <a:pt x="179" y="480"/>
                    <a:pt x="180" y="473"/>
                  </a:cubicBezTo>
                  <a:cubicBezTo>
                    <a:pt x="156" y="407"/>
                    <a:pt x="153" y="397"/>
                    <a:pt x="150" y="387"/>
                  </a:cubicBezTo>
                  <a:cubicBezTo>
                    <a:pt x="147" y="345"/>
                    <a:pt x="152" y="348"/>
                    <a:pt x="150" y="357"/>
                  </a:cubicBezTo>
                  <a:cubicBezTo>
                    <a:pt x="176" y="446"/>
                    <a:pt x="183" y="456"/>
                    <a:pt x="188" y="468"/>
                  </a:cubicBezTo>
                  <a:cubicBezTo>
                    <a:pt x="206" y="507"/>
                    <a:pt x="205" y="512"/>
                    <a:pt x="205" y="516"/>
                  </a:cubicBezTo>
                  <a:cubicBezTo>
                    <a:pt x="224" y="553"/>
                    <a:pt x="228" y="566"/>
                    <a:pt x="233" y="579"/>
                  </a:cubicBezTo>
                  <a:cubicBezTo>
                    <a:pt x="232" y="555"/>
                    <a:pt x="229" y="552"/>
                    <a:pt x="228" y="546"/>
                  </a:cubicBezTo>
                  <a:cubicBezTo>
                    <a:pt x="212" y="499"/>
                    <a:pt x="215" y="491"/>
                    <a:pt x="210" y="491"/>
                  </a:cubicBezTo>
                  <a:cubicBezTo>
                    <a:pt x="198" y="374"/>
                    <a:pt x="193" y="371"/>
                    <a:pt x="198" y="360"/>
                  </a:cubicBezTo>
                  <a:cubicBezTo>
                    <a:pt x="209" y="429"/>
                    <a:pt x="211" y="465"/>
                    <a:pt x="223" y="491"/>
                  </a:cubicBezTo>
                  <a:cubicBezTo>
                    <a:pt x="280" y="680"/>
                    <a:pt x="276" y="677"/>
                    <a:pt x="276" y="674"/>
                  </a:cubicBezTo>
                  <a:cubicBezTo>
                    <a:pt x="265" y="621"/>
                    <a:pt x="263" y="596"/>
                    <a:pt x="256" y="576"/>
                  </a:cubicBezTo>
                  <a:cubicBezTo>
                    <a:pt x="238" y="489"/>
                    <a:pt x="237" y="484"/>
                    <a:pt x="233" y="481"/>
                  </a:cubicBezTo>
                  <a:cubicBezTo>
                    <a:pt x="229" y="441"/>
                    <a:pt x="223" y="426"/>
                    <a:pt x="223" y="415"/>
                  </a:cubicBezTo>
                  <a:cubicBezTo>
                    <a:pt x="215" y="326"/>
                    <a:pt x="215" y="313"/>
                    <a:pt x="215" y="299"/>
                  </a:cubicBezTo>
                  <a:cubicBezTo>
                    <a:pt x="216" y="264"/>
                    <a:pt x="215" y="246"/>
                    <a:pt x="215" y="229"/>
                  </a:cubicBezTo>
                  <a:cubicBezTo>
                    <a:pt x="220" y="243"/>
                    <a:pt x="217" y="244"/>
                    <a:pt x="220" y="252"/>
                  </a:cubicBezTo>
                  <a:cubicBezTo>
                    <a:pt x="227" y="394"/>
                    <a:pt x="231" y="403"/>
                    <a:pt x="230" y="418"/>
                  </a:cubicBezTo>
                  <a:cubicBezTo>
                    <a:pt x="241" y="471"/>
                    <a:pt x="249" y="489"/>
                    <a:pt x="253" y="511"/>
                  </a:cubicBezTo>
                  <a:cubicBezTo>
                    <a:pt x="269" y="599"/>
                    <a:pt x="275" y="599"/>
                    <a:pt x="273" y="606"/>
                  </a:cubicBezTo>
                  <a:cubicBezTo>
                    <a:pt x="283" y="651"/>
                    <a:pt x="286" y="652"/>
                    <a:pt x="286" y="672"/>
                  </a:cubicBezTo>
                  <a:cubicBezTo>
                    <a:pt x="296" y="620"/>
                    <a:pt x="298" y="608"/>
                    <a:pt x="293" y="589"/>
                  </a:cubicBezTo>
                  <a:cubicBezTo>
                    <a:pt x="280" y="509"/>
                    <a:pt x="286" y="493"/>
                    <a:pt x="281" y="488"/>
                  </a:cubicBezTo>
                  <a:cubicBezTo>
                    <a:pt x="267" y="299"/>
                    <a:pt x="263" y="266"/>
                    <a:pt x="268" y="241"/>
                  </a:cubicBezTo>
                  <a:cubicBezTo>
                    <a:pt x="274" y="196"/>
                    <a:pt x="264" y="191"/>
                    <a:pt x="270" y="186"/>
                  </a:cubicBezTo>
                  <a:cubicBezTo>
                    <a:pt x="277" y="197"/>
                    <a:pt x="273" y="206"/>
                    <a:pt x="273" y="216"/>
                  </a:cubicBezTo>
                  <a:cubicBezTo>
                    <a:pt x="276" y="229"/>
                    <a:pt x="273" y="230"/>
                    <a:pt x="273" y="239"/>
                  </a:cubicBezTo>
                  <a:cubicBezTo>
                    <a:pt x="284" y="423"/>
                    <a:pt x="283" y="439"/>
                    <a:pt x="286" y="453"/>
                  </a:cubicBezTo>
                  <a:cubicBezTo>
                    <a:pt x="292" y="522"/>
                    <a:pt x="304" y="540"/>
                    <a:pt x="303" y="574"/>
                  </a:cubicBezTo>
                  <a:cubicBezTo>
                    <a:pt x="306" y="533"/>
                    <a:pt x="306" y="521"/>
                    <a:pt x="306" y="508"/>
                  </a:cubicBezTo>
                  <a:cubicBezTo>
                    <a:pt x="292" y="325"/>
                    <a:pt x="289" y="308"/>
                    <a:pt x="291" y="292"/>
                  </a:cubicBezTo>
                  <a:cubicBezTo>
                    <a:pt x="285" y="226"/>
                    <a:pt x="289" y="223"/>
                    <a:pt x="288" y="209"/>
                  </a:cubicBezTo>
                  <a:cubicBezTo>
                    <a:pt x="293" y="131"/>
                    <a:pt x="295" y="122"/>
                    <a:pt x="296" y="111"/>
                  </a:cubicBezTo>
                  <a:cubicBezTo>
                    <a:pt x="296" y="107"/>
                    <a:pt x="305" y="125"/>
                    <a:pt x="298" y="126"/>
                  </a:cubicBezTo>
                  <a:cubicBezTo>
                    <a:pt x="292" y="226"/>
                    <a:pt x="298" y="243"/>
                    <a:pt x="296" y="259"/>
                  </a:cubicBezTo>
                  <a:cubicBezTo>
                    <a:pt x="303" y="366"/>
                    <a:pt x="309" y="397"/>
                    <a:pt x="308" y="435"/>
                  </a:cubicBezTo>
                  <a:cubicBezTo>
                    <a:pt x="323" y="474"/>
                    <a:pt x="314" y="470"/>
                    <a:pt x="316" y="465"/>
                  </a:cubicBezTo>
                  <a:cubicBezTo>
                    <a:pt x="318" y="444"/>
                    <a:pt x="318" y="439"/>
                    <a:pt x="318" y="435"/>
                  </a:cubicBezTo>
                  <a:cubicBezTo>
                    <a:pt x="316" y="396"/>
                    <a:pt x="316" y="392"/>
                    <a:pt x="316" y="387"/>
                  </a:cubicBezTo>
                  <a:cubicBezTo>
                    <a:pt x="315" y="330"/>
                    <a:pt x="313" y="324"/>
                    <a:pt x="313" y="319"/>
                  </a:cubicBezTo>
                  <a:cubicBezTo>
                    <a:pt x="318" y="200"/>
                    <a:pt x="323" y="199"/>
                    <a:pt x="321" y="191"/>
                  </a:cubicBezTo>
                  <a:cubicBezTo>
                    <a:pt x="325" y="160"/>
                    <a:pt x="320" y="150"/>
                    <a:pt x="326" y="151"/>
                  </a:cubicBezTo>
                  <a:cubicBezTo>
                    <a:pt x="333" y="137"/>
                    <a:pt x="331" y="147"/>
                    <a:pt x="328" y="156"/>
                  </a:cubicBezTo>
                  <a:cubicBezTo>
                    <a:pt x="322" y="246"/>
                    <a:pt x="326" y="266"/>
                    <a:pt x="321" y="277"/>
                  </a:cubicBezTo>
                  <a:cubicBezTo>
                    <a:pt x="324" y="351"/>
                    <a:pt x="322" y="357"/>
                    <a:pt x="326" y="357"/>
                  </a:cubicBezTo>
                  <a:cubicBezTo>
                    <a:pt x="328" y="453"/>
                    <a:pt x="326" y="458"/>
                    <a:pt x="326" y="463"/>
                  </a:cubicBezTo>
                  <a:cubicBezTo>
                    <a:pt x="338" y="484"/>
                    <a:pt x="338" y="481"/>
                    <a:pt x="339" y="478"/>
                  </a:cubicBezTo>
                  <a:cubicBezTo>
                    <a:pt x="339" y="467"/>
                    <a:pt x="338" y="461"/>
                    <a:pt x="339" y="453"/>
                  </a:cubicBezTo>
                  <a:cubicBezTo>
                    <a:pt x="339" y="390"/>
                    <a:pt x="345" y="391"/>
                    <a:pt x="344" y="385"/>
                  </a:cubicBezTo>
                  <a:cubicBezTo>
                    <a:pt x="344" y="252"/>
                    <a:pt x="346" y="241"/>
                    <a:pt x="346" y="229"/>
                  </a:cubicBezTo>
                  <a:cubicBezTo>
                    <a:pt x="373" y="110"/>
                    <a:pt x="371" y="102"/>
                    <a:pt x="374" y="98"/>
                  </a:cubicBezTo>
                  <a:cubicBezTo>
                    <a:pt x="379" y="60"/>
                    <a:pt x="385" y="60"/>
                    <a:pt x="384" y="53"/>
                  </a:cubicBezTo>
                  <a:cubicBezTo>
                    <a:pt x="397" y="11"/>
                    <a:pt x="405" y="24"/>
                    <a:pt x="399" y="22"/>
                  </a:cubicBezTo>
                  <a:cubicBezTo>
                    <a:pt x="374" y="102"/>
                    <a:pt x="383" y="117"/>
                    <a:pt x="376" y="116"/>
                  </a:cubicBezTo>
                  <a:cubicBezTo>
                    <a:pt x="367" y="192"/>
                    <a:pt x="355" y="232"/>
                    <a:pt x="351" y="272"/>
                  </a:cubicBezTo>
                  <a:cubicBezTo>
                    <a:pt x="351" y="359"/>
                    <a:pt x="355" y="369"/>
                    <a:pt x="354" y="372"/>
                  </a:cubicBezTo>
                  <a:cubicBezTo>
                    <a:pt x="351" y="399"/>
                    <a:pt x="351" y="403"/>
                    <a:pt x="351" y="407"/>
                  </a:cubicBezTo>
                  <a:cubicBezTo>
                    <a:pt x="362" y="364"/>
                    <a:pt x="358" y="351"/>
                    <a:pt x="364" y="347"/>
                  </a:cubicBezTo>
                  <a:cubicBezTo>
                    <a:pt x="368" y="321"/>
                    <a:pt x="368" y="314"/>
                    <a:pt x="371" y="314"/>
                  </a:cubicBezTo>
                  <a:cubicBezTo>
                    <a:pt x="390" y="172"/>
                    <a:pt x="402" y="149"/>
                    <a:pt x="404" y="116"/>
                  </a:cubicBezTo>
                  <a:cubicBezTo>
                    <a:pt x="432" y="41"/>
                    <a:pt x="427" y="40"/>
                    <a:pt x="429" y="48"/>
                  </a:cubicBezTo>
                  <a:cubicBezTo>
                    <a:pt x="403" y="151"/>
                    <a:pt x="400" y="182"/>
                    <a:pt x="396" y="221"/>
                  </a:cubicBezTo>
                  <a:cubicBezTo>
                    <a:pt x="369" y="402"/>
                    <a:pt x="368" y="392"/>
                    <a:pt x="374" y="387"/>
                  </a:cubicBezTo>
                  <a:cubicBezTo>
                    <a:pt x="381" y="362"/>
                    <a:pt x="384" y="355"/>
                    <a:pt x="386" y="347"/>
                  </a:cubicBezTo>
                  <a:cubicBezTo>
                    <a:pt x="421" y="286"/>
                    <a:pt x="421" y="276"/>
                    <a:pt x="426" y="272"/>
                  </a:cubicBezTo>
                  <a:cubicBezTo>
                    <a:pt x="463" y="190"/>
                    <a:pt x="470" y="184"/>
                    <a:pt x="472" y="173"/>
                  </a:cubicBezTo>
                  <a:cubicBezTo>
                    <a:pt x="478" y="175"/>
                    <a:pt x="469" y="199"/>
                    <a:pt x="462" y="224"/>
                  </a:cubicBezTo>
                  <a:cubicBezTo>
                    <a:pt x="446" y="260"/>
                    <a:pt x="442" y="261"/>
                    <a:pt x="442" y="261"/>
                  </a:cubicBezTo>
                  <a:cubicBezTo>
                    <a:pt x="417" y="299"/>
                    <a:pt x="417" y="319"/>
                    <a:pt x="406" y="329"/>
                  </a:cubicBezTo>
                  <a:cubicBezTo>
                    <a:pt x="393" y="372"/>
                    <a:pt x="394" y="370"/>
                    <a:pt x="396" y="370"/>
                  </a:cubicBezTo>
                  <a:cubicBezTo>
                    <a:pt x="423" y="330"/>
                    <a:pt x="433" y="319"/>
                    <a:pt x="437" y="302"/>
                  </a:cubicBezTo>
                  <a:cubicBezTo>
                    <a:pt x="464" y="262"/>
                    <a:pt x="464" y="255"/>
                    <a:pt x="467" y="251"/>
                  </a:cubicBezTo>
                  <a:cubicBezTo>
                    <a:pt x="504" y="170"/>
                    <a:pt x="509" y="151"/>
                    <a:pt x="512" y="128"/>
                  </a:cubicBezTo>
                  <a:cubicBezTo>
                    <a:pt x="522" y="92"/>
                    <a:pt x="522" y="99"/>
                    <a:pt x="522" y="105"/>
                  </a:cubicBezTo>
                  <a:cubicBezTo>
                    <a:pt x="496" y="217"/>
                    <a:pt x="493" y="220"/>
                    <a:pt x="492" y="224"/>
                  </a:cubicBezTo>
                  <a:cubicBezTo>
                    <a:pt x="470" y="268"/>
                    <a:pt x="468" y="270"/>
                    <a:pt x="467" y="274"/>
                  </a:cubicBezTo>
                  <a:cubicBezTo>
                    <a:pt x="460" y="300"/>
                    <a:pt x="449" y="294"/>
                    <a:pt x="452" y="302"/>
                  </a:cubicBezTo>
                  <a:cubicBezTo>
                    <a:pt x="426" y="346"/>
                    <a:pt x="419" y="348"/>
                    <a:pt x="419" y="357"/>
                  </a:cubicBezTo>
                  <a:cubicBezTo>
                    <a:pt x="377" y="415"/>
                    <a:pt x="378" y="425"/>
                    <a:pt x="369" y="425"/>
                  </a:cubicBezTo>
                  <a:cubicBezTo>
                    <a:pt x="358" y="467"/>
                    <a:pt x="351" y="467"/>
                    <a:pt x="354" y="475"/>
                  </a:cubicBezTo>
                  <a:cubicBezTo>
                    <a:pt x="367" y="453"/>
                    <a:pt x="377" y="450"/>
                    <a:pt x="379" y="438"/>
                  </a:cubicBezTo>
                  <a:cubicBezTo>
                    <a:pt x="409" y="380"/>
                    <a:pt x="416" y="379"/>
                    <a:pt x="417" y="372"/>
                  </a:cubicBezTo>
                  <a:cubicBezTo>
                    <a:pt x="432" y="354"/>
                    <a:pt x="437" y="346"/>
                    <a:pt x="442" y="337"/>
                  </a:cubicBezTo>
                  <a:cubicBezTo>
                    <a:pt x="466" y="307"/>
                    <a:pt x="467" y="295"/>
                    <a:pt x="477" y="292"/>
                  </a:cubicBezTo>
                  <a:cubicBezTo>
                    <a:pt x="499" y="244"/>
                    <a:pt x="508" y="247"/>
                    <a:pt x="507" y="239"/>
                  </a:cubicBezTo>
                  <a:cubicBezTo>
                    <a:pt x="524" y="202"/>
                    <a:pt x="526" y="190"/>
                    <a:pt x="532" y="183"/>
                  </a:cubicBezTo>
                  <a:cubicBezTo>
                    <a:pt x="548" y="92"/>
                    <a:pt x="554" y="90"/>
                    <a:pt x="550" y="85"/>
                  </a:cubicBezTo>
                  <a:cubicBezTo>
                    <a:pt x="558" y="74"/>
                    <a:pt x="553" y="90"/>
                    <a:pt x="555" y="113"/>
                  </a:cubicBezTo>
                  <a:cubicBezTo>
                    <a:pt x="542" y="172"/>
                    <a:pt x="541" y="178"/>
                    <a:pt x="537" y="181"/>
                  </a:cubicBezTo>
                  <a:cubicBezTo>
                    <a:pt x="505" y="263"/>
                    <a:pt x="501" y="266"/>
                    <a:pt x="499" y="271"/>
                  </a:cubicBezTo>
                  <a:cubicBezTo>
                    <a:pt x="484" y="295"/>
                    <a:pt x="484" y="297"/>
                    <a:pt x="482" y="297"/>
                  </a:cubicBezTo>
                  <a:cubicBezTo>
                    <a:pt x="457" y="329"/>
                    <a:pt x="455" y="341"/>
                    <a:pt x="447" y="347"/>
                  </a:cubicBezTo>
                  <a:cubicBezTo>
                    <a:pt x="407" y="407"/>
                    <a:pt x="403" y="417"/>
                    <a:pt x="399" y="428"/>
                  </a:cubicBezTo>
                  <a:cubicBezTo>
                    <a:pt x="366" y="495"/>
                    <a:pt x="355" y="497"/>
                    <a:pt x="354" y="511"/>
                  </a:cubicBezTo>
                  <a:cubicBezTo>
                    <a:pt x="335" y="549"/>
                    <a:pt x="325" y="553"/>
                    <a:pt x="326" y="569"/>
                  </a:cubicBezTo>
                  <a:cubicBezTo>
                    <a:pt x="362" y="513"/>
                    <a:pt x="363" y="500"/>
                    <a:pt x="369" y="493"/>
                  </a:cubicBezTo>
                  <a:cubicBezTo>
                    <a:pt x="404" y="438"/>
                    <a:pt x="412" y="433"/>
                    <a:pt x="414" y="423"/>
                  </a:cubicBezTo>
                  <a:cubicBezTo>
                    <a:pt x="432" y="393"/>
                    <a:pt x="442" y="397"/>
                    <a:pt x="439" y="387"/>
                  </a:cubicBezTo>
                  <a:cubicBezTo>
                    <a:pt x="476" y="345"/>
                    <a:pt x="475" y="336"/>
                    <a:pt x="482" y="334"/>
                  </a:cubicBezTo>
                  <a:cubicBezTo>
                    <a:pt x="503" y="295"/>
                    <a:pt x="509" y="292"/>
                    <a:pt x="512" y="287"/>
                  </a:cubicBezTo>
                  <a:cubicBezTo>
                    <a:pt x="539" y="245"/>
                    <a:pt x="539" y="228"/>
                    <a:pt x="547" y="219"/>
                  </a:cubicBezTo>
                  <a:cubicBezTo>
                    <a:pt x="562" y="165"/>
                    <a:pt x="567" y="153"/>
                    <a:pt x="570" y="138"/>
                  </a:cubicBezTo>
                  <a:cubicBezTo>
                    <a:pt x="577" y="72"/>
                    <a:pt x="586" y="67"/>
                    <a:pt x="585" y="57"/>
                  </a:cubicBezTo>
                  <a:cubicBezTo>
                    <a:pt x="585" y="94"/>
                    <a:pt x="579" y="99"/>
                    <a:pt x="580" y="110"/>
                  </a:cubicBezTo>
                  <a:cubicBezTo>
                    <a:pt x="567" y="189"/>
                    <a:pt x="560" y="188"/>
                    <a:pt x="562" y="196"/>
                  </a:cubicBezTo>
                  <a:cubicBezTo>
                    <a:pt x="550" y="239"/>
                    <a:pt x="538" y="250"/>
                    <a:pt x="535" y="269"/>
                  </a:cubicBezTo>
                  <a:cubicBezTo>
                    <a:pt x="506" y="321"/>
                    <a:pt x="500" y="322"/>
                    <a:pt x="500" y="329"/>
                  </a:cubicBezTo>
                  <a:cubicBezTo>
                    <a:pt x="467" y="374"/>
                    <a:pt x="461" y="376"/>
                    <a:pt x="457" y="380"/>
                  </a:cubicBezTo>
                  <a:cubicBezTo>
                    <a:pt x="427" y="424"/>
                    <a:pt x="425" y="427"/>
                    <a:pt x="424" y="430"/>
                  </a:cubicBezTo>
                  <a:cubicBezTo>
                    <a:pt x="401" y="471"/>
                    <a:pt x="394" y="474"/>
                    <a:pt x="391" y="480"/>
                  </a:cubicBezTo>
                  <a:cubicBezTo>
                    <a:pt x="381" y="509"/>
                    <a:pt x="381" y="506"/>
                    <a:pt x="381" y="503"/>
                  </a:cubicBezTo>
                  <a:cubicBezTo>
                    <a:pt x="415" y="463"/>
                    <a:pt x="421" y="454"/>
                    <a:pt x="429" y="448"/>
                  </a:cubicBezTo>
                  <a:cubicBezTo>
                    <a:pt x="442" y="427"/>
                    <a:pt x="447" y="428"/>
                    <a:pt x="447" y="425"/>
                  </a:cubicBezTo>
                  <a:cubicBezTo>
                    <a:pt x="472" y="394"/>
                    <a:pt x="479" y="387"/>
                    <a:pt x="484" y="380"/>
                  </a:cubicBezTo>
                  <a:cubicBezTo>
                    <a:pt x="504" y="353"/>
                    <a:pt x="508" y="349"/>
                    <a:pt x="512" y="347"/>
                  </a:cubicBezTo>
                  <a:cubicBezTo>
                    <a:pt x="538" y="309"/>
                    <a:pt x="541" y="301"/>
                    <a:pt x="545" y="294"/>
                  </a:cubicBezTo>
                  <a:cubicBezTo>
                    <a:pt x="559" y="253"/>
                    <a:pt x="562" y="251"/>
                    <a:pt x="567" y="251"/>
                  </a:cubicBezTo>
                  <a:cubicBezTo>
                    <a:pt x="523" y="343"/>
                    <a:pt x="520" y="354"/>
                    <a:pt x="512" y="360"/>
                  </a:cubicBezTo>
                  <a:cubicBezTo>
                    <a:pt x="483" y="397"/>
                    <a:pt x="482" y="399"/>
                    <a:pt x="482" y="402"/>
                  </a:cubicBezTo>
                  <a:cubicBezTo>
                    <a:pt x="463" y="420"/>
                    <a:pt x="460" y="424"/>
                    <a:pt x="459" y="430"/>
                  </a:cubicBezTo>
                  <a:cubicBezTo>
                    <a:pt x="433" y="460"/>
                    <a:pt x="432" y="462"/>
                    <a:pt x="429" y="463"/>
                  </a:cubicBezTo>
                  <a:cubicBezTo>
                    <a:pt x="403" y="503"/>
                    <a:pt x="395" y="502"/>
                    <a:pt x="394" y="508"/>
                  </a:cubicBezTo>
                  <a:cubicBezTo>
                    <a:pt x="360" y="548"/>
                    <a:pt x="356" y="558"/>
                    <a:pt x="351" y="566"/>
                  </a:cubicBezTo>
                  <a:cubicBezTo>
                    <a:pt x="315" y="653"/>
                    <a:pt x="316" y="649"/>
                    <a:pt x="319" y="649"/>
                  </a:cubicBezTo>
                  <a:cubicBezTo>
                    <a:pt x="332" y="628"/>
                    <a:pt x="333" y="622"/>
                    <a:pt x="336" y="619"/>
                  </a:cubicBezTo>
                  <a:cubicBezTo>
                    <a:pt x="367" y="582"/>
                    <a:pt x="371" y="575"/>
                    <a:pt x="376" y="568"/>
                  </a:cubicBezTo>
                  <a:cubicBezTo>
                    <a:pt x="394" y="542"/>
                    <a:pt x="402" y="543"/>
                    <a:pt x="402" y="536"/>
                  </a:cubicBezTo>
                  <a:cubicBezTo>
                    <a:pt x="438" y="505"/>
                    <a:pt x="438" y="494"/>
                    <a:pt x="447" y="490"/>
                  </a:cubicBezTo>
                  <a:cubicBezTo>
                    <a:pt x="471" y="464"/>
                    <a:pt x="471" y="452"/>
                    <a:pt x="479" y="448"/>
                  </a:cubicBezTo>
                  <a:cubicBezTo>
                    <a:pt x="500" y="419"/>
                    <a:pt x="504" y="411"/>
                    <a:pt x="510" y="405"/>
                  </a:cubicBezTo>
                  <a:cubicBezTo>
                    <a:pt x="544" y="340"/>
                    <a:pt x="544" y="334"/>
                    <a:pt x="547" y="332"/>
                  </a:cubicBezTo>
                  <a:cubicBezTo>
                    <a:pt x="576" y="260"/>
                    <a:pt x="573" y="249"/>
                    <a:pt x="577" y="244"/>
                  </a:cubicBezTo>
                  <a:cubicBezTo>
                    <a:pt x="586" y="197"/>
                    <a:pt x="588" y="164"/>
                    <a:pt x="595" y="135"/>
                  </a:cubicBezTo>
                  <a:cubicBezTo>
                    <a:pt x="594" y="196"/>
                    <a:pt x="589" y="206"/>
                    <a:pt x="590" y="224"/>
                  </a:cubicBezTo>
                  <a:cubicBezTo>
                    <a:pt x="572" y="286"/>
                    <a:pt x="575" y="297"/>
                    <a:pt x="570" y="299"/>
                  </a:cubicBezTo>
                  <a:cubicBezTo>
                    <a:pt x="537" y="378"/>
                    <a:pt x="533" y="389"/>
                    <a:pt x="525" y="397"/>
                  </a:cubicBezTo>
                  <a:cubicBezTo>
                    <a:pt x="506" y="431"/>
                    <a:pt x="503" y="431"/>
                    <a:pt x="502" y="435"/>
                  </a:cubicBezTo>
                  <a:cubicBezTo>
                    <a:pt x="485" y="464"/>
                    <a:pt x="476" y="464"/>
                    <a:pt x="477" y="473"/>
                  </a:cubicBezTo>
                  <a:cubicBezTo>
                    <a:pt x="452" y="503"/>
                    <a:pt x="446" y="505"/>
                    <a:pt x="442" y="508"/>
                  </a:cubicBezTo>
                  <a:cubicBezTo>
                    <a:pt x="424" y="523"/>
                    <a:pt x="427" y="534"/>
                    <a:pt x="419" y="533"/>
                  </a:cubicBezTo>
                  <a:cubicBezTo>
                    <a:pt x="337" y="645"/>
                    <a:pt x="338" y="641"/>
                    <a:pt x="341" y="641"/>
                  </a:cubicBezTo>
                  <a:cubicBezTo>
                    <a:pt x="357" y="630"/>
                    <a:pt x="354" y="622"/>
                    <a:pt x="359" y="621"/>
                  </a:cubicBezTo>
                  <a:cubicBezTo>
                    <a:pt x="419" y="562"/>
                    <a:pt x="442" y="543"/>
                    <a:pt x="459" y="518"/>
                  </a:cubicBezTo>
                  <a:cubicBezTo>
                    <a:pt x="475" y="496"/>
                    <a:pt x="482" y="498"/>
                    <a:pt x="482" y="493"/>
                  </a:cubicBezTo>
                  <a:cubicBezTo>
                    <a:pt x="501" y="474"/>
                    <a:pt x="503" y="471"/>
                    <a:pt x="505" y="468"/>
                  </a:cubicBezTo>
                  <a:cubicBezTo>
                    <a:pt x="547" y="407"/>
                    <a:pt x="552" y="402"/>
                    <a:pt x="557" y="397"/>
                  </a:cubicBezTo>
                  <a:cubicBezTo>
                    <a:pt x="585" y="334"/>
                    <a:pt x="592" y="336"/>
                    <a:pt x="590" y="329"/>
                  </a:cubicBezTo>
                  <a:cubicBezTo>
                    <a:pt x="604" y="294"/>
                    <a:pt x="606" y="286"/>
                    <a:pt x="610" y="281"/>
                  </a:cubicBezTo>
                  <a:cubicBezTo>
                    <a:pt x="629" y="217"/>
                    <a:pt x="627" y="222"/>
                    <a:pt x="628" y="226"/>
                  </a:cubicBezTo>
                  <a:cubicBezTo>
                    <a:pt x="614" y="259"/>
                    <a:pt x="624" y="266"/>
                    <a:pt x="618" y="269"/>
                  </a:cubicBezTo>
                  <a:cubicBezTo>
                    <a:pt x="600" y="334"/>
                    <a:pt x="592" y="341"/>
                    <a:pt x="590" y="354"/>
                  </a:cubicBezTo>
                  <a:cubicBezTo>
                    <a:pt x="569" y="389"/>
                    <a:pt x="569" y="396"/>
                    <a:pt x="565" y="400"/>
                  </a:cubicBezTo>
                  <a:cubicBezTo>
                    <a:pt x="539" y="449"/>
                    <a:pt x="528" y="446"/>
                    <a:pt x="530" y="455"/>
                  </a:cubicBezTo>
                  <a:cubicBezTo>
                    <a:pt x="494" y="498"/>
                    <a:pt x="491" y="501"/>
                    <a:pt x="487" y="505"/>
                  </a:cubicBezTo>
                  <a:cubicBezTo>
                    <a:pt x="467" y="523"/>
                    <a:pt x="465" y="536"/>
                    <a:pt x="454" y="541"/>
                  </a:cubicBezTo>
                  <a:cubicBezTo>
                    <a:pt x="435" y="560"/>
                    <a:pt x="434" y="562"/>
                    <a:pt x="434" y="566"/>
                  </a:cubicBezTo>
                  <a:cubicBezTo>
                    <a:pt x="409" y="593"/>
                    <a:pt x="397" y="589"/>
                    <a:pt x="399" y="599"/>
                  </a:cubicBezTo>
                  <a:cubicBezTo>
                    <a:pt x="371" y="623"/>
                    <a:pt x="367" y="627"/>
                    <a:pt x="364" y="631"/>
                  </a:cubicBezTo>
                  <a:cubicBezTo>
                    <a:pt x="347" y="653"/>
                    <a:pt x="344" y="654"/>
                    <a:pt x="341" y="654"/>
                  </a:cubicBezTo>
                  <a:cubicBezTo>
                    <a:pt x="306" y="715"/>
                    <a:pt x="304" y="720"/>
                    <a:pt x="301" y="722"/>
                  </a:cubicBezTo>
                  <a:cubicBezTo>
                    <a:pt x="296" y="747"/>
                    <a:pt x="297" y="745"/>
                    <a:pt x="299" y="745"/>
                  </a:cubicBezTo>
                  <a:cubicBezTo>
                    <a:pt x="318" y="708"/>
                    <a:pt x="325" y="704"/>
                    <a:pt x="329" y="697"/>
                  </a:cubicBezTo>
                  <a:cubicBezTo>
                    <a:pt x="354" y="669"/>
                    <a:pt x="351" y="661"/>
                    <a:pt x="356" y="662"/>
                  </a:cubicBezTo>
                  <a:cubicBezTo>
                    <a:pt x="380" y="634"/>
                    <a:pt x="389" y="622"/>
                    <a:pt x="399" y="611"/>
                  </a:cubicBezTo>
                  <a:cubicBezTo>
                    <a:pt x="461" y="555"/>
                    <a:pt x="469" y="552"/>
                    <a:pt x="472" y="543"/>
                  </a:cubicBezTo>
                  <a:cubicBezTo>
                    <a:pt x="512" y="507"/>
                    <a:pt x="513" y="503"/>
                    <a:pt x="520" y="503"/>
                  </a:cubicBezTo>
                  <a:cubicBezTo>
                    <a:pt x="550" y="469"/>
                    <a:pt x="557" y="461"/>
                    <a:pt x="565" y="455"/>
                  </a:cubicBezTo>
                  <a:cubicBezTo>
                    <a:pt x="598" y="394"/>
                    <a:pt x="603" y="386"/>
                    <a:pt x="610" y="380"/>
                  </a:cubicBezTo>
                  <a:cubicBezTo>
                    <a:pt x="617" y="354"/>
                    <a:pt x="618" y="350"/>
                    <a:pt x="623" y="349"/>
                  </a:cubicBezTo>
                  <a:cubicBezTo>
                    <a:pt x="643" y="301"/>
                    <a:pt x="640" y="315"/>
                    <a:pt x="638" y="317"/>
                  </a:cubicBezTo>
                  <a:cubicBezTo>
                    <a:pt x="614" y="376"/>
                    <a:pt x="614" y="391"/>
                    <a:pt x="605" y="397"/>
                  </a:cubicBezTo>
                  <a:cubicBezTo>
                    <a:pt x="571" y="455"/>
                    <a:pt x="568" y="462"/>
                    <a:pt x="565" y="470"/>
                  </a:cubicBezTo>
                  <a:cubicBezTo>
                    <a:pt x="543" y="489"/>
                    <a:pt x="545" y="498"/>
                    <a:pt x="537" y="495"/>
                  </a:cubicBezTo>
                  <a:cubicBezTo>
                    <a:pt x="520" y="516"/>
                    <a:pt x="516" y="518"/>
                    <a:pt x="512" y="521"/>
                  </a:cubicBezTo>
                  <a:cubicBezTo>
                    <a:pt x="488" y="541"/>
                    <a:pt x="485" y="549"/>
                    <a:pt x="477" y="553"/>
                  </a:cubicBezTo>
                  <a:cubicBezTo>
                    <a:pt x="451" y="584"/>
                    <a:pt x="445" y="583"/>
                    <a:pt x="444" y="589"/>
                  </a:cubicBezTo>
                  <a:cubicBezTo>
                    <a:pt x="416" y="615"/>
                    <a:pt x="402" y="624"/>
                    <a:pt x="392" y="636"/>
                  </a:cubicBezTo>
                  <a:cubicBezTo>
                    <a:pt x="369" y="660"/>
                    <a:pt x="366" y="668"/>
                    <a:pt x="359" y="672"/>
                  </a:cubicBezTo>
                  <a:cubicBezTo>
                    <a:pt x="326" y="726"/>
                    <a:pt x="315" y="734"/>
                    <a:pt x="309" y="747"/>
                  </a:cubicBezTo>
                  <a:cubicBezTo>
                    <a:pt x="299" y="770"/>
                    <a:pt x="301" y="766"/>
                    <a:pt x="304" y="762"/>
                  </a:cubicBezTo>
                  <a:cubicBezTo>
                    <a:pt x="323" y="737"/>
                    <a:pt x="326" y="734"/>
                    <a:pt x="329" y="730"/>
                  </a:cubicBezTo>
                  <a:cubicBezTo>
                    <a:pt x="353" y="695"/>
                    <a:pt x="356" y="695"/>
                    <a:pt x="359" y="694"/>
                  </a:cubicBezTo>
                  <a:cubicBezTo>
                    <a:pt x="373" y="674"/>
                    <a:pt x="377" y="671"/>
                    <a:pt x="379" y="667"/>
                  </a:cubicBezTo>
                  <a:cubicBezTo>
                    <a:pt x="427" y="618"/>
                    <a:pt x="427" y="612"/>
                    <a:pt x="432" y="611"/>
                  </a:cubicBezTo>
                  <a:cubicBezTo>
                    <a:pt x="465" y="583"/>
                    <a:pt x="468" y="575"/>
                    <a:pt x="477" y="573"/>
                  </a:cubicBezTo>
                  <a:cubicBezTo>
                    <a:pt x="532" y="525"/>
                    <a:pt x="537" y="523"/>
                    <a:pt x="540" y="521"/>
                  </a:cubicBezTo>
                  <a:cubicBezTo>
                    <a:pt x="572" y="493"/>
                    <a:pt x="577" y="488"/>
                    <a:pt x="583" y="483"/>
                  </a:cubicBezTo>
                  <a:cubicBezTo>
                    <a:pt x="603" y="467"/>
                    <a:pt x="601" y="462"/>
                    <a:pt x="603" y="460"/>
                  </a:cubicBezTo>
                  <a:cubicBezTo>
                    <a:pt x="640" y="421"/>
                    <a:pt x="644" y="403"/>
                    <a:pt x="656" y="392"/>
                  </a:cubicBezTo>
                  <a:cubicBezTo>
                    <a:pt x="677" y="336"/>
                    <a:pt x="684" y="332"/>
                    <a:pt x="686" y="322"/>
                  </a:cubicBezTo>
                  <a:cubicBezTo>
                    <a:pt x="694" y="312"/>
                    <a:pt x="693" y="316"/>
                    <a:pt x="691" y="319"/>
                  </a:cubicBezTo>
                  <a:cubicBezTo>
                    <a:pt x="672" y="371"/>
                    <a:pt x="672" y="380"/>
                    <a:pt x="666" y="385"/>
                  </a:cubicBezTo>
                  <a:cubicBezTo>
                    <a:pt x="638" y="427"/>
                    <a:pt x="637" y="437"/>
                    <a:pt x="630" y="440"/>
                  </a:cubicBezTo>
                  <a:cubicBezTo>
                    <a:pt x="614" y="466"/>
                    <a:pt x="617" y="473"/>
                    <a:pt x="613" y="473"/>
                  </a:cubicBezTo>
                  <a:cubicBezTo>
                    <a:pt x="599" y="501"/>
                    <a:pt x="588" y="506"/>
                    <a:pt x="585" y="521"/>
                  </a:cubicBezTo>
                  <a:cubicBezTo>
                    <a:pt x="536" y="580"/>
                    <a:pt x="527" y="580"/>
                    <a:pt x="527" y="589"/>
                  </a:cubicBezTo>
                  <a:cubicBezTo>
                    <a:pt x="498" y="618"/>
                    <a:pt x="489" y="617"/>
                    <a:pt x="490" y="626"/>
                  </a:cubicBezTo>
                  <a:cubicBezTo>
                    <a:pt x="455" y="659"/>
                    <a:pt x="447" y="668"/>
                    <a:pt x="437" y="674"/>
                  </a:cubicBezTo>
                  <a:cubicBezTo>
                    <a:pt x="408" y="701"/>
                    <a:pt x="406" y="706"/>
                    <a:pt x="404" y="709"/>
                  </a:cubicBezTo>
                  <a:cubicBezTo>
                    <a:pt x="384" y="728"/>
                    <a:pt x="380" y="730"/>
                    <a:pt x="377" y="732"/>
                  </a:cubicBezTo>
                  <a:cubicBezTo>
                    <a:pt x="365" y="749"/>
                    <a:pt x="359" y="754"/>
                    <a:pt x="354" y="760"/>
                  </a:cubicBezTo>
                  <a:cubicBezTo>
                    <a:pt x="309" y="824"/>
                    <a:pt x="309" y="830"/>
                    <a:pt x="304" y="830"/>
                  </a:cubicBezTo>
                  <a:cubicBezTo>
                    <a:pt x="289" y="858"/>
                    <a:pt x="285" y="858"/>
                    <a:pt x="286" y="863"/>
                  </a:cubicBezTo>
                  <a:cubicBezTo>
                    <a:pt x="270" y="881"/>
                    <a:pt x="270" y="888"/>
                    <a:pt x="266" y="891"/>
                  </a:cubicBezTo>
                  <a:cubicBezTo>
                    <a:pt x="252" y="942"/>
                    <a:pt x="260" y="953"/>
                    <a:pt x="253" y="961"/>
                  </a:cubicBezTo>
                  <a:cubicBezTo>
                    <a:pt x="275" y="924"/>
                    <a:pt x="276" y="916"/>
                    <a:pt x="281" y="913"/>
                  </a:cubicBezTo>
                  <a:cubicBezTo>
                    <a:pt x="296" y="889"/>
                    <a:pt x="296" y="885"/>
                    <a:pt x="296" y="881"/>
                  </a:cubicBezTo>
                  <a:cubicBezTo>
                    <a:pt x="328" y="826"/>
                    <a:pt x="337" y="820"/>
                    <a:pt x="341" y="808"/>
                  </a:cubicBezTo>
                  <a:cubicBezTo>
                    <a:pt x="391" y="746"/>
                    <a:pt x="402" y="741"/>
                    <a:pt x="407" y="730"/>
                  </a:cubicBezTo>
                  <a:cubicBezTo>
                    <a:pt x="466" y="676"/>
                    <a:pt x="464" y="669"/>
                    <a:pt x="472" y="672"/>
                  </a:cubicBezTo>
                  <a:cubicBezTo>
                    <a:pt x="497" y="651"/>
                    <a:pt x="495" y="644"/>
                    <a:pt x="500" y="644"/>
                  </a:cubicBezTo>
                  <a:cubicBezTo>
                    <a:pt x="524" y="614"/>
                    <a:pt x="532" y="607"/>
                    <a:pt x="540" y="599"/>
                  </a:cubicBezTo>
                  <a:cubicBezTo>
                    <a:pt x="560" y="577"/>
                    <a:pt x="562" y="575"/>
                    <a:pt x="563" y="578"/>
                  </a:cubicBezTo>
                  <a:cubicBezTo>
                    <a:pt x="532" y="621"/>
                    <a:pt x="526" y="621"/>
                    <a:pt x="525" y="626"/>
                  </a:cubicBezTo>
                  <a:cubicBezTo>
                    <a:pt x="515" y="645"/>
                    <a:pt x="502" y="643"/>
                    <a:pt x="502" y="654"/>
                  </a:cubicBezTo>
                  <a:cubicBezTo>
                    <a:pt x="477" y="678"/>
                    <a:pt x="473" y="681"/>
                    <a:pt x="467" y="682"/>
                  </a:cubicBezTo>
                  <a:cubicBezTo>
                    <a:pt x="440" y="699"/>
                    <a:pt x="454" y="709"/>
                    <a:pt x="442" y="707"/>
                  </a:cubicBezTo>
                  <a:cubicBezTo>
                    <a:pt x="411" y="729"/>
                    <a:pt x="426" y="737"/>
                    <a:pt x="417" y="737"/>
                  </a:cubicBezTo>
                  <a:cubicBezTo>
                    <a:pt x="405" y="760"/>
                    <a:pt x="394" y="754"/>
                    <a:pt x="397" y="762"/>
                  </a:cubicBezTo>
                  <a:cubicBezTo>
                    <a:pt x="340" y="837"/>
                    <a:pt x="330" y="837"/>
                    <a:pt x="331" y="848"/>
                  </a:cubicBezTo>
                  <a:cubicBezTo>
                    <a:pt x="298" y="899"/>
                    <a:pt x="301" y="909"/>
                    <a:pt x="294" y="911"/>
                  </a:cubicBezTo>
                  <a:cubicBezTo>
                    <a:pt x="276" y="946"/>
                    <a:pt x="271" y="948"/>
                    <a:pt x="271" y="956"/>
                  </a:cubicBezTo>
                  <a:cubicBezTo>
                    <a:pt x="289" y="939"/>
                    <a:pt x="287" y="927"/>
                    <a:pt x="294" y="923"/>
                  </a:cubicBezTo>
                  <a:cubicBezTo>
                    <a:pt x="324" y="876"/>
                    <a:pt x="325" y="872"/>
                    <a:pt x="329" y="871"/>
                  </a:cubicBezTo>
                  <a:cubicBezTo>
                    <a:pt x="345" y="847"/>
                    <a:pt x="350" y="842"/>
                    <a:pt x="351" y="833"/>
                  </a:cubicBezTo>
                  <a:cubicBezTo>
                    <a:pt x="391" y="775"/>
                    <a:pt x="403" y="777"/>
                    <a:pt x="404" y="767"/>
                  </a:cubicBezTo>
                  <a:cubicBezTo>
                    <a:pt x="425" y="740"/>
                    <a:pt x="432" y="742"/>
                    <a:pt x="434" y="740"/>
                  </a:cubicBezTo>
                  <a:cubicBezTo>
                    <a:pt x="450" y="719"/>
                    <a:pt x="452" y="717"/>
                    <a:pt x="455" y="714"/>
                  </a:cubicBezTo>
                  <a:cubicBezTo>
                    <a:pt x="479" y="688"/>
                    <a:pt x="486" y="686"/>
                    <a:pt x="490" y="682"/>
                  </a:cubicBezTo>
                  <a:cubicBezTo>
                    <a:pt x="517" y="654"/>
                    <a:pt x="523" y="652"/>
                    <a:pt x="525" y="646"/>
                  </a:cubicBezTo>
                  <a:cubicBezTo>
                    <a:pt x="547" y="627"/>
                    <a:pt x="547" y="624"/>
                    <a:pt x="548" y="621"/>
                  </a:cubicBezTo>
                  <a:cubicBezTo>
                    <a:pt x="574" y="586"/>
                    <a:pt x="584" y="581"/>
                    <a:pt x="588" y="571"/>
                  </a:cubicBezTo>
                  <a:cubicBezTo>
                    <a:pt x="602" y="554"/>
                    <a:pt x="603" y="558"/>
                    <a:pt x="603" y="561"/>
                  </a:cubicBezTo>
                  <a:cubicBezTo>
                    <a:pt x="564" y="608"/>
                    <a:pt x="562" y="624"/>
                    <a:pt x="553" y="631"/>
                  </a:cubicBezTo>
                  <a:cubicBezTo>
                    <a:pt x="533" y="653"/>
                    <a:pt x="531" y="655"/>
                    <a:pt x="527" y="656"/>
                  </a:cubicBezTo>
                  <a:cubicBezTo>
                    <a:pt x="489" y="688"/>
                    <a:pt x="491" y="694"/>
                    <a:pt x="487" y="694"/>
                  </a:cubicBezTo>
                  <a:cubicBezTo>
                    <a:pt x="459" y="725"/>
                    <a:pt x="455" y="729"/>
                    <a:pt x="450" y="732"/>
                  </a:cubicBezTo>
                  <a:cubicBezTo>
                    <a:pt x="414" y="777"/>
                    <a:pt x="409" y="779"/>
                    <a:pt x="404" y="782"/>
                  </a:cubicBezTo>
                  <a:cubicBezTo>
                    <a:pt x="368" y="827"/>
                    <a:pt x="367" y="833"/>
                    <a:pt x="364" y="838"/>
                  </a:cubicBezTo>
                  <a:cubicBezTo>
                    <a:pt x="347" y="861"/>
                    <a:pt x="347" y="865"/>
                    <a:pt x="344" y="865"/>
                  </a:cubicBezTo>
                  <a:cubicBezTo>
                    <a:pt x="316" y="902"/>
                    <a:pt x="318" y="908"/>
                    <a:pt x="314" y="908"/>
                  </a:cubicBezTo>
                  <a:cubicBezTo>
                    <a:pt x="297" y="944"/>
                    <a:pt x="292" y="947"/>
                    <a:pt x="289" y="951"/>
                  </a:cubicBezTo>
                  <a:cubicBezTo>
                    <a:pt x="272" y="991"/>
                    <a:pt x="265" y="999"/>
                    <a:pt x="264" y="1012"/>
                  </a:cubicBezTo>
                  <a:cubicBezTo>
                    <a:pt x="246" y="1070"/>
                    <a:pt x="247" y="1080"/>
                    <a:pt x="243" y="1084"/>
                  </a:cubicBezTo>
                  <a:cubicBezTo>
                    <a:pt x="275" y="1031"/>
                    <a:pt x="275" y="1019"/>
                    <a:pt x="281" y="1014"/>
                  </a:cubicBezTo>
                  <a:cubicBezTo>
                    <a:pt x="300" y="980"/>
                    <a:pt x="306" y="968"/>
                    <a:pt x="311" y="956"/>
                  </a:cubicBezTo>
                  <a:cubicBezTo>
                    <a:pt x="329" y="925"/>
                    <a:pt x="336" y="929"/>
                    <a:pt x="334" y="921"/>
                  </a:cubicBezTo>
                  <a:cubicBezTo>
                    <a:pt x="370" y="883"/>
                    <a:pt x="367" y="872"/>
                    <a:pt x="377" y="873"/>
                  </a:cubicBezTo>
                  <a:cubicBezTo>
                    <a:pt x="395" y="849"/>
                    <a:pt x="404" y="842"/>
                    <a:pt x="412" y="833"/>
                  </a:cubicBezTo>
                  <a:cubicBezTo>
                    <a:pt x="432" y="811"/>
                    <a:pt x="434" y="810"/>
                    <a:pt x="434" y="808"/>
                  </a:cubicBezTo>
                  <a:cubicBezTo>
                    <a:pt x="468" y="774"/>
                    <a:pt x="473" y="764"/>
                    <a:pt x="482" y="757"/>
                  </a:cubicBezTo>
                  <a:cubicBezTo>
                    <a:pt x="518" y="710"/>
                    <a:pt x="527" y="711"/>
                    <a:pt x="525" y="702"/>
                  </a:cubicBezTo>
                  <a:cubicBezTo>
                    <a:pt x="512" y="725"/>
                    <a:pt x="513" y="729"/>
                    <a:pt x="512" y="732"/>
                  </a:cubicBezTo>
                  <a:cubicBezTo>
                    <a:pt x="497" y="756"/>
                    <a:pt x="486" y="759"/>
                    <a:pt x="482" y="767"/>
                  </a:cubicBezTo>
                  <a:cubicBezTo>
                    <a:pt x="463" y="791"/>
                    <a:pt x="457" y="793"/>
                    <a:pt x="452" y="795"/>
                  </a:cubicBezTo>
                  <a:cubicBezTo>
                    <a:pt x="362" y="908"/>
                    <a:pt x="358" y="911"/>
                    <a:pt x="354" y="913"/>
                  </a:cubicBezTo>
                  <a:cubicBezTo>
                    <a:pt x="338" y="944"/>
                    <a:pt x="330" y="941"/>
                    <a:pt x="331" y="948"/>
                  </a:cubicBezTo>
                  <a:cubicBezTo>
                    <a:pt x="305" y="988"/>
                    <a:pt x="305" y="994"/>
                    <a:pt x="301" y="996"/>
                  </a:cubicBezTo>
                  <a:cubicBezTo>
                    <a:pt x="313" y="984"/>
                    <a:pt x="317" y="981"/>
                    <a:pt x="319" y="976"/>
                  </a:cubicBezTo>
                  <a:cubicBezTo>
                    <a:pt x="362" y="938"/>
                    <a:pt x="357" y="928"/>
                    <a:pt x="364" y="928"/>
                  </a:cubicBezTo>
                  <a:cubicBezTo>
                    <a:pt x="379" y="903"/>
                    <a:pt x="390" y="907"/>
                    <a:pt x="389" y="901"/>
                  </a:cubicBezTo>
                  <a:cubicBezTo>
                    <a:pt x="416" y="869"/>
                    <a:pt x="427" y="873"/>
                    <a:pt x="424" y="865"/>
                  </a:cubicBezTo>
                  <a:cubicBezTo>
                    <a:pt x="450" y="844"/>
                    <a:pt x="454" y="836"/>
                    <a:pt x="462" y="833"/>
                  </a:cubicBezTo>
                  <a:cubicBezTo>
                    <a:pt x="510" y="785"/>
                    <a:pt x="513" y="782"/>
                    <a:pt x="515" y="780"/>
                  </a:cubicBezTo>
                  <a:cubicBezTo>
                    <a:pt x="536" y="752"/>
                    <a:pt x="545" y="755"/>
                    <a:pt x="543" y="747"/>
                  </a:cubicBezTo>
                  <a:cubicBezTo>
                    <a:pt x="566" y="714"/>
                    <a:pt x="568" y="710"/>
                    <a:pt x="570" y="707"/>
                  </a:cubicBezTo>
                  <a:cubicBezTo>
                    <a:pt x="591" y="657"/>
                    <a:pt x="601" y="647"/>
                    <a:pt x="605" y="631"/>
                  </a:cubicBezTo>
                  <a:cubicBezTo>
                    <a:pt x="597" y="662"/>
                    <a:pt x="596" y="668"/>
                    <a:pt x="595" y="674"/>
                  </a:cubicBezTo>
                  <a:cubicBezTo>
                    <a:pt x="577" y="704"/>
                    <a:pt x="573" y="716"/>
                    <a:pt x="568" y="727"/>
                  </a:cubicBezTo>
                  <a:cubicBezTo>
                    <a:pt x="537" y="772"/>
                    <a:pt x="532" y="774"/>
                    <a:pt x="528" y="777"/>
                  </a:cubicBezTo>
                  <a:cubicBezTo>
                    <a:pt x="516" y="796"/>
                    <a:pt x="509" y="797"/>
                    <a:pt x="507" y="802"/>
                  </a:cubicBezTo>
                  <a:cubicBezTo>
                    <a:pt x="475" y="834"/>
                    <a:pt x="473" y="835"/>
                    <a:pt x="472" y="838"/>
                  </a:cubicBezTo>
                  <a:cubicBezTo>
                    <a:pt x="458" y="853"/>
                    <a:pt x="452" y="855"/>
                    <a:pt x="447" y="858"/>
                  </a:cubicBezTo>
                  <a:cubicBezTo>
                    <a:pt x="430" y="871"/>
                    <a:pt x="434" y="882"/>
                    <a:pt x="424" y="881"/>
                  </a:cubicBezTo>
                  <a:cubicBezTo>
                    <a:pt x="388" y="922"/>
                    <a:pt x="381" y="923"/>
                    <a:pt x="379" y="928"/>
                  </a:cubicBezTo>
                  <a:cubicBezTo>
                    <a:pt x="356" y="958"/>
                    <a:pt x="346" y="955"/>
                    <a:pt x="347" y="964"/>
                  </a:cubicBezTo>
                  <a:cubicBezTo>
                    <a:pt x="311" y="1003"/>
                    <a:pt x="313" y="1013"/>
                    <a:pt x="306" y="1014"/>
                  </a:cubicBezTo>
                  <a:cubicBezTo>
                    <a:pt x="282" y="1051"/>
                    <a:pt x="281" y="1054"/>
                    <a:pt x="281" y="1057"/>
                  </a:cubicBezTo>
                  <a:cubicBezTo>
                    <a:pt x="263" y="1076"/>
                    <a:pt x="266" y="1095"/>
                    <a:pt x="256" y="1100"/>
                  </a:cubicBezTo>
                  <a:cubicBezTo>
                    <a:pt x="251" y="1150"/>
                    <a:pt x="250" y="1138"/>
                    <a:pt x="256" y="1135"/>
                  </a:cubicBezTo>
                  <a:cubicBezTo>
                    <a:pt x="289" y="1070"/>
                    <a:pt x="297" y="1067"/>
                    <a:pt x="299" y="1059"/>
                  </a:cubicBezTo>
                  <a:cubicBezTo>
                    <a:pt x="316" y="1029"/>
                    <a:pt x="323" y="1031"/>
                    <a:pt x="321" y="1024"/>
                  </a:cubicBezTo>
                  <a:cubicBezTo>
                    <a:pt x="338" y="1004"/>
                    <a:pt x="340" y="996"/>
                    <a:pt x="344" y="991"/>
                  </a:cubicBezTo>
                  <a:cubicBezTo>
                    <a:pt x="361" y="971"/>
                    <a:pt x="363" y="965"/>
                    <a:pt x="369" y="961"/>
                  </a:cubicBezTo>
                  <a:cubicBezTo>
                    <a:pt x="436" y="888"/>
                    <a:pt x="448" y="891"/>
                    <a:pt x="447" y="880"/>
                  </a:cubicBezTo>
                  <a:cubicBezTo>
                    <a:pt x="469" y="858"/>
                    <a:pt x="474" y="859"/>
                    <a:pt x="475" y="855"/>
                  </a:cubicBezTo>
                  <a:cubicBezTo>
                    <a:pt x="505" y="824"/>
                    <a:pt x="511" y="822"/>
                    <a:pt x="512" y="815"/>
                  </a:cubicBezTo>
                  <a:cubicBezTo>
                    <a:pt x="568" y="753"/>
                    <a:pt x="565" y="741"/>
                    <a:pt x="573" y="739"/>
                  </a:cubicBezTo>
                  <a:cubicBezTo>
                    <a:pt x="584" y="730"/>
                    <a:pt x="582" y="734"/>
                    <a:pt x="580" y="737"/>
                  </a:cubicBezTo>
                  <a:cubicBezTo>
                    <a:pt x="561" y="775"/>
                    <a:pt x="553" y="785"/>
                    <a:pt x="545" y="795"/>
                  </a:cubicBezTo>
                  <a:cubicBezTo>
                    <a:pt x="516" y="828"/>
                    <a:pt x="510" y="830"/>
                    <a:pt x="507" y="838"/>
                  </a:cubicBezTo>
                  <a:cubicBezTo>
                    <a:pt x="443" y="909"/>
                    <a:pt x="435" y="906"/>
                    <a:pt x="435" y="911"/>
                  </a:cubicBezTo>
                  <a:cubicBezTo>
                    <a:pt x="419" y="924"/>
                    <a:pt x="417" y="927"/>
                    <a:pt x="417" y="931"/>
                  </a:cubicBezTo>
                  <a:cubicBezTo>
                    <a:pt x="381" y="966"/>
                    <a:pt x="371" y="974"/>
                    <a:pt x="364" y="986"/>
                  </a:cubicBezTo>
                  <a:cubicBezTo>
                    <a:pt x="347" y="1005"/>
                    <a:pt x="346" y="1013"/>
                    <a:pt x="339" y="1014"/>
                  </a:cubicBezTo>
                  <a:cubicBezTo>
                    <a:pt x="294" y="1085"/>
                    <a:pt x="293" y="1095"/>
                    <a:pt x="286" y="1100"/>
                  </a:cubicBezTo>
                  <a:cubicBezTo>
                    <a:pt x="259" y="1148"/>
                    <a:pt x="259" y="1154"/>
                    <a:pt x="256" y="1157"/>
                  </a:cubicBezTo>
                  <a:cubicBezTo>
                    <a:pt x="241" y="1199"/>
                    <a:pt x="246" y="1208"/>
                    <a:pt x="241" y="1218"/>
                  </a:cubicBezTo>
                  <a:cubicBezTo>
                    <a:pt x="260" y="1178"/>
                    <a:pt x="260" y="1172"/>
                    <a:pt x="264" y="1170"/>
                  </a:cubicBezTo>
                  <a:cubicBezTo>
                    <a:pt x="290" y="1114"/>
                    <a:pt x="297" y="1109"/>
                    <a:pt x="301" y="1102"/>
                  </a:cubicBezTo>
                  <a:cubicBezTo>
                    <a:pt x="336" y="1056"/>
                    <a:pt x="339" y="1048"/>
                    <a:pt x="344" y="1042"/>
                  </a:cubicBezTo>
                  <a:cubicBezTo>
                    <a:pt x="367" y="1006"/>
                    <a:pt x="373" y="1006"/>
                    <a:pt x="374" y="1001"/>
                  </a:cubicBezTo>
                  <a:cubicBezTo>
                    <a:pt x="410" y="964"/>
                    <a:pt x="416" y="964"/>
                    <a:pt x="417" y="959"/>
                  </a:cubicBezTo>
                  <a:cubicBezTo>
                    <a:pt x="453" y="919"/>
                    <a:pt x="467" y="910"/>
                    <a:pt x="475" y="896"/>
                  </a:cubicBezTo>
                  <a:cubicBezTo>
                    <a:pt x="505" y="865"/>
                    <a:pt x="517" y="863"/>
                    <a:pt x="520" y="850"/>
                  </a:cubicBezTo>
                  <a:cubicBezTo>
                    <a:pt x="554" y="810"/>
                    <a:pt x="558" y="807"/>
                    <a:pt x="560" y="802"/>
                  </a:cubicBezTo>
                  <a:cubicBezTo>
                    <a:pt x="584" y="766"/>
                    <a:pt x="596" y="762"/>
                    <a:pt x="598" y="750"/>
                  </a:cubicBezTo>
                  <a:cubicBezTo>
                    <a:pt x="627" y="704"/>
                    <a:pt x="632" y="702"/>
                    <a:pt x="633" y="697"/>
                  </a:cubicBezTo>
                  <a:cubicBezTo>
                    <a:pt x="623" y="720"/>
                    <a:pt x="626" y="728"/>
                    <a:pt x="621" y="727"/>
                  </a:cubicBezTo>
                  <a:cubicBezTo>
                    <a:pt x="597" y="761"/>
                    <a:pt x="596" y="771"/>
                    <a:pt x="588" y="772"/>
                  </a:cubicBezTo>
                  <a:cubicBezTo>
                    <a:pt x="575" y="802"/>
                    <a:pt x="566" y="803"/>
                    <a:pt x="565" y="812"/>
                  </a:cubicBezTo>
                  <a:cubicBezTo>
                    <a:pt x="538" y="856"/>
                    <a:pt x="525" y="854"/>
                    <a:pt x="525" y="865"/>
                  </a:cubicBezTo>
                  <a:cubicBezTo>
                    <a:pt x="510" y="886"/>
                    <a:pt x="501" y="883"/>
                    <a:pt x="500" y="888"/>
                  </a:cubicBezTo>
                  <a:cubicBezTo>
                    <a:pt x="481" y="905"/>
                    <a:pt x="479" y="907"/>
                    <a:pt x="477" y="911"/>
                  </a:cubicBezTo>
                  <a:cubicBezTo>
                    <a:pt x="449" y="935"/>
                    <a:pt x="452" y="943"/>
                    <a:pt x="447" y="943"/>
                  </a:cubicBezTo>
                  <a:cubicBezTo>
                    <a:pt x="429" y="962"/>
                    <a:pt x="427" y="963"/>
                    <a:pt x="425" y="966"/>
                  </a:cubicBezTo>
                  <a:cubicBezTo>
                    <a:pt x="401" y="992"/>
                    <a:pt x="398" y="995"/>
                    <a:pt x="394" y="996"/>
                  </a:cubicBezTo>
                  <a:cubicBezTo>
                    <a:pt x="379" y="1017"/>
                    <a:pt x="373" y="1015"/>
                    <a:pt x="374" y="1021"/>
                  </a:cubicBezTo>
                  <a:cubicBezTo>
                    <a:pt x="331" y="1077"/>
                    <a:pt x="326" y="1081"/>
                    <a:pt x="324" y="1089"/>
                  </a:cubicBezTo>
                  <a:cubicBezTo>
                    <a:pt x="309" y="1105"/>
                    <a:pt x="309" y="1109"/>
                    <a:pt x="309" y="1112"/>
                  </a:cubicBezTo>
                  <a:cubicBezTo>
                    <a:pt x="293" y="1133"/>
                    <a:pt x="293" y="1139"/>
                    <a:pt x="289" y="1142"/>
                  </a:cubicBezTo>
                  <a:cubicBezTo>
                    <a:pt x="272" y="1170"/>
                    <a:pt x="273" y="1176"/>
                    <a:pt x="271" y="1180"/>
                  </a:cubicBezTo>
                  <a:cubicBezTo>
                    <a:pt x="246" y="1241"/>
                    <a:pt x="246" y="1250"/>
                    <a:pt x="246" y="1258"/>
                  </a:cubicBezTo>
                  <a:cubicBezTo>
                    <a:pt x="257" y="1254"/>
                    <a:pt x="254" y="1246"/>
                    <a:pt x="259" y="1246"/>
                  </a:cubicBezTo>
                  <a:cubicBezTo>
                    <a:pt x="274" y="1211"/>
                    <a:pt x="275" y="1207"/>
                    <a:pt x="279" y="1205"/>
                  </a:cubicBezTo>
                  <a:cubicBezTo>
                    <a:pt x="320" y="1146"/>
                    <a:pt x="319" y="1135"/>
                    <a:pt x="327" y="1132"/>
                  </a:cubicBezTo>
                  <a:cubicBezTo>
                    <a:pt x="353" y="1085"/>
                    <a:pt x="363" y="1084"/>
                    <a:pt x="364" y="1074"/>
                  </a:cubicBezTo>
                  <a:cubicBezTo>
                    <a:pt x="392" y="1044"/>
                    <a:pt x="389" y="1036"/>
                    <a:pt x="394" y="1037"/>
                  </a:cubicBezTo>
                  <a:cubicBezTo>
                    <a:pt x="409" y="1021"/>
                    <a:pt x="409" y="1018"/>
                    <a:pt x="409" y="1016"/>
                  </a:cubicBezTo>
                  <a:cubicBezTo>
                    <a:pt x="421" y="1005"/>
                    <a:pt x="423" y="1003"/>
                    <a:pt x="427" y="1001"/>
                  </a:cubicBezTo>
                  <a:cubicBezTo>
                    <a:pt x="466" y="955"/>
                    <a:pt x="477" y="948"/>
                    <a:pt x="485" y="938"/>
                  </a:cubicBezTo>
                  <a:cubicBezTo>
                    <a:pt x="518" y="914"/>
                    <a:pt x="515" y="906"/>
                    <a:pt x="520" y="906"/>
                  </a:cubicBezTo>
                  <a:cubicBezTo>
                    <a:pt x="551" y="882"/>
                    <a:pt x="558" y="873"/>
                    <a:pt x="568" y="865"/>
                  </a:cubicBezTo>
                  <a:cubicBezTo>
                    <a:pt x="556" y="886"/>
                    <a:pt x="553" y="888"/>
                    <a:pt x="548" y="888"/>
                  </a:cubicBezTo>
                  <a:cubicBezTo>
                    <a:pt x="519" y="917"/>
                    <a:pt x="514" y="922"/>
                    <a:pt x="508" y="926"/>
                  </a:cubicBezTo>
                  <a:cubicBezTo>
                    <a:pt x="486" y="947"/>
                    <a:pt x="481" y="952"/>
                    <a:pt x="477" y="958"/>
                  </a:cubicBezTo>
                  <a:cubicBezTo>
                    <a:pt x="437" y="1004"/>
                    <a:pt x="435" y="1006"/>
                    <a:pt x="432" y="1009"/>
                  </a:cubicBezTo>
                  <a:cubicBezTo>
                    <a:pt x="378" y="1069"/>
                    <a:pt x="375" y="1086"/>
                    <a:pt x="362" y="1094"/>
                  </a:cubicBezTo>
                  <a:cubicBezTo>
                    <a:pt x="324" y="1152"/>
                    <a:pt x="326" y="1159"/>
                    <a:pt x="319" y="1157"/>
                  </a:cubicBezTo>
                  <a:cubicBezTo>
                    <a:pt x="305" y="1192"/>
                    <a:pt x="293" y="1190"/>
                    <a:pt x="294" y="1200"/>
                  </a:cubicBezTo>
                  <a:cubicBezTo>
                    <a:pt x="266" y="1260"/>
                    <a:pt x="259" y="1258"/>
                    <a:pt x="259" y="1263"/>
                  </a:cubicBezTo>
                  <a:cubicBezTo>
                    <a:pt x="251" y="1298"/>
                    <a:pt x="251" y="1292"/>
                    <a:pt x="246" y="1291"/>
                  </a:cubicBezTo>
                  <a:cubicBezTo>
                    <a:pt x="271" y="1295"/>
                    <a:pt x="258" y="1283"/>
                    <a:pt x="271" y="1283"/>
                  </a:cubicBezTo>
                  <a:cubicBezTo>
                    <a:pt x="326" y="1167"/>
                    <a:pt x="332" y="1165"/>
                    <a:pt x="334" y="1160"/>
                  </a:cubicBezTo>
                  <a:cubicBezTo>
                    <a:pt x="350" y="1123"/>
                    <a:pt x="361" y="1126"/>
                    <a:pt x="359" y="1117"/>
                  </a:cubicBezTo>
                  <a:cubicBezTo>
                    <a:pt x="387" y="1084"/>
                    <a:pt x="394" y="1076"/>
                    <a:pt x="399" y="1067"/>
                  </a:cubicBezTo>
                  <a:cubicBezTo>
                    <a:pt x="475" y="1001"/>
                    <a:pt x="472" y="992"/>
                    <a:pt x="480" y="994"/>
                  </a:cubicBezTo>
                  <a:cubicBezTo>
                    <a:pt x="497" y="981"/>
                    <a:pt x="502" y="975"/>
                    <a:pt x="510" y="971"/>
                  </a:cubicBezTo>
                  <a:cubicBezTo>
                    <a:pt x="532" y="952"/>
                    <a:pt x="534" y="948"/>
                    <a:pt x="540" y="948"/>
                  </a:cubicBezTo>
                  <a:cubicBezTo>
                    <a:pt x="553" y="931"/>
                    <a:pt x="556" y="931"/>
                    <a:pt x="558" y="931"/>
                  </a:cubicBezTo>
                  <a:cubicBezTo>
                    <a:pt x="594" y="891"/>
                    <a:pt x="607" y="882"/>
                    <a:pt x="613" y="865"/>
                  </a:cubicBezTo>
                  <a:cubicBezTo>
                    <a:pt x="599" y="896"/>
                    <a:pt x="595" y="896"/>
                    <a:pt x="596" y="901"/>
                  </a:cubicBezTo>
                  <a:cubicBezTo>
                    <a:pt x="577" y="920"/>
                    <a:pt x="574" y="924"/>
                    <a:pt x="568" y="926"/>
                  </a:cubicBezTo>
                  <a:cubicBezTo>
                    <a:pt x="544" y="951"/>
                    <a:pt x="537" y="951"/>
                    <a:pt x="538" y="958"/>
                  </a:cubicBezTo>
                  <a:cubicBezTo>
                    <a:pt x="508" y="985"/>
                    <a:pt x="498" y="990"/>
                    <a:pt x="490" y="996"/>
                  </a:cubicBezTo>
                  <a:cubicBezTo>
                    <a:pt x="458" y="1014"/>
                    <a:pt x="462" y="1026"/>
                    <a:pt x="455" y="1026"/>
                  </a:cubicBezTo>
                  <a:cubicBezTo>
                    <a:pt x="438" y="1046"/>
                    <a:pt x="433" y="1046"/>
                    <a:pt x="432" y="1049"/>
                  </a:cubicBezTo>
                  <a:cubicBezTo>
                    <a:pt x="398" y="1090"/>
                    <a:pt x="392" y="1088"/>
                    <a:pt x="392" y="1092"/>
                  </a:cubicBezTo>
                  <a:cubicBezTo>
                    <a:pt x="371" y="1115"/>
                    <a:pt x="368" y="1120"/>
                    <a:pt x="367" y="1127"/>
                  </a:cubicBezTo>
                  <a:cubicBezTo>
                    <a:pt x="343" y="1159"/>
                    <a:pt x="343" y="1167"/>
                    <a:pt x="339" y="1170"/>
                  </a:cubicBezTo>
                  <a:cubicBezTo>
                    <a:pt x="304" y="1239"/>
                    <a:pt x="296" y="1239"/>
                    <a:pt x="296" y="1248"/>
                  </a:cubicBezTo>
                  <a:cubicBezTo>
                    <a:pt x="278" y="1277"/>
                    <a:pt x="287" y="1279"/>
                    <a:pt x="281" y="1281"/>
                  </a:cubicBezTo>
                  <a:cubicBezTo>
                    <a:pt x="246" y="1371"/>
                    <a:pt x="256" y="1372"/>
                    <a:pt x="254" y="1386"/>
                  </a:cubicBezTo>
                  <a:cubicBezTo>
                    <a:pt x="266" y="1357"/>
                    <a:pt x="266" y="1353"/>
                    <a:pt x="266" y="1349"/>
                  </a:cubicBezTo>
                  <a:cubicBezTo>
                    <a:pt x="293" y="1281"/>
                    <a:pt x="296" y="1281"/>
                    <a:pt x="299" y="1281"/>
                  </a:cubicBezTo>
                  <a:cubicBezTo>
                    <a:pt x="308" y="1258"/>
                    <a:pt x="314" y="1259"/>
                    <a:pt x="312" y="1251"/>
                  </a:cubicBezTo>
                  <a:cubicBezTo>
                    <a:pt x="332" y="1226"/>
                    <a:pt x="333" y="1221"/>
                    <a:pt x="334" y="1215"/>
                  </a:cubicBezTo>
                  <a:cubicBezTo>
                    <a:pt x="360" y="1186"/>
                    <a:pt x="360" y="1174"/>
                    <a:pt x="367" y="1170"/>
                  </a:cubicBezTo>
                  <a:cubicBezTo>
                    <a:pt x="400" y="1124"/>
                    <a:pt x="404" y="1118"/>
                    <a:pt x="410" y="1112"/>
                  </a:cubicBezTo>
                  <a:cubicBezTo>
                    <a:pt x="423" y="1096"/>
                    <a:pt x="424" y="1094"/>
                    <a:pt x="427" y="1094"/>
                  </a:cubicBezTo>
                  <a:cubicBezTo>
                    <a:pt x="449" y="1060"/>
                    <a:pt x="460" y="1065"/>
                    <a:pt x="457" y="1057"/>
                  </a:cubicBezTo>
                  <a:cubicBezTo>
                    <a:pt x="497" y="1018"/>
                    <a:pt x="528" y="1004"/>
                    <a:pt x="548" y="979"/>
                  </a:cubicBezTo>
                  <a:cubicBezTo>
                    <a:pt x="588" y="940"/>
                    <a:pt x="590" y="931"/>
                    <a:pt x="596" y="926"/>
                  </a:cubicBezTo>
                  <a:cubicBezTo>
                    <a:pt x="623" y="900"/>
                    <a:pt x="616" y="899"/>
                    <a:pt x="618" y="906"/>
                  </a:cubicBezTo>
                  <a:cubicBezTo>
                    <a:pt x="606" y="925"/>
                    <a:pt x="604" y="927"/>
                    <a:pt x="601" y="928"/>
                  </a:cubicBezTo>
                  <a:cubicBezTo>
                    <a:pt x="563" y="980"/>
                    <a:pt x="555" y="982"/>
                    <a:pt x="553" y="989"/>
                  </a:cubicBezTo>
                  <a:cubicBezTo>
                    <a:pt x="513" y="1021"/>
                    <a:pt x="511" y="1023"/>
                    <a:pt x="508" y="1024"/>
                  </a:cubicBezTo>
                  <a:cubicBezTo>
                    <a:pt x="476" y="1056"/>
                    <a:pt x="471" y="1060"/>
                    <a:pt x="465" y="1062"/>
                  </a:cubicBezTo>
                  <a:cubicBezTo>
                    <a:pt x="439" y="1098"/>
                    <a:pt x="432" y="1100"/>
                    <a:pt x="427" y="1104"/>
                  </a:cubicBezTo>
                  <a:cubicBezTo>
                    <a:pt x="413" y="1124"/>
                    <a:pt x="407" y="1124"/>
                    <a:pt x="407" y="1132"/>
                  </a:cubicBezTo>
                  <a:cubicBezTo>
                    <a:pt x="374" y="1182"/>
                    <a:pt x="363" y="1186"/>
                    <a:pt x="359" y="1198"/>
                  </a:cubicBezTo>
                  <a:cubicBezTo>
                    <a:pt x="344" y="1221"/>
                    <a:pt x="342" y="1223"/>
                    <a:pt x="342" y="1225"/>
                  </a:cubicBezTo>
                  <a:cubicBezTo>
                    <a:pt x="314" y="1273"/>
                    <a:pt x="309" y="1276"/>
                    <a:pt x="309" y="1283"/>
                  </a:cubicBezTo>
                  <a:cubicBezTo>
                    <a:pt x="299" y="1304"/>
                    <a:pt x="294" y="1306"/>
                    <a:pt x="294" y="1313"/>
                  </a:cubicBezTo>
                  <a:cubicBezTo>
                    <a:pt x="281" y="1340"/>
                    <a:pt x="281" y="1342"/>
                    <a:pt x="279" y="1341"/>
                  </a:cubicBezTo>
                  <a:cubicBezTo>
                    <a:pt x="272" y="1377"/>
                    <a:pt x="264" y="1384"/>
                    <a:pt x="266" y="1402"/>
                  </a:cubicBezTo>
                  <a:cubicBezTo>
                    <a:pt x="266" y="1422"/>
                    <a:pt x="267" y="1407"/>
                    <a:pt x="274" y="1399"/>
                  </a:cubicBezTo>
                  <a:cubicBezTo>
                    <a:pt x="295" y="1345"/>
                    <a:pt x="300" y="1321"/>
                    <a:pt x="314" y="1306"/>
                  </a:cubicBezTo>
                  <a:cubicBezTo>
                    <a:pt x="332" y="1263"/>
                    <a:pt x="339" y="1255"/>
                    <a:pt x="347" y="1248"/>
                  </a:cubicBezTo>
                  <a:cubicBezTo>
                    <a:pt x="384" y="1190"/>
                    <a:pt x="386" y="1184"/>
                    <a:pt x="392" y="1182"/>
                  </a:cubicBezTo>
                  <a:cubicBezTo>
                    <a:pt x="430" y="1138"/>
                    <a:pt x="434" y="1127"/>
                    <a:pt x="445" y="1122"/>
                  </a:cubicBezTo>
                  <a:cubicBezTo>
                    <a:pt x="500" y="1074"/>
                    <a:pt x="508" y="1067"/>
                    <a:pt x="515" y="1059"/>
                  </a:cubicBezTo>
                  <a:cubicBezTo>
                    <a:pt x="543" y="1027"/>
                    <a:pt x="554" y="1024"/>
                    <a:pt x="558" y="1014"/>
                  </a:cubicBezTo>
                  <a:cubicBezTo>
                    <a:pt x="546" y="1032"/>
                    <a:pt x="548" y="1039"/>
                    <a:pt x="545" y="1041"/>
                  </a:cubicBezTo>
                  <a:cubicBezTo>
                    <a:pt x="519" y="1066"/>
                    <a:pt x="517" y="1068"/>
                    <a:pt x="515" y="1072"/>
                  </a:cubicBezTo>
                  <a:cubicBezTo>
                    <a:pt x="498" y="1090"/>
                    <a:pt x="490" y="1087"/>
                    <a:pt x="490" y="1092"/>
                  </a:cubicBezTo>
                  <a:cubicBezTo>
                    <a:pt x="467" y="1109"/>
                    <a:pt x="464" y="1117"/>
                    <a:pt x="457" y="1120"/>
                  </a:cubicBezTo>
                  <a:cubicBezTo>
                    <a:pt x="439" y="1141"/>
                    <a:pt x="434" y="1146"/>
                    <a:pt x="430" y="1152"/>
                  </a:cubicBezTo>
                  <a:cubicBezTo>
                    <a:pt x="407" y="1180"/>
                    <a:pt x="396" y="1189"/>
                    <a:pt x="389" y="1203"/>
                  </a:cubicBezTo>
                  <a:cubicBezTo>
                    <a:pt x="340" y="1277"/>
                    <a:pt x="340" y="1283"/>
                    <a:pt x="334" y="1283"/>
                  </a:cubicBezTo>
                  <a:cubicBezTo>
                    <a:pt x="311" y="1324"/>
                    <a:pt x="312" y="1337"/>
                    <a:pt x="304" y="1341"/>
                  </a:cubicBezTo>
                  <a:cubicBezTo>
                    <a:pt x="283" y="1403"/>
                    <a:pt x="280" y="1411"/>
                    <a:pt x="276" y="1419"/>
                  </a:cubicBezTo>
                  <a:cubicBezTo>
                    <a:pt x="267" y="1456"/>
                    <a:pt x="262" y="1466"/>
                    <a:pt x="264" y="1469"/>
                  </a:cubicBezTo>
                  <a:cubicBezTo>
                    <a:pt x="279" y="1429"/>
                    <a:pt x="286" y="1428"/>
                    <a:pt x="284" y="1419"/>
                  </a:cubicBezTo>
                  <a:cubicBezTo>
                    <a:pt x="311" y="1363"/>
                    <a:pt x="316" y="1353"/>
                    <a:pt x="322" y="1344"/>
                  </a:cubicBezTo>
                  <a:cubicBezTo>
                    <a:pt x="341" y="1299"/>
                    <a:pt x="344" y="1299"/>
                    <a:pt x="347" y="1298"/>
                  </a:cubicBezTo>
                  <a:cubicBezTo>
                    <a:pt x="377" y="1253"/>
                    <a:pt x="377" y="1246"/>
                    <a:pt x="382" y="1243"/>
                  </a:cubicBezTo>
                  <a:cubicBezTo>
                    <a:pt x="470" y="1149"/>
                    <a:pt x="469" y="1136"/>
                    <a:pt x="480" y="1135"/>
                  </a:cubicBezTo>
                  <a:cubicBezTo>
                    <a:pt x="514" y="1093"/>
                    <a:pt x="525" y="1097"/>
                    <a:pt x="523" y="1089"/>
                  </a:cubicBezTo>
                  <a:cubicBezTo>
                    <a:pt x="569" y="1039"/>
                    <a:pt x="577" y="1036"/>
                    <a:pt x="581" y="1029"/>
                  </a:cubicBezTo>
                  <a:cubicBezTo>
                    <a:pt x="617" y="976"/>
                    <a:pt x="617" y="985"/>
                    <a:pt x="613" y="989"/>
                  </a:cubicBezTo>
                  <a:cubicBezTo>
                    <a:pt x="598" y="1018"/>
                    <a:pt x="597" y="1023"/>
                    <a:pt x="596" y="1029"/>
                  </a:cubicBezTo>
                  <a:cubicBezTo>
                    <a:pt x="570" y="1050"/>
                    <a:pt x="572" y="1056"/>
                    <a:pt x="568" y="1057"/>
                  </a:cubicBezTo>
                  <a:cubicBezTo>
                    <a:pt x="549" y="1084"/>
                    <a:pt x="545" y="1084"/>
                    <a:pt x="545" y="1089"/>
                  </a:cubicBezTo>
                  <a:cubicBezTo>
                    <a:pt x="517" y="1111"/>
                    <a:pt x="509" y="1114"/>
                    <a:pt x="505" y="1122"/>
                  </a:cubicBezTo>
                  <a:cubicBezTo>
                    <a:pt x="448" y="1187"/>
                    <a:pt x="435" y="1186"/>
                    <a:pt x="435" y="1198"/>
                  </a:cubicBezTo>
                  <a:cubicBezTo>
                    <a:pt x="358" y="1294"/>
                    <a:pt x="359" y="1303"/>
                    <a:pt x="352" y="1303"/>
                  </a:cubicBezTo>
                  <a:cubicBezTo>
                    <a:pt x="338" y="1342"/>
                    <a:pt x="332" y="1344"/>
                    <a:pt x="329" y="1349"/>
                  </a:cubicBezTo>
                  <a:cubicBezTo>
                    <a:pt x="294" y="1419"/>
                    <a:pt x="294" y="1435"/>
                    <a:pt x="287" y="1442"/>
                  </a:cubicBezTo>
                  <a:cubicBezTo>
                    <a:pt x="275" y="1485"/>
                    <a:pt x="278" y="1489"/>
                    <a:pt x="279" y="1495"/>
                  </a:cubicBezTo>
                  <a:cubicBezTo>
                    <a:pt x="284" y="1538"/>
                    <a:pt x="280" y="1529"/>
                    <a:pt x="282" y="1525"/>
                  </a:cubicBezTo>
                  <a:cubicBezTo>
                    <a:pt x="295" y="1474"/>
                    <a:pt x="302" y="1461"/>
                    <a:pt x="307" y="1447"/>
                  </a:cubicBezTo>
                  <a:cubicBezTo>
                    <a:pt x="319" y="1424"/>
                    <a:pt x="316" y="1416"/>
                    <a:pt x="319" y="1414"/>
                  </a:cubicBezTo>
                  <a:cubicBezTo>
                    <a:pt x="344" y="1364"/>
                    <a:pt x="347" y="1363"/>
                    <a:pt x="347" y="1359"/>
                  </a:cubicBezTo>
                  <a:cubicBezTo>
                    <a:pt x="359" y="1339"/>
                    <a:pt x="361" y="1336"/>
                    <a:pt x="362" y="1334"/>
                  </a:cubicBezTo>
                  <a:cubicBezTo>
                    <a:pt x="386" y="1299"/>
                    <a:pt x="387" y="1292"/>
                    <a:pt x="392" y="1288"/>
                  </a:cubicBezTo>
                  <a:cubicBezTo>
                    <a:pt x="420" y="1249"/>
                    <a:pt x="427" y="1239"/>
                    <a:pt x="435" y="1230"/>
                  </a:cubicBezTo>
                  <a:cubicBezTo>
                    <a:pt x="468" y="1194"/>
                    <a:pt x="469" y="1191"/>
                    <a:pt x="473" y="1190"/>
                  </a:cubicBezTo>
                  <a:cubicBezTo>
                    <a:pt x="499" y="1158"/>
                    <a:pt x="504" y="1154"/>
                    <a:pt x="508" y="1150"/>
                  </a:cubicBezTo>
                  <a:cubicBezTo>
                    <a:pt x="538" y="1112"/>
                    <a:pt x="545" y="1102"/>
                    <a:pt x="553" y="1092"/>
                  </a:cubicBezTo>
                  <a:cubicBezTo>
                    <a:pt x="577" y="1069"/>
                    <a:pt x="569" y="1068"/>
                    <a:pt x="568" y="1074"/>
                  </a:cubicBezTo>
                  <a:cubicBezTo>
                    <a:pt x="540" y="1125"/>
                    <a:pt x="527" y="1138"/>
                    <a:pt x="518" y="1152"/>
                  </a:cubicBezTo>
                  <a:cubicBezTo>
                    <a:pt x="491" y="1186"/>
                    <a:pt x="486" y="1188"/>
                    <a:pt x="483" y="1190"/>
                  </a:cubicBezTo>
                  <a:cubicBezTo>
                    <a:pt x="445" y="1238"/>
                    <a:pt x="436" y="1241"/>
                    <a:pt x="432" y="1250"/>
                  </a:cubicBezTo>
                  <a:cubicBezTo>
                    <a:pt x="381" y="1320"/>
                    <a:pt x="378" y="1330"/>
                    <a:pt x="372" y="1336"/>
                  </a:cubicBezTo>
                  <a:cubicBezTo>
                    <a:pt x="342" y="1391"/>
                    <a:pt x="337" y="1398"/>
                    <a:pt x="332" y="1404"/>
                  </a:cubicBezTo>
                  <a:cubicBezTo>
                    <a:pt x="297" y="1512"/>
                    <a:pt x="299" y="1511"/>
                    <a:pt x="297" y="1517"/>
                  </a:cubicBezTo>
                  <a:cubicBezTo>
                    <a:pt x="285" y="1562"/>
                    <a:pt x="292" y="1562"/>
                    <a:pt x="292" y="1570"/>
                  </a:cubicBezTo>
                  <a:cubicBezTo>
                    <a:pt x="308" y="1526"/>
                    <a:pt x="315" y="1528"/>
                    <a:pt x="312" y="1520"/>
                  </a:cubicBezTo>
                  <a:cubicBezTo>
                    <a:pt x="334" y="1475"/>
                    <a:pt x="332" y="1464"/>
                    <a:pt x="339" y="1462"/>
                  </a:cubicBezTo>
                  <a:cubicBezTo>
                    <a:pt x="371" y="1397"/>
                    <a:pt x="376" y="1392"/>
                    <a:pt x="380" y="1386"/>
                  </a:cubicBezTo>
                  <a:cubicBezTo>
                    <a:pt x="418" y="1328"/>
                    <a:pt x="420" y="1321"/>
                    <a:pt x="425" y="1316"/>
                  </a:cubicBezTo>
                  <a:cubicBezTo>
                    <a:pt x="441" y="1283"/>
                    <a:pt x="447" y="1285"/>
                    <a:pt x="447" y="1281"/>
                  </a:cubicBezTo>
                  <a:cubicBezTo>
                    <a:pt x="479" y="1240"/>
                    <a:pt x="484" y="1230"/>
                    <a:pt x="493" y="1225"/>
                  </a:cubicBezTo>
                  <a:cubicBezTo>
                    <a:pt x="510" y="1208"/>
                    <a:pt x="509" y="1213"/>
                    <a:pt x="513" y="1213"/>
                  </a:cubicBezTo>
                  <a:cubicBezTo>
                    <a:pt x="523" y="1194"/>
                    <a:pt x="525" y="1193"/>
                    <a:pt x="525" y="1190"/>
                  </a:cubicBezTo>
                  <a:cubicBezTo>
                    <a:pt x="562" y="1144"/>
                    <a:pt x="564" y="1140"/>
                    <a:pt x="563" y="1135"/>
                  </a:cubicBezTo>
                  <a:cubicBezTo>
                    <a:pt x="582" y="1095"/>
                    <a:pt x="589" y="1084"/>
                    <a:pt x="596" y="1072"/>
                  </a:cubicBezTo>
                  <a:cubicBezTo>
                    <a:pt x="579" y="1116"/>
                    <a:pt x="576" y="1130"/>
                    <a:pt x="571" y="1142"/>
                  </a:cubicBezTo>
                  <a:cubicBezTo>
                    <a:pt x="549" y="1177"/>
                    <a:pt x="552" y="1188"/>
                    <a:pt x="545" y="1190"/>
                  </a:cubicBezTo>
                  <a:cubicBezTo>
                    <a:pt x="519" y="1245"/>
                    <a:pt x="511" y="1246"/>
                    <a:pt x="513" y="1255"/>
                  </a:cubicBezTo>
                  <a:cubicBezTo>
                    <a:pt x="489" y="1289"/>
                    <a:pt x="487" y="1295"/>
                    <a:pt x="485" y="1301"/>
                  </a:cubicBezTo>
                  <a:cubicBezTo>
                    <a:pt x="460" y="1334"/>
                    <a:pt x="463" y="1345"/>
                    <a:pt x="458" y="1349"/>
                  </a:cubicBezTo>
                  <a:cubicBezTo>
                    <a:pt x="437" y="1384"/>
                    <a:pt x="437" y="1392"/>
                    <a:pt x="432" y="1396"/>
                  </a:cubicBezTo>
                  <a:cubicBezTo>
                    <a:pt x="427" y="1433"/>
                    <a:pt x="425" y="1426"/>
                    <a:pt x="427" y="1424"/>
                  </a:cubicBezTo>
                  <a:cubicBezTo>
                    <a:pt x="443" y="1405"/>
                    <a:pt x="440" y="1397"/>
                    <a:pt x="445" y="1396"/>
                  </a:cubicBezTo>
                  <a:cubicBezTo>
                    <a:pt x="475" y="1348"/>
                    <a:pt x="476" y="1344"/>
                    <a:pt x="475" y="1338"/>
                  </a:cubicBezTo>
                  <a:cubicBezTo>
                    <a:pt x="497" y="1313"/>
                    <a:pt x="494" y="1305"/>
                    <a:pt x="498" y="1303"/>
                  </a:cubicBezTo>
                  <a:cubicBezTo>
                    <a:pt x="497" y="1315"/>
                    <a:pt x="494" y="1322"/>
                    <a:pt x="490" y="1328"/>
                  </a:cubicBezTo>
                  <a:cubicBezTo>
                    <a:pt x="462" y="1378"/>
                    <a:pt x="460" y="1382"/>
                    <a:pt x="460" y="1386"/>
                  </a:cubicBezTo>
                  <a:cubicBezTo>
                    <a:pt x="425" y="1445"/>
                    <a:pt x="428" y="1453"/>
                    <a:pt x="425" y="1454"/>
                  </a:cubicBezTo>
                  <a:cubicBezTo>
                    <a:pt x="405" y="1499"/>
                    <a:pt x="398" y="1512"/>
                    <a:pt x="392" y="1525"/>
                  </a:cubicBezTo>
                  <a:cubicBezTo>
                    <a:pt x="371" y="1599"/>
                    <a:pt x="365" y="1598"/>
                    <a:pt x="367" y="1605"/>
                  </a:cubicBezTo>
                  <a:cubicBezTo>
                    <a:pt x="354" y="1641"/>
                    <a:pt x="358" y="1653"/>
                    <a:pt x="352" y="1656"/>
                  </a:cubicBezTo>
                  <a:cubicBezTo>
                    <a:pt x="346" y="1759"/>
                    <a:pt x="343" y="1757"/>
                    <a:pt x="342" y="1754"/>
                  </a:cubicBezTo>
                  <a:cubicBezTo>
                    <a:pt x="349" y="1713"/>
                    <a:pt x="354" y="1702"/>
                    <a:pt x="357" y="1691"/>
                  </a:cubicBezTo>
                  <a:cubicBezTo>
                    <a:pt x="378" y="1637"/>
                    <a:pt x="375" y="1627"/>
                    <a:pt x="380" y="1625"/>
                  </a:cubicBezTo>
                  <a:cubicBezTo>
                    <a:pt x="393" y="1579"/>
                    <a:pt x="398" y="1569"/>
                    <a:pt x="402" y="1560"/>
                  </a:cubicBezTo>
                  <a:cubicBezTo>
                    <a:pt x="415" y="1520"/>
                    <a:pt x="417" y="1514"/>
                    <a:pt x="422" y="1512"/>
                  </a:cubicBezTo>
                  <a:cubicBezTo>
                    <a:pt x="438" y="1477"/>
                    <a:pt x="435" y="1466"/>
                    <a:pt x="440" y="1464"/>
                  </a:cubicBezTo>
                  <a:cubicBezTo>
                    <a:pt x="491" y="1374"/>
                    <a:pt x="493" y="1369"/>
                    <a:pt x="493" y="1361"/>
                  </a:cubicBezTo>
                  <a:cubicBezTo>
                    <a:pt x="533" y="1307"/>
                    <a:pt x="537" y="1281"/>
                    <a:pt x="551" y="1265"/>
                  </a:cubicBezTo>
                  <a:cubicBezTo>
                    <a:pt x="567" y="1213"/>
                    <a:pt x="572" y="1200"/>
                    <a:pt x="576" y="1187"/>
                  </a:cubicBezTo>
                  <a:cubicBezTo>
                    <a:pt x="570" y="1224"/>
                    <a:pt x="567" y="1232"/>
                    <a:pt x="566" y="1243"/>
                  </a:cubicBezTo>
                  <a:cubicBezTo>
                    <a:pt x="527" y="1322"/>
                    <a:pt x="522" y="1329"/>
                    <a:pt x="520" y="1338"/>
                  </a:cubicBezTo>
                  <a:cubicBezTo>
                    <a:pt x="499" y="1364"/>
                    <a:pt x="499" y="1376"/>
                    <a:pt x="493" y="1381"/>
                  </a:cubicBezTo>
                  <a:cubicBezTo>
                    <a:pt x="498" y="1392"/>
                    <a:pt x="498" y="1398"/>
                    <a:pt x="498" y="1404"/>
                  </a:cubicBezTo>
                  <a:cubicBezTo>
                    <a:pt x="532" y="1330"/>
                    <a:pt x="532" y="1345"/>
                    <a:pt x="528" y="1343"/>
                  </a:cubicBezTo>
                  <a:cubicBezTo>
                    <a:pt x="511" y="1391"/>
                    <a:pt x="508" y="1400"/>
                    <a:pt x="505" y="1409"/>
                  </a:cubicBezTo>
                  <a:cubicBezTo>
                    <a:pt x="497" y="1445"/>
                    <a:pt x="494" y="1455"/>
                    <a:pt x="493" y="1467"/>
                  </a:cubicBezTo>
                  <a:cubicBezTo>
                    <a:pt x="496" y="1535"/>
                    <a:pt x="492" y="1549"/>
                    <a:pt x="490" y="1567"/>
                  </a:cubicBezTo>
                  <a:cubicBezTo>
                    <a:pt x="476" y="1593"/>
                    <a:pt x="479" y="1606"/>
                    <a:pt x="473" y="1610"/>
                  </a:cubicBezTo>
                  <a:cubicBezTo>
                    <a:pt x="427" y="1706"/>
                    <a:pt x="422" y="1720"/>
                    <a:pt x="413" y="1731"/>
                  </a:cubicBezTo>
                  <a:cubicBezTo>
                    <a:pt x="408" y="1755"/>
                    <a:pt x="414" y="1746"/>
                    <a:pt x="415" y="1744"/>
                  </a:cubicBezTo>
                  <a:cubicBezTo>
                    <a:pt x="452" y="1724"/>
                    <a:pt x="461" y="1714"/>
                    <a:pt x="468" y="1718"/>
                  </a:cubicBezTo>
                  <a:cubicBezTo>
                    <a:pt x="439" y="1738"/>
                    <a:pt x="429" y="1744"/>
                    <a:pt x="423" y="1754"/>
                  </a:cubicBezTo>
                  <a:cubicBezTo>
                    <a:pt x="390" y="1807"/>
                    <a:pt x="394" y="1818"/>
                    <a:pt x="390" y="1819"/>
                  </a:cubicBezTo>
                  <a:cubicBezTo>
                    <a:pt x="387" y="1852"/>
                    <a:pt x="390" y="1857"/>
                    <a:pt x="393" y="1864"/>
                  </a:cubicBezTo>
                  <a:cubicBezTo>
                    <a:pt x="395" y="1893"/>
                    <a:pt x="401" y="1904"/>
                    <a:pt x="405" y="1917"/>
                  </a:cubicBezTo>
                  <a:cubicBezTo>
                    <a:pt x="418" y="1937"/>
                    <a:pt x="423" y="1944"/>
                    <a:pt x="418" y="1950"/>
                  </a:cubicBezTo>
                  <a:cubicBezTo>
                    <a:pt x="398" y="1927"/>
                    <a:pt x="390" y="1922"/>
                    <a:pt x="388" y="1912"/>
                  </a:cubicBezTo>
                  <a:cubicBezTo>
                    <a:pt x="371" y="1883"/>
                    <a:pt x="363" y="1883"/>
                    <a:pt x="357" y="1880"/>
                  </a:cubicBezTo>
                  <a:cubicBezTo>
                    <a:pt x="325" y="1849"/>
                    <a:pt x="317" y="1848"/>
                    <a:pt x="315" y="1842"/>
                  </a:cubicBezTo>
                  <a:cubicBezTo>
                    <a:pt x="284" y="1820"/>
                    <a:pt x="288" y="1832"/>
                    <a:pt x="299" y="1829"/>
                  </a:cubicBezTo>
                  <a:cubicBezTo>
                    <a:pt x="296" y="1823"/>
                    <a:pt x="286" y="1823"/>
                    <a:pt x="282" y="1817"/>
                  </a:cubicBezTo>
                  <a:cubicBezTo>
                    <a:pt x="235" y="1800"/>
                    <a:pt x="246" y="1796"/>
                    <a:pt x="252" y="1802"/>
                  </a:cubicBezTo>
                  <a:cubicBezTo>
                    <a:pt x="301" y="1810"/>
                    <a:pt x="324" y="1818"/>
                    <a:pt x="342" y="1829"/>
                  </a:cubicBezTo>
                  <a:cubicBezTo>
                    <a:pt x="332" y="1811"/>
                    <a:pt x="328" y="1807"/>
                    <a:pt x="325" y="1802"/>
                  </a:cubicBezTo>
                  <a:cubicBezTo>
                    <a:pt x="300" y="1767"/>
                    <a:pt x="291" y="1768"/>
                    <a:pt x="292" y="1759"/>
                  </a:cubicBezTo>
                  <a:cubicBezTo>
                    <a:pt x="254" y="1707"/>
                    <a:pt x="246" y="1698"/>
                    <a:pt x="239" y="1688"/>
                  </a:cubicBezTo>
                  <a:cubicBezTo>
                    <a:pt x="214" y="1649"/>
                    <a:pt x="204" y="1642"/>
                    <a:pt x="201" y="1628"/>
                  </a:cubicBezTo>
                  <a:cubicBezTo>
                    <a:pt x="178" y="1567"/>
                    <a:pt x="173" y="1562"/>
                    <a:pt x="168" y="1558"/>
                  </a:cubicBezTo>
                  <a:cubicBezTo>
                    <a:pt x="153" y="1520"/>
                    <a:pt x="151" y="1514"/>
                    <a:pt x="146" y="1512"/>
                  </a:cubicBezTo>
                  <a:cubicBezTo>
                    <a:pt x="133" y="1472"/>
                    <a:pt x="123" y="1469"/>
                    <a:pt x="123" y="1457"/>
                  </a:cubicBezTo>
                  <a:cubicBezTo>
                    <a:pt x="108" y="1419"/>
                    <a:pt x="98" y="1416"/>
                    <a:pt x="100" y="1402"/>
                  </a:cubicBezTo>
                  <a:cubicBezTo>
                    <a:pt x="109" y="1417"/>
                    <a:pt x="115" y="1416"/>
                    <a:pt x="113" y="1424"/>
                  </a:cubicBezTo>
                  <a:cubicBezTo>
                    <a:pt x="141" y="1468"/>
                    <a:pt x="143" y="1471"/>
                    <a:pt x="146" y="1475"/>
                  </a:cubicBezTo>
                  <a:cubicBezTo>
                    <a:pt x="184" y="1527"/>
                    <a:pt x="192" y="1530"/>
                    <a:pt x="196" y="1537"/>
                  </a:cubicBezTo>
                  <a:cubicBezTo>
                    <a:pt x="219" y="1559"/>
                    <a:pt x="223" y="1568"/>
                    <a:pt x="231" y="1573"/>
                  </a:cubicBezTo>
                  <a:cubicBezTo>
                    <a:pt x="246" y="1588"/>
                    <a:pt x="247" y="1590"/>
                    <a:pt x="249" y="1590"/>
                  </a:cubicBezTo>
                  <a:cubicBezTo>
                    <a:pt x="274" y="1624"/>
                    <a:pt x="278" y="1626"/>
                    <a:pt x="282" y="1628"/>
                  </a:cubicBezTo>
                  <a:cubicBezTo>
                    <a:pt x="265" y="1589"/>
                    <a:pt x="257" y="1590"/>
                    <a:pt x="259" y="1580"/>
                  </a:cubicBezTo>
                  <a:cubicBezTo>
                    <a:pt x="203" y="1511"/>
                    <a:pt x="196" y="1509"/>
                    <a:pt x="193" y="1502"/>
                  </a:cubicBezTo>
                  <a:cubicBezTo>
                    <a:pt x="172" y="1477"/>
                    <a:pt x="168" y="1477"/>
                    <a:pt x="168" y="1472"/>
                  </a:cubicBezTo>
                  <a:cubicBezTo>
                    <a:pt x="147" y="1441"/>
                    <a:pt x="145" y="1442"/>
                    <a:pt x="146" y="1439"/>
                  </a:cubicBezTo>
                  <a:cubicBezTo>
                    <a:pt x="127" y="1411"/>
                    <a:pt x="130" y="1404"/>
                    <a:pt x="125" y="1404"/>
                  </a:cubicBezTo>
                  <a:cubicBezTo>
                    <a:pt x="102" y="1363"/>
                    <a:pt x="100" y="1355"/>
                    <a:pt x="95" y="1351"/>
                  </a:cubicBezTo>
                  <a:cubicBezTo>
                    <a:pt x="61" y="1229"/>
                    <a:pt x="62" y="1234"/>
                    <a:pt x="62" y="1241"/>
                  </a:cubicBezTo>
                  <a:cubicBezTo>
                    <a:pt x="80" y="1283"/>
                    <a:pt x="77" y="1293"/>
                    <a:pt x="83" y="1293"/>
                  </a:cubicBezTo>
                  <a:cubicBezTo>
                    <a:pt x="100" y="1336"/>
                    <a:pt x="98" y="1345"/>
                    <a:pt x="105" y="1344"/>
                  </a:cubicBezTo>
                  <a:cubicBezTo>
                    <a:pt x="128" y="1387"/>
                    <a:pt x="129" y="1398"/>
                    <a:pt x="135" y="1404"/>
                  </a:cubicBezTo>
                  <a:cubicBezTo>
                    <a:pt x="148" y="1422"/>
                    <a:pt x="148" y="1425"/>
                    <a:pt x="148" y="1427"/>
                  </a:cubicBezTo>
                  <a:cubicBezTo>
                    <a:pt x="176" y="1460"/>
                    <a:pt x="173" y="1469"/>
                    <a:pt x="178" y="1470"/>
                  </a:cubicBezTo>
                  <a:cubicBezTo>
                    <a:pt x="203" y="1506"/>
                    <a:pt x="213" y="1502"/>
                    <a:pt x="211" y="1510"/>
                  </a:cubicBezTo>
                  <a:cubicBezTo>
                    <a:pt x="240" y="1542"/>
                    <a:pt x="244" y="1544"/>
                    <a:pt x="244" y="1550"/>
                  </a:cubicBezTo>
                  <a:cubicBezTo>
                    <a:pt x="270" y="1548"/>
                    <a:pt x="267" y="1546"/>
                    <a:pt x="264" y="1545"/>
                  </a:cubicBezTo>
                  <a:cubicBezTo>
                    <a:pt x="251" y="1520"/>
                    <a:pt x="247" y="1516"/>
                    <a:pt x="249" y="1507"/>
                  </a:cubicBezTo>
                  <a:cubicBezTo>
                    <a:pt x="229" y="1481"/>
                    <a:pt x="225" y="1479"/>
                    <a:pt x="221" y="1477"/>
                  </a:cubicBezTo>
                  <a:cubicBezTo>
                    <a:pt x="196" y="1426"/>
                    <a:pt x="189" y="1427"/>
                    <a:pt x="188" y="1422"/>
                  </a:cubicBezTo>
                  <a:cubicBezTo>
                    <a:pt x="166" y="1386"/>
                    <a:pt x="161" y="1384"/>
                    <a:pt x="161" y="1379"/>
                  </a:cubicBezTo>
                  <a:cubicBezTo>
                    <a:pt x="153" y="1363"/>
                    <a:pt x="149" y="1362"/>
                    <a:pt x="151" y="1354"/>
                  </a:cubicBezTo>
                  <a:cubicBezTo>
                    <a:pt x="119" y="1295"/>
                    <a:pt x="118" y="1290"/>
                    <a:pt x="113" y="1288"/>
                  </a:cubicBezTo>
                  <a:cubicBezTo>
                    <a:pt x="97" y="1255"/>
                    <a:pt x="100" y="1245"/>
                    <a:pt x="95" y="1243"/>
                  </a:cubicBezTo>
                  <a:cubicBezTo>
                    <a:pt x="70" y="1172"/>
                    <a:pt x="70" y="1159"/>
                    <a:pt x="62" y="1153"/>
                  </a:cubicBezTo>
                  <a:cubicBezTo>
                    <a:pt x="55" y="1121"/>
                    <a:pt x="45" y="1115"/>
                    <a:pt x="52" y="1112"/>
                  </a:cubicBezTo>
                  <a:cubicBezTo>
                    <a:pt x="42" y="1090"/>
                    <a:pt x="43" y="1087"/>
                    <a:pt x="42" y="1085"/>
                  </a:cubicBezTo>
                  <a:cubicBezTo>
                    <a:pt x="59" y="1118"/>
                    <a:pt x="61" y="1122"/>
                    <a:pt x="60" y="1127"/>
                  </a:cubicBezTo>
                  <a:cubicBezTo>
                    <a:pt x="83" y="1168"/>
                    <a:pt x="78" y="1179"/>
                    <a:pt x="85" y="1178"/>
                  </a:cubicBezTo>
                  <a:cubicBezTo>
                    <a:pt x="124" y="1262"/>
                    <a:pt x="134" y="1265"/>
                    <a:pt x="135" y="1276"/>
                  </a:cubicBezTo>
                  <a:cubicBezTo>
                    <a:pt x="156" y="1299"/>
                    <a:pt x="155" y="1305"/>
                    <a:pt x="161" y="1306"/>
                  </a:cubicBezTo>
                  <a:cubicBezTo>
                    <a:pt x="182" y="1344"/>
                    <a:pt x="191" y="1353"/>
                    <a:pt x="196" y="1366"/>
                  </a:cubicBezTo>
                  <a:cubicBezTo>
                    <a:pt x="224" y="1410"/>
                    <a:pt x="227" y="1424"/>
                    <a:pt x="236" y="1434"/>
                  </a:cubicBezTo>
                  <a:close/>
                  <a:moveTo>
                    <a:pt x="176" y="1565"/>
                  </a:moveTo>
                  <a:cubicBezTo>
                    <a:pt x="182" y="1568"/>
                    <a:pt x="180" y="1578"/>
                    <a:pt x="186" y="1580"/>
                  </a:cubicBezTo>
                  <a:cubicBezTo>
                    <a:pt x="184" y="1591"/>
                    <a:pt x="194" y="1591"/>
                    <a:pt x="194" y="1600"/>
                  </a:cubicBezTo>
                  <a:cubicBezTo>
                    <a:pt x="200" y="1612"/>
                    <a:pt x="206" y="1624"/>
                    <a:pt x="214" y="1633"/>
                  </a:cubicBezTo>
                  <a:cubicBezTo>
                    <a:pt x="215" y="1640"/>
                    <a:pt x="219" y="1645"/>
                    <a:pt x="224" y="1648"/>
                  </a:cubicBezTo>
                  <a:cubicBezTo>
                    <a:pt x="223" y="1658"/>
                    <a:pt x="232" y="1658"/>
                    <a:pt x="234" y="1666"/>
                  </a:cubicBezTo>
                  <a:cubicBezTo>
                    <a:pt x="240" y="1679"/>
                    <a:pt x="253" y="1684"/>
                    <a:pt x="257" y="1699"/>
                  </a:cubicBezTo>
                  <a:cubicBezTo>
                    <a:pt x="263" y="1700"/>
                    <a:pt x="262" y="1710"/>
                    <a:pt x="269" y="1711"/>
                  </a:cubicBezTo>
                  <a:cubicBezTo>
                    <a:pt x="268" y="1721"/>
                    <a:pt x="280" y="1719"/>
                    <a:pt x="279" y="1729"/>
                  </a:cubicBezTo>
                  <a:cubicBezTo>
                    <a:pt x="290" y="1736"/>
                    <a:pt x="296" y="1747"/>
                    <a:pt x="304" y="1756"/>
                  </a:cubicBezTo>
                  <a:cubicBezTo>
                    <a:pt x="310" y="1768"/>
                    <a:pt x="321" y="1775"/>
                    <a:pt x="327" y="1787"/>
                  </a:cubicBezTo>
                  <a:cubicBezTo>
                    <a:pt x="332" y="1791"/>
                    <a:pt x="334" y="1798"/>
                    <a:pt x="340" y="1802"/>
                  </a:cubicBezTo>
                  <a:cubicBezTo>
                    <a:pt x="340" y="1806"/>
                    <a:pt x="342" y="1808"/>
                    <a:pt x="345" y="1809"/>
                  </a:cubicBezTo>
                  <a:cubicBezTo>
                    <a:pt x="344" y="1812"/>
                    <a:pt x="352" y="1818"/>
                    <a:pt x="352" y="1812"/>
                  </a:cubicBezTo>
                  <a:cubicBezTo>
                    <a:pt x="345" y="1803"/>
                    <a:pt x="341" y="1791"/>
                    <a:pt x="337" y="1779"/>
                  </a:cubicBezTo>
                  <a:cubicBezTo>
                    <a:pt x="333" y="1767"/>
                    <a:pt x="322" y="1762"/>
                    <a:pt x="319" y="1749"/>
                  </a:cubicBezTo>
                  <a:cubicBezTo>
                    <a:pt x="311" y="1741"/>
                    <a:pt x="309" y="1727"/>
                    <a:pt x="299" y="1721"/>
                  </a:cubicBezTo>
                  <a:cubicBezTo>
                    <a:pt x="294" y="1710"/>
                    <a:pt x="284" y="1703"/>
                    <a:pt x="282" y="1688"/>
                  </a:cubicBezTo>
                  <a:cubicBezTo>
                    <a:pt x="273" y="1689"/>
                    <a:pt x="274" y="1681"/>
                    <a:pt x="269" y="1678"/>
                  </a:cubicBezTo>
                  <a:cubicBezTo>
                    <a:pt x="267" y="1672"/>
                    <a:pt x="260" y="1670"/>
                    <a:pt x="256" y="1666"/>
                  </a:cubicBezTo>
                  <a:cubicBezTo>
                    <a:pt x="257" y="1662"/>
                    <a:pt x="255" y="1660"/>
                    <a:pt x="254" y="1658"/>
                  </a:cubicBezTo>
                  <a:cubicBezTo>
                    <a:pt x="254" y="1654"/>
                    <a:pt x="248" y="1656"/>
                    <a:pt x="249" y="1651"/>
                  </a:cubicBezTo>
                  <a:cubicBezTo>
                    <a:pt x="242" y="1650"/>
                    <a:pt x="245" y="1640"/>
                    <a:pt x="236" y="1641"/>
                  </a:cubicBezTo>
                  <a:cubicBezTo>
                    <a:pt x="236" y="1638"/>
                    <a:pt x="236" y="1635"/>
                    <a:pt x="231" y="1636"/>
                  </a:cubicBezTo>
                  <a:cubicBezTo>
                    <a:pt x="231" y="1631"/>
                    <a:pt x="229" y="1629"/>
                    <a:pt x="226" y="1628"/>
                  </a:cubicBezTo>
                  <a:cubicBezTo>
                    <a:pt x="223" y="1623"/>
                    <a:pt x="218" y="1620"/>
                    <a:pt x="216" y="1613"/>
                  </a:cubicBezTo>
                  <a:cubicBezTo>
                    <a:pt x="209" y="1604"/>
                    <a:pt x="202" y="1595"/>
                    <a:pt x="196" y="1585"/>
                  </a:cubicBezTo>
                  <a:cubicBezTo>
                    <a:pt x="189" y="1576"/>
                    <a:pt x="185" y="1565"/>
                    <a:pt x="176" y="1558"/>
                  </a:cubicBezTo>
                  <a:cubicBezTo>
                    <a:pt x="176" y="1560"/>
                    <a:pt x="176" y="1563"/>
                    <a:pt x="176" y="1565"/>
                  </a:cubicBezTo>
                  <a:close/>
                  <a:moveTo>
                    <a:pt x="301" y="820"/>
                  </a:moveTo>
                  <a:cubicBezTo>
                    <a:pt x="302" y="810"/>
                    <a:pt x="310" y="806"/>
                    <a:pt x="311" y="795"/>
                  </a:cubicBezTo>
                  <a:cubicBezTo>
                    <a:pt x="358" y="743"/>
                    <a:pt x="361" y="735"/>
                    <a:pt x="366" y="730"/>
                  </a:cubicBezTo>
                  <a:cubicBezTo>
                    <a:pt x="397" y="702"/>
                    <a:pt x="399" y="697"/>
                    <a:pt x="402" y="694"/>
                  </a:cubicBezTo>
                  <a:cubicBezTo>
                    <a:pt x="437" y="662"/>
                    <a:pt x="439" y="659"/>
                    <a:pt x="442" y="657"/>
                  </a:cubicBezTo>
                  <a:cubicBezTo>
                    <a:pt x="480" y="626"/>
                    <a:pt x="475" y="615"/>
                    <a:pt x="485" y="619"/>
                  </a:cubicBezTo>
                  <a:cubicBezTo>
                    <a:pt x="521" y="575"/>
                    <a:pt x="530" y="573"/>
                    <a:pt x="535" y="566"/>
                  </a:cubicBezTo>
                  <a:cubicBezTo>
                    <a:pt x="554" y="538"/>
                    <a:pt x="566" y="538"/>
                    <a:pt x="568" y="528"/>
                  </a:cubicBezTo>
                  <a:cubicBezTo>
                    <a:pt x="581" y="513"/>
                    <a:pt x="584" y="512"/>
                    <a:pt x="583" y="508"/>
                  </a:cubicBezTo>
                  <a:cubicBezTo>
                    <a:pt x="609" y="476"/>
                    <a:pt x="605" y="465"/>
                    <a:pt x="613" y="468"/>
                  </a:cubicBezTo>
                  <a:cubicBezTo>
                    <a:pt x="604" y="479"/>
                    <a:pt x="593" y="475"/>
                    <a:pt x="595" y="483"/>
                  </a:cubicBezTo>
                  <a:cubicBezTo>
                    <a:pt x="573" y="503"/>
                    <a:pt x="570" y="506"/>
                    <a:pt x="568" y="510"/>
                  </a:cubicBezTo>
                  <a:cubicBezTo>
                    <a:pt x="482" y="577"/>
                    <a:pt x="482" y="583"/>
                    <a:pt x="477" y="584"/>
                  </a:cubicBezTo>
                  <a:cubicBezTo>
                    <a:pt x="464" y="596"/>
                    <a:pt x="458" y="596"/>
                    <a:pt x="457" y="601"/>
                  </a:cubicBezTo>
                  <a:cubicBezTo>
                    <a:pt x="421" y="633"/>
                    <a:pt x="418" y="642"/>
                    <a:pt x="412" y="649"/>
                  </a:cubicBezTo>
                  <a:cubicBezTo>
                    <a:pt x="371" y="689"/>
                    <a:pt x="369" y="694"/>
                    <a:pt x="366" y="697"/>
                  </a:cubicBezTo>
                  <a:cubicBezTo>
                    <a:pt x="338" y="737"/>
                    <a:pt x="331" y="742"/>
                    <a:pt x="326" y="750"/>
                  </a:cubicBezTo>
                  <a:cubicBezTo>
                    <a:pt x="309" y="785"/>
                    <a:pt x="297" y="788"/>
                    <a:pt x="296" y="803"/>
                  </a:cubicBezTo>
                  <a:cubicBezTo>
                    <a:pt x="266" y="851"/>
                    <a:pt x="266" y="857"/>
                    <a:pt x="266" y="863"/>
                  </a:cubicBezTo>
                  <a:close/>
                  <a:moveTo>
                    <a:pt x="318" y="526"/>
                  </a:moveTo>
                  <a:cubicBezTo>
                    <a:pt x="319" y="522"/>
                    <a:pt x="318" y="516"/>
                    <a:pt x="316" y="521"/>
                  </a:cubicBezTo>
                  <a:cubicBezTo>
                    <a:pt x="316" y="524"/>
                    <a:pt x="317" y="530"/>
                    <a:pt x="318" y="526"/>
                  </a:cubicBezTo>
                  <a:close/>
                  <a:moveTo>
                    <a:pt x="321" y="662"/>
                  </a:moveTo>
                  <a:cubicBezTo>
                    <a:pt x="322" y="667"/>
                    <a:pt x="309" y="673"/>
                    <a:pt x="316" y="677"/>
                  </a:cubicBezTo>
                  <a:cubicBezTo>
                    <a:pt x="320" y="673"/>
                    <a:pt x="322" y="665"/>
                    <a:pt x="326" y="662"/>
                  </a:cubicBezTo>
                  <a:cubicBezTo>
                    <a:pt x="326" y="656"/>
                    <a:pt x="338" y="651"/>
                    <a:pt x="331" y="647"/>
                  </a:cubicBezTo>
                  <a:cubicBezTo>
                    <a:pt x="328" y="652"/>
                    <a:pt x="325" y="658"/>
                    <a:pt x="321" y="662"/>
                  </a:cubicBezTo>
                  <a:close/>
                  <a:moveTo>
                    <a:pt x="276" y="745"/>
                  </a:moveTo>
                  <a:cubicBezTo>
                    <a:pt x="274" y="736"/>
                    <a:pt x="283" y="730"/>
                    <a:pt x="273" y="727"/>
                  </a:cubicBezTo>
                  <a:cubicBezTo>
                    <a:pt x="275" y="732"/>
                    <a:pt x="270" y="744"/>
                    <a:pt x="276" y="745"/>
                  </a:cubicBezTo>
                  <a:close/>
                  <a:moveTo>
                    <a:pt x="276" y="793"/>
                  </a:moveTo>
                  <a:cubicBezTo>
                    <a:pt x="277" y="785"/>
                    <a:pt x="285" y="771"/>
                    <a:pt x="278" y="765"/>
                  </a:cubicBezTo>
                  <a:cubicBezTo>
                    <a:pt x="281" y="776"/>
                    <a:pt x="270" y="787"/>
                    <a:pt x="276" y="793"/>
                  </a:cubicBezTo>
                  <a:close/>
                  <a:moveTo>
                    <a:pt x="271" y="830"/>
                  </a:moveTo>
                  <a:cubicBezTo>
                    <a:pt x="268" y="819"/>
                    <a:pt x="285" y="812"/>
                    <a:pt x="273" y="808"/>
                  </a:cubicBezTo>
                  <a:cubicBezTo>
                    <a:pt x="277" y="818"/>
                    <a:pt x="262" y="823"/>
                    <a:pt x="271" y="830"/>
                  </a:cubicBezTo>
                  <a:close/>
                  <a:moveTo>
                    <a:pt x="70" y="883"/>
                  </a:moveTo>
                  <a:cubicBezTo>
                    <a:pt x="75" y="887"/>
                    <a:pt x="73" y="896"/>
                    <a:pt x="77" y="901"/>
                  </a:cubicBezTo>
                  <a:cubicBezTo>
                    <a:pt x="117" y="1000"/>
                    <a:pt x="122" y="1004"/>
                    <a:pt x="123" y="1012"/>
                  </a:cubicBezTo>
                  <a:cubicBezTo>
                    <a:pt x="141" y="1040"/>
                    <a:pt x="140" y="1043"/>
                    <a:pt x="140" y="1044"/>
                  </a:cubicBezTo>
                  <a:cubicBezTo>
                    <a:pt x="173" y="1100"/>
                    <a:pt x="181" y="1101"/>
                    <a:pt x="181" y="1110"/>
                  </a:cubicBezTo>
                  <a:cubicBezTo>
                    <a:pt x="212" y="1160"/>
                    <a:pt x="210" y="1167"/>
                    <a:pt x="213" y="1168"/>
                  </a:cubicBezTo>
                  <a:cubicBezTo>
                    <a:pt x="227" y="1183"/>
                    <a:pt x="222" y="1175"/>
                    <a:pt x="218" y="1168"/>
                  </a:cubicBezTo>
                  <a:cubicBezTo>
                    <a:pt x="214" y="1136"/>
                    <a:pt x="209" y="1137"/>
                    <a:pt x="211" y="1130"/>
                  </a:cubicBezTo>
                  <a:cubicBezTo>
                    <a:pt x="190" y="1087"/>
                    <a:pt x="191" y="1077"/>
                    <a:pt x="186" y="1072"/>
                  </a:cubicBezTo>
                  <a:cubicBezTo>
                    <a:pt x="164" y="1046"/>
                    <a:pt x="172" y="1032"/>
                    <a:pt x="165" y="1034"/>
                  </a:cubicBezTo>
                  <a:cubicBezTo>
                    <a:pt x="130" y="971"/>
                    <a:pt x="123" y="968"/>
                    <a:pt x="123" y="959"/>
                  </a:cubicBezTo>
                  <a:cubicBezTo>
                    <a:pt x="98" y="914"/>
                    <a:pt x="92" y="910"/>
                    <a:pt x="90" y="903"/>
                  </a:cubicBezTo>
                  <a:cubicBezTo>
                    <a:pt x="61" y="859"/>
                    <a:pt x="68" y="868"/>
                    <a:pt x="70" y="883"/>
                  </a:cubicBezTo>
                  <a:close/>
                  <a:moveTo>
                    <a:pt x="266" y="976"/>
                  </a:moveTo>
                  <a:cubicBezTo>
                    <a:pt x="265" y="972"/>
                    <a:pt x="269" y="971"/>
                    <a:pt x="269" y="966"/>
                  </a:cubicBezTo>
                  <a:cubicBezTo>
                    <a:pt x="272" y="966"/>
                    <a:pt x="270" y="959"/>
                    <a:pt x="269" y="964"/>
                  </a:cubicBezTo>
                  <a:cubicBezTo>
                    <a:pt x="266" y="966"/>
                    <a:pt x="260" y="982"/>
                    <a:pt x="266" y="976"/>
                  </a:cubicBezTo>
                  <a:close/>
                  <a:moveTo>
                    <a:pt x="246" y="996"/>
                  </a:moveTo>
                  <a:cubicBezTo>
                    <a:pt x="243" y="988"/>
                    <a:pt x="256" y="983"/>
                    <a:pt x="248" y="979"/>
                  </a:cubicBezTo>
                  <a:cubicBezTo>
                    <a:pt x="246" y="981"/>
                    <a:pt x="239" y="993"/>
                    <a:pt x="246" y="996"/>
                  </a:cubicBezTo>
                  <a:close/>
                  <a:moveTo>
                    <a:pt x="62" y="1039"/>
                  </a:moveTo>
                  <a:cubicBezTo>
                    <a:pt x="61" y="1036"/>
                    <a:pt x="60" y="1034"/>
                    <a:pt x="57" y="1032"/>
                  </a:cubicBezTo>
                  <a:cubicBezTo>
                    <a:pt x="57" y="1035"/>
                    <a:pt x="61" y="1046"/>
                    <a:pt x="62" y="1039"/>
                  </a:cubicBezTo>
                  <a:close/>
                  <a:moveTo>
                    <a:pt x="77" y="1095"/>
                  </a:moveTo>
                  <a:cubicBezTo>
                    <a:pt x="82" y="1101"/>
                    <a:pt x="83" y="1111"/>
                    <a:pt x="87" y="1117"/>
                  </a:cubicBezTo>
                  <a:cubicBezTo>
                    <a:pt x="124" y="1184"/>
                    <a:pt x="126" y="1187"/>
                    <a:pt x="128" y="1190"/>
                  </a:cubicBezTo>
                  <a:cubicBezTo>
                    <a:pt x="146" y="1213"/>
                    <a:pt x="141" y="1224"/>
                    <a:pt x="145" y="1225"/>
                  </a:cubicBezTo>
                  <a:cubicBezTo>
                    <a:pt x="170" y="1271"/>
                    <a:pt x="171" y="1275"/>
                    <a:pt x="176" y="1276"/>
                  </a:cubicBezTo>
                  <a:cubicBezTo>
                    <a:pt x="198" y="1315"/>
                    <a:pt x="204" y="1320"/>
                    <a:pt x="206" y="1329"/>
                  </a:cubicBezTo>
                  <a:cubicBezTo>
                    <a:pt x="220" y="1358"/>
                    <a:pt x="231" y="1358"/>
                    <a:pt x="229" y="1371"/>
                  </a:cubicBezTo>
                  <a:cubicBezTo>
                    <a:pt x="241" y="1386"/>
                    <a:pt x="240" y="1376"/>
                    <a:pt x="239" y="1366"/>
                  </a:cubicBezTo>
                  <a:cubicBezTo>
                    <a:pt x="220" y="1308"/>
                    <a:pt x="214" y="1302"/>
                    <a:pt x="213" y="1291"/>
                  </a:cubicBezTo>
                  <a:cubicBezTo>
                    <a:pt x="199" y="1268"/>
                    <a:pt x="202" y="1260"/>
                    <a:pt x="198" y="1258"/>
                  </a:cubicBezTo>
                  <a:cubicBezTo>
                    <a:pt x="180" y="1215"/>
                    <a:pt x="168" y="1215"/>
                    <a:pt x="168" y="1203"/>
                  </a:cubicBezTo>
                  <a:cubicBezTo>
                    <a:pt x="145" y="1172"/>
                    <a:pt x="150" y="1162"/>
                    <a:pt x="143" y="1163"/>
                  </a:cubicBezTo>
                  <a:cubicBezTo>
                    <a:pt x="113" y="1114"/>
                    <a:pt x="107" y="1108"/>
                    <a:pt x="105" y="1100"/>
                  </a:cubicBezTo>
                  <a:cubicBezTo>
                    <a:pt x="89" y="1081"/>
                    <a:pt x="86" y="1078"/>
                    <a:pt x="85" y="1075"/>
                  </a:cubicBezTo>
                  <a:cubicBezTo>
                    <a:pt x="71" y="1059"/>
                    <a:pt x="73" y="1055"/>
                    <a:pt x="70" y="1054"/>
                  </a:cubicBezTo>
                  <a:close/>
                  <a:moveTo>
                    <a:pt x="332" y="1623"/>
                  </a:moveTo>
                  <a:cubicBezTo>
                    <a:pt x="339" y="1624"/>
                    <a:pt x="330" y="1609"/>
                    <a:pt x="337" y="1610"/>
                  </a:cubicBezTo>
                  <a:cubicBezTo>
                    <a:pt x="359" y="1560"/>
                    <a:pt x="356" y="1544"/>
                    <a:pt x="365" y="1540"/>
                  </a:cubicBezTo>
                  <a:cubicBezTo>
                    <a:pt x="401" y="1455"/>
                    <a:pt x="401" y="1449"/>
                    <a:pt x="402" y="1444"/>
                  </a:cubicBezTo>
                  <a:cubicBezTo>
                    <a:pt x="418" y="1396"/>
                    <a:pt x="424" y="1396"/>
                    <a:pt x="425" y="1391"/>
                  </a:cubicBezTo>
                  <a:cubicBezTo>
                    <a:pt x="450" y="1344"/>
                    <a:pt x="454" y="1335"/>
                    <a:pt x="458" y="1326"/>
                  </a:cubicBezTo>
                  <a:cubicBezTo>
                    <a:pt x="490" y="1276"/>
                    <a:pt x="490" y="1269"/>
                    <a:pt x="493" y="1265"/>
                  </a:cubicBezTo>
                  <a:cubicBezTo>
                    <a:pt x="508" y="1240"/>
                    <a:pt x="511" y="1239"/>
                    <a:pt x="513" y="1238"/>
                  </a:cubicBezTo>
                  <a:cubicBezTo>
                    <a:pt x="521" y="1225"/>
                    <a:pt x="520" y="1221"/>
                    <a:pt x="523" y="1220"/>
                  </a:cubicBezTo>
                  <a:cubicBezTo>
                    <a:pt x="527" y="1215"/>
                    <a:pt x="518" y="1212"/>
                    <a:pt x="520" y="1220"/>
                  </a:cubicBezTo>
                  <a:cubicBezTo>
                    <a:pt x="481" y="1266"/>
                    <a:pt x="469" y="1280"/>
                    <a:pt x="460" y="1296"/>
                  </a:cubicBezTo>
                  <a:cubicBezTo>
                    <a:pt x="412" y="1376"/>
                    <a:pt x="407" y="1384"/>
                    <a:pt x="405" y="1394"/>
                  </a:cubicBezTo>
                  <a:cubicBezTo>
                    <a:pt x="376" y="1447"/>
                    <a:pt x="378" y="1450"/>
                    <a:pt x="377" y="1452"/>
                  </a:cubicBezTo>
                  <a:cubicBezTo>
                    <a:pt x="371" y="1467"/>
                    <a:pt x="366" y="1465"/>
                    <a:pt x="367" y="1472"/>
                  </a:cubicBezTo>
                  <a:cubicBezTo>
                    <a:pt x="344" y="1511"/>
                    <a:pt x="348" y="1521"/>
                    <a:pt x="342" y="1522"/>
                  </a:cubicBezTo>
                  <a:cubicBezTo>
                    <a:pt x="323" y="1591"/>
                    <a:pt x="318" y="1593"/>
                    <a:pt x="317" y="1598"/>
                  </a:cubicBezTo>
                  <a:cubicBezTo>
                    <a:pt x="309" y="1646"/>
                    <a:pt x="309" y="1656"/>
                    <a:pt x="309" y="1666"/>
                  </a:cubicBezTo>
                  <a:close/>
                  <a:moveTo>
                    <a:pt x="115" y="1273"/>
                  </a:moveTo>
                  <a:cubicBezTo>
                    <a:pt x="122" y="1281"/>
                    <a:pt x="126" y="1292"/>
                    <a:pt x="130" y="1301"/>
                  </a:cubicBezTo>
                  <a:cubicBezTo>
                    <a:pt x="136" y="1302"/>
                    <a:pt x="130" y="1315"/>
                    <a:pt x="138" y="1314"/>
                  </a:cubicBezTo>
                  <a:cubicBezTo>
                    <a:pt x="137" y="1322"/>
                    <a:pt x="142" y="1324"/>
                    <a:pt x="145" y="1329"/>
                  </a:cubicBezTo>
                  <a:cubicBezTo>
                    <a:pt x="152" y="1351"/>
                    <a:pt x="166" y="1365"/>
                    <a:pt x="176" y="1384"/>
                  </a:cubicBezTo>
                  <a:cubicBezTo>
                    <a:pt x="182" y="1392"/>
                    <a:pt x="186" y="1402"/>
                    <a:pt x="193" y="1409"/>
                  </a:cubicBezTo>
                  <a:cubicBezTo>
                    <a:pt x="198" y="1412"/>
                    <a:pt x="198" y="1418"/>
                    <a:pt x="201" y="1422"/>
                  </a:cubicBezTo>
                  <a:cubicBezTo>
                    <a:pt x="204" y="1426"/>
                    <a:pt x="207" y="1431"/>
                    <a:pt x="211" y="1434"/>
                  </a:cubicBezTo>
                  <a:cubicBezTo>
                    <a:pt x="214" y="1446"/>
                    <a:pt x="223" y="1451"/>
                    <a:pt x="226" y="1462"/>
                  </a:cubicBezTo>
                  <a:cubicBezTo>
                    <a:pt x="229" y="1467"/>
                    <a:pt x="233" y="1470"/>
                    <a:pt x="236" y="1475"/>
                  </a:cubicBezTo>
                  <a:cubicBezTo>
                    <a:pt x="241" y="1475"/>
                    <a:pt x="241" y="1491"/>
                    <a:pt x="246" y="1482"/>
                  </a:cubicBezTo>
                  <a:cubicBezTo>
                    <a:pt x="241" y="1479"/>
                    <a:pt x="241" y="1471"/>
                    <a:pt x="239" y="1464"/>
                  </a:cubicBezTo>
                  <a:cubicBezTo>
                    <a:pt x="234" y="1460"/>
                    <a:pt x="231" y="1455"/>
                    <a:pt x="229" y="1449"/>
                  </a:cubicBezTo>
                  <a:cubicBezTo>
                    <a:pt x="229" y="1447"/>
                    <a:pt x="229" y="1444"/>
                    <a:pt x="229" y="1442"/>
                  </a:cubicBezTo>
                  <a:cubicBezTo>
                    <a:pt x="221" y="1436"/>
                    <a:pt x="220" y="1425"/>
                    <a:pt x="214" y="1419"/>
                  </a:cubicBezTo>
                  <a:cubicBezTo>
                    <a:pt x="216" y="1411"/>
                    <a:pt x="210" y="1411"/>
                    <a:pt x="208" y="1407"/>
                  </a:cubicBezTo>
                  <a:cubicBezTo>
                    <a:pt x="205" y="1404"/>
                    <a:pt x="205" y="1397"/>
                    <a:pt x="201" y="1394"/>
                  </a:cubicBezTo>
                  <a:cubicBezTo>
                    <a:pt x="197" y="1385"/>
                    <a:pt x="194" y="1376"/>
                    <a:pt x="186" y="1371"/>
                  </a:cubicBezTo>
                  <a:cubicBezTo>
                    <a:pt x="182" y="1362"/>
                    <a:pt x="179" y="1352"/>
                    <a:pt x="171" y="1346"/>
                  </a:cubicBezTo>
                  <a:cubicBezTo>
                    <a:pt x="166" y="1338"/>
                    <a:pt x="163" y="1329"/>
                    <a:pt x="156" y="1324"/>
                  </a:cubicBezTo>
                  <a:cubicBezTo>
                    <a:pt x="157" y="1316"/>
                    <a:pt x="149" y="1319"/>
                    <a:pt x="151" y="1311"/>
                  </a:cubicBezTo>
                  <a:cubicBezTo>
                    <a:pt x="147" y="1311"/>
                    <a:pt x="145" y="1310"/>
                    <a:pt x="145" y="1306"/>
                  </a:cubicBezTo>
                  <a:cubicBezTo>
                    <a:pt x="145" y="1303"/>
                    <a:pt x="141" y="1304"/>
                    <a:pt x="140" y="1301"/>
                  </a:cubicBezTo>
                  <a:cubicBezTo>
                    <a:pt x="139" y="1290"/>
                    <a:pt x="129" y="1287"/>
                    <a:pt x="128" y="1276"/>
                  </a:cubicBezTo>
                  <a:cubicBezTo>
                    <a:pt x="119" y="1278"/>
                    <a:pt x="126" y="1265"/>
                    <a:pt x="118" y="1266"/>
                  </a:cubicBezTo>
                  <a:cubicBezTo>
                    <a:pt x="118" y="1262"/>
                    <a:pt x="117" y="1260"/>
                    <a:pt x="115" y="1258"/>
                  </a:cubicBezTo>
                  <a:cubicBezTo>
                    <a:pt x="112" y="1258"/>
                    <a:pt x="111" y="1255"/>
                    <a:pt x="110" y="1258"/>
                  </a:cubicBezTo>
                  <a:cubicBezTo>
                    <a:pt x="114" y="1261"/>
                    <a:pt x="115" y="1267"/>
                    <a:pt x="115" y="1273"/>
                  </a:cubicBezTo>
                  <a:close/>
                  <a:moveTo>
                    <a:pt x="427" y="1331"/>
                  </a:moveTo>
                  <a:cubicBezTo>
                    <a:pt x="427" y="1327"/>
                    <a:pt x="436" y="1326"/>
                    <a:pt x="430" y="1323"/>
                  </a:cubicBezTo>
                  <a:cubicBezTo>
                    <a:pt x="422" y="1329"/>
                    <a:pt x="427" y="1338"/>
                    <a:pt x="427" y="1331"/>
                  </a:cubicBezTo>
                  <a:close/>
                  <a:moveTo>
                    <a:pt x="402" y="1371"/>
                  </a:moveTo>
                  <a:cubicBezTo>
                    <a:pt x="394" y="1377"/>
                    <a:pt x="392" y="1390"/>
                    <a:pt x="385" y="1396"/>
                  </a:cubicBezTo>
                  <a:cubicBezTo>
                    <a:pt x="374" y="1414"/>
                    <a:pt x="363" y="1432"/>
                    <a:pt x="357" y="1454"/>
                  </a:cubicBezTo>
                  <a:cubicBezTo>
                    <a:pt x="353" y="1459"/>
                    <a:pt x="347" y="1461"/>
                    <a:pt x="347" y="1469"/>
                  </a:cubicBezTo>
                  <a:cubicBezTo>
                    <a:pt x="342" y="1473"/>
                    <a:pt x="341" y="1480"/>
                    <a:pt x="337" y="1485"/>
                  </a:cubicBezTo>
                  <a:cubicBezTo>
                    <a:pt x="333" y="1498"/>
                    <a:pt x="325" y="1508"/>
                    <a:pt x="322" y="1522"/>
                  </a:cubicBezTo>
                  <a:cubicBezTo>
                    <a:pt x="321" y="1526"/>
                    <a:pt x="319" y="1527"/>
                    <a:pt x="322" y="1530"/>
                  </a:cubicBezTo>
                  <a:cubicBezTo>
                    <a:pt x="319" y="1531"/>
                    <a:pt x="317" y="1533"/>
                    <a:pt x="317" y="1537"/>
                  </a:cubicBezTo>
                  <a:cubicBezTo>
                    <a:pt x="313" y="1542"/>
                    <a:pt x="314" y="1551"/>
                    <a:pt x="309" y="1555"/>
                  </a:cubicBezTo>
                  <a:cubicBezTo>
                    <a:pt x="307" y="1561"/>
                    <a:pt x="308" y="1570"/>
                    <a:pt x="304" y="1575"/>
                  </a:cubicBezTo>
                  <a:cubicBezTo>
                    <a:pt x="303" y="1580"/>
                    <a:pt x="298" y="1594"/>
                    <a:pt x="304" y="1598"/>
                  </a:cubicBezTo>
                  <a:cubicBezTo>
                    <a:pt x="320" y="1574"/>
                    <a:pt x="321" y="1536"/>
                    <a:pt x="337" y="1512"/>
                  </a:cubicBezTo>
                  <a:cubicBezTo>
                    <a:pt x="341" y="1497"/>
                    <a:pt x="349" y="1486"/>
                    <a:pt x="354" y="1472"/>
                  </a:cubicBezTo>
                  <a:cubicBezTo>
                    <a:pt x="359" y="1472"/>
                    <a:pt x="356" y="1463"/>
                    <a:pt x="359" y="1462"/>
                  </a:cubicBezTo>
                  <a:cubicBezTo>
                    <a:pt x="361" y="1458"/>
                    <a:pt x="363" y="1456"/>
                    <a:pt x="365" y="1452"/>
                  </a:cubicBezTo>
                  <a:cubicBezTo>
                    <a:pt x="369" y="1446"/>
                    <a:pt x="371" y="1438"/>
                    <a:pt x="372" y="1429"/>
                  </a:cubicBezTo>
                  <a:cubicBezTo>
                    <a:pt x="377" y="1429"/>
                    <a:pt x="374" y="1421"/>
                    <a:pt x="380" y="1422"/>
                  </a:cubicBezTo>
                  <a:cubicBezTo>
                    <a:pt x="381" y="1417"/>
                    <a:pt x="381" y="1411"/>
                    <a:pt x="385" y="1409"/>
                  </a:cubicBezTo>
                  <a:cubicBezTo>
                    <a:pt x="388" y="1401"/>
                    <a:pt x="392" y="1393"/>
                    <a:pt x="395" y="1384"/>
                  </a:cubicBezTo>
                  <a:cubicBezTo>
                    <a:pt x="401" y="1379"/>
                    <a:pt x="404" y="1371"/>
                    <a:pt x="407" y="1364"/>
                  </a:cubicBezTo>
                  <a:cubicBezTo>
                    <a:pt x="411" y="1361"/>
                    <a:pt x="412" y="1357"/>
                    <a:pt x="415" y="1354"/>
                  </a:cubicBezTo>
                  <a:cubicBezTo>
                    <a:pt x="414" y="1350"/>
                    <a:pt x="423" y="1344"/>
                    <a:pt x="417" y="1344"/>
                  </a:cubicBezTo>
                  <a:cubicBezTo>
                    <a:pt x="414" y="1355"/>
                    <a:pt x="403" y="1358"/>
                    <a:pt x="402" y="1371"/>
                  </a:cubicBezTo>
                  <a:close/>
                  <a:moveTo>
                    <a:pt x="483" y="1406"/>
                  </a:moveTo>
                  <a:cubicBezTo>
                    <a:pt x="475" y="1408"/>
                    <a:pt x="479" y="1423"/>
                    <a:pt x="470" y="1424"/>
                  </a:cubicBezTo>
                  <a:cubicBezTo>
                    <a:pt x="466" y="1429"/>
                    <a:pt x="467" y="1440"/>
                    <a:pt x="460" y="1442"/>
                  </a:cubicBezTo>
                  <a:cubicBezTo>
                    <a:pt x="460" y="1452"/>
                    <a:pt x="454" y="1456"/>
                    <a:pt x="450" y="1462"/>
                  </a:cubicBezTo>
                  <a:cubicBezTo>
                    <a:pt x="449" y="1483"/>
                    <a:pt x="435" y="1492"/>
                    <a:pt x="433" y="1512"/>
                  </a:cubicBezTo>
                  <a:cubicBezTo>
                    <a:pt x="425" y="1516"/>
                    <a:pt x="426" y="1527"/>
                    <a:pt x="422" y="1535"/>
                  </a:cubicBezTo>
                  <a:cubicBezTo>
                    <a:pt x="425" y="1543"/>
                    <a:pt x="419" y="1543"/>
                    <a:pt x="417" y="1547"/>
                  </a:cubicBezTo>
                  <a:cubicBezTo>
                    <a:pt x="425" y="1550"/>
                    <a:pt x="412" y="1551"/>
                    <a:pt x="415" y="1557"/>
                  </a:cubicBezTo>
                  <a:cubicBezTo>
                    <a:pt x="410" y="1558"/>
                    <a:pt x="413" y="1566"/>
                    <a:pt x="410" y="1568"/>
                  </a:cubicBezTo>
                  <a:cubicBezTo>
                    <a:pt x="412" y="1575"/>
                    <a:pt x="403" y="1572"/>
                    <a:pt x="405" y="1580"/>
                  </a:cubicBezTo>
                  <a:cubicBezTo>
                    <a:pt x="402" y="1583"/>
                    <a:pt x="402" y="1589"/>
                    <a:pt x="400" y="1593"/>
                  </a:cubicBezTo>
                  <a:cubicBezTo>
                    <a:pt x="398" y="1597"/>
                    <a:pt x="399" y="1603"/>
                    <a:pt x="395" y="1605"/>
                  </a:cubicBezTo>
                  <a:cubicBezTo>
                    <a:pt x="395" y="1616"/>
                    <a:pt x="389" y="1621"/>
                    <a:pt x="387" y="1630"/>
                  </a:cubicBezTo>
                  <a:cubicBezTo>
                    <a:pt x="386" y="1635"/>
                    <a:pt x="386" y="1641"/>
                    <a:pt x="382" y="1643"/>
                  </a:cubicBezTo>
                  <a:cubicBezTo>
                    <a:pt x="384" y="1648"/>
                    <a:pt x="375" y="1654"/>
                    <a:pt x="382" y="1656"/>
                  </a:cubicBezTo>
                  <a:cubicBezTo>
                    <a:pt x="386" y="1646"/>
                    <a:pt x="390" y="1637"/>
                    <a:pt x="395" y="1628"/>
                  </a:cubicBezTo>
                  <a:cubicBezTo>
                    <a:pt x="397" y="1623"/>
                    <a:pt x="401" y="1621"/>
                    <a:pt x="402" y="1615"/>
                  </a:cubicBezTo>
                  <a:cubicBezTo>
                    <a:pt x="402" y="1608"/>
                    <a:pt x="410" y="1608"/>
                    <a:pt x="407" y="1598"/>
                  </a:cubicBezTo>
                  <a:cubicBezTo>
                    <a:pt x="417" y="1594"/>
                    <a:pt x="412" y="1576"/>
                    <a:pt x="422" y="1573"/>
                  </a:cubicBezTo>
                  <a:cubicBezTo>
                    <a:pt x="425" y="1568"/>
                    <a:pt x="422" y="1559"/>
                    <a:pt x="430" y="1560"/>
                  </a:cubicBezTo>
                  <a:cubicBezTo>
                    <a:pt x="430" y="1552"/>
                    <a:pt x="430" y="1545"/>
                    <a:pt x="438" y="1545"/>
                  </a:cubicBezTo>
                  <a:cubicBezTo>
                    <a:pt x="436" y="1537"/>
                    <a:pt x="439" y="1533"/>
                    <a:pt x="440" y="1527"/>
                  </a:cubicBezTo>
                  <a:cubicBezTo>
                    <a:pt x="446" y="1526"/>
                    <a:pt x="443" y="1516"/>
                    <a:pt x="448" y="1515"/>
                  </a:cubicBezTo>
                  <a:cubicBezTo>
                    <a:pt x="450" y="1503"/>
                    <a:pt x="457" y="1495"/>
                    <a:pt x="460" y="1484"/>
                  </a:cubicBezTo>
                  <a:cubicBezTo>
                    <a:pt x="465" y="1483"/>
                    <a:pt x="462" y="1473"/>
                    <a:pt x="468" y="1472"/>
                  </a:cubicBezTo>
                  <a:cubicBezTo>
                    <a:pt x="469" y="1465"/>
                    <a:pt x="471" y="1460"/>
                    <a:pt x="475" y="1457"/>
                  </a:cubicBezTo>
                  <a:cubicBezTo>
                    <a:pt x="478" y="1446"/>
                    <a:pt x="485" y="1438"/>
                    <a:pt x="488" y="1427"/>
                  </a:cubicBezTo>
                  <a:cubicBezTo>
                    <a:pt x="492" y="1421"/>
                    <a:pt x="490" y="1410"/>
                    <a:pt x="493" y="1404"/>
                  </a:cubicBezTo>
                  <a:cubicBezTo>
                    <a:pt x="491" y="1399"/>
                    <a:pt x="496" y="1387"/>
                    <a:pt x="490" y="1386"/>
                  </a:cubicBezTo>
                  <a:cubicBezTo>
                    <a:pt x="490" y="1395"/>
                    <a:pt x="483" y="1398"/>
                    <a:pt x="483" y="1406"/>
                  </a:cubicBezTo>
                  <a:close/>
                  <a:moveTo>
                    <a:pt x="415" y="1444"/>
                  </a:moveTo>
                  <a:cubicBezTo>
                    <a:pt x="417" y="1454"/>
                    <a:pt x="421" y="1430"/>
                    <a:pt x="417" y="1439"/>
                  </a:cubicBezTo>
                  <a:cubicBezTo>
                    <a:pt x="417" y="1441"/>
                    <a:pt x="414" y="1440"/>
                    <a:pt x="415" y="1444"/>
                  </a:cubicBezTo>
                  <a:close/>
                  <a:moveTo>
                    <a:pt x="402" y="1477"/>
                  </a:moveTo>
                  <a:cubicBezTo>
                    <a:pt x="397" y="1479"/>
                    <a:pt x="396" y="1484"/>
                    <a:pt x="395" y="1490"/>
                  </a:cubicBezTo>
                  <a:cubicBezTo>
                    <a:pt x="400" y="1488"/>
                    <a:pt x="398" y="1478"/>
                    <a:pt x="405" y="1477"/>
                  </a:cubicBezTo>
                  <a:cubicBezTo>
                    <a:pt x="403" y="1470"/>
                    <a:pt x="408" y="1470"/>
                    <a:pt x="407" y="1464"/>
                  </a:cubicBezTo>
                  <a:cubicBezTo>
                    <a:pt x="409" y="1464"/>
                    <a:pt x="410" y="1462"/>
                    <a:pt x="410" y="1459"/>
                  </a:cubicBezTo>
                  <a:cubicBezTo>
                    <a:pt x="410" y="1456"/>
                    <a:pt x="413" y="1455"/>
                    <a:pt x="410" y="1454"/>
                  </a:cubicBezTo>
                  <a:cubicBezTo>
                    <a:pt x="407" y="1461"/>
                    <a:pt x="402" y="1467"/>
                    <a:pt x="402" y="1477"/>
                  </a:cubicBezTo>
                  <a:close/>
                  <a:moveTo>
                    <a:pt x="470" y="1484"/>
                  </a:moveTo>
                  <a:cubicBezTo>
                    <a:pt x="470" y="1498"/>
                    <a:pt x="461" y="1502"/>
                    <a:pt x="460" y="1515"/>
                  </a:cubicBezTo>
                  <a:cubicBezTo>
                    <a:pt x="437" y="1576"/>
                    <a:pt x="431" y="1575"/>
                    <a:pt x="430" y="1580"/>
                  </a:cubicBezTo>
                  <a:cubicBezTo>
                    <a:pt x="411" y="1635"/>
                    <a:pt x="400" y="1637"/>
                    <a:pt x="397" y="1648"/>
                  </a:cubicBezTo>
                  <a:cubicBezTo>
                    <a:pt x="386" y="1684"/>
                    <a:pt x="383" y="1687"/>
                    <a:pt x="382" y="1693"/>
                  </a:cubicBezTo>
                  <a:cubicBezTo>
                    <a:pt x="371" y="1730"/>
                    <a:pt x="371" y="1738"/>
                    <a:pt x="367" y="1741"/>
                  </a:cubicBezTo>
                  <a:cubicBezTo>
                    <a:pt x="361" y="1788"/>
                    <a:pt x="357" y="1799"/>
                    <a:pt x="362" y="1799"/>
                  </a:cubicBezTo>
                  <a:cubicBezTo>
                    <a:pt x="379" y="1754"/>
                    <a:pt x="376" y="1747"/>
                    <a:pt x="380" y="1746"/>
                  </a:cubicBezTo>
                  <a:cubicBezTo>
                    <a:pt x="391" y="1697"/>
                    <a:pt x="403" y="1699"/>
                    <a:pt x="400" y="1688"/>
                  </a:cubicBezTo>
                  <a:cubicBezTo>
                    <a:pt x="430" y="1632"/>
                    <a:pt x="427" y="1621"/>
                    <a:pt x="433" y="1618"/>
                  </a:cubicBezTo>
                  <a:cubicBezTo>
                    <a:pt x="459" y="1557"/>
                    <a:pt x="462" y="1552"/>
                    <a:pt x="465" y="1547"/>
                  </a:cubicBezTo>
                  <a:cubicBezTo>
                    <a:pt x="482" y="1493"/>
                    <a:pt x="477" y="1484"/>
                    <a:pt x="483" y="1484"/>
                  </a:cubicBezTo>
                  <a:close/>
                  <a:moveTo>
                    <a:pt x="166" y="1522"/>
                  </a:moveTo>
                  <a:cubicBezTo>
                    <a:pt x="169" y="1533"/>
                    <a:pt x="177" y="1538"/>
                    <a:pt x="181" y="1548"/>
                  </a:cubicBezTo>
                  <a:cubicBezTo>
                    <a:pt x="187" y="1555"/>
                    <a:pt x="191" y="1564"/>
                    <a:pt x="199" y="1570"/>
                  </a:cubicBezTo>
                  <a:cubicBezTo>
                    <a:pt x="197" y="1578"/>
                    <a:pt x="205" y="1577"/>
                    <a:pt x="206" y="1583"/>
                  </a:cubicBezTo>
                  <a:cubicBezTo>
                    <a:pt x="209" y="1583"/>
                    <a:pt x="208" y="1587"/>
                    <a:pt x="211" y="1588"/>
                  </a:cubicBezTo>
                  <a:cubicBezTo>
                    <a:pt x="210" y="1593"/>
                    <a:pt x="215" y="1593"/>
                    <a:pt x="216" y="1595"/>
                  </a:cubicBezTo>
                  <a:cubicBezTo>
                    <a:pt x="220" y="1604"/>
                    <a:pt x="227" y="1611"/>
                    <a:pt x="234" y="1618"/>
                  </a:cubicBezTo>
                  <a:cubicBezTo>
                    <a:pt x="240" y="1626"/>
                    <a:pt x="247" y="1633"/>
                    <a:pt x="254" y="1641"/>
                  </a:cubicBezTo>
                  <a:cubicBezTo>
                    <a:pt x="260" y="1648"/>
                    <a:pt x="265" y="1657"/>
                    <a:pt x="272" y="1663"/>
                  </a:cubicBezTo>
                  <a:cubicBezTo>
                    <a:pt x="275" y="1667"/>
                    <a:pt x="278" y="1670"/>
                    <a:pt x="282" y="1673"/>
                  </a:cubicBezTo>
                  <a:cubicBezTo>
                    <a:pt x="283" y="1680"/>
                    <a:pt x="288" y="1682"/>
                    <a:pt x="292" y="1686"/>
                  </a:cubicBezTo>
                  <a:cubicBezTo>
                    <a:pt x="293" y="1695"/>
                    <a:pt x="300" y="1698"/>
                    <a:pt x="302" y="1706"/>
                  </a:cubicBezTo>
                  <a:cubicBezTo>
                    <a:pt x="309" y="1709"/>
                    <a:pt x="309" y="1719"/>
                    <a:pt x="317" y="1721"/>
                  </a:cubicBezTo>
                  <a:cubicBezTo>
                    <a:pt x="317" y="1715"/>
                    <a:pt x="317" y="1709"/>
                    <a:pt x="314" y="1706"/>
                  </a:cubicBezTo>
                  <a:cubicBezTo>
                    <a:pt x="311" y="1705"/>
                    <a:pt x="313" y="1703"/>
                    <a:pt x="314" y="1701"/>
                  </a:cubicBezTo>
                  <a:cubicBezTo>
                    <a:pt x="311" y="1701"/>
                    <a:pt x="312" y="1697"/>
                    <a:pt x="312" y="1693"/>
                  </a:cubicBezTo>
                  <a:cubicBezTo>
                    <a:pt x="303" y="1693"/>
                    <a:pt x="307" y="1680"/>
                    <a:pt x="299" y="1678"/>
                  </a:cubicBezTo>
                  <a:cubicBezTo>
                    <a:pt x="302" y="1670"/>
                    <a:pt x="291" y="1676"/>
                    <a:pt x="294" y="1668"/>
                  </a:cubicBezTo>
                  <a:cubicBezTo>
                    <a:pt x="293" y="1665"/>
                    <a:pt x="290" y="1662"/>
                    <a:pt x="287" y="1661"/>
                  </a:cubicBezTo>
                  <a:cubicBezTo>
                    <a:pt x="281" y="1646"/>
                    <a:pt x="269" y="1638"/>
                    <a:pt x="264" y="1623"/>
                  </a:cubicBezTo>
                  <a:cubicBezTo>
                    <a:pt x="254" y="1618"/>
                    <a:pt x="249" y="1607"/>
                    <a:pt x="241" y="1600"/>
                  </a:cubicBezTo>
                  <a:cubicBezTo>
                    <a:pt x="239" y="1595"/>
                    <a:pt x="235" y="1592"/>
                    <a:pt x="231" y="1588"/>
                  </a:cubicBezTo>
                  <a:cubicBezTo>
                    <a:pt x="227" y="1584"/>
                    <a:pt x="225" y="1577"/>
                    <a:pt x="219" y="1575"/>
                  </a:cubicBezTo>
                  <a:cubicBezTo>
                    <a:pt x="215" y="1571"/>
                    <a:pt x="210" y="1568"/>
                    <a:pt x="209" y="1563"/>
                  </a:cubicBezTo>
                  <a:cubicBezTo>
                    <a:pt x="203" y="1560"/>
                    <a:pt x="199" y="1555"/>
                    <a:pt x="196" y="1550"/>
                  </a:cubicBezTo>
                  <a:cubicBezTo>
                    <a:pt x="188" y="1542"/>
                    <a:pt x="180" y="1534"/>
                    <a:pt x="171" y="1527"/>
                  </a:cubicBezTo>
                  <a:cubicBezTo>
                    <a:pt x="171" y="1518"/>
                    <a:pt x="164" y="1516"/>
                    <a:pt x="161" y="1510"/>
                  </a:cubicBezTo>
                  <a:cubicBezTo>
                    <a:pt x="160" y="1506"/>
                    <a:pt x="157" y="1506"/>
                    <a:pt x="156" y="1502"/>
                  </a:cubicBezTo>
                  <a:cubicBezTo>
                    <a:pt x="152" y="1504"/>
                    <a:pt x="150" y="1492"/>
                    <a:pt x="148" y="1500"/>
                  </a:cubicBezTo>
                  <a:cubicBezTo>
                    <a:pt x="157" y="1504"/>
                    <a:pt x="157" y="1518"/>
                    <a:pt x="166" y="1522"/>
                  </a:cubicBezTo>
                  <a:close/>
                  <a:moveTo>
                    <a:pt x="465" y="1575"/>
                  </a:moveTo>
                  <a:cubicBezTo>
                    <a:pt x="457" y="1583"/>
                    <a:pt x="454" y="1598"/>
                    <a:pt x="448" y="1608"/>
                  </a:cubicBezTo>
                  <a:cubicBezTo>
                    <a:pt x="445" y="1613"/>
                    <a:pt x="444" y="1620"/>
                    <a:pt x="440" y="1625"/>
                  </a:cubicBezTo>
                  <a:cubicBezTo>
                    <a:pt x="437" y="1631"/>
                    <a:pt x="440" y="1642"/>
                    <a:pt x="433" y="1643"/>
                  </a:cubicBezTo>
                  <a:cubicBezTo>
                    <a:pt x="434" y="1653"/>
                    <a:pt x="426" y="1653"/>
                    <a:pt x="425" y="1661"/>
                  </a:cubicBezTo>
                  <a:cubicBezTo>
                    <a:pt x="424" y="1668"/>
                    <a:pt x="419" y="1671"/>
                    <a:pt x="418" y="1678"/>
                  </a:cubicBezTo>
                  <a:cubicBezTo>
                    <a:pt x="414" y="1683"/>
                    <a:pt x="413" y="1690"/>
                    <a:pt x="410" y="1696"/>
                  </a:cubicBezTo>
                  <a:cubicBezTo>
                    <a:pt x="405" y="1696"/>
                    <a:pt x="411" y="1700"/>
                    <a:pt x="407" y="1701"/>
                  </a:cubicBezTo>
                  <a:cubicBezTo>
                    <a:pt x="407" y="1704"/>
                    <a:pt x="404" y="1705"/>
                    <a:pt x="407" y="1708"/>
                  </a:cubicBezTo>
                  <a:cubicBezTo>
                    <a:pt x="401" y="1710"/>
                    <a:pt x="401" y="1719"/>
                    <a:pt x="397" y="1724"/>
                  </a:cubicBezTo>
                  <a:cubicBezTo>
                    <a:pt x="399" y="1734"/>
                    <a:pt x="389" y="1732"/>
                    <a:pt x="392" y="1744"/>
                  </a:cubicBezTo>
                  <a:cubicBezTo>
                    <a:pt x="390" y="1749"/>
                    <a:pt x="388" y="1756"/>
                    <a:pt x="385" y="1761"/>
                  </a:cubicBezTo>
                  <a:cubicBezTo>
                    <a:pt x="384" y="1766"/>
                    <a:pt x="376" y="1775"/>
                    <a:pt x="382" y="1779"/>
                  </a:cubicBezTo>
                  <a:cubicBezTo>
                    <a:pt x="389" y="1772"/>
                    <a:pt x="391" y="1760"/>
                    <a:pt x="395" y="1751"/>
                  </a:cubicBezTo>
                  <a:cubicBezTo>
                    <a:pt x="398" y="1741"/>
                    <a:pt x="404" y="1733"/>
                    <a:pt x="405" y="1721"/>
                  </a:cubicBezTo>
                  <a:cubicBezTo>
                    <a:pt x="421" y="1704"/>
                    <a:pt x="428" y="1679"/>
                    <a:pt x="443" y="1661"/>
                  </a:cubicBezTo>
                  <a:cubicBezTo>
                    <a:pt x="445" y="1648"/>
                    <a:pt x="451" y="1638"/>
                    <a:pt x="455" y="1628"/>
                  </a:cubicBezTo>
                  <a:cubicBezTo>
                    <a:pt x="459" y="1624"/>
                    <a:pt x="459" y="1616"/>
                    <a:pt x="463" y="1613"/>
                  </a:cubicBezTo>
                  <a:cubicBezTo>
                    <a:pt x="463" y="1609"/>
                    <a:pt x="464" y="1607"/>
                    <a:pt x="465" y="1605"/>
                  </a:cubicBezTo>
                  <a:cubicBezTo>
                    <a:pt x="469" y="1605"/>
                    <a:pt x="467" y="1598"/>
                    <a:pt x="470" y="1598"/>
                  </a:cubicBezTo>
                  <a:cubicBezTo>
                    <a:pt x="468" y="1588"/>
                    <a:pt x="478" y="1590"/>
                    <a:pt x="475" y="1580"/>
                  </a:cubicBezTo>
                  <a:cubicBezTo>
                    <a:pt x="476" y="1573"/>
                    <a:pt x="480" y="1570"/>
                    <a:pt x="480" y="1562"/>
                  </a:cubicBezTo>
                  <a:cubicBezTo>
                    <a:pt x="485" y="1559"/>
                    <a:pt x="482" y="1549"/>
                    <a:pt x="485" y="1545"/>
                  </a:cubicBezTo>
                  <a:cubicBezTo>
                    <a:pt x="489" y="1540"/>
                    <a:pt x="488" y="1530"/>
                    <a:pt x="490" y="1525"/>
                  </a:cubicBezTo>
                  <a:cubicBezTo>
                    <a:pt x="490" y="1522"/>
                    <a:pt x="490" y="1520"/>
                    <a:pt x="490" y="1517"/>
                  </a:cubicBezTo>
                  <a:cubicBezTo>
                    <a:pt x="490" y="1514"/>
                    <a:pt x="494" y="1513"/>
                    <a:pt x="490" y="1512"/>
                  </a:cubicBezTo>
                  <a:cubicBezTo>
                    <a:pt x="489" y="1508"/>
                    <a:pt x="493" y="1497"/>
                    <a:pt x="488" y="1497"/>
                  </a:cubicBezTo>
                  <a:cubicBezTo>
                    <a:pt x="484" y="1527"/>
                    <a:pt x="474" y="1550"/>
                    <a:pt x="465" y="1575"/>
                  </a:cubicBezTo>
                  <a:close/>
                  <a:moveTo>
                    <a:pt x="337" y="1693"/>
                  </a:moveTo>
                  <a:cubicBezTo>
                    <a:pt x="336" y="1689"/>
                    <a:pt x="340" y="1688"/>
                    <a:pt x="340" y="1683"/>
                  </a:cubicBezTo>
                  <a:cubicBezTo>
                    <a:pt x="340" y="1680"/>
                    <a:pt x="339" y="1674"/>
                    <a:pt x="342" y="1673"/>
                  </a:cubicBezTo>
                  <a:cubicBezTo>
                    <a:pt x="337" y="1663"/>
                    <a:pt x="347" y="1649"/>
                    <a:pt x="347" y="1636"/>
                  </a:cubicBezTo>
                  <a:cubicBezTo>
                    <a:pt x="350" y="1635"/>
                    <a:pt x="350" y="1632"/>
                    <a:pt x="350" y="1628"/>
                  </a:cubicBezTo>
                  <a:cubicBezTo>
                    <a:pt x="350" y="1625"/>
                    <a:pt x="353" y="1623"/>
                    <a:pt x="352" y="1618"/>
                  </a:cubicBezTo>
                  <a:cubicBezTo>
                    <a:pt x="356" y="1613"/>
                    <a:pt x="354" y="1604"/>
                    <a:pt x="357" y="1598"/>
                  </a:cubicBezTo>
                  <a:cubicBezTo>
                    <a:pt x="359" y="1591"/>
                    <a:pt x="360" y="1584"/>
                    <a:pt x="365" y="1580"/>
                  </a:cubicBezTo>
                  <a:cubicBezTo>
                    <a:pt x="369" y="1576"/>
                    <a:pt x="366" y="1565"/>
                    <a:pt x="372" y="1563"/>
                  </a:cubicBezTo>
                  <a:cubicBezTo>
                    <a:pt x="372" y="1557"/>
                    <a:pt x="372" y="1552"/>
                    <a:pt x="372" y="1547"/>
                  </a:cubicBezTo>
                  <a:cubicBezTo>
                    <a:pt x="380" y="1547"/>
                    <a:pt x="370" y="1537"/>
                    <a:pt x="372" y="1547"/>
                  </a:cubicBezTo>
                  <a:cubicBezTo>
                    <a:pt x="368" y="1551"/>
                    <a:pt x="369" y="1560"/>
                    <a:pt x="365" y="1563"/>
                  </a:cubicBezTo>
                  <a:cubicBezTo>
                    <a:pt x="363" y="1568"/>
                    <a:pt x="362" y="1575"/>
                    <a:pt x="360" y="1580"/>
                  </a:cubicBezTo>
                  <a:cubicBezTo>
                    <a:pt x="356" y="1584"/>
                    <a:pt x="357" y="1593"/>
                    <a:pt x="352" y="1595"/>
                  </a:cubicBezTo>
                  <a:cubicBezTo>
                    <a:pt x="352" y="1604"/>
                    <a:pt x="349" y="1609"/>
                    <a:pt x="345" y="1613"/>
                  </a:cubicBezTo>
                  <a:cubicBezTo>
                    <a:pt x="342" y="1647"/>
                    <a:pt x="327" y="1669"/>
                    <a:pt x="330" y="1708"/>
                  </a:cubicBezTo>
                  <a:cubicBezTo>
                    <a:pt x="338" y="1709"/>
                    <a:pt x="334" y="1698"/>
                    <a:pt x="337" y="1693"/>
                  </a:cubicBezTo>
                  <a:close/>
                  <a:moveTo>
                    <a:pt x="299" y="1623"/>
                  </a:moveTo>
                  <a:cubicBezTo>
                    <a:pt x="299" y="1618"/>
                    <a:pt x="306" y="1608"/>
                    <a:pt x="299" y="1605"/>
                  </a:cubicBezTo>
                  <a:cubicBezTo>
                    <a:pt x="299" y="1610"/>
                    <a:pt x="292" y="1620"/>
                    <a:pt x="299" y="1623"/>
                  </a:cubicBezTo>
                  <a:close/>
                  <a:moveTo>
                    <a:pt x="372" y="1678"/>
                  </a:moveTo>
                  <a:cubicBezTo>
                    <a:pt x="367" y="1681"/>
                    <a:pt x="371" y="1692"/>
                    <a:pt x="365" y="1693"/>
                  </a:cubicBezTo>
                  <a:cubicBezTo>
                    <a:pt x="366" y="1702"/>
                    <a:pt x="363" y="1705"/>
                    <a:pt x="362" y="1711"/>
                  </a:cubicBezTo>
                  <a:cubicBezTo>
                    <a:pt x="363" y="1715"/>
                    <a:pt x="355" y="1724"/>
                    <a:pt x="362" y="1726"/>
                  </a:cubicBezTo>
                  <a:cubicBezTo>
                    <a:pt x="367" y="1717"/>
                    <a:pt x="364" y="1701"/>
                    <a:pt x="372" y="1696"/>
                  </a:cubicBezTo>
                  <a:cubicBezTo>
                    <a:pt x="370" y="1686"/>
                    <a:pt x="375" y="1684"/>
                    <a:pt x="375" y="1676"/>
                  </a:cubicBezTo>
                  <a:cubicBezTo>
                    <a:pt x="375" y="1672"/>
                    <a:pt x="386" y="1660"/>
                    <a:pt x="375" y="1661"/>
                  </a:cubicBezTo>
                  <a:cubicBezTo>
                    <a:pt x="376" y="1669"/>
                    <a:pt x="370" y="1670"/>
                    <a:pt x="372" y="1678"/>
                  </a:cubicBezTo>
                  <a:close/>
                  <a:moveTo>
                    <a:pt x="352" y="1776"/>
                  </a:moveTo>
                  <a:cubicBezTo>
                    <a:pt x="352" y="1773"/>
                    <a:pt x="352" y="1770"/>
                    <a:pt x="352" y="1766"/>
                  </a:cubicBezTo>
                  <a:cubicBezTo>
                    <a:pt x="350" y="1766"/>
                    <a:pt x="347" y="1766"/>
                    <a:pt x="345" y="1766"/>
                  </a:cubicBezTo>
                  <a:cubicBezTo>
                    <a:pt x="346" y="1771"/>
                    <a:pt x="346" y="1777"/>
                    <a:pt x="352" y="1776"/>
                  </a:cubicBezTo>
                  <a:close/>
                  <a:moveTo>
                    <a:pt x="375" y="1804"/>
                  </a:moveTo>
                  <a:cubicBezTo>
                    <a:pt x="376" y="1799"/>
                    <a:pt x="383" y="1788"/>
                    <a:pt x="377" y="1784"/>
                  </a:cubicBezTo>
                  <a:cubicBezTo>
                    <a:pt x="378" y="1791"/>
                    <a:pt x="368" y="1799"/>
                    <a:pt x="375" y="1804"/>
                  </a:cubicBezTo>
                  <a:close/>
                </a:path>
              </a:pathLst>
            </a:custGeom>
            <a:solidFill>
              <a:srgbClr val="d0cdbb">
                <a:alpha val="75000"/>
              </a:srgbClr>
            </a:solidFill>
            <a:ln w="0">
              <a:noFill/>
            </a:ln>
          </p:spPr>
          <p:style>
            <a:lnRef idx="0"/>
            <a:fillRef idx="0"/>
            <a:effectRef idx="0"/>
            <a:fontRef idx="minor"/>
          </p:style>
          <p:txBody>
            <a:bodyPr tIns="91440" bIns="91440" anchor="ctr">
              <a:noAutofit/>
            </a:bodyPr>
            <a:p>
              <a:pPr>
                <a:lnSpc>
                  <a:spcPct val="100000"/>
                </a:lnSpc>
                <a:tabLst>
                  <a:tab algn="l" pos="0"/>
                </a:tabLst>
              </a:pPr>
              <a:endParaRPr b="0" lang="en-US" sz="1400" spc="-1" strike="noStrike">
                <a:solidFill>
                  <a:srgbClr val="000000"/>
                </a:solidFill>
                <a:latin typeface="Arial"/>
                <a:ea typeface="Arial"/>
              </a:endParaRPr>
            </a:p>
          </p:txBody>
        </p:sp>
        <p:sp>
          <p:nvSpPr>
            <p:cNvPr id="49" name="Google Shape;53;p13"/>
            <p:cNvSpPr/>
            <p:nvPr/>
          </p:nvSpPr>
          <p:spPr>
            <a:xfrm>
              <a:off x="907920" y="1528200"/>
              <a:ext cx="2507760" cy="3231000"/>
            </a:xfrm>
            <a:custGeom>
              <a:avLst/>
              <a:gdLst>
                <a:gd name="textAreaLeft" fmla="*/ 0 w 2507760"/>
                <a:gd name="textAreaRight" fmla="*/ 2508120 w 2507760"/>
                <a:gd name="textAreaTop" fmla="*/ 0 h 3231000"/>
                <a:gd name="textAreaBottom" fmla="*/ 3231360 h 3231000"/>
              </a:gdLst>
              <a:ahLst/>
              <a:rect l="textAreaLeft" t="textAreaTop" r="textAreaRight" b="textAreaBottom"/>
              <a:pathLst>
                <a:path w="869" h="1495">
                  <a:moveTo>
                    <a:pt x="865" y="156"/>
                  </a:moveTo>
                  <a:cubicBezTo>
                    <a:pt x="856" y="165"/>
                    <a:pt x="851" y="173"/>
                    <a:pt x="844" y="182"/>
                  </a:cubicBezTo>
                  <a:cubicBezTo>
                    <a:pt x="804" y="216"/>
                    <a:pt x="802" y="216"/>
                    <a:pt x="800" y="216"/>
                  </a:cubicBezTo>
                  <a:cubicBezTo>
                    <a:pt x="775" y="232"/>
                    <a:pt x="768" y="237"/>
                    <a:pt x="760" y="239"/>
                  </a:cubicBezTo>
                  <a:cubicBezTo>
                    <a:pt x="699" y="279"/>
                    <a:pt x="696" y="275"/>
                    <a:pt x="693" y="278"/>
                  </a:cubicBezTo>
                  <a:cubicBezTo>
                    <a:pt x="706" y="270"/>
                    <a:pt x="707" y="266"/>
                    <a:pt x="714" y="263"/>
                  </a:cubicBezTo>
                  <a:cubicBezTo>
                    <a:pt x="766" y="230"/>
                    <a:pt x="774" y="225"/>
                    <a:pt x="782" y="219"/>
                  </a:cubicBezTo>
                  <a:cubicBezTo>
                    <a:pt x="830" y="181"/>
                    <a:pt x="830" y="177"/>
                    <a:pt x="834" y="174"/>
                  </a:cubicBezTo>
                  <a:cubicBezTo>
                    <a:pt x="831" y="170"/>
                    <a:pt x="831" y="178"/>
                    <a:pt x="827" y="175"/>
                  </a:cubicBezTo>
                  <a:cubicBezTo>
                    <a:pt x="792" y="205"/>
                    <a:pt x="784" y="209"/>
                    <a:pt x="783" y="213"/>
                  </a:cubicBezTo>
                  <a:cubicBezTo>
                    <a:pt x="763" y="227"/>
                    <a:pt x="760" y="223"/>
                    <a:pt x="757" y="227"/>
                  </a:cubicBezTo>
                  <a:cubicBezTo>
                    <a:pt x="776" y="212"/>
                    <a:pt x="774" y="208"/>
                    <a:pt x="780" y="206"/>
                  </a:cubicBezTo>
                  <a:cubicBezTo>
                    <a:pt x="824" y="164"/>
                    <a:pt x="830" y="160"/>
                    <a:pt x="833" y="155"/>
                  </a:cubicBezTo>
                  <a:cubicBezTo>
                    <a:pt x="806" y="176"/>
                    <a:pt x="797" y="184"/>
                    <a:pt x="788" y="193"/>
                  </a:cubicBezTo>
                  <a:cubicBezTo>
                    <a:pt x="731" y="226"/>
                    <a:pt x="724" y="237"/>
                    <a:pt x="720" y="234"/>
                  </a:cubicBezTo>
                  <a:cubicBezTo>
                    <a:pt x="766" y="194"/>
                    <a:pt x="786" y="180"/>
                    <a:pt x="803" y="159"/>
                  </a:cubicBezTo>
                  <a:cubicBezTo>
                    <a:pt x="785" y="170"/>
                    <a:pt x="775" y="180"/>
                    <a:pt x="763" y="188"/>
                  </a:cubicBezTo>
                  <a:cubicBezTo>
                    <a:pt x="736" y="208"/>
                    <a:pt x="735" y="202"/>
                    <a:pt x="737" y="200"/>
                  </a:cubicBezTo>
                  <a:cubicBezTo>
                    <a:pt x="749" y="181"/>
                    <a:pt x="754" y="177"/>
                    <a:pt x="756" y="172"/>
                  </a:cubicBezTo>
                  <a:cubicBezTo>
                    <a:pt x="787" y="134"/>
                    <a:pt x="791" y="136"/>
                    <a:pt x="790" y="130"/>
                  </a:cubicBezTo>
                  <a:cubicBezTo>
                    <a:pt x="769" y="150"/>
                    <a:pt x="765" y="152"/>
                    <a:pt x="766" y="155"/>
                  </a:cubicBezTo>
                  <a:cubicBezTo>
                    <a:pt x="746" y="174"/>
                    <a:pt x="746" y="170"/>
                    <a:pt x="746" y="169"/>
                  </a:cubicBezTo>
                  <a:cubicBezTo>
                    <a:pt x="748" y="164"/>
                    <a:pt x="752" y="160"/>
                    <a:pt x="752" y="160"/>
                  </a:cubicBezTo>
                  <a:cubicBezTo>
                    <a:pt x="764" y="139"/>
                    <a:pt x="770" y="129"/>
                    <a:pt x="777" y="119"/>
                  </a:cubicBezTo>
                  <a:cubicBezTo>
                    <a:pt x="800" y="82"/>
                    <a:pt x="812" y="81"/>
                    <a:pt x="808" y="77"/>
                  </a:cubicBezTo>
                  <a:cubicBezTo>
                    <a:pt x="770" y="123"/>
                    <a:pt x="765" y="125"/>
                    <a:pt x="763" y="127"/>
                  </a:cubicBezTo>
                  <a:cubicBezTo>
                    <a:pt x="747" y="156"/>
                    <a:pt x="743" y="161"/>
                    <a:pt x="740" y="166"/>
                  </a:cubicBezTo>
                  <a:cubicBezTo>
                    <a:pt x="744" y="144"/>
                    <a:pt x="749" y="134"/>
                    <a:pt x="753" y="124"/>
                  </a:cubicBezTo>
                  <a:cubicBezTo>
                    <a:pt x="782" y="79"/>
                    <a:pt x="781" y="77"/>
                    <a:pt x="784" y="75"/>
                  </a:cubicBezTo>
                  <a:cubicBezTo>
                    <a:pt x="769" y="89"/>
                    <a:pt x="765" y="92"/>
                    <a:pt x="765" y="96"/>
                  </a:cubicBezTo>
                  <a:cubicBezTo>
                    <a:pt x="728" y="162"/>
                    <a:pt x="722" y="177"/>
                    <a:pt x="718" y="191"/>
                  </a:cubicBezTo>
                  <a:cubicBezTo>
                    <a:pt x="710" y="205"/>
                    <a:pt x="719" y="210"/>
                    <a:pt x="712" y="213"/>
                  </a:cubicBezTo>
                  <a:cubicBezTo>
                    <a:pt x="703" y="240"/>
                    <a:pt x="708" y="247"/>
                    <a:pt x="697" y="251"/>
                  </a:cubicBezTo>
                  <a:cubicBezTo>
                    <a:pt x="699" y="232"/>
                    <a:pt x="702" y="230"/>
                    <a:pt x="701" y="228"/>
                  </a:cubicBezTo>
                  <a:cubicBezTo>
                    <a:pt x="714" y="177"/>
                    <a:pt x="714" y="170"/>
                    <a:pt x="714" y="162"/>
                  </a:cubicBezTo>
                  <a:cubicBezTo>
                    <a:pt x="735" y="103"/>
                    <a:pt x="740" y="88"/>
                    <a:pt x="749" y="73"/>
                  </a:cubicBezTo>
                  <a:cubicBezTo>
                    <a:pt x="757" y="53"/>
                    <a:pt x="753" y="62"/>
                    <a:pt x="744" y="70"/>
                  </a:cubicBezTo>
                  <a:cubicBezTo>
                    <a:pt x="727" y="107"/>
                    <a:pt x="722" y="112"/>
                    <a:pt x="722" y="118"/>
                  </a:cubicBezTo>
                  <a:cubicBezTo>
                    <a:pt x="706" y="172"/>
                    <a:pt x="705" y="175"/>
                    <a:pt x="703" y="177"/>
                  </a:cubicBezTo>
                  <a:cubicBezTo>
                    <a:pt x="696" y="206"/>
                    <a:pt x="696" y="209"/>
                    <a:pt x="696" y="212"/>
                  </a:cubicBezTo>
                  <a:cubicBezTo>
                    <a:pt x="687" y="247"/>
                    <a:pt x="685" y="253"/>
                    <a:pt x="684" y="260"/>
                  </a:cubicBezTo>
                  <a:cubicBezTo>
                    <a:pt x="671" y="275"/>
                    <a:pt x="673" y="272"/>
                    <a:pt x="677" y="270"/>
                  </a:cubicBezTo>
                  <a:cubicBezTo>
                    <a:pt x="682" y="240"/>
                    <a:pt x="681" y="234"/>
                    <a:pt x="684" y="229"/>
                  </a:cubicBezTo>
                  <a:cubicBezTo>
                    <a:pt x="694" y="189"/>
                    <a:pt x="690" y="182"/>
                    <a:pt x="693" y="177"/>
                  </a:cubicBezTo>
                  <a:cubicBezTo>
                    <a:pt x="706" y="119"/>
                    <a:pt x="707" y="113"/>
                    <a:pt x="709" y="107"/>
                  </a:cubicBezTo>
                  <a:cubicBezTo>
                    <a:pt x="721" y="64"/>
                    <a:pt x="727" y="59"/>
                    <a:pt x="729" y="53"/>
                  </a:cubicBezTo>
                  <a:cubicBezTo>
                    <a:pt x="751" y="15"/>
                    <a:pt x="760" y="13"/>
                    <a:pt x="759" y="10"/>
                  </a:cubicBezTo>
                  <a:cubicBezTo>
                    <a:pt x="752" y="12"/>
                    <a:pt x="750" y="14"/>
                    <a:pt x="749" y="17"/>
                  </a:cubicBezTo>
                  <a:cubicBezTo>
                    <a:pt x="722" y="50"/>
                    <a:pt x="719" y="46"/>
                    <a:pt x="715" y="51"/>
                  </a:cubicBezTo>
                  <a:cubicBezTo>
                    <a:pt x="696" y="86"/>
                    <a:pt x="689" y="94"/>
                    <a:pt x="687" y="103"/>
                  </a:cubicBezTo>
                  <a:cubicBezTo>
                    <a:pt x="667" y="145"/>
                    <a:pt x="670" y="146"/>
                    <a:pt x="670" y="148"/>
                  </a:cubicBezTo>
                  <a:cubicBezTo>
                    <a:pt x="662" y="166"/>
                    <a:pt x="660" y="175"/>
                    <a:pt x="659" y="185"/>
                  </a:cubicBezTo>
                  <a:cubicBezTo>
                    <a:pt x="655" y="217"/>
                    <a:pt x="655" y="222"/>
                    <a:pt x="653" y="226"/>
                  </a:cubicBezTo>
                  <a:cubicBezTo>
                    <a:pt x="646" y="259"/>
                    <a:pt x="650" y="265"/>
                    <a:pt x="650" y="270"/>
                  </a:cubicBezTo>
                  <a:cubicBezTo>
                    <a:pt x="632" y="316"/>
                    <a:pt x="637" y="319"/>
                    <a:pt x="630" y="321"/>
                  </a:cubicBezTo>
                  <a:cubicBezTo>
                    <a:pt x="630" y="285"/>
                    <a:pt x="633" y="283"/>
                    <a:pt x="633" y="280"/>
                  </a:cubicBezTo>
                  <a:cubicBezTo>
                    <a:pt x="637" y="248"/>
                    <a:pt x="637" y="243"/>
                    <a:pt x="639" y="238"/>
                  </a:cubicBezTo>
                  <a:cubicBezTo>
                    <a:pt x="639" y="222"/>
                    <a:pt x="641" y="220"/>
                    <a:pt x="641" y="217"/>
                  </a:cubicBezTo>
                  <a:cubicBezTo>
                    <a:pt x="649" y="175"/>
                    <a:pt x="652" y="166"/>
                    <a:pt x="654" y="157"/>
                  </a:cubicBezTo>
                  <a:cubicBezTo>
                    <a:pt x="673" y="112"/>
                    <a:pt x="670" y="107"/>
                    <a:pt x="677" y="103"/>
                  </a:cubicBezTo>
                  <a:cubicBezTo>
                    <a:pt x="690" y="65"/>
                    <a:pt x="699" y="63"/>
                    <a:pt x="694" y="59"/>
                  </a:cubicBezTo>
                  <a:cubicBezTo>
                    <a:pt x="663" y="118"/>
                    <a:pt x="658" y="124"/>
                    <a:pt x="654" y="130"/>
                  </a:cubicBezTo>
                  <a:cubicBezTo>
                    <a:pt x="644" y="160"/>
                    <a:pt x="640" y="163"/>
                    <a:pt x="644" y="166"/>
                  </a:cubicBezTo>
                  <a:cubicBezTo>
                    <a:pt x="632" y="198"/>
                    <a:pt x="638" y="202"/>
                    <a:pt x="632" y="204"/>
                  </a:cubicBezTo>
                  <a:cubicBezTo>
                    <a:pt x="630" y="226"/>
                    <a:pt x="628" y="229"/>
                    <a:pt x="630" y="233"/>
                  </a:cubicBezTo>
                  <a:cubicBezTo>
                    <a:pt x="624" y="286"/>
                    <a:pt x="621" y="292"/>
                    <a:pt x="621" y="298"/>
                  </a:cubicBezTo>
                  <a:cubicBezTo>
                    <a:pt x="622" y="314"/>
                    <a:pt x="617" y="316"/>
                    <a:pt x="621" y="318"/>
                  </a:cubicBezTo>
                  <a:cubicBezTo>
                    <a:pt x="615" y="341"/>
                    <a:pt x="613" y="344"/>
                    <a:pt x="612" y="347"/>
                  </a:cubicBezTo>
                  <a:cubicBezTo>
                    <a:pt x="610" y="337"/>
                    <a:pt x="612" y="332"/>
                    <a:pt x="615" y="327"/>
                  </a:cubicBezTo>
                  <a:cubicBezTo>
                    <a:pt x="612" y="290"/>
                    <a:pt x="621" y="286"/>
                    <a:pt x="616" y="280"/>
                  </a:cubicBezTo>
                  <a:cubicBezTo>
                    <a:pt x="615" y="259"/>
                    <a:pt x="621" y="255"/>
                    <a:pt x="620" y="250"/>
                  </a:cubicBezTo>
                  <a:cubicBezTo>
                    <a:pt x="624" y="201"/>
                    <a:pt x="625" y="198"/>
                    <a:pt x="626" y="196"/>
                  </a:cubicBezTo>
                  <a:cubicBezTo>
                    <a:pt x="635" y="171"/>
                    <a:pt x="633" y="168"/>
                    <a:pt x="634" y="166"/>
                  </a:cubicBezTo>
                  <a:cubicBezTo>
                    <a:pt x="642" y="141"/>
                    <a:pt x="642" y="139"/>
                    <a:pt x="642" y="136"/>
                  </a:cubicBezTo>
                  <a:cubicBezTo>
                    <a:pt x="655" y="109"/>
                    <a:pt x="657" y="104"/>
                    <a:pt x="662" y="99"/>
                  </a:cubicBezTo>
                  <a:cubicBezTo>
                    <a:pt x="645" y="113"/>
                    <a:pt x="645" y="122"/>
                    <a:pt x="637" y="130"/>
                  </a:cubicBezTo>
                  <a:cubicBezTo>
                    <a:pt x="617" y="197"/>
                    <a:pt x="614" y="202"/>
                    <a:pt x="614" y="207"/>
                  </a:cubicBezTo>
                  <a:cubicBezTo>
                    <a:pt x="613" y="227"/>
                    <a:pt x="609" y="228"/>
                    <a:pt x="612" y="231"/>
                  </a:cubicBezTo>
                  <a:cubicBezTo>
                    <a:pt x="612" y="251"/>
                    <a:pt x="612" y="254"/>
                    <a:pt x="608" y="256"/>
                  </a:cubicBezTo>
                  <a:cubicBezTo>
                    <a:pt x="608" y="278"/>
                    <a:pt x="607" y="283"/>
                    <a:pt x="607" y="289"/>
                  </a:cubicBezTo>
                  <a:cubicBezTo>
                    <a:pt x="595" y="363"/>
                    <a:pt x="592" y="374"/>
                    <a:pt x="587" y="384"/>
                  </a:cubicBezTo>
                  <a:cubicBezTo>
                    <a:pt x="589" y="326"/>
                    <a:pt x="592" y="323"/>
                    <a:pt x="592" y="319"/>
                  </a:cubicBezTo>
                  <a:cubicBezTo>
                    <a:pt x="594" y="243"/>
                    <a:pt x="593" y="240"/>
                    <a:pt x="594" y="237"/>
                  </a:cubicBezTo>
                  <a:cubicBezTo>
                    <a:pt x="597" y="223"/>
                    <a:pt x="596" y="219"/>
                    <a:pt x="596" y="216"/>
                  </a:cubicBezTo>
                  <a:cubicBezTo>
                    <a:pt x="608" y="177"/>
                    <a:pt x="610" y="170"/>
                    <a:pt x="614" y="163"/>
                  </a:cubicBezTo>
                  <a:cubicBezTo>
                    <a:pt x="624" y="125"/>
                    <a:pt x="623" y="130"/>
                    <a:pt x="621" y="134"/>
                  </a:cubicBezTo>
                  <a:cubicBezTo>
                    <a:pt x="598" y="185"/>
                    <a:pt x="595" y="190"/>
                    <a:pt x="594" y="195"/>
                  </a:cubicBezTo>
                  <a:cubicBezTo>
                    <a:pt x="583" y="227"/>
                    <a:pt x="590" y="232"/>
                    <a:pt x="586" y="235"/>
                  </a:cubicBezTo>
                  <a:cubicBezTo>
                    <a:pt x="585" y="269"/>
                    <a:pt x="583" y="276"/>
                    <a:pt x="584" y="284"/>
                  </a:cubicBezTo>
                  <a:cubicBezTo>
                    <a:pt x="583" y="334"/>
                    <a:pt x="581" y="338"/>
                    <a:pt x="584" y="342"/>
                  </a:cubicBezTo>
                  <a:cubicBezTo>
                    <a:pt x="578" y="377"/>
                    <a:pt x="579" y="381"/>
                    <a:pt x="575" y="384"/>
                  </a:cubicBezTo>
                  <a:cubicBezTo>
                    <a:pt x="572" y="368"/>
                    <a:pt x="578" y="365"/>
                    <a:pt x="575" y="361"/>
                  </a:cubicBezTo>
                  <a:cubicBezTo>
                    <a:pt x="580" y="316"/>
                    <a:pt x="571" y="307"/>
                    <a:pt x="578" y="300"/>
                  </a:cubicBezTo>
                  <a:cubicBezTo>
                    <a:pt x="572" y="220"/>
                    <a:pt x="574" y="213"/>
                    <a:pt x="573" y="205"/>
                  </a:cubicBezTo>
                  <a:cubicBezTo>
                    <a:pt x="581" y="177"/>
                    <a:pt x="576" y="169"/>
                    <a:pt x="580" y="163"/>
                  </a:cubicBezTo>
                  <a:cubicBezTo>
                    <a:pt x="594" y="117"/>
                    <a:pt x="601" y="111"/>
                    <a:pt x="598" y="103"/>
                  </a:cubicBezTo>
                  <a:cubicBezTo>
                    <a:pt x="577" y="151"/>
                    <a:pt x="576" y="154"/>
                    <a:pt x="573" y="156"/>
                  </a:cubicBezTo>
                  <a:cubicBezTo>
                    <a:pt x="562" y="241"/>
                    <a:pt x="563" y="252"/>
                    <a:pt x="564" y="263"/>
                  </a:cubicBezTo>
                  <a:cubicBezTo>
                    <a:pt x="569" y="302"/>
                    <a:pt x="564" y="307"/>
                    <a:pt x="568" y="312"/>
                  </a:cubicBezTo>
                  <a:cubicBezTo>
                    <a:pt x="566" y="341"/>
                    <a:pt x="565" y="352"/>
                    <a:pt x="568" y="364"/>
                  </a:cubicBezTo>
                  <a:cubicBezTo>
                    <a:pt x="553" y="423"/>
                    <a:pt x="553" y="420"/>
                    <a:pt x="555" y="417"/>
                  </a:cubicBezTo>
                  <a:cubicBezTo>
                    <a:pt x="556" y="394"/>
                    <a:pt x="560" y="392"/>
                    <a:pt x="558" y="388"/>
                  </a:cubicBezTo>
                  <a:cubicBezTo>
                    <a:pt x="561" y="333"/>
                    <a:pt x="563" y="331"/>
                    <a:pt x="562" y="329"/>
                  </a:cubicBezTo>
                  <a:cubicBezTo>
                    <a:pt x="559" y="274"/>
                    <a:pt x="553" y="255"/>
                    <a:pt x="554" y="236"/>
                  </a:cubicBezTo>
                  <a:cubicBezTo>
                    <a:pt x="554" y="218"/>
                    <a:pt x="555" y="214"/>
                    <a:pt x="554" y="209"/>
                  </a:cubicBezTo>
                  <a:cubicBezTo>
                    <a:pt x="559" y="193"/>
                    <a:pt x="557" y="190"/>
                    <a:pt x="559" y="188"/>
                  </a:cubicBezTo>
                  <a:cubicBezTo>
                    <a:pt x="569" y="145"/>
                    <a:pt x="573" y="136"/>
                    <a:pt x="573" y="126"/>
                  </a:cubicBezTo>
                  <a:cubicBezTo>
                    <a:pt x="557" y="167"/>
                    <a:pt x="554" y="173"/>
                    <a:pt x="555" y="179"/>
                  </a:cubicBezTo>
                  <a:cubicBezTo>
                    <a:pt x="548" y="204"/>
                    <a:pt x="545" y="211"/>
                    <a:pt x="547" y="219"/>
                  </a:cubicBezTo>
                  <a:cubicBezTo>
                    <a:pt x="545" y="249"/>
                    <a:pt x="547" y="257"/>
                    <a:pt x="548" y="265"/>
                  </a:cubicBezTo>
                  <a:cubicBezTo>
                    <a:pt x="553" y="302"/>
                    <a:pt x="551" y="305"/>
                    <a:pt x="550" y="308"/>
                  </a:cubicBezTo>
                  <a:cubicBezTo>
                    <a:pt x="556" y="350"/>
                    <a:pt x="553" y="352"/>
                    <a:pt x="554" y="354"/>
                  </a:cubicBezTo>
                  <a:cubicBezTo>
                    <a:pt x="551" y="391"/>
                    <a:pt x="544" y="394"/>
                    <a:pt x="549" y="399"/>
                  </a:cubicBezTo>
                  <a:cubicBezTo>
                    <a:pt x="548" y="423"/>
                    <a:pt x="541" y="425"/>
                    <a:pt x="543" y="428"/>
                  </a:cubicBezTo>
                  <a:cubicBezTo>
                    <a:pt x="534" y="435"/>
                    <a:pt x="534" y="428"/>
                    <a:pt x="538" y="422"/>
                  </a:cubicBezTo>
                  <a:cubicBezTo>
                    <a:pt x="537" y="386"/>
                    <a:pt x="541" y="383"/>
                    <a:pt x="540" y="379"/>
                  </a:cubicBezTo>
                  <a:cubicBezTo>
                    <a:pt x="538" y="342"/>
                    <a:pt x="537" y="338"/>
                    <a:pt x="538" y="333"/>
                  </a:cubicBezTo>
                  <a:cubicBezTo>
                    <a:pt x="535" y="297"/>
                    <a:pt x="532" y="288"/>
                    <a:pt x="531" y="280"/>
                  </a:cubicBezTo>
                  <a:cubicBezTo>
                    <a:pt x="528" y="237"/>
                    <a:pt x="531" y="236"/>
                    <a:pt x="530" y="234"/>
                  </a:cubicBezTo>
                  <a:cubicBezTo>
                    <a:pt x="531" y="195"/>
                    <a:pt x="535" y="192"/>
                    <a:pt x="534" y="187"/>
                  </a:cubicBezTo>
                  <a:cubicBezTo>
                    <a:pt x="537" y="169"/>
                    <a:pt x="538" y="165"/>
                    <a:pt x="539" y="161"/>
                  </a:cubicBezTo>
                  <a:cubicBezTo>
                    <a:pt x="534" y="156"/>
                    <a:pt x="534" y="160"/>
                    <a:pt x="532" y="164"/>
                  </a:cubicBezTo>
                  <a:cubicBezTo>
                    <a:pt x="527" y="184"/>
                    <a:pt x="527" y="187"/>
                    <a:pt x="528" y="189"/>
                  </a:cubicBezTo>
                  <a:cubicBezTo>
                    <a:pt x="521" y="228"/>
                    <a:pt x="522" y="230"/>
                    <a:pt x="522" y="232"/>
                  </a:cubicBezTo>
                  <a:cubicBezTo>
                    <a:pt x="521" y="256"/>
                    <a:pt x="520" y="257"/>
                    <a:pt x="522" y="259"/>
                  </a:cubicBezTo>
                  <a:cubicBezTo>
                    <a:pt x="527" y="285"/>
                    <a:pt x="520" y="288"/>
                    <a:pt x="524" y="293"/>
                  </a:cubicBezTo>
                  <a:cubicBezTo>
                    <a:pt x="532" y="343"/>
                    <a:pt x="530" y="351"/>
                    <a:pt x="534" y="361"/>
                  </a:cubicBezTo>
                  <a:cubicBezTo>
                    <a:pt x="531" y="378"/>
                    <a:pt x="529" y="380"/>
                    <a:pt x="532" y="382"/>
                  </a:cubicBezTo>
                  <a:cubicBezTo>
                    <a:pt x="530" y="417"/>
                    <a:pt x="530" y="421"/>
                    <a:pt x="528" y="424"/>
                  </a:cubicBezTo>
                  <a:cubicBezTo>
                    <a:pt x="523" y="442"/>
                    <a:pt x="525" y="445"/>
                    <a:pt x="522" y="444"/>
                  </a:cubicBezTo>
                  <a:cubicBezTo>
                    <a:pt x="523" y="396"/>
                    <a:pt x="516" y="383"/>
                    <a:pt x="519" y="372"/>
                  </a:cubicBezTo>
                  <a:cubicBezTo>
                    <a:pt x="517" y="348"/>
                    <a:pt x="514" y="341"/>
                    <a:pt x="515" y="335"/>
                  </a:cubicBezTo>
                  <a:cubicBezTo>
                    <a:pt x="506" y="291"/>
                    <a:pt x="509" y="286"/>
                    <a:pt x="507" y="280"/>
                  </a:cubicBezTo>
                  <a:cubicBezTo>
                    <a:pt x="508" y="220"/>
                    <a:pt x="509" y="215"/>
                    <a:pt x="510" y="209"/>
                  </a:cubicBezTo>
                  <a:cubicBezTo>
                    <a:pt x="513" y="185"/>
                    <a:pt x="512" y="178"/>
                    <a:pt x="516" y="173"/>
                  </a:cubicBezTo>
                  <a:cubicBezTo>
                    <a:pt x="515" y="159"/>
                    <a:pt x="514" y="162"/>
                    <a:pt x="512" y="164"/>
                  </a:cubicBezTo>
                  <a:cubicBezTo>
                    <a:pt x="505" y="191"/>
                    <a:pt x="507" y="196"/>
                    <a:pt x="504" y="201"/>
                  </a:cubicBezTo>
                  <a:cubicBezTo>
                    <a:pt x="500" y="221"/>
                    <a:pt x="502" y="226"/>
                    <a:pt x="501" y="230"/>
                  </a:cubicBezTo>
                  <a:cubicBezTo>
                    <a:pt x="498" y="248"/>
                    <a:pt x="500" y="251"/>
                    <a:pt x="500" y="253"/>
                  </a:cubicBezTo>
                  <a:cubicBezTo>
                    <a:pt x="496" y="271"/>
                    <a:pt x="502" y="275"/>
                    <a:pt x="498" y="277"/>
                  </a:cubicBezTo>
                  <a:cubicBezTo>
                    <a:pt x="497" y="300"/>
                    <a:pt x="497" y="294"/>
                    <a:pt x="497" y="290"/>
                  </a:cubicBezTo>
                  <a:cubicBezTo>
                    <a:pt x="494" y="271"/>
                    <a:pt x="495" y="268"/>
                    <a:pt x="495" y="266"/>
                  </a:cubicBezTo>
                  <a:cubicBezTo>
                    <a:pt x="494" y="202"/>
                    <a:pt x="495" y="187"/>
                    <a:pt x="499" y="173"/>
                  </a:cubicBezTo>
                  <a:cubicBezTo>
                    <a:pt x="501" y="135"/>
                    <a:pt x="510" y="133"/>
                    <a:pt x="503" y="128"/>
                  </a:cubicBezTo>
                  <a:cubicBezTo>
                    <a:pt x="490" y="173"/>
                    <a:pt x="490" y="178"/>
                    <a:pt x="489" y="183"/>
                  </a:cubicBezTo>
                  <a:cubicBezTo>
                    <a:pt x="485" y="220"/>
                    <a:pt x="485" y="223"/>
                    <a:pt x="485" y="225"/>
                  </a:cubicBezTo>
                  <a:cubicBezTo>
                    <a:pt x="484" y="256"/>
                    <a:pt x="483" y="258"/>
                    <a:pt x="486" y="261"/>
                  </a:cubicBezTo>
                  <a:cubicBezTo>
                    <a:pt x="484" y="277"/>
                    <a:pt x="489" y="280"/>
                    <a:pt x="487" y="282"/>
                  </a:cubicBezTo>
                  <a:cubicBezTo>
                    <a:pt x="498" y="337"/>
                    <a:pt x="496" y="347"/>
                    <a:pt x="502" y="357"/>
                  </a:cubicBezTo>
                  <a:cubicBezTo>
                    <a:pt x="506" y="408"/>
                    <a:pt x="505" y="413"/>
                    <a:pt x="503" y="418"/>
                  </a:cubicBezTo>
                  <a:cubicBezTo>
                    <a:pt x="505" y="450"/>
                    <a:pt x="505" y="453"/>
                    <a:pt x="503" y="455"/>
                  </a:cubicBezTo>
                  <a:cubicBezTo>
                    <a:pt x="499" y="471"/>
                    <a:pt x="503" y="479"/>
                    <a:pt x="498" y="475"/>
                  </a:cubicBezTo>
                  <a:cubicBezTo>
                    <a:pt x="493" y="426"/>
                    <a:pt x="495" y="423"/>
                    <a:pt x="495" y="419"/>
                  </a:cubicBezTo>
                  <a:cubicBezTo>
                    <a:pt x="485" y="375"/>
                    <a:pt x="480" y="366"/>
                    <a:pt x="483" y="359"/>
                  </a:cubicBezTo>
                  <a:cubicBezTo>
                    <a:pt x="470" y="321"/>
                    <a:pt x="476" y="319"/>
                    <a:pt x="470" y="314"/>
                  </a:cubicBezTo>
                  <a:cubicBezTo>
                    <a:pt x="459" y="218"/>
                    <a:pt x="466" y="212"/>
                    <a:pt x="462" y="204"/>
                  </a:cubicBezTo>
                  <a:cubicBezTo>
                    <a:pt x="457" y="195"/>
                    <a:pt x="457" y="204"/>
                    <a:pt x="457" y="213"/>
                  </a:cubicBezTo>
                  <a:cubicBezTo>
                    <a:pt x="457" y="232"/>
                    <a:pt x="452" y="236"/>
                    <a:pt x="455" y="241"/>
                  </a:cubicBezTo>
                  <a:cubicBezTo>
                    <a:pt x="454" y="275"/>
                    <a:pt x="459" y="280"/>
                    <a:pt x="456" y="285"/>
                  </a:cubicBezTo>
                  <a:cubicBezTo>
                    <a:pt x="462" y="317"/>
                    <a:pt x="462" y="322"/>
                    <a:pt x="465" y="327"/>
                  </a:cubicBezTo>
                  <a:cubicBezTo>
                    <a:pt x="475" y="362"/>
                    <a:pt x="473" y="368"/>
                    <a:pt x="475" y="375"/>
                  </a:cubicBezTo>
                  <a:cubicBezTo>
                    <a:pt x="478" y="394"/>
                    <a:pt x="483" y="397"/>
                    <a:pt x="481" y="400"/>
                  </a:cubicBezTo>
                  <a:cubicBezTo>
                    <a:pt x="484" y="436"/>
                    <a:pt x="490" y="444"/>
                    <a:pt x="487" y="449"/>
                  </a:cubicBezTo>
                  <a:cubicBezTo>
                    <a:pt x="483" y="480"/>
                    <a:pt x="490" y="485"/>
                    <a:pt x="488" y="488"/>
                  </a:cubicBezTo>
                  <a:cubicBezTo>
                    <a:pt x="483" y="503"/>
                    <a:pt x="485" y="499"/>
                    <a:pt x="485" y="495"/>
                  </a:cubicBezTo>
                  <a:cubicBezTo>
                    <a:pt x="486" y="464"/>
                    <a:pt x="482" y="459"/>
                    <a:pt x="483" y="454"/>
                  </a:cubicBezTo>
                  <a:cubicBezTo>
                    <a:pt x="474" y="394"/>
                    <a:pt x="466" y="388"/>
                    <a:pt x="469" y="384"/>
                  </a:cubicBezTo>
                  <a:cubicBezTo>
                    <a:pt x="462" y="348"/>
                    <a:pt x="459" y="346"/>
                    <a:pt x="457" y="346"/>
                  </a:cubicBezTo>
                  <a:cubicBezTo>
                    <a:pt x="449" y="328"/>
                    <a:pt x="460" y="322"/>
                    <a:pt x="453" y="324"/>
                  </a:cubicBezTo>
                  <a:cubicBezTo>
                    <a:pt x="446" y="286"/>
                    <a:pt x="449" y="281"/>
                    <a:pt x="445" y="276"/>
                  </a:cubicBezTo>
                  <a:cubicBezTo>
                    <a:pt x="449" y="241"/>
                    <a:pt x="443" y="235"/>
                    <a:pt x="444" y="230"/>
                  </a:cubicBezTo>
                  <a:cubicBezTo>
                    <a:pt x="450" y="210"/>
                    <a:pt x="442" y="203"/>
                    <a:pt x="449" y="199"/>
                  </a:cubicBezTo>
                  <a:cubicBezTo>
                    <a:pt x="454" y="163"/>
                    <a:pt x="461" y="159"/>
                    <a:pt x="458" y="153"/>
                  </a:cubicBezTo>
                  <a:cubicBezTo>
                    <a:pt x="444" y="191"/>
                    <a:pt x="439" y="200"/>
                    <a:pt x="440" y="211"/>
                  </a:cubicBezTo>
                  <a:cubicBezTo>
                    <a:pt x="435" y="250"/>
                    <a:pt x="436" y="261"/>
                    <a:pt x="437" y="271"/>
                  </a:cubicBezTo>
                  <a:cubicBezTo>
                    <a:pt x="442" y="313"/>
                    <a:pt x="444" y="323"/>
                    <a:pt x="448" y="335"/>
                  </a:cubicBezTo>
                  <a:cubicBezTo>
                    <a:pt x="458" y="387"/>
                    <a:pt x="461" y="393"/>
                    <a:pt x="460" y="398"/>
                  </a:cubicBezTo>
                  <a:cubicBezTo>
                    <a:pt x="473" y="464"/>
                    <a:pt x="476" y="471"/>
                    <a:pt x="475" y="477"/>
                  </a:cubicBezTo>
                  <a:cubicBezTo>
                    <a:pt x="472" y="519"/>
                    <a:pt x="470" y="522"/>
                    <a:pt x="473" y="526"/>
                  </a:cubicBezTo>
                  <a:cubicBezTo>
                    <a:pt x="466" y="546"/>
                    <a:pt x="465" y="547"/>
                    <a:pt x="465" y="548"/>
                  </a:cubicBezTo>
                  <a:cubicBezTo>
                    <a:pt x="459" y="507"/>
                    <a:pt x="462" y="504"/>
                    <a:pt x="463" y="501"/>
                  </a:cubicBezTo>
                  <a:cubicBezTo>
                    <a:pt x="458" y="462"/>
                    <a:pt x="451" y="454"/>
                    <a:pt x="451" y="448"/>
                  </a:cubicBezTo>
                  <a:cubicBezTo>
                    <a:pt x="436" y="412"/>
                    <a:pt x="440" y="409"/>
                    <a:pt x="436" y="405"/>
                  </a:cubicBezTo>
                  <a:cubicBezTo>
                    <a:pt x="427" y="372"/>
                    <a:pt x="429" y="369"/>
                    <a:pt x="426" y="365"/>
                  </a:cubicBezTo>
                  <a:cubicBezTo>
                    <a:pt x="421" y="351"/>
                    <a:pt x="423" y="350"/>
                    <a:pt x="421" y="347"/>
                  </a:cubicBezTo>
                  <a:cubicBezTo>
                    <a:pt x="417" y="313"/>
                    <a:pt x="414" y="309"/>
                    <a:pt x="415" y="305"/>
                  </a:cubicBezTo>
                  <a:cubicBezTo>
                    <a:pt x="416" y="260"/>
                    <a:pt x="418" y="257"/>
                    <a:pt x="414" y="253"/>
                  </a:cubicBezTo>
                  <a:cubicBezTo>
                    <a:pt x="416" y="237"/>
                    <a:pt x="416" y="229"/>
                    <a:pt x="414" y="222"/>
                  </a:cubicBezTo>
                  <a:cubicBezTo>
                    <a:pt x="416" y="200"/>
                    <a:pt x="418" y="197"/>
                    <a:pt x="418" y="194"/>
                  </a:cubicBezTo>
                  <a:cubicBezTo>
                    <a:pt x="414" y="206"/>
                    <a:pt x="410" y="211"/>
                    <a:pt x="412" y="216"/>
                  </a:cubicBezTo>
                  <a:cubicBezTo>
                    <a:pt x="409" y="236"/>
                    <a:pt x="410" y="242"/>
                    <a:pt x="410" y="247"/>
                  </a:cubicBezTo>
                  <a:cubicBezTo>
                    <a:pt x="407" y="327"/>
                    <a:pt x="412" y="332"/>
                    <a:pt x="410" y="335"/>
                  </a:cubicBezTo>
                  <a:cubicBezTo>
                    <a:pt x="414" y="368"/>
                    <a:pt x="422" y="373"/>
                    <a:pt x="420" y="377"/>
                  </a:cubicBezTo>
                  <a:cubicBezTo>
                    <a:pt x="438" y="439"/>
                    <a:pt x="445" y="459"/>
                    <a:pt x="448" y="477"/>
                  </a:cubicBezTo>
                  <a:cubicBezTo>
                    <a:pt x="451" y="509"/>
                    <a:pt x="452" y="514"/>
                    <a:pt x="453" y="518"/>
                  </a:cubicBezTo>
                  <a:cubicBezTo>
                    <a:pt x="449" y="518"/>
                    <a:pt x="452" y="515"/>
                    <a:pt x="448" y="512"/>
                  </a:cubicBezTo>
                  <a:cubicBezTo>
                    <a:pt x="443" y="484"/>
                    <a:pt x="442" y="477"/>
                    <a:pt x="441" y="470"/>
                  </a:cubicBezTo>
                  <a:cubicBezTo>
                    <a:pt x="432" y="436"/>
                    <a:pt x="429" y="432"/>
                    <a:pt x="428" y="428"/>
                  </a:cubicBezTo>
                  <a:cubicBezTo>
                    <a:pt x="416" y="393"/>
                    <a:pt x="413" y="389"/>
                    <a:pt x="414" y="386"/>
                  </a:cubicBezTo>
                  <a:cubicBezTo>
                    <a:pt x="407" y="359"/>
                    <a:pt x="405" y="356"/>
                    <a:pt x="403" y="350"/>
                  </a:cubicBezTo>
                  <a:cubicBezTo>
                    <a:pt x="401" y="334"/>
                    <a:pt x="403" y="333"/>
                    <a:pt x="403" y="333"/>
                  </a:cubicBezTo>
                  <a:cubicBezTo>
                    <a:pt x="401" y="321"/>
                    <a:pt x="400" y="317"/>
                    <a:pt x="399" y="314"/>
                  </a:cubicBezTo>
                  <a:cubicBezTo>
                    <a:pt x="395" y="298"/>
                    <a:pt x="397" y="295"/>
                    <a:pt x="396" y="293"/>
                  </a:cubicBezTo>
                  <a:cubicBezTo>
                    <a:pt x="390" y="256"/>
                    <a:pt x="396" y="250"/>
                    <a:pt x="392" y="243"/>
                  </a:cubicBezTo>
                  <a:cubicBezTo>
                    <a:pt x="394" y="217"/>
                    <a:pt x="395" y="215"/>
                    <a:pt x="395" y="213"/>
                  </a:cubicBezTo>
                  <a:cubicBezTo>
                    <a:pt x="388" y="211"/>
                    <a:pt x="391" y="212"/>
                    <a:pt x="391" y="214"/>
                  </a:cubicBezTo>
                  <a:cubicBezTo>
                    <a:pt x="386" y="231"/>
                    <a:pt x="389" y="235"/>
                    <a:pt x="386" y="237"/>
                  </a:cubicBezTo>
                  <a:cubicBezTo>
                    <a:pt x="387" y="268"/>
                    <a:pt x="385" y="271"/>
                    <a:pt x="388" y="275"/>
                  </a:cubicBezTo>
                  <a:cubicBezTo>
                    <a:pt x="391" y="325"/>
                    <a:pt x="397" y="338"/>
                    <a:pt x="393" y="350"/>
                  </a:cubicBezTo>
                  <a:cubicBezTo>
                    <a:pt x="405" y="382"/>
                    <a:pt x="403" y="390"/>
                    <a:pt x="408" y="398"/>
                  </a:cubicBezTo>
                  <a:cubicBezTo>
                    <a:pt x="419" y="430"/>
                    <a:pt x="421" y="438"/>
                    <a:pt x="423" y="446"/>
                  </a:cubicBezTo>
                  <a:cubicBezTo>
                    <a:pt x="436" y="483"/>
                    <a:pt x="432" y="487"/>
                    <a:pt x="436" y="491"/>
                  </a:cubicBezTo>
                  <a:cubicBezTo>
                    <a:pt x="440" y="554"/>
                    <a:pt x="443" y="558"/>
                    <a:pt x="443" y="562"/>
                  </a:cubicBezTo>
                  <a:cubicBezTo>
                    <a:pt x="428" y="572"/>
                    <a:pt x="429" y="568"/>
                    <a:pt x="430" y="564"/>
                  </a:cubicBezTo>
                  <a:cubicBezTo>
                    <a:pt x="417" y="498"/>
                    <a:pt x="416" y="485"/>
                    <a:pt x="415" y="472"/>
                  </a:cubicBezTo>
                  <a:cubicBezTo>
                    <a:pt x="409" y="449"/>
                    <a:pt x="405" y="442"/>
                    <a:pt x="406" y="436"/>
                  </a:cubicBezTo>
                  <a:cubicBezTo>
                    <a:pt x="401" y="421"/>
                    <a:pt x="398" y="415"/>
                    <a:pt x="398" y="411"/>
                  </a:cubicBezTo>
                  <a:cubicBezTo>
                    <a:pt x="393" y="374"/>
                    <a:pt x="387" y="375"/>
                    <a:pt x="389" y="372"/>
                  </a:cubicBezTo>
                  <a:cubicBezTo>
                    <a:pt x="382" y="312"/>
                    <a:pt x="377" y="293"/>
                    <a:pt x="381" y="275"/>
                  </a:cubicBezTo>
                  <a:cubicBezTo>
                    <a:pt x="385" y="244"/>
                    <a:pt x="380" y="238"/>
                    <a:pt x="383" y="234"/>
                  </a:cubicBezTo>
                  <a:cubicBezTo>
                    <a:pt x="377" y="239"/>
                    <a:pt x="376" y="242"/>
                    <a:pt x="376" y="244"/>
                  </a:cubicBezTo>
                  <a:cubicBezTo>
                    <a:pt x="375" y="300"/>
                    <a:pt x="373" y="312"/>
                    <a:pt x="372" y="324"/>
                  </a:cubicBezTo>
                  <a:cubicBezTo>
                    <a:pt x="386" y="402"/>
                    <a:pt x="389" y="407"/>
                    <a:pt x="389" y="412"/>
                  </a:cubicBezTo>
                  <a:cubicBezTo>
                    <a:pt x="411" y="512"/>
                    <a:pt x="416" y="522"/>
                    <a:pt x="416" y="532"/>
                  </a:cubicBezTo>
                  <a:cubicBezTo>
                    <a:pt x="418" y="573"/>
                    <a:pt x="419" y="584"/>
                    <a:pt x="420" y="595"/>
                  </a:cubicBezTo>
                  <a:cubicBezTo>
                    <a:pt x="411" y="622"/>
                    <a:pt x="419" y="616"/>
                    <a:pt x="413" y="608"/>
                  </a:cubicBezTo>
                  <a:cubicBezTo>
                    <a:pt x="406" y="541"/>
                    <a:pt x="407" y="534"/>
                    <a:pt x="403" y="527"/>
                  </a:cubicBezTo>
                  <a:cubicBezTo>
                    <a:pt x="394" y="499"/>
                    <a:pt x="398" y="493"/>
                    <a:pt x="395" y="486"/>
                  </a:cubicBezTo>
                  <a:cubicBezTo>
                    <a:pt x="376" y="417"/>
                    <a:pt x="378" y="413"/>
                    <a:pt x="374" y="408"/>
                  </a:cubicBezTo>
                  <a:cubicBezTo>
                    <a:pt x="370" y="378"/>
                    <a:pt x="365" y="372"/>
                    <a:pt x="367" y="369"/>
                  </a:cubicBezTo>
                  <a:cubicBezTo>
                    <a:pt x="363" y="308"/>
                    <a:pt x="356" y="298"/>
                    <a:pt x="360" y="290"/>
                  </a:cubicBezTo>
                  <a:cubicBezTo>
                    <a:pt x="362" y="248"/>
                    <a:pt x="362" y="244"/>
                    <a:pt x="362" y="239"/>
                  </a:cubicBezTo>
                  <a:cubicBezTo>
                    <a:pt x="363" y="220"/>
                    <a:pt x="361" y="223"/>
                    <a:pt x="360" y="226"/>
                  </a:cubicBezTo>
                  <a:cubicBezTo>
                    <a:pt x="358" y="241"/>
                    <a:pt x="353" y="244"/>
                    <a:pt x="357" y="248"/>
                  </a:cubicBezTo>
                  <a:cubicBezTo>
                    <a:pt x="352" y="267"/>
                    <a:pt x="356" y="270"/>
                    <a:pt x="351" y="272"/>
                  </a:cubicBezTo>
                  <a:cubicBezTo>
                    <a:pt x="350" y="303"/>
                    <a:pt x="355" y="306"/>
                    <a:pt x="353" y="308"/>
                  </a:cubicBezTo>
                  <a:cubicBezTo>
                    <a:pt x="351" y="332"/>
                    <a:pt x="356" y="338"/>
                    <a:pt x="353" y="342"/>
                  </a:cubicBezTo>
                  <a:cubicBezTo>
                    <a:pt x="363" y="389"/>
                    <a:pt x="362" y="393"/>
                    <a:pt x="367" y="398"/>
                  </a:cubicBezTo>
                  <a:cubicBezTo>
                    <a:pt x="367" y="433"/>
                    <a:pt x="379" y="443"/>
                    <a:pt x="375" y="451"/>
                  </a:cubicBezTo>
                  <a:cubicBezTo>
                    <a:pt x="395" y="536"/>
                    <a:pt x="399" y="541"/>
                    <a:pt x="399" y="545"/>
                  </a:cubicBezTo>
                  <a:cubicBezTo>
                    <a:pt x="400" y="576"/>
                    <a:pt x="402" y="581"/>
                    <a:pt x="406" y="586"/>
                  </a:cubicBezTo>
                  <a:cubicBezTo>
                    <a:pt x="406" y="605"/>
                    <a:pt x="405" y="608"/>
                    <a:pt x="404" y="610"/>
                  </a:cubicBezTo>
                  <a:cubicBezTo>
                    <a:pt x="402" y="627"/>
                    <a:pt x="408" y="632"/>
                    <a:pt x="403" y="635"/>
                  </a:cubicBezTo>
                  <a:cubicBezTo>
                    <a:pt x="396" y="601"/>
                    <a:pt x="401" y="597"/>
                    <a:pt x="398" y="592"/>
                  </a:cubicBezTo>
                  <a:cubicBezTo>
                    <a:pt x="383" y="512"/>
                    <a:pt x="375" y="506"/>
                    <a:pt x="377" y="501"/>
                  </a:cubicBezTo>
                  <a:cubicBezTo>
                    <a:pt x="354" y="435"/>
                    <a:pt x="354" y="416"/>
                    <a:pt x="344" y="395"/>
                  </a:cubicBezTo>
                  <a:cubicBezTo>
                    <a:pt x="338" y="338"/>
                    <a:pt x="338" y="335"/>
                    <a:pt x="339" y="333"/>
                  </a:cubicBezTo>
                  <a:cubicBezTo>
                    <a:pt x="340" y="299"/>
                    <a:pt x="336" y="293"/>
                    <a:pt x="338" y="287"/>
                  </a:cubicBezTo>
                  <a:cubicBezTo>
                    <a:pt x="331" y="289"/>
                    <a:pt x="332" y="300"/>
                    <a:pt x="330" y="310"/>
                  </a:cubicBezTo>
                  <a:cubicBezTo>
                    <a:pt x="334" y="336"/>
                    <a:pt x="329" y="338"/>
                    <a:pt x="333" y="342"/>
                  </a:cubicBezTo>
                  <a:cubicBezTo>
                    <a:pt x="337" y="378"/>
                    <a:pt x="335" y="383"/>
                    <a:pt x="337" y="388"/>
                  </a:cubicBezTo>
                  <a:cubicBezTo>
                    <a:pt x="337" y="409"/>
                    <a:pt x="345" y="415"/>
                    <a:pt x="343" y="420"/>
                  </a:cubicBezTo>
                  <a:cubicBezTo>
                    <a:pt x="357" y="454"/>
                    <a:pt x="351" y="461"/>
                    <a:pt x="357" y="467"/>
                  </a:cubicBezTo>
                  <a:cubicBezTo>
                    <a:pt x="369" y="497"/>
                    <a:pt x="364" y="504"/>
                    <a:pt x="368" y="506"/>
                  </a:cubicBezTo>
                  <a:cubicBezTo>
                    <a:pt x="379" y="543"/>
                    <a:pt x="382" y="551"/>
                    <a:pt x="384" y="558"/>
                  </a:cubicBezTo>
                  <a:cubicBezTo>
                    <a:pt x="390" y="600"/>
                    <a:pt x="393" y="605"/>
                    <a:pt x="388" y="609"/>
                  </a:cubicBezTo>
                  <a:cubicBezTo>
                    <a:pt x="376" y="559"/>
                    <a:pt x="371" y="556"/>
                    <a:pt x="373" y="554"/>
                  </a:cubicBezTo>
                  <a:cubicBezTo>
                    <a:pt x="357" y="504"/>
                    <a:pt x="350" y="497"/>
                    <a:pt x="350" y="491"/>
                  </a:cubicBezTo>
                  <a:cubicBezTo>
                    <a:pt x="323" y="433"/>
                    <a:pt x="327" y="431"/>
                    <a:pt x="324" y="427"/>
                  </a:cubicBezTo>
                  <a:cubicBezTo>
                    <a:pt x="313" y="386"/>
                    <a:pt x="309" y="374"/>
                    <a:pt x="308" y="362"/>
                  </a:cubicBezTo>
                  <a:cubicBezTo>
                    <a:pt x="306" y="320"/>
                    <a:pt x="303" y="314"/>
                    <a:pt x="304" y="308"/>
                  </a:cubicBezTo>
                  <a:cubicBezTo>
                    <a:pt x="303" y="284"/>
                    <a:pt x="306" y="279"/>
                    <a:pt x="306" y="273"/>
                  </a:cubicBezTo>
                  <a:cubicBezTo>
                    <a:pt x="300" y="263"/>
                    <a:pt x="301" y="273"/>
                    <a:pt x="300" y="282"/>
                  </a:cubicBezTo>
                  <a:cubicBezTo>
                    <a:pt x="298" y="301"/>
                    <a:pt x="297" y="305"/>
                    <a:pt x="295" y="310"/>
                  </a:cubicBezTo>
                  <a:cubicBezTo>
                    <a:pt x="307" y="382"/>
                    <a:pt x="302" y="391"/>
                    <a:pt x="310" y="402"/>
                  </a:cubicBezTo>
                  <a:cubicBezTo>
                    <a:pt x="317" y="439"/>
                    <a:pt x="325" y="446"/>
                    <a:pt x="323" y="450"/>
                  </a:cubicBezTo>
                  <a:cubicBezTo>
                    <a:pt x="337" y="478"/>
                    <a:pt x="337" y="489"/>
                    <a:pt x="345" y="500"/>
                  </a:cubicBezTo>
                  <a:cubicBezTo>
                    <a:pt x="352" y="526"/>
                    <a:pt x="359" y="530"/>
                    <a:pt x="355" y="532"/>
                  </a:cubicBezTo>
                  <a:cubicBezTo>
                    <a:pt x="378" y="589"/>
                    <a:pt x="373" y="597"/>
                    <a:pt x="377" y="600"/>
                  </a:cubicBezTo>
                  <a:cubicBezTo>
                    <a:pt x="374" y="595"/>
                    <a:pt x="367" y="591"/>
                    <a:pt x="366" y="588"/>
                  </a:cubicBezTo>
                  <a:cubicBezTo>
                    <a:pt x="355" y="552"/>
                    <a:pt x="348" y="544"/>
                    <a:pt x="350" y="538"/>
                  </a:cubicBezTo>
                  <a:cubicBezTo>
                    <a:pt x="324" y="484"/>
                    <a:pt x="321" y="468"/>
                    <a:pt x="311" y="451"/>
                  </a:cubicBezTo>
                  <a:cubicBezTo>
                    <a:pt x="301" y="423"/>
                    <a:pt x="301" y="419"/>
                    <a:pt x="300" y="415"/>
                  </a:cubicBezTo>
                  <a:cubicBezTo>
                    <a:pt x="290" y="374"/>
                    <a:pt x="287" y="369"/>
                    <a:pt x="289" y="366"/>
                  </a:cubicBezTo>
                  <a:cubicBezTo>
                    <a:pt x="286" y="345"/>
                    <a:pt x="285" y="337"/>
                    <a:pt x="285" y="330"/>
                  </a:cubicBezTo>
                  <a:cubicBezTo>
                    <a:pt x="278" y="309"/>
                    <a:pt x="280" y="316"/>
                    <a:pt x="280" y="319"/>
                  </a:cubicBezTo>
                  <a:cubicBezTo>
                    <a:pt x="279" y="330"/>
                    <a:pt x="279" y="333"/>
                    <a:pt x="279" y="334"/>
                  </a:cubicBezTo>
                  <a:cubicBezTo>
                    <a:pt x="276" y="357"/>
                    <a:pt x="284" y="362"/>
                    <a:pt x="281" y="365"/>
                  </a:cubicBezTo>
                  <a:cubicBezTo>
                    <a:pt x="287" y="400"/>
                    <a:pt x="290" y="404"/>
                    <a:pt x="290" y="407"/>
                  </a:cubicBezTo>
                  <a:cubicBezTo>
                    <a:pt x="314" y="477"/>
                    <a:pt x="313" y="479"/>
                    <a:pt x="313" y="481"/>
                  </a:cubicBezTo>
                  <a:cubicBezTo>
                    <a:pt x="324" y="507"/>
                    <a:pt x="331" y="514"/>
                    <a:pt x="329" y="519"/>
                  </a:cubicBezTo>
                  <a:cubicBezTo>
                    <a:pt x="359" y="601"/>
                    <a:pt x="365" y="601"/>
                    <a:pt x="364" y="609"/>
                  </a:cubicBezTo>
                  <a:cubicBezTo>
                    <a:pt x="371" y="640"/>
                    <a:pt x="372" y="643"/>
                    <a:pt x="374" y="646"/>
                  </a:cubicBezTo>
                  <a:cubicBezTo>
                    <a:pt x="376" y="667"/>
                    <a:pt x="377" y="669"/>
                    <a:pt x="374" y="671"/>
                  </a:cubicBezTo>
                  <a:cubicBezTo>
                    <a:pt x="375" y="687"/>
                    <a:pt x="374" y="690"/>
                    <a:pt x="375" y="692"/>
                  </a:cubicBezTo>
                  <a:cubicBezTo>
                    <a:pt x="370" y="713"/>
                    <a:pt x="369" y="717"/>
                    <a:pt x="367" y="715"/>
                  </a:cubicBezTo>
                  <a:cubicBezTo>
                    <a:pt x="363" y="675"/>
                    <a:pt x="362" y="670"/>
                    <a:pt x="363" y="666"/>
                  </a:cubicBezTo>
                  <a:cubicBezTo>
                    <a:pt x="352" y="608"/>
                    <a:pt x="345" y="610"/>
                    <a:pt x="346" y="605"/>
                  </a:cubicBezTo>
                  <a:cubicBezTo>
                    <a:pt x="334" y="572"/>
                    <a:pt x="329" y="574"/>
                    <a:pt x="329" y="568"/>
                  </a:cubicBezTo>
                  <a:cubicBezTo>
                    <a:pt x="310" y="526"/>
                    <a:pt x="303" y="521"/>
                    <a:pt x="305" y="517"/>
                  </a:cubicBezTo>
                  <a:cubicBezTo>
                    <a:pt x="290" y="492"/>
                    <a:pt x="293" y="489"/>
                    <a:pt x="289" y="484"/>
                  </a:cubicBezTo>
                  <a:cubicBezTo>
                    <a:pt x="272" y="442"/>
                    <a:pt x="272" y="433"/>
                    <a:pt x="267" y="424"/>
                  </a:cubicBezTo>
                  <a:cubicBezTo>
                    <a:pt x="263" y="382"/>
                    <a:pt x="261" y="377"/>
                    <a:pt x="262" y="373"/>
                  </a:cubicBezTo>
                  <a:cubicBezTo>
                    <a:pt x="263" y="332"/>
                    <a:pt x="259" y="327"/>
                    <a:pt x="260" y="323"/>
                  </a:cubicBezTo>
                  <a:cubicBezTo>
                    <a:pt x="255" y="324"/>
                    <a:pt x="255" y="328"/>
                    <a:pt x="258" y="332"/>
                  </a:cubicBezTo>
                  <a:cubicBezTo>
                    <a:pt x="253" y="357"/>
                    <a:pt x="255" y="358"/>
                    <a:pt x="255" y="359"/>
                  </a:cubicBezTo>
                  <a:cubicBezTo>
                    <a:pt x="256" y="372"/>
                    <a:pt x="254" y="373"/>
                    <a:pt x="255" y="376"/>
                  </a:cubicBezTo>
                  <a:cubicBezTo>
                    <a:pt x="262" y="413"/>
                    <a:pt x="257" y="421"/>
                    <a:pt x="262" y="430"/>
                  </a:cubicBezTo>
                  <a:cubicBezTo>
                    <a:pt x="271" y="463"/>
                    <a:pt x="270" y="468"/>
                    <a:pt x="276" y="474"/>
                  </a:cubicBezTo>
                  <a:cubicBezTo>
                    <a:pt x="293" y="525"/>
                    <a:pt x="305" y="537"/>
                    <a:pt x="308" y="549"/>
                  </a:cubicBezTo>
                  <a:cubicBezTo>
                    <a:pt x="326" y="593"/>
                    <a:pt x="338" y="598"/>
                    <a:pt x="333" y="600"/>
                  </a:cubicBezTo>
                  <a:cubicBezTo>
                    <a:pt x="344" y="639"/>
                    <a:pt x="350" y="643"/>
                    <a:pt x="348" y="645"/>
                  </a:cubicBezTo>
                  <a:cubicBezTo>
                    <a:pt x="360" y="675"/>
                    <a:pt x="349" y="681"/>
                    <a:pt x="356" y="679"/>
                  </a:cubicBezTo>
                  <a:cubicBezTo>
                    <a:pt x="356" y="718"/>
                    <a:pt x="357" y="722"/>
                    <a:pt x="358" y="727"/>
                  </a:cubicBezTo>
                  <a:cubicBezTo>
                    <a:pt x="355" y="728"/>
                    <a:pt x="353" y="720"/>
                    <a:pt x="355" y="712"/>
                  </a:cubicBezTo>
                  <a:cubicBezTo>
                    <a:pt x="344" y="656"/>
                    <a:pt x="337" y="650"/>
                    <a:pt x="339" y="647"/>
                  </a:cubicBezTo>
                  <a:cubicBezTo>
                    <a:pt x="327" y="614"/>
                    <a:pt x="329" y="612"/>
                    <a:pt x="327" y="609"/>
                  </a:cubicBezTo>
                  <a:cubicBezTo>
                    <a:pt x="296" y="547"/>
                    <a:pt x="292" y="535"/>
                    <a:pt x="286" y="521"/>
                  </a:cubicBezTo>
                  <a:cubicBezTo>
                    <a:pt x="264" y="475"/>
                    <a:pt x="265" y="471"/>
                    <a:pt x="260" y="465"/>
                  </a:cubicBezTo>
                  <a:cubicBezTo>
                    <a:pt x="247" y="411"/>
                    <a:pt x="246" y="405"/>
                    <a:pt x="244" y="399"/>
                  </a:cubicBezTo>
                  <a:cubicBezTo>
                    <a:pt x="237" y="392"/>
                    <a:pt x="243" y="396"/>
                    <a:pt x="240" y="399"/>
                  </a:cubicBezTo>
                  <a:cubicBezTo>
                    <a:pt x="245" y="450"/>
                    <a:pt x="252" y="456"/>
                    <a:pt x="251" y="460"/>
                  </a:cubicBezTo>
                  <a:cubicBezTo>
                    <a:pt x="278" y="524"/>
                    <a:pt x="284" y="536"/>
                    <a:pt x="288" y="548"/>
                  </a:cubicBezTo>
                  <a:cubicBezTo>
                    <a:pt x="302" y="574"/>
                    <a:pt x="305" y="577"/>
                    <a:pt x="303" y="579"/>
                  </a:cubicBezTo>
                  <a:cubicBezTo>
                    <a:pt x="316" y="612"/>
                    <a:pt x="323" y="618"/>
                    <a:pt x="323" y="624"/>
                  </a:cubicBezTo>
                  <a:cubicBezTo>
                    <a:pt x="325" y="635"/>
                    <a:pt x="328" y="634"/>
                    <a:pt x="329" y="635"/>
                  </a:cubicBezTo>
                  <a:cubicBezTo>
                    <a:pt x="329" y="647"/>
                    <a:pt x="332" y="649"/>
                    <a:pt x="330" y="651"/>
                  </a:cubicBezTo>
                  <a:cubicBezTo>
                    <a:pt x="342" y="695"/>
                    <a:pt x="341" y="702"/>
                    <a:pt x="346" y="710"/>
                  </a:cubicBezTo>
                  <a:cubicBezTo>
                    <a:pt x="344" y="729"/>
                    <a:pt x="346" y="732"/>
                    <a:pt x="343" y="730"/>
                  </a:cubicBezTo>
                  <a:cubicBezTo>
                    <a:pt x="342" y="696"/>
                    <a:pt x="336" y="691"/>
                    <a:pt x="340" y="688"/>
                  </a:cubicBezTo>
                  <a:cubicBezTo>
                    <a:pt x="322" y="644"/>
                    <a:pt x="323" y="635"/>
                    <a:pt x="319" y="625"/>
                  </a:cubicBezTo>
                  <a:cubicBezTo>
                    <a:pt x="304" y="603"/>
                    <a:pt x="309" y="596"/>
                    <a:pt x="304" y="598"/>
                  </a:cubicBezTo>
                  <a:cubicBezTo>
                    <a:pt x="283" y="562"/>
                    <a:pt x="281" y="562"/>
                    <a:pt x="280" y="557"/>
                  </a:cubicBezTo>
                  <a:cubicBezTo>
                    <a:pt x="239" y="483"/>
                    <a:pt x="234" y="468"/>
                    <a:pt x="227" y="453"/>
                  </a:cubicBezTo>
                  <a:cubicBezTo>
                    <a:pt x="222" y="406"/>
                    <a:pt x="214" y="401"/>
                    <a:pt x="217" y="399"/>
                  </a:cubicBezTo>
                  <a:cubicBezTo>
                    <a:pt x="210" y="368"/>
                    <a:pt x="206" y="371"/>
                    <a:pt x="209" y="374"/>
                  </a:cubicBezTo>
                  <a:cubicBezTo>
                    <a:pt x="211" y="412"/>
                    <a:pt x="214" y="416"/>
                    <a:pt x="212" y="419"/>
                  </a:cubicBezTo>
                  <a:cubicBezTo>
                    <a:pt x="217" y="447"/>
                    <a:pt x="220" y="451"/>
                    <a:pt x="218" y="454"/>
                  </a:cubicBezTo>
                  <a:cubicBezTo>
                    <a:pt x="237" y="486"/>
                    <a:pt x="228" y="488"/>
                    <a:pt x="233" y="492"/>
                  </a:cubicBezTo>
                  <a:cubicBezTo>
                    <a:pt x="243" y="506"/>
                    <a:pt x="241" y="507"/>
                    <a:pt x="243" y="510"/>
                  </a:cubicBezTo>
                  <a:cubicBezTo>
                    <a:pt x="273" y="563"/>
                    <a:pt x="281" y="573"/>
                    <a:pt x="290" y="592"/>
                  </a:cubicBezTo>
                  <a:cubicBezTo>
                    <a:pt x="313" y="641"/>
                    <a:pt x="320" y="646"/>
                    <a:pt x="317" y="650"/>
                  </a:cubicBezTo>
                  <a:cubicBezTo>
                    <a:pt x="324" y="674"/>
                    <a:pt x="328" y="677"/>
                    <a:pt x="326" y="679"/>
                  </a:cubicBezTo>
                  <a:cubicBezTo>
                    <a:pt x="331" y="728"/>
                    <a:pt x="335" y="734"/>
                    <a:pt x="335" y="739"/>
                  </a:cubicBezTo>
                  <a:cubicBezTo>
                    <a:pt x="329" y="772"/>
                    <a:pt x="335" y="778"/>
                    <a:pt x="329" y="782"/>
                  </a:cubicBezTo>
                  <a:cubicBezTo>
                    <a:pt x="329" y="760"/>
                    <a:pt x="324" y="756"/>
                    <a:pt x="326" y="754"/>
                  </a:cubicBezTo>
                  <a:cubicBezTo>
                    <a:pt x="316" y="694"/>
                    <a:pt x="311" y="688"/>
                    <a:pt x="312" y="684"/>
                  </a:cubicBezTo>
                  <a:cubicBezTo>
                    <a:pt x="303" y="664"/>
                    <a:pt x="300" y="660"/>
                    <a:pt x="297" y="655"/>
                  </a:cubicBezTo>
                  <a:cubicBezTo>
                    <a:pt x="277" y="614"/>
                    <a:pt x="276" y="603"/>
                    <a:pt x="266" y="592"/>
                  </a:cubicBezTo>
                  <a:cubicBezTo>
                    <a:pt x="229" y="512"/>
                    <a:pt x="224" y="509"/>
                    <a:pt x="226" y="507"/>
                  </a:cubicBezTo>
                  <a:cubicBezTo>
                    <a:pt x="219" y="487"/>
                    <a:pt x="218" y="484"/>
                    <a:pt x="215" y="481"/>
                  </a:cubicBezTo>
                  <a:cubicBezTo>
                    <a:pt x="207" y="434"/>
                    <a:pt x="204" y="427"/>
                    <a:pt x="203" y="421"/>
                  </a:cubicBezTo>
                  <a:cubicBezTo>
                    <a:pt x="200" y="407"/>
                    <a:pt x="202" y="403"/>
                    <a:pt x="198" y="400"/>
                  </a:cubicBezTo>
                  <a:cubicBezTo>
                    <a:pt x="196" y="424"/>
                    <a:pt x="202" y="423"/>
                    <a:pt x="200" y="426"/>
                  </a:cubicBezTo>
                  <a:cubicBezTo>
                    <a:pt x="204" y="466"/>
                    <a:pt x="207" y="469"/>
                    <a:pt x="205" y="471"/>
                  </a:cubicBezTo>
                  <a:cubicBezTo>
                    <a:pt x="232" y="535"/>
                    <a:pt x="234" y="550"/>
                    <a:pt x="247" y="566"/>
                  </a:cubicBezTo>
                  <a:cubicBezTo>
                    <a:pt x="301" y="688"/>
                    <a:pt x="306" y="693"/>
                    <a:pt x="305" y="698"/>
                  </a:cubicBezTo>
                  <a:cubicBezTo>
                    <a:pt x="318" y="764"/>
                    <a:pt x="321" y="768"/>
                    <a:pt x="316" y="771"/>
                  </a:cubicBezTo>
                  <a:cubicBezTo>
                    <a:pt x="320" y="797"/>
                    <a:pt x="318" y="798"/>
                    <a:pt x="320" y="800"/>
                  </a:cubicBezTo>
                  <a:cubicBezTo>
                    <a:pt x="311" y="765"/>
                    <a:pt x="308" y="755"/>
                    <a:pt x="311" y="746"/>
                  </a:cubicBezTo>
                  <a:cubicBezTo>
                    <a:pt x="292" y="699"/>
                    <a:pt x="295" y="695"/>
                    <a:pt x="291" y="689"/>
                  </a:cubicBezTo>
                  <a:cubicBezTo>
                    <a:pt x="279" y="664"/>
                    <a:pt x="281" y="659"/>
                    <a:pt x="274" y="652"/>
                  </a:cubicBezTo>
                  <a:cubicBezTo>
                    <a:pt x="272" y="634"/>
                    <a:pt x="265" y="630"/>
                    <a:pt x="264" y="627"/>
                  </a:cubicBezTo>
                  <a:cubicBezTo>
                    <a:pt x="258" y="606"/>
                    <a:pt x="250" y="601"/>
                    <a:pt x="253" y="598"/>
                  </a:cubicBezTo>
                  <a:cubicBezTo>
                    <a:pt x="219" y="535"/>
                    <a:pt x="210" y="531"/>
                    <a:pt x="213" y="526"/>
                  </a:cubicBezTo>
                  <a:cubicBezTo>
                    <a:pt x="196" y="496"/>
                    <a:pt x="200" y="495"/>
                    <a:pt x="199" y="493"/>
                  </a:cubicBezTo>
                  <a:cubicBezTo>
                    <a:pt x="188" y="444"/>
                    <a:pt x="183" y="435"/>
                    <a:pt x="184" y="427"/>
                  </a:cubicBezTo>
                  <a:cubicBezTo>
                    <a:pt x="176" y="409"/>
                    <a:pt x="175" y="415"/>
                    <a:pt x="176" y="421"/>
                  </a:cubicBezTo>
                  <a:cubicBezTo>
                    <a:pt x="180" y="443"/>
                    <a:pt x="180" y="448"/>
                    <a:pt x="180" y="452"/>
                  </a:cubicBezTo>
                  <a:cubicBezTo>
                    <a:pt x="181" y="498"/>
                    <a:pt x="184" y="526"/>
                    <a:pt x="195" y="545"/>
                  </a:cubicBezTo>
                  <a:cubicBezTo>
                    <a:pt x="206" y="572"/>
                    <a:pt x="208" y="569"/>
                    <a:pt x="211" y="577"/>
                  </a:cubicBezTo>
                  <a:cubicBezTo>
                    <a:pt x="236" y="627"/>
                    <a:pt x="240" y="630"/>
                    <a:pt x="238" y="632"/>
                  </a:cubicBezTo>
                  <a:cubicBezTo>
                    <a:pt x="260" y="671"/>
                    <a:pt x="263" y="679"/>
                    <a:pt x="270" y="687"/>
                  </a:cubicBezTo>
                  <a:cubicBezTo>
                    <a:pt x="277" y="703"/>
                    <a:pt x="278" y="705"/>
                    <a:pt x="280" y="707"/>
                  </a:cubicBezTo>
                  <a:cubicBezTo>
                    <a:pt x="284" y="736"/>
                    <a:pt x="293" y="745"/>
                    <a:pt x="290" y="751"/>
                  </a:cubicBezTo>
                  <a:cubicBezTo>
                    <a:pt x="300" y="786"/>
                    <a:pt x="298" y="788"/>
                    <a:pt x="301" y="790"/>
                  </a:cubicBezTo>
                  <a:cubicBezTo>
                    <a:pt x="285" y="760"/>
                    <a:pt x="280" y="751"/>
                    <a:pt x="281" y="743"/>
                  </a:cubicBezTo>
                  <a:cubicBezTo>
                    <a:pt x="267" y="717"/>
                    <a:pt x="263" y="712"/>
                    <a:pt x="264" y="709"/>
                  </a:cubicBezTo>
                  <a:cubicBezTo>
                    <a:pt x="248" y="682"/>
                    <a:pt x="246" y="670"/>
                    <a:pt x="242" y="658"/>
                  </a:cubicBezTo>
                  <a:cubicBezTo>
                    <a:pt x="179" y="534"/>
                    <a:pt x="172" y="518"/>
                    <a:pt x="162" y="502"/>
                  </a:cubicBezTo>
                  <a:cubicBezTo>
                    <a:pt x="145" y="444"/>
                    <a:pt x="148" y="430"/>
                    <a:pt x="143" y="415"/>
                  </a:cubicBezTo>
                  <a:cubicBezTo>
                    <a:pt x="140" y="444"/>
                    <a:pt x="143" y="452"/>
                    <a:pt x="143" y="459"/>
                  </a:cubicBezTo>
                  <a:cubicBezTo>
                    <a:pt x="153" y="499"/>
                    <a:pt x="156" y="503"/>
                    <a:pt x="155" y="507"/>
                  </a:cubicBezTo>
                  <a:cubicBezTo>
                    <a:pt x="184" y="563"/>
                    <a:pt x="185" y="565"/>
                    <a:pt x="185" y="569"/>
                  </a:cubicBezTo>
                  <a:cubicBezTo>
                    <a:pt x="202" y="603"/>
                    <a:pt x="208" y="605"/>
                    <a:pt x="207" y="612"/>
                  </a:cubicBezTo>
                  <a:cubicBezTo>
                    <a:pt x="217" y="641"/>
                    <a:pt x="230" y="639"/>
                    <a:pt x="224" y="644"/>
                  </a:cubicBezTo>
                  <a:cubicBezTo>
                    <a:pt x="287" y="796"/>
                    <a:pt x="292" y="802"/>
                    <a:pt x="291" y="807"/>
                  </a:cubicBezTo>
                  <a:cubicBezTo>
                    <a:pt x="298" y="844"/>
                    <a:pt x="299" y="847"/>
                    <a:pt x="297" y="849"/>
                  </a:cubicBezTo>
                  <a:cubicBezTo>
                    <a:pt x="295" y="844"/>
                    <a:pt x="294" y="840"/>
                    <a:pt x="292" y="836"/>
                  </a:cubicBezTo>
                  <a:cubicBezTo>
                    <a:pt x="285" y="809"/>
                    <a:pt x="281" y="804"/>
                    <a:pt x="278" y="799"/>
                  </a:cubicBezTo>
                  <a:cubicBezTo>
                    <a:pt x="255" y="746"/>
                    <a:pt x="249" y="747"/>
                    <a:pt x="250" y="741"/>
                  </a:cubicBezTo>
                  <a:cubicBezTo>
                    <a:pt x="223" y="694"/>
                    <a:pt x="225" y="692"/>
                    <a:pt x="223" y="689"/>
                  </a:cubicBezTo>
                  <a:cubicBezTo>
                    <a:pt x="216" y="674"/>
                    <a:pt x="215" y="671"/>
                    <a:pt x="212" y="667"/>
                  </a:cubicBezTo>
                  <a:cubicBezTo>
                    <a:pt x="201" y="644"/>
                    <a:pt x="195" y="640"/>
                    <a:pt x="198" y="638"/>
                  </a:cubicBezTo>
                  <a:cubicBezTo>
                    <a:pt x="149" y="549"/>
                    <a:pt x="156" y="559"/>
                    <a:pt x="157" y="567"/>
                  </a:cubicBezTo>
                  <a:cubicBezTo>
                    <a:pt x="160" y="580"/>
                    <a:pt x="164" y="583"/>
                    <a:pt x="165" y="586"/>
                  </a:cubicBezTo>
                  <a:cubicBezTo>
                    <a:pt x="177" y="613"/>
                    <a:pt x="172" y="614"/>
                    <a:pt x="179" y="618"/>
                  </a:cubicBezTo>
                  <a:cubicBezTo>
                    <a:pt x="187" y="642"/>
                    <a:pt x="191" y="644"/>
                    <a:pt x="192" y="647"/>
                  </a:cubicBezTo>
                  <a:cubicBezTo>
                    <a:pt x="208" y="677"/>
                    <a:pt x="206" y="681"/>
                    <a:pt x="209" y="680"/>
                  </a:cubicBezTo>
                  <a:cubicBezTo>
                    <a:pt x="229" y="715"/>
                    <a:pt x="236" y="735"/>
                    <a:pt x="245" y="754"/>
                  </a:cubicBezTo>
                  <a:cubicBezTo>
                    <a:pt x="265" y="789"/>
                    <a:pt x="268" y="793"/>
                    <a:pt x="268" y="796"/>
                  </a:cubicBezTo>
                  <a:cubicBezTo>
                    <a:pt x="284" y="831"/>
                    <a:pt x="281" y="834"/>
                    <a:pt x="283" y="837"/>
                  </a:cubicBezTo>
                  <a:cubicBezTo>
                    <a:pt x="287" y="855"/>
                    <a:pt x="283" y="857"/>
                    <a:pt x="287" y="859"/>
                  </a:cubicBezTo>
                  <a:cubicBezTo>
                    <a:pt x="285" y="886"/>
                    <a:pt x="282" y="878"/>
                    <a:pt x="285" y="870"/>
                  </a:cubicBezTo>
                  <a:cubicBezTo>
                    <a:pt x="268" y="821"/>
                    <a:pt x="270" y="819"/>
                    <a:pt x="268" y="816"/>
                  </a:cubicBezTo>
                  <a:cubicBezTo>
                    <a:pt x="259" y="786"/>
                    <a:pt x="252" y="782"/>
                    <a:pt x="251" y="779"/>
                  </a:cubicBezTo>
                  <a:cubicBezTo>
                    <a:pt x="234" y="751"/>
                    <a:pt x="238" y="749"/>
                    <a:pt x="234" y="745"/>
                  </a:cubicBezTo>
                  <a:cubicBezTo>
                    <a:pt x="205" y="692"/>
                    <a:pt x="202" y="688"/>
                    <a:pt x="199" y="684"/>
                  </a:cubicBezTo>
                  <a:cubicBezTo>
                    <a:pt x="177" y="630"/>
                    <a:pt x="166" y="611"/>
                    <a:pt x="158" y="593"/>
                  </a:cubicBezTo>
                  <a:cubicBezTo>
                    <a:pt x="147" y="546"/>
                    <a:pt x="142" y="548"/>
                    <a:pt x="140" y="540"/>
                  </a:cubicBezTo>
                  <a:cubicBezTo>
                    <a:pt x="140" y="522"/>
                    <a:pt x="138" y="522"/>
                    <a:pt x="136" y="521"/>
                  </a:cubicBezTo>
                  <a:cubicBezTo>
                    <a:pt x="130" y="496"/>
                    <a:pt x="129" y="493"/>
                    <a:pt x="131" y="490"/>
                  </a:cubicBezTo>
                  <a:cubicBezTo>
                    <a:pt x="122" y="493"/>
                    <a:pt x="128" y="497"/>
                    <a:pt x="125" y="499"/>
                  </a:cubicBezTo>
                  <a:cubicBezTo>
                    <a:pt x="131" y="527"/>
                    <a:pt x="132" y="536"/>
                    <a:pt x="136" y="545"/>
                  </a:cubicBezTo>
                  <a:cubicBezTo>
                    <a:pt x="139" y="569"/>
                    <a:pt x="140" y="574"/>
                    <a:pt x="139" y="580"/>
                  </a:cubicBezTo>
                  <a:cubicBezTo>
                    <a:pt x="160" y="639"/>
                    <a:pt x="161" y="642"/>
                    <a:pt x="159" y="645"/>
                  </a:cubicBezTo>
                  <a:cubicBezTo>
                    <a:pt x="169" y="668"/>
                    <a:pt x="176" y="672"/>
                    <a:pt x="172" y="674"/>
                  </a:cubicBezTo>
                  <a:cubicBezTo>
                    <a:pt x="200" y="724"/>
                    <a:pt x="201" y="738"/>
                    <a:pt x="214" y="755"/>
                  </a:cubicBezTo>
                  <a:cubicBezTo>
                    <a:pt x="236" y="805"/>
                    <a:pt x="246" y="814"/>
                    <a:pt x="247" y="821"/>
                  </a:cubicBezTo>
                  <a:cubicBezTo>
                    <a:pt x="268" y="868"/>
                    <a:pt x="261" y="870"/>
                    <a:pt x="266" y="874"/>
                  </a:cubicBezTo>
                  <a:cubicBezTo>
                    <a:pt x="224" y="800"/>
                    <a:pt x="220" y="795"/>
                    <a:pt x="217" y="789"/>
                  </a:cubicBezTo>
                  <a:cubicBezTo>
                    <a:pt x="185" y="740"/>
                    <a:pt x="190" y="733"/>
                    <a:pt x="185" y="736"/>
                  </a:cubicBezTo>
                  <a:cubicBezTo>
                    <a:pt x="171" y="702"/>
                    <a:pt x="168" y="697"/>
                    <a:pt x="166" y="693"/>
                  </a:cubicBezTo>
                  <a:cubicBezTo>
                    <a:pt x="134" y="606"/>
                    <a:pt x="125" y="601"/>
                    <a:pt x="129" y="597"/>
                  </a:cubicBezTo>
                  <a:cubicBezTo>
                    <a:pt x="119" y="542"/>
                    <a:pt x="118" y="540"/>
                    <a:pt x="116" y="538"/>
                  </a:cubicBezTo>
                  <a:cubicBezTo>
                    <a:pt x="111" y="539"/>
                    <a:pt x="113" y="558"/>
                    <a:pt x="117" y="576"/>
                  </a:cubicBezTo>
                  <a:cubicBezTo>
                    <a:pt x="141" y="650"/>
                    <a:pt x="140" y="667"/>
                    <a:pt x="151" y="685"/>
                  </a:cubicBezTo>
                  <a:cubicBezTo>
                    <a:pt x="194" y="767"/>
                    <a:pt x="201" y="774"/>
                    <a:pt x="207" y="789"/>
                  </a:cubicBezTo>
                  <a:cubicBezTo>
                    <a:pt x="228" y="836"/>
                    <a:pt x="240" y="840"/>
                    <a:pt x="235" y="842"/>
                  </a:cubicBezTo>
                  <a:cubicBezTo>
                    <a:pt x="251" y="882"/>
                    <a:pt x="258" y="889"/>
                    <a:pt x="255" y="894"/>
                  </a:cubicBezTo>
                  <a:cubicBezTo>
                    <a:pt x="228" y="846"/>
                    <a:pt x="227" y="844"/>
                    <a:pt x="225" y="842"/>
                  </a:cubicBezTo>
                  <a:cubicBezTo>
                    <a:pt x="212" y="821"/>
                    <a:pt x="210" y="822"/>
                    <a:pt x="209" y="820"/>
                  </a:cubicBezTo>
                  <a:cubicBezTo>
                    <a:pt x="166" y="769"/>
                    <a:pt x="157" y="757"/>
                    <a:pt x="144" y="743"/>
                  </a:cubicBezTo>
                  <a:cubicBezTo>
                    <a:pt x="123" y="700"/>
                    <a:pt x="116" y="696"/>
                    <a:pt x="115" y="693"/>
                  </a:cubicBezTo>
                  <a:cubicBezTo>
                    <a:pt x="107" y="669"/>
                    <a:pt x="105" y="663"/>
                    <a:pt x="101" y="657"/>
                  </a:cubicBezTo>
                  <a:cubicBezTo>
                    <a:pt x="96" y="630"/>
                    <a:pt x="93" y="623"/>
                    <a:pt x="91" y="615"/>
                  </a:cubicBezTo>
                  <a:cubicBezTo>
                    <a:pt x="87" y="604"/>
                    <a:pt x="82" y="608"/>
                    <a:pt x="85" y="614"/>
                  </a:cubicBezTo>
                  <a:cubicBezTo>
                    <a:pt x="95" y="654"/>
                    <a:pt x="92" y="660"/>
                    <a:pt x="95" y="666"/>
                  </a:cubicBezTo>
                  <a:cubicBezTo>
                    <a:pt x="154" y="770"/>
                    <a:pt x="155" y="771"/>
                    <a:pt x="161" y="778"/>
                  </a:cubicBezTo>
                  <a:cubicBezTo>
                    <a:pt x="204" y="829"/>
                    <a:pt x="208" y="830"/>
                    <a:pt x="211" y="836"/>
                  </a:cubicBezTo>
                  <a:cubicBezTo>
                    <a:pt x="249" y="919"/>
                    <a:pt x="255" y="928"/>
                    <a:pt x="253" y="935"/>
                  </a:cubicBezTo>
                  <a:cubicBezTo>
                    <a:pt x="253" y="956"/>
                    <a:pt x="256" y="954"/>
                    <a:pt x="252" y="951"/>
                  </a:cubicBezTo>
                  <a:cubicBezTo>
                    <a:pt x="255" y="941"/>
                    <a:pt x="249" y="937"/>
                    <a:pt x="247" y="934"/>
                  </a:cubicBezTo>
                  <a:cubicBezTo>
                    <a:pt x="223" y="877"/>
                    <a:pt x="219" y="872"/>
                    <a:pt x="216" y="866"/>
                  </a:cubicBezTo>
                  <a:cubicBezTo>
                    <a:pt x="166" y="796"/>
                    <a:pt x="160" y="792"/>
                    <a:pt x="155" y="782"/>
                  </a:cubicBezTo>
                  <a:cubicBezTo>
                    <a:pt x="107" y="716"/>
                    <a:pt x="103" y="719"/>
                    <a:pt x="103" y="714"/>
                  </a:cubicBezTo>
                  <a:cubicBezTo>
                    <a:pt x="85" y="675"/>
                    <a:pt x="83" y="673"/>
                    <a:pt x="82" y="671"/>
                  </a:cubicBezTo>
                  <a:cubicBezTo>
                    <a:pt x="79" y="658"/>
                    <a:pt x="74" y="655"/>
                    <a:pt x="76" y="653"/>
                  </a:cubicBezTo>
                  <a:cubicBezTo>
                    <a:pt x="72" y="651"/>
                    <a:pt x="73" y="653"/>
                    <a:pt x="70" y="654"/>
                  </a:cubicBezTo>
                  <a:cubicBezTo>
                    <a:pt x="78" y="674"/>
                    <a:pt x="75" y="677"/>
                    <a:pt x="80" y="682"/>
                  </a:cubicBezTo>
                  <a:cubicBezTo>
                    <a:pt x="93" y="713"/>
                    <a:pt x="99" y="721"/>
                    <a:pt x="102" y="730"/>
                  </a:cubicBezTo>
                  <a:cubicBezTo>
                    <a:pt x="168" y="818"/>
                    <a:pt x="173" y="816"/>
                    <a:pt x="176" y="821"/>
                  </a:cubicBezTo>
                  <a:cubicBezTo>
                    <a:pt x="206" y="868"/>
                    <a:pt x="208" y="871"/>
                    <a:pt x="210" y="875"/>
                  </a:cubicBezTo>
                  <a:cubicBezTo>
                    <a:pt x="237" y="926"/>
                    <a:pt x="238" y="934"/>
                    <a:pt x="240" y="942"/>
                  </a:cubicBezTo>
                  <a:cubicBezTo>
                    <a:pt x="254" y="974"/>
                    <a:pt x="251" y="976"/>
                    <a:pt x="252" y="978"/>
                  </a:cubicBezTo>
                  <a:cubicBezTo>
                    <a:pt x="244" y="978"/>
                    <a:pt x="245" y="972"/>
                    <a:pt x="245" y="965"/>
                  </a:cubicBezTo>
                  <a:cubicBezTo>
                    <a:pt x="220" y="909"/>
                    <a:pt x="215" y="897"/>
                    <a:pt x="207" y="885"/>
                  </a:cubicBezTo>
                  <a:cubicBezTo>
                    <a:pt x="195" y="866"/>
                    <a:pt x="195" y="864"/>
                    <a:pt x="193" y="865"/>
                  </a:cubicBezTo>
                  <a:cubicBezTo>
                    <a:pt x="179" y="855"/>
                    <a:pt x="185" y="844"/>
                    <a:pt x="180" y="848"/>
                  </a:cubicBezTo>
                  <a:cubicBezTo>
                    <a:pt x="148" y="807"/>
                    <a:pt x="140" y="795"/>
                    <a:pt x="131" y="783"/>
                  </a:cubicBezTo>
                  <a:cubicBezTo>
                    <a:pt x="118" y="762"/>
                    <a:pt x="110" y="755"/>
                    <a:pt x="106" y="749"/>
                  </a:cubicBezTo>
                  <a:cubicBezTo>
                    <a:pt x="80" y="696"/>
                    <a:pt x="80" y="694"/>
                    <a:pt x="80" y="692"/>
                  </a:cubicBezTo>
                  <a:cubicBezTo>
                    <a:pt x="71" y="664"/>
                    <a:pt x="69" y="658"/>
                    <a:pt x="65" y="661"/>
                  </a:cubicBezTo>
                  <a:cubicBezTo>
                    <a:pt x="71" y="688"/>
                    <a:pt x="73" y="693"/>
                    <a:pt x="76" y="697"/>
                  </a:cubicBezTo>
                  <a:cubicBezTo>
                    <a:pt x="113" y="772"/>
                    <a:pt x="120" y="781"/>
                    <a:pt x="125" y="789"/>
                  </a:cubicBezTo>
                  <a:cubicBezTo>
                    <a:pt x="135" y="803"/>
                    <a:pt x="136" y="809"/>
                    <a:pt x="140" y="813"/>
                  </a:cubicBezTo>
                  <a:cubicBezTo>
                    <a:pt x="178" y="859"/>
                    <a:pt x="181" y="858"/>
                    <a:pt x="179" y="860"/>
                  </a:cubicBezTo>
                  <a:cubicBezTo>
                    <a:pt x="193" y="881"/>
                    <a:pt x="195" y="882"/>
                    <a:pt x="198" y="889"/>
                  </a:cubicBezTo>
                  <a:cubicBezTo>
                    <a:pt x="227" y="944"/>
                    <a:pt x="231" y="952"/>
                    <a:pt x="235" y="961"/>
                  </a:cubicBezTo>
                  <a:cubicBezTo>
                    <a:pt x="244" y="999"/>
                    <a:pt x="243" y="1002"/>
                    <a:pt x="242" y="1005"/>
                  </a:cubicBezTo>
                  <a:cubicBezTo>
                    <a:pt x="238" y="996"/>
                    <a:pt x="233" y="991"/>
                    <a:pt x="234" y="988"/>
                  </a:cubicBezTo>
                  <a:cubicBezTo>
                    <a:pt x="225" y="962"/>
                    <a:pt x="224" y="959"/>
                    <a:pt x="222" y="957"/>
                  </a:cubicBezTo>
                  <a:cubicBezTo>
                    <a:pt x="210" y="930"/>
                    <a:pt x="207" y="921"/>
                    <a:pt x="204" y="912"/>
                  </a:cubicBezTo>
                  <a:cubicBezTo>
                    <a:pt x="190" y="898"/>
                    <a:pt x="190" y="892"/>
                    <a:pt x="189" y="891"/>
                  </a:cubicBezTo>
                  <a:cubicBezTo>
                    <a:pt x="171" y="869"/>
                    <a:pt x="172" y="868"/>
                    <a:pt x="171" y="866"/>
                  </a:cubicBezTo>
                  <a:cubicBezTo>
                    <a:pt x="166" y="860"/>
                    <a:pt x="165" y="861"/>
                    <a:pt x="164" y="859"/>
                  </a:cubicBezTo>
                  <a:cubicBezTo>
                    <a:pt x="156" y="850"/>
                    <a:pt x="152" y="845"/>
                    <a:pt x="148" y="841"/>
                  </a:cubicBezTo>
                  <a:cubicBezTo>
                    <a:pt x="65" y="711"/>
                    <a:pt x="53" y="694"/>
                    <a:pt x="50" y="678"/>
                  </a:cubicBezTo>
                  <a:cubicBezTo>
                    <a:pt x="50" y="701"/>
                    <a:pt x="55" y="704"/>
                    <a:pt x="53" y="706"/>
                  </a:cubicBezTo>
                  <a:cubicBezTo>
                    <a:pt x="169" y="875"/>
                    <a:pt x="172" y="884"/>
                    <a:pt x="197" y="919"/>
                  </a:cubicBezTo>
                  <a:cubicBezTo>
                    <a:pt x="218" y="976"/>
                    <a:pt x="221" y="979"/>
                    <a:pt x="224" y="983"/>
                  </a:cubicBezTo>
                  <a:cubicBezTo>
                    <a:pt x="228" y="1009"/>
                    <a:pt x="232" y="1014"/>
                    <a:pt x="228" y="1017"/>
                  </a:cubicBezTo>
                  <a:cubicBezTo>
                    <a:pt x="224" y="1004"/>
                    <a:pt x="219" y="996"/>
                    <a:pt x="221" y="990"/>
                  </a:cubicBezTo>
                  <a:cubicBezTo>
                    <a:pt x="201" y="949"/>
                    <a:pt x="198" y="938"/>
                    <a:pt x="196" y="934"/>
                  </a:cubicBezTo>
                  <a:cubicBezTo>
                    <a:pt x="166" y="892"/>
                    <a:pt x="165" y="887"/>
                    <a:pt x="163" y="885"/>
                  </a:cubicBezTo>
                  <a:cubicBezTo>
                    <a:pt x="129" y="843"/>
                    <a:pt x="120" y="840"/>
                    <a:pt x="115" y="826"/>
                  </a:cubicBezTo>
                  <a:cubicBezTo>
                    <a:pt x="95" y="810"/>
                    <a:pt x="100" y="803"/>
                    <a:pt x="95" y="801"/>
                  </a:cubicBezTo>
                  <a:cubicBezTo>
                    <a:pt x="58" y="746"/>
                    <a:pt x="61" y="750"/>
                    <a:pt x="63" y="753"/>
                  </a:cubicBezTo>
                  <a:cubicBezTo>
                    <a:pt x="73" y="778"/>
                    <a:pt x="76" y="782"/>
                    <a:pt x="79" y="786"/>
                  </a:cubicBezTo>
                  <a:cubicBezTo>
                    <a:pt x="96" y="817"/>
                    <a:pt x="95" y="817"/>
                    <a:pt x="101" y="826"/>
                  </a:cubicBezTo>
                  <a:cubicBezTo>
                    <a:pt x="112" y="844"/>
                    <a:pt x="119" y="843"/>
                    <a:pt x="118" y="851"/>
                  </a:cubicBezTo>
                  <a:cubicBezTo>
                    <a:pt x="187" y="941"/>
                    <a:pt x="193" y="948"/>
                    <a:pt x="198" y="955"/>
                  </a:cubicBezTo>
                  <a:cubicBezTo>
                    <a:pt x="206" y="972"/>
                    <a:pt x="204" y="974"/>
                    <a:pt x="206" y="976"/>
                  </a:cubicBezTo>
                  <a:cubicBezTo>
                    <a:pt x="210" y="996"/>
                    <a:pt x="210" y="999"/>
                    <a:pt x="212" y="1001"/>
                  </a:cubicBezTo>
                  <a:cubicBezTo>
                    <a:pt x="219" y="1030"/>
                    <a:pt x="221" y="1035"/>
                    <a:pt x="219" y="1038"/>
                  </a:cubicBezTo>
                  <a:cubicBezTo>
                    <a:pt x="213" y="1023"/>
                    <a:pt x="208" y="1019"/>
                    <a:pt x="207" y="1015"/>
                  </a:cubicBezTo>
                  <a:cubicBezTo>
                    <a:pt x="176" y="958"/>
                    <a:pt x="173" y="948"/>
                    <a:pt x="164" y="941"/>
                  </a:cubicBezTo>
                  <a:cubicBezTo>
                    <a:pt x="138" y="898"/>
                    <a:pt x="141" y="893"/>
                    <a:pt x="136" y="892"/>
                  </a:cubicBezTo>
                  <a:cubicBezTo>
                    <a:pt x="80" y="806"/>
                    <a:pt x="75" y="794"/>
                    <a:pt x="68" y="781"/>
                  </a:cubicBezTo>
                  <a:cubicBezTo>
                    <a:pt x="55" y="735"/>
                    <a:pt x="49" y="731"/>
                    <a:pt x="52" y="729"/>
                  </a:cubicBezTo>
                  <a:cubicBezTo>
                    <a:pt x="46" y="719"/>
                    <a:pt x="43" y="724"/>
                    <a:pt x="46" y="731"/>
                  </a:cubicBezTo>
                  <a:cubicBezTo>
                    <a:pt x="61" y="773"/>
                    <a:pt x="58" y="778"/>
                    <a:pt x="63" y="785"/>
                  </a:cubicBezTo>
                  <a:cubicBezTo>
                    <a:pt x="108" y="861"/>
                    <a:pt x="106" y="867"/>
                    <a:pt x="113" y="874"/>
                  </a:cubicBezTo>
                  <a:cubicBezTo>
                    <a:pt x="153" y="937"/>
                    <a:pt x="160" y="950"/>
                    <a:pt x="170" y="963"/>
                  </a:cubicBezTo>
                  <a:cubicBezTo>
                    <a:pt x="201" y="1018"/>
                    <a:pt x="197" y="1023"/>
                    <a:pt x="203" y="1030"/>
                  </a:cubicBezTo>
                  <a:cubicBezTo>
                    <a:pt x="212" y="1054"/>
                    <a:pt x="211" y="1060"/>
                    <a:pt x="215" y="1066"/>
                  </a:cubicBezTo>
                  <a:cubicBezTo>
                    <a:pt x="213" y="1076"/>
                    <a:pt x="211" y="1072"/>
                    <a:pt x="209" y="1068"/>
                  </a:cubicBezTo>
                  <a:cubicBezTo>
                    <a:pt x="192" y="1018"/>
                    <a:pt x="185" y="1004"/>
                    <a:pt x="179" y="986"/>
                  </a:cubicBezTo>
                  <a:cubicBezTo>
                    <a:pt x="167" y="965"/>
                    <a:pt x="163" y="959"/>
                    <a:pt x="162" y="959"/>
                  </a:cubicBezTo>
                  <a:cubicBezTo>
                    <a:pt x="150" y="943"/>
                    <a:pt x="146" y="939"/>
                    <a:pt x="143" y="936"/>
                  </a:cubicBezTo>
                  <a:cubicBezTo>
                    <a:pt x="94" y="874"/>
                    <a:pt x="79" y="852"/>
                    <a:pt x="64" y="833"/>
                  </a:cubicBezTo>
                  <a:cubicBezTo>
                    <a:pt x="39" y="757"/>
                    <a:pt x="29" y="752"/>
                    <a:pt x="35" y="749"/>
                  </a:cubicBezTo>
                  <a:cubicBezTo>
                    <a:pt x="29" y="755"/>
                    <a:pt x="31" y="759"/>
                    <a:pt x="33" y="763"/>
                  </a:cubicBezTo>
                  <a:cubicBezTo>
                    <a:pt x="44" y="793"/>
                    <a:pt x="39" y="799"/>
                    <a:pt x="45" y="807"/>
                  </a:cubicBezTo>
                  <a:cubicBezTo>
                    <a:pt x="89" y="874"/>
                    <a:pt x="113" y="915"/>
                    <a:pt x="129" y="931"/>
                  </a:cubicBezTo>
                  <a:cubicBezTo>
                    <a:pt x="153" y="967"/>
                    <a:pt x="164" y="977"/>
                    <a:pt x="170" y="987"/>
                  </a:cubicBezTo>
                  <a:cubicBezTo>
                    <a:pt x="186" y="1036"/>
                    <a:pt x="176" y="1025"/>
                    <a:pt x="171" y="1012"/>
                  </a:cubicBezTo>
                  <a:cubicBezTo>
                    <a:pt x="150" y="985"/>
                    <a:pt x="142" y="980"/>
                    <a:pt x="145" y="976"/>
                  </a:cubicBezTo>
                  <a:cubicBezTo>
                    <a:pt x="89" y="910"/>
                    <a:pt x="75" y="887"/>
                    <a:pt x="51" y="850"/>
                  </a:cubicBezTo>
                  <a:cubicBezTo>
                    <a:pt x="32" y="802"/>
                    <a:pt x="32" y="799"/>
                    <a:pt x="33" y="797"/>
                  </a:cubicBezTo>
                  <a:cubicBezTo>
                    <a:pt x="29" y="798"/>
                    <a:pt x="29" y="800"/>
                    <a:pt x="29" y="802"/>
                  </a:cubicBezTo>
                  <a:cubicBezTo>
                    <a:pt x="34" y="829"/>
                    <a:pt x="41" y="834"/>
                    <a:pt x="38" y="838"/>
                  </a:cubicBezTo>
                  <a:cubicBezTo>
                    <a:pt x="56" y="874"/>
                    <a:pt x="56" y="876"/>
                    <a:pt x="56" y="876"/>
                  </a:cubicBezTo>
                  <a:cubicBezTo>
                    <a:pt x="77" y="905"/>
                    <a:pt x="93" y="930"/>
                    <a:pt x="103" y="938"/>
                  </a:cubicBezTo>
                  <a:cubicBezTo>
                    <a:pt x="143" y="990"/>
                    <a:pt x="145" y="993"/>
                    <a:pt x="147" y="997"/>
                  </a:cubicBezTo>
                  <a:cubicBezTo>
                    <a:pt x="170" y="1023"/>
                    <a:pt x="170" y="1030"/>
                    <a:pt x="170" y="1032"/>
                  </a:cubicBezTo>
                  <a:cubicBezTo>
                    <a:pt x="192" y="1072"/>
                    <a:pt x="200" y="1081"/>
                    <a:pt x="202" y="1090"/>
                  </a:cubicBezTo>
                  <a:cubicBezTo>
                    <a:pt x="202" y="1098"/>
                    <a:pt x="196" y="1094"/>
                    <a:pt x="199" y="1092"/>
                  </a:cubicBezTo>
                  <a:cubicBezTo>
                    <a:pt x="171" y="1039"/>
                    <a:pt x="164" y="1029"/>
                    <a:pt x="160" y="1024"/>
                  </a:cubicBezTo>
                  <a:cubicBezTo>
                    <a:pt x="153" y="1014"/>
                    <a:pt x="150" y="1010"/>
                    <a:pt x="146" y="1005"/>
                  </a:cubicBezTo>
                  <a:cubicBezTo>
                    <a:pt x="40" y="864"/>
                    <a:pt x="36" y="858"/>
                    <a:pt x="31" y="852"/>
                  </a:cubicBezTo>
                  <a:cubicBezTo>
                    <a:pt x="22" y="845"/>
                    <a:pt x="25" y="854"/>
                    <a:pt x="29" y="863"/>
                  </a:cubicBezTo>
                  <a:cubicBezTo>
                    <a:pt x="50" y="911"/>
                    <a:pt x="48" y="916"/>
                    <a:pt x="54" y="922"/>
                  </a:cubicBezTo>
                  <a:cubicBezTo>
                    <a:pt x="84" y="967"/>
                    <a:pt x="81" y="972"/>
                    <a:pt x="86" y="972"/>
                  </a:cubicBezTo>
                  <a:cubicBezTo>
                    <a:pt x="97" y="985"/>
                    <a:pt x="95" y="988"/>
                    <a:pt x="95" y="988"/>
                  </a:cubicBezTo>
                  <a:cubicBezTo>
                    <a:pt x="134" y="1039"/>
                    <a:pt x="133" y="1041"/>
                    <a:pt x="134" y="1043"/>
                  </a:cubicBezTo>
                  <a:cubicBezTo>
                    <a:pt x="154" y="1066"/>
                    <a:pt x="152" y="1068"/>
                    <a:pt x="153" y="1069"/>
                  </a:cubicBezTo>
                  <a:cubicBezTo>
                    <a:pt x="163" y="1084"/>
                    <a:pt x="168" y="1094"/>
                    <a:pt x="176" y="1104"/>
                  </a:cubicBezTo>
                  <a:cubicBezTo>
                    <a:pt x="193" y="1150"/>
                    <a:pt x="191" y="1152"/>
                    <a:pt x="193" y="1155"/>
                  </a:cubicBezTo>
                  <a:cubicBezTo>
                    <a:pt x="174" y="1126"/>
                    <a:pt x="178" y="1120"/>
                    <a:pt x="173" y="1121"/>
                  </a:cubicBezTo>
                  <a:cubicBezTo>
                    <a:pt x="150" y="1085"/>
                    <a:pt x="146" y="1076"/>
                    <a:pt x="137" y="1068"/>
                  </a:cubicBezTo>
                  <a:cubicBezTo>
                    <a:pt x="122" y="1043"/>
                    <a:pt x="118" y="1038"/>
                    <a:pt x="116" y="1034"/>
                  </a:cubicBezTo>
                  <a:cubicBezTo>
                    <a:pt x="107" y="1023"/>
                    <a:pt x="105" y="1016"/>
                    <a:pt x="100" y="1009"/>
                  </a:cubicBezTo>
                  <a:cubicBezTo>
                    <a:pt x="90" y="998"/>
                    <a:pt x="92" y="997"/>
                    <a:pt x="89" y="997"/>
                  </a:cubicBezTo>
                  <a:cubicBezTo>
                    <a:pt x="85" y="986"/>
                    <a:pt x="82" y="987"/>
                    <a:pt x="82" y="987"/>
                  </a:cubicBezTo>
                  <a:cubicBezTo>
                    <a:pt x="53" y="952"/>
                    <a:pt x="52" y="942"/>
                    <a:pt x="49" y="942"/>
                  </a:cubicBezTo>
                  <a:cubicBezTo>
                    <a:pt x="31" y="899"/>
                    <a:pt x="22" y="894"/>
                    <a:pt x="26" y="890"/>
                  </a:cubicBezTo>
                  <a:cubicBezTo>
                    <a:pt x="40" y="944"/>
                    <a:pt x="46" y="951"/>
                    <a:pt x="50" y="957"/>
                  </a:cubicBezTo>
                  <a:cubicBezTo>
                    <a:pt x="55" y="964"/>
                    <a:pt x="54" y="966"/>
                    <a:pt x="55" y="967"/>
                  </a:cubicBezTo>
                  <a:cubicBezTo>
                    <a:pt x="62" y="976"/>
                    <a:pt x="63" y="974"/>
                    <a:pt x="64" y="976"/>
                  </a:cubicBezTo>
                  <a:cubicBezTo>
                    <a:pt x="71" y="991"/>
                    <a:pt x="75" y="992"/>
                    <a:pt x="75" y="992"/>
                  </a:cubicBezTo>
                  <a:cubicBezTo>
                    <a:pt x="87" y="1006"/>
                    <a:pt x="91" y="1013"/>
                    <a:pt x="94" y="1018"/>
                  </a:cubicBezTo>
                  <a:cubicBezTo>
                    <a:pt x="102" y="1029"/>
                    <a:pt x="101" y="1031"/>
                    <a:pt x="102" y="1032"/>
                  </a:cubicBezTo>
                  <a:cubicBezTo>
                    <a:pt x="136" y="1079"/>
                    <a:pt x="145" y="1091"/>
                    <a:pt x="153" y="1103"/>
                  </a:cubicBezTo>
                  <a:cubicBezTo>
                    <a:pt x="187" y="1163"/>
                    <a:pt x="182" y="1168"/>
                    <a:pt x="186" y="1173"/>
                  </a:cubicBezTo>
                  <a:cubicBezTo>
                    <a:pt x="178" y="1170"/>
                    <a:pt x="174" y="1167"/>
                    <a:pt x="173" y="1165"/>
                  </a:cubicBezTo>
                  <a:cubicBezTo>
                    <a:pt x="155" y="1142"/>
                    <a:pt x="146" y="1120"/>
                    <a:pt x="135" y="1111"/>
                  </a:cubicBezTo>
                  <a:cubicBezTo>
                    <a:pt x="110" y="1078"/>
                    <a:pt x="102" y="1080"/>
                    <a:pt x="106" y="1076"/>
                  </a:cubicBezTo>
                  <a:cubicBezTo>
                    <a:pt x="83" y="1057"/>
                    <a:pt x="75" y="1040"/>
                    <a:pt x="65" y="1032"/>
                  </a:cubicBezTo>
                  <a:cubicBezTo>
                    <a:pt x="32" y="978"/>
                    <a:pt x="31" y="976"/>
                    <a:pt x="24" y="965"/>
                  </a:cubicBezTo>
                  <a:cubicBezTo>
                    <a:pt x="9" y="949"/>
                    <a:pt x="15" y="952"/>
                    <a:pt x="15" y="957"/>
                  </a:cubicBezTo>
                  <a:cubicBezTo>
                    <a:pt x="47" y="1023"/>
                    <a:pt x="52" y="1028"/>
                    <a:pt x="57" y="1035"/>
                  </a:cubicBezTo>
                  <a:cubicBezTo>
                    <a:pt x="102" y="1083"/>
                    <a:pt x="107" y="1092"/>
                    <a:pt x="113" y="1095"/>
                  </a:cubicBezTo>
                  <a:cubicBezTo>
                    <a:pt x="149" y="1143"/>
                    <a:pt x="150" y="1151"/>
                    <a:pt x="154" y="1149"/>
                  </a:cubicBezTo>
                  <a:cubicBezTo>
                    <a:pt x="174" y="1202"/>
                    <a:pt x="185" y="1210"/>
                    <a:pt x="182" y="1215"/>
                  </a:cubicBezTo>
                  <a:cubicBezTo>
                    <a:pt x="168" y="1179"/>
                    <a:pt x="159" y="1180"/>
                    <a:pt x="162" y="1177"/>
                  </a:cubicBezTo>
                  <a:cubicBezTo>
                    <a:pt x="140" y="1153"/>
                    <a:pt x="142" y="1142"/>
                    <a:pt x="135" y="1136"/>
                  </a:cubicBezTo>
                  <a:cubicBezTo>
                    <a:pt x="98" y="1090"/>
                    <a:pt x="95" y="1086"/>
                    <a:pt x="92" y="1086"/>
                  </a:cubicBezTo>
                  <a:cubicBezTo>
                    <a:pt x="82" y="1073"/>
                    <a:pt x="82" y="1071"/>
                    <a:pt x="82" y="1069"/>
                  </a:cubicBezTo>
                  <a:cubicBezTo>
                    <a:pt x="44" y="1034"/>
                    <a:pt x="41" y="1030"/>
                    <a:pt x="39" y="1026"/>
                  </a:cubicBezTo>
                  <a:cubicBezTo>
                    <a:pt x="13" y="992"/>
                    <a:pt x="16" y="996"/>
                    <a:pt x="17" y="1000"/>
                  </a:cubicBezTo>
                  <a:cubicBezTo>
                    <a:pt x="48" y="1041"/>
                    <a:pt x="46" y="1053"/>
                    <a:pt x="55" y="1056"/>
                  </a:cubicBezTo>
                  <a:cubicBezTo>
                    <a:pt x="80" y="1083"/>
                    <a:pt x="81" y="1085"/>
                    <a:pt x="83" y="1087"/>
                  </a:cubicBezTo>
                  <a:cubicBezTo>
                    <a:pt x="89" y="1101"/>
                    <a:pt x="103" y="1099"/>
                    <a:pt x="97" y="1104"/>
                  </a:cubicBezTo>
                  <a:cubicBezTo>
                    <a:pt x="125" y="1140"/>
                    <a:pt x="131" y="1145"/>
                    <a:pt x="130" y="1149"/>
                  </a:cubicBezTo>
                  <a:cubicBezTo>
                    <a:pt x="93" y="1107"/>
                    <a:pt x="89" y="1106"/>
                    <a:pt x="86" y="1102"/>
                  </a:cubicBezTo>
                  <a:cubicBezTo>
                    <a:pt x="63" y="1079"/>
                    <a:pt x="59" y="1075"/>
                    <a:pt x="55" y="1073"/>
                  </a:cubicBezTo>
                  <a:cubicBezTo>
                    <a:pt x="0" y="1009"/>
                    <a:pt x="9" y="1016"/>
                    <a:pt x="8" y="1021"/>
                  </a:cubicBezTo>
                  <a:cubicBezTo>
                    <a:pt x="27" y="1050"/>
                    <a:pt x="29" y="1050"/>
                    <a:pt x="30" y="1052"/>
                  </a:cubicBezTo>
                  <a:cubicBezTo>
                    <a:pt x="33" y="1062"/>
                    <a:pt x="38" y="1060"/>
                    <a:pt x="41" y="1066"/>
                  </a:cubicBezTo>
                  <a:cubicBezTo>
                    <a:pt x="86" y="1110"/>
                    <a:pt x="90" y="1120"/>
                    <a:pt x="96" y="1122"/>
                  </a:cubicBezTo>
                  <a:cubicBezTo>
                    <a:pt x="118" y="1149"/>
                    <a:pt x="127" y="1163"/>
                    <a:pt x="137" y="1176"/>
                  </a:cubicBezTo>
                  <a:cubicBezTo>
                    <a:pt x="148" y="1204"/>
                    <a:pt x="162" y="1211"/>
                    <a:pt x="158" y="1215"/>
                  </a:cubicBezTo>
                  <a:cubicBezTo>
                    <a:pt x="165" y="1240"/>
                    <a:pt x="164" y="1234"/>
                    <a:pt x="163" y="1229"/>
                  </a:cubicBezTo>
                  <a:cubicBezTo>
                    <a:pt x="151" y="1205"/>
                    <a:pt x="144" y="1201"/>
                    <a:pt x="143" y="1199"/>
                  </a:cubicBezTo>
                  <a:cubicBezTo>
                    <a:pt x="118" y="1171"/>
                    <a:pt x="122" y="1166"/>
                    <a:pt x="116" y="1164"/>
                  </a:cubicBezTo>
                  <a:cubicBezTo>
                    <a:pt x="82" y="1123"/>
                    <a:pt x="68" y="1114"/>
                    <a:pt x="60" y="1107"/>
                  </a:cubicBezTo>
                  <a:cubicBezTo>
                    <a:pt x="19" y="1050"/>
                    <a:pt x="22" y="1042"/>
                    <a:pt x="13" y="1042"/>
                  </a:cubicBezTo>
                  <a:cubicBezTo>
                    <a:pt x="62" y="1117"/>
                    <a:pt x="74" y="1136"/>
                    <a:pt x="95" y="1152"/>
                  </a:cubicBezTo>
                  <a:cubicBezTo>
                    <a:pt x="135" y="1204"/>
                    <a:pt x="140" y="1211"/>
                    <a:pt x="145" y="1217"/>
                  </a:cubicBezTo>
                  <a:cubicBezTo>
                    <a:pt x="170" y="1269"/>
                    <a:pt x="166" y="1271"/>
                    <a:pt x="171" y="1274"/>
                  </a:cubicBezTo>
                  <a:cubicBezTo>
                    <a:pt x="178" y="1302"/>
                    <a:pt x="178" y="1304"/>
                    <a:pt x="177" y="1307"/>
                  </a:cubicBezTo>
                  <a:cubicBezTo>
                    <a:pt x="169" y="1297"/>
                    <a:pt x="173" y="1295"/>
                    <a:pt x="168" y="1291"/>
                  </a:cubicBezTo>
                  <a:cubicBezTo>
                    <a:pt x="133" y="1236"/>
                    <a:pt x="128" y="1228"/>
                    <a:pt x="116" y="1208"/>
                  </a:cubicBezTo>
                  <a:cubicBezTo>
                    <a:pt x="41" y="1115"/>
                    <a:pt x="40" y="1112"/>
                    <a:pt x="37" y="1109"/>
                  </a:cubicBezTo>
                  <a:cubicBezTo>
                    <a:pt x="25" y="1086"/>
                    <a:pt x="30" y="1079"/>
                    <a:pt x="24" y="1081"/>
                  </a:cubicBezTo>
                  <a:cubicBezTo>
                    <a:pt x="59" y="1159"/>
                    <a:pt x="64" y="1161"/>
                    <a:pt x="69" y="1166"/>
                  </a:cubicBezTo>
                  <a:cubicBezTo>
                    <a:pt x="116" y="1220"/>
                    <a:pt x="123" y="1241"/>
                    <a:pt x="133" y="1245"/>
                  </a:cubicBezTo>
                  <a:cubicBezTo>
                    <a:pt x="146" y="1275"/>
                    <a:pt x="149" y="1274"/>
                    <a:pt x="153" y="1283"/>
                  </a:cubicBezTo>
                  <a:cubicBezTo>
                    <a:pt x="167" y="1322"/>
                    <a:pt x="173" y="1328"/>
                    <a:pt x="172" y="1333"/>
                  </a:cubicBezTo>
                  <a:cubicBezTo>
                    <a:pt x="172" y="1344"/>
                    <a:pt x="171" y="1342"/>
                    <a:pt x="167" y="1341"/>
                  </a:cubicBezTo>
                  <a:cubicBezTo>
                    <a:pt x="163" y="1322"/>
                    <a:pt x="155" y="1318"/>
                    <a:pt x="159" y="1315"/>
                  </a:cubicBezTo>
                  <a:cubicBezTo>
                    <a:pt x="128" y="1261"/>
                    <a:pt x="129" y="1259"/>
                    <a:pt x="117" y="1247"/>
                  </a:cubicBezTo>
                  <a:cubicBezTo>
                    <a:pt x="67" y="1189"/>
                    <a:pt x="67" y="1186"/>
                    <a:pt x="62" y="1181"/>
                  </a:cubicBezTo>
                  <a:cubicBezTo>
                    <a:pt x="50" y="1165"/>
                    <a:pt x="47" y="1166"/>
                    <a:pt x="49" y="1163"/>
                  </a:cubicBezTo>
                  <a:cubicBezTo>
                    <a:pt x="12" y="1111"/>
                    <a:pt x="15" y="1107"/>
                    <a:pt x="9" y="1101"/>
                  </a:cubicBezTo>
                  <a:cubicBezTo>
                    <a:pt x="13" y="1122"/>
                    <a:pt x="19" y="1126"/>
                    <a:pt x="16" y="1128"/>
                  </a:cubicBezTo>
                  <a:cubicBezTo>
                    <a:pt x="47" y="1180"/>
                    <a:pt x="52" y="1178"/>
                    <a:pt x="54" y="1184"/>
                  </a:cubicBezTo>
                  <a:cubicBezTo>
                    <a:pt x="108" y="1249"/>
                    <a:pt x="110" y="1258"/>
                    <a:pt x="114" y="1257"/>
                  </a:cubicBezTo>
                  <a:cubicBezTo>
                    <a:pt x="108" y="1251"/>
                    <a:pt x="101" y="1249"/>
                    <a:pt x="97" y="1247"/>
                  </a:cubicBezTo>
                  <a:cubicBezTo>
                    <a:pt x="70" y="1217"/>
                    <a:pt x="67" y="1206"/>
                    <a:pt x="63" y="1203"/>
                  </a:cubicBezTo>
                  <a:cubicBezTo>
                    <a:pt x="43" y="1184"/>
                    <a:pt x="42" y="1180"/>
                    <a:pt x="40" y="1177"/>
                  </a:cubicBezTo>
                  <a:cubicBezTo>
                    <a:pt x="2" y="1139"/>
                    <a:pt x="9" y="1144"/>
                    <a:pt x="8" y="1147"/>
                  </a:cubicBezTo>
                  <a:cubicBezTo>
                    <a:pt x="31" y="1180"/>
                    <a:pt x="28" y="1183"/>
                    <a:pt x="34" y="1187"/>
                  </a:cubicBezTo>
                  <a:cubicBezTo>
                    <a:pt x="104" y="1266"/>
                    <a:pt x="106" y="1270"/>
                    <a:pt x="109" y="1273"/>
                  </a:cubicBezTo>
                  <a:cubicBezTo>
                    <a:pt x="130" y="1308"/>
                    <a:pt x="136" y="1314"/>
                    <a:pt x="138" y="1320"/>
                  </a:cubicBezTo>
                  <a:cubicBezTo>
                    <a:pt x="148" y="1353"/>
                    <a:pt x="160" y="1358"/>
                    <a:pt x="154" y="1360"/>
                  </a:cubicBezTo>
                  <a:cubicBezTo>
                    <a:pt x="143" y="1349"/>
                    <a:pt x="143" y="1342"/>
                    <a:pt x="136" y="1334"/>
                  </a:cubicBezTo>
                  <a:cubicBezTo>
                    <a:pt x="102" y="1286"/>
                    <a:pt x="93" y="1279"/>
                    <a:pt x="95" y="1275"/>
                  </a:cubicBezTo>
                  <a:cubicBezTo>
                    <a:pt x="30" y="1202"/>
                    <a:pt x="24" y="1194"/>
                    <a:pt x="18" y="1185"/>
                  </a:cubicBezTo>
                  <a:cubicBezTo>
                    <a:pt x="17" y="1202"/>
                    <a:pt x="20" y="1204"/>
                    <a:pt x="22" y="1205"/>
                  </a:cubicBezTo>
                  <a:cubicBezTo>
                    <a:pt x="28" y="1233"/>
                    <a:pt x="31" y="1245"/>
                    <a:pt x="36" y="1247"/>
                  </a:cubicBezTo>
                  <a:cubicBezTo>
                    <a:pt x="44" y="1265"/>
                    <a:pt x="42" y="1268"/>
                    <a:pt x="45" y="1267"/>
                  </a:cubicBezTo>
                  <a:cubicBezTo>
                    <a:pt x="78" y="1315"/>
                    <a:pt x="77" y="1317"/>
                    <a:pt x="84" y="1325"/>
                  </a:cubicBezTo>
                  <a:cubicBezTo>
                    <a:pt x="106" y="1353"/>
                    <a:pt x="114" y="1357"/>
                    <a:pt x="107" y="1360"/>
                  </a:cubicBezTo>
                  <a:cubicBezTo>
                    <a:pt x="74" y="1315"/>
                    <a:pt x="69" y="1314"/>
                    <a:pt x="66" y="1306"/>
                  </a:cubicBezTo>
                  <a:cubicBezTo>
                    <a:pt x="42" y="1273"/>
                    <a:pt x="39" y="1262"/>
                    <a:pt x="33" y="1256"/>
                  </a:cubicBezTo>
                  <a:cubicBezTo>
                    <a:pt x="26" y="1249"/>
                    <a:pt x="31" y="1241"/>
                    <a:pt x="27" y="1238"/>
                  </a:cubicBezTo>
                  <a:cubicBezTo>
                    <a:pt x="23" y="1255"/>
                    <a:pt x="30" y="1264"/>
                    <a:pt x="33" y="1273"/>
                  </a:cubicBezTo>
                  <a:cubicBezTo>
                    <a:pt x="72" y="1327"/>
                    <a:pt x="77" y="1337"/>
                    <a:pt x="86" y="1343"/>
                  </a:cubicBezTo>
                  <a:cubicBezTo>
                    <a:pt x="91" y="1356"/>
                    <a:pt x="95" y="1356"/>
                    <a:pt x="95" y="1356"/>
                  </a:cubicBezTo>
                  <a:cubicBezTo>
                    <a:pt x="113" y="1378"/>
                    <a:pt x="122" y="1391"/>
                    <a:pt x="131" y="1399"/>
                  </a:cubicBezTo>
                  <a:cubicBezTo>
                    <a:pt x="141" y="1414"/>
                    <a:pt x="144" y="1416"/>
                    <a:pt x="146" y="1420"/>
                  </a:cubicBezTo>
                  <a:cubicBezTo>
                    <a:pt x="142" y="1419"/>
                    <a:pt x="139" y="1422"/>
                    <a:pt x="137" y="1417"/>
                  </a:cubicBezTo>
                  <a:cubicBezTo>
                    <a:pt x="104" y="1393"/>
                    <a:pt x="99" y="1389"/>
                    <a:pt x="94" y="1389"/>
                  </a:cubicBezTo>
                  <a:cubicBezTo>
                    <a:pt x="39" y="1357"/>
                    <a:pt x="44" y="1357"/>
                    <a:pt x="47" y="1361"/>
                  </a:cubicBezTo>
                  <a:cubicBezTo>
                    <a:pt x="73" y="1381"/>
                    <a:pt x="77" y="1386"/>
                    <a:pt x="82" y="1385"/>
                  </a:cubicBezTo>
                  <a:cubicBezTo>
                    <a:pt x="123" y="1414"/>
                    <a:pt x="127" y="1423"/>
                    <a:pt x="131" y="1423"/>
                  </a:cubicBezTo>
                  <a:cubicBezTo>
                    <a:pt x="163" y="1460"/>
                    <a:pt x="167" y="1459"/>
                    <a:pt x="169" y="1462"/>
                  </a:cubicBezTo>
                  <a:cubicBezTo>
                    <a:pt x="183" y="1480"/>
                    <a:pt x="180" y="1489"/>
                    <a:pt x="185" y="1495"/>
                  </a:cubicBezTo>
                  <a:cubicBezTo>
                    <a:pt x="198" y="1470"/>
                    <a:pt x="199" y="1467"/>
                    <a:pt x="200" y="1465"/>
                  </a:cubicBezTo>
                  <a:cubicBezTo>
                    <a:pt x="239" y="1447"/>
                    <a:pt x="243" y="1445"/>
                    <a:pt x="246" y="1443"/>
                  </a:cubicBezTo>
                  <a:cubicBezTo>
                    <a:pt x="237" y="1440"/>
                    <a:pt x="233" y="1441"/>
                    <a:pt x="230" y="1441"/>
                  </a:cubicBezTo>
                  <a:cubicBezTo>
                    <a:pt x="214" y="1443"/>
                    <a:pt x="212" y="1436"/>
                    <a:pt x="217" y="1430"/>
                  </a:cubicBezTo>
                  <a:cubicBezTo>
                    <a:pt x="295" y="1389"/>
                    <a:pt x="303" y="1382"/>
                    <a:pt x="310" y="1385"/>
                  </a:cubicBezTo>
                  <a:cubicBezTo>
                    <a:pt x="381" y="1375"/>
                    <a:pt x="383" y="1379"/>
                    <a:pt x="388" y="1373"/>
                  </a:cubicBezTo>
                  <a:cubicBezTo>
                    <a:pt x="426" y="1368"/>
                    <a:pt x="430" y="1366"/>
                    <a:pt x="433" y="1365"/>
                  </a:cubicBezTo>
                  <a:cubicBezTo>
                    <a:pt x="449" y="1360"/>
                    <a:pt x="453" y="1363"/>
                    <a:pt x="457" y="1358"/>
                  </a:cubicBezTo>
                  <a:cubicBezTo>
                    <a:pt x="441" y="1356"/>
                    <a:pt x="440" y="1359"/>
                    <a:pt x="438" y="1359"/>
                  </a:cubicBezTo>
                  <a:cubicBezTo>
                    <a:pt x="426" y="1362"/>
                    <a:pt x="425" y="1358"/>
                    <a:pt x="421" y="1362"/>
                  </a:cubicBezTo>
                  <a:cubicBezTo>
                    <a:pt x="371" y="1366"/>
                    <a:pt x="364" y="1369"/>
                    <a:pt x="357" y="1369"/>
                  </a:cubicBezTo>
                  <a:cubicBezTo>
                    <a:pt x="338" y="1375"/>
                    <a:pt x="337" y="1371"/>
                    <a:pt x="335" y="1372"/>
                  </a:cubicBezTo>
                  <a:cubicBezTo>
                    <a:pt x="307" y="1376"/>
                    <a:pt x="306" y="1372"/>
                    <a:pt x="303" y="1376"/>
                  </a:cubicBezTo>
                  <a:cubicBezTo>
                    <a:pt x="270" y="1383"/>
                    <a:pt x="263" y="1389"/>
                    <a:pt x="258" y="1388"/>
                  </a:cubicBezTo>
                  <a:cubicBezTo>
                    <a:pt x="202" y="1433"/>
                    <a:pt x="200" y="1437"/>
                    <a:pt x="196" y="1441"/>
                  </a:cubicBezTo>
                  <a:cubicBezTo>
                    <a:pt x="185" y="1441"/>
                    <a:pt x="190" y="1433"/>
                    <a:pt x="197" y="1425"/>
                  </a:cubicBezTo>
                  <a:cubicBezTo>
                    <a:pt x="279" y="1366"/>
                    <a:pt x="282" y="1364"/>
                    <a:pt x="284" y="1362"/>
                  </a:cubicBezTo>
                  <a:cubicBezTo>
                    <a:pt x="315" y="1356"/>
                    <a:pt x="324" y="1356"/>
                    <a:pt x="334" y="1353"/>
                  </a:cubicBezTo>
                  <a:cubicBezTo>
                    <a:pt x="381" y="1350"/>
                    <a:pt x="385" y="1350"/>
                    <a:pt x="390" y="1350"/>
                  </a:cubicBezTo>
                  <a:cubicBezTo>
                    <a:pt x="436" y="1341"/>
                    <a:pt x="441" y="1339"/>
                    <a:pt x="446" y="1339"/>
                  </a:cubicBezTo>
                  <a:cubicBezTo>
                    <a:pt x="489" y="1324"/>
                    <a:pt x="486" y="1320"/>
                    <a:pt x="481" y="1326"/>
                  </a:cubicBezTo>
                  <a:cubicBezTo>
                    <a:pt x="445" y="1330"/>
                    <a:pt x="442" y="1333"/>
                    <a:pt x="438" y="1335"/>
                  </a:cubicBezTo>
                  <a:cubicBezTo>
                    <a:pt x="414" y="1334"/>
                    <a:pt x="409" y="1345"/>
                    <a:pt x="406" y="1338"/>
                  </a:cubicBezTo>
                  <a:cubicBezTo>
                    <a:pt x="436" y="1330"/>
                    <a:pt x="444" y="1327"/>
                    <a:pt x="451" y="1328"/>
                  </a:cubicBezTo>
                  <a:cubicBezTo>
                    <a:pt x="502" y="1292"/>
                    <a:pt x="500" y="1297"/>
                    <a:pt x="495" y="1301"/>
                  </a:cubicBezTo>
                  <a:cubicBezTo>
                    <a:pt x="463" y="1311"/>
                    <a:pt x="458" y="1319"/>
                    <a:pt x="455" y="1320"/>
                  </a:cubicBezTo>
                  <a:cubicBezTo>
                    <a:pt x="410" y="1329"/>
                    <a:pt x="405" y="1329"/>
                    <a:pt x="400" y="1333"/>
                  </a:cubicBezTo>
                  <a:cubicBezTo>
                    <a:pt x="380" y="1333"/>
                    <a:pt x="378" y="1331"/>
                    <a:pt x="376" y="1333"/>
                  </a:cubicBezTo>
                  <a:cubicBezTo>
                    <a:pt x="356" y="1334"/>
                    <a:pt x="353" y="1333"/>
                    <a:pt x="355" y="1331"/>
                  </a:cubicBezTo>
                  <a:cubicBezTo>
                    <a:pt x="400" y="1320"/>
                    <a:pt x="402" y="1322"/>
                    <a:pt x="405" y="1319"/>
                  </a:cubicBezTo>
                  <a:cubicBezTo>
                    <a:pt x="429" y="1309"/>
                    <a:pt x="438" y="1305"/>
                    <a:pt x="450" y="1297"/>
                  </a:cubicBezTo>
                  <a:cubicBezTo>
                    <a:pt x="498" y="1254"/>
                    <a:pt x="508" y="1256"/>
                    <a:pt x="503" y="1248"/>
                  </a:cubicBezTo>
                  <a:cubicBezTo>
                    <a:pt x="391" y="1316"/>
                    <a:pt x="387" y="1317"/>
                    <a:pt x="384" y="1317"/>
                  </a:cubicBezTo>
                  <a:cubicBezTo>
                    <a:pt x="365" y="1320"/>
                    <a:pt x="363" y="1321"/>
                    <a:pt x="360" y="1322"/>
                  </a:cubicBezTo>
                  <a:cubicBezTo>
                    <a:pt x="345" y="1324"/>
                    <a:pt x="344" y="1319"/>
                    <a:pt x="342" y="1323"/>
                  </a:cubicBezTo>
                  <a:cubicBezTo>
                    <a:pt x="303" y="1328"/>
                    <a:pt x="296" y="1326"/>
                    <a:pt x="290" y="1326"/>
                  </a:cubicBezTo>
                  <a:cubicBezTo>
                    <a:pt x="244" y="1332"/>
                    <a:pt x="240" y="1335"/>
                    <a:pt x="237" y="1335"/>
                  </a:cubicBezTo>
                  <a:cubicBezTo>
                    <a:pt x="200" y="1351"/>
                    <a:pt x="199" y="1362"/>
                    <a:pt x="193" y="1356"/>
                  </a:cubicBezTo>
                  <a:cubicBezTo>
                    <a:pt x="222" y="1332"/>
                    <a:pt x="227" y="1334"/>
                    <a:pt x="232" y="1328"/>
                  </a:cubicBezTo>
                  <a:cubicBezTo>
                    <a:pt x="257" y="1323"/>
                    <a:pt x="260" y="1322"/>
                    <a:pt x="262" y="1322"/>
                  </a:cubicBezTo>
                  <a:cubicBezTo>
                    <a:pt x="340" y="1309"/>
                    <a:pt x="350" y="1304"/>
                    <a:pt x="360" y="1305"/>
                  </a:cubicBezTo>
                  <a:cubicBezTo>
                    <a:pt x="414" y="1282"/>
                    <a:pt x="428" y="1278"/>
                    <a:pt x="443" y="1270"/>
                  </a:cubicBezTo>
                  <a:cubicBezTo>
                    <a:pt x="485" y="1238"/>
                    <a:pt x="488" y="1241"/>
                    <a:pt x="493" y="1236"/>
                  </a:cubicBezTo>
                  <a:cubicBezTo>
                    <a:pt x="503" y="1226"/>
                    <a:pt x="507" y="1224"/>
                    <a:pt x="512" y="1220"/>
                  </a:cubicBezTo>
                  <a:cubicBezTo>
                    <a:pt x="513" y="1206"/>
                    <a:pt x="509" y="1214"/>
                    <a:pt x="502" y="1222"/>
                  </a:cubicBezTo>
                  <a:cubicBezTo>
                    <a:pt x="460" y="1250"/>
                    <a:pt x="445" y="1261"/>
                    <a:pt x="435" y="1266"/>
                  </a:cubicBezTo>
                  <a:cubicBezTo>
                    <a:pt x="399" y="1282"/>
                    <a:pt x="395" y="1285"/>
                    <a:pt x="392" y="1284"/>
                  </a:cubicBezTo>
                  <a:cubicBezTo>
                    <a:pt x="323" y="1300"/>
                    <a:pt x="316" y="1303"/>
                    <a:pt x="308" y="1308"/>
                  </a:cubicBezTo>
                  <a:cubicBezTo>
                    <a:pt x="286" y="1307"/>
                    <a:pt x="284" y="1307"/>
                    <a:pt x="281" y="1308"/>
                  </a:cubicBezTo>
                  <a:cubicBezTo>
                    <a:pt x="265" y="1315"/>
                    <a:pt x="263" y="1313"/>
                    <a:pt x="260" y="1316"/>
                  </a:cubicBezTo>
                  <a:cubicBezTo>
                    <a:pt x="276" y="1302"/>
                    <a:pt x="278" y="1307"/>
                    <a:pt x="282" y="1305"/>
                  </a:cubicBezTo>
                  <a:cubicBezTo>
                    <a:pt x="318" y="1297"/>
                    <a:pt x="324" y="1295"/>
                    <a:pt x="330" y="1297"/>
                  </a:cubicBezTo>
                  <a:cubicBezTo>
                    <a:pt x="385" y="1284"/>
                    <a:pt x="390" y="1272"/>
                    <a:pt x="392" y="1277"/>
                  </a:cubicBezTo>
                  <a:cubicBezTo>
                    <a:pt x="458" y="1239"/>
                    <a:pt x="469" y="1229"/>
                    <a:pt x="477" y="1218"/>
                  </a:cubicBezTo>
                  <a:cubicBezTo>
                    <a:pt x="489" y="1197"/>
                    <a:pt x="479" y="1209"/>
                    <a:pt x="469" y="1221"/>
                  </a:cubicBezTo>
                  <a:cubicBezTo>
                    <a:pt x="433" y="1250"/>
                    <a:pt x="428" y="1253"/>
                    <a:pt x="424" y="1257"/>
                  </a:cubicBezTo>
                  <a:cubicBezTo>
                    <a:pt x="379" y="1272"/>
                    <a:pt x="373" y="1275"/>
                    <a:pt x="368" y="1275"/>
                  </a:cubicBezTo>
                  <a:cubicBezTo>
                    <a:pt x="317" y="1286"/>
                    <a:pt x="313" y="1290"/>
                    <a:pt x="308" y="1294"/>
                  </a:cubicBezTo>
                  <a:cubicBezTo>
                    <a:pt x="276" y="1296"/>
                    <a:pt x="268" y="1298"/>
                    <a:pt x="259" y="1301"/>
                  </a:cubicBezTo>
                  <a:cubicBezTo>
                    <a:pt x="226" y="1315"/>
                    <a:pt x="218" y="1314"/>
                    <a:pt x="210" y="1318"/>
                  </a:cubicBezTo>
                  <a:cubicBezTo>
                    <a:pt x="188" y="1324"/>
                    <a:pt x="198" y="1326"/>
                    <a:pt x="196" y="1323"/>
                  </a:cubicBezTo>
                  <a:cubicBezTo>
                    <a:pt x="245" y="1292"/>
                    <a:pt x="250" y="1296"/>
                    <a:pt x="257" y="1291"/>
                  </a:cubicBezTo>
                  <a:cubicBezTo>
                    <a:pt x="286" y="1281"/>
                    <a:pt x="297" y="1283"/>
                    <a:pt x="309" y="1278"/>
                  </a:cubicBezTo>
                  <a:cubicBezTo>
                    <a:pt x="360" y="1270"/>
                    <a:pt x="377" y="1254"/>
                    <a:pt x="392" y="1257"/>
                  </a:cubicBezTo>
                  <a:cubicBezTo>
                    <a:pt x="464" y="1216"/>
                    <a:pt x="478" y="1201"/>
                    <a:pt x="492" y="1188"/>
                  </a:cubicBezTo>
                  <a:cubicBezTo>
                    <a:pt x="510" y="1153"/>
                    <a:pt x="511" y="1156"/>
                    <a:pt x="505" y="1158"/>
                  </a:cubicBezTo>
                  <a:cubicBezTo>
                    <a:pt x="490" y="1176"/>
                    <a:pt x="487" y="1180"/>
                    <a:pt x="487" y="1184"/>
                  </a:cubicBezTo>
                  <a:cubicBezTo>
                    <a:pt x="443" y="1223"/>
                    <a:pt x="444" y="1226"/>
                    <a:pt x="442" y="1224"/>
                  </a:cubicBezTo>
                  <a:cubicBezTo>
                    <a:pt x="413" y="1237"/>
                    <a:pt x="407" y="1243"/>
                    <a:pt x="403" y="1242"/>
                  </a:cubicBezTo>
                  <a:cubicBezTo>
                    <a:pt x="325" y="1267"/>
                    <a:pt x="322" y="1265"/>
                    <a:pt x="318" y="1267"/>
                  </a:cubicBezTo>
                  <a:cubicBezTo>
                    <a:pt x="273" y="1273"/>
                    <a:pt x="263" y="1283"/>
                    <a:pt x="256" y="1279"/>
                  </a:cubicBezTo>
                  <a:cubicBezTo>
                    <a:pt x="295" y="1265"/>
                    <a:pt x="305" y="1261"/>
                    <a:pt x="314" y="1262"/>
                  </a:cubicBezTo>
                  <a:cubicBezTo>
                    <a:pt x="363" y="1241"/>
                    <a:pt x="375" y="1239"/>
                    <a:pt x="387" y="1234"/>
                  </a:cubicBezTo>
                  <a:cubicBezTo>
                    <a:pt x="479" y="1164"/>
                    <a:pt x="483" y="1161"/>
                    <a:pt x="485" y="1158"/>
                  </a:cubicBezTo>
                  <a:cubicBezTo>
                    <a:pt x="512" y="1124"/>
                    <a:pt x="513" y="1117"/>
                    <a:pt x="520" y="1111"/>
                  </a:cubicBezTo>
                  <a:cubicBezTo>
                    <a:pt x="509" y="1116"/>
                    <a:pt x="505" y="1120"/>
                    <a:pt x="502" y="1124"/>
                  </a:cubicBezTo>
                  <a:cubicBezTo>
                    <a:pt x="478" y="1160"/>
                    <a:pt x="470" y="1160"/>
                    <a:pt x="471" y="1166"/>
                  </a:cubicBezTo>
                  <a:cubicBezTo>
                    <a:pt x="431" y="1191"/>
                    <a:pt x="426" y="1200"/>
                    <a:pt x="421" y="1202"/>
                  </a:cubicBezTo>
                  <a:cubicBezTo>
                    <a:pt x="378" y="1227"/>
                    <a:pt x="371" y="1230"/>
                    <a:pt x="363" y="1234"/>
                  </a:cubicBezTo>
                  <a:cubicBezTo>
                    <a:pt x="322" y="1251"/>
                    <a:pt x="307" y="1250"/>
                    <a:pt x="290" y="1259"/>
                  </a:cubicBezTo>
                  <a:cubicBezTo>
                    <a:pt x="246" y="1271"/>
                    <a:pt x="237" y="1279"/>
                    <a:pt x="231" y="1275"/>
                  </a:cubicBezTo>
                  <a:cubicBezTo>
                    <a:pt x="290" y="1254"/>
                    <a:pt x="296" y="1241"/>
                    <a:pt x="298" y="1246"/>
                  </a:cubicBezTo>
                  <a:cubicBezTo>
                    <a:pt x="362" y="1221"/>
                    <a:pt x="377" y="1211"/>
                    <a:pt x="391" y="1204"/>
                  </a:cubicBezTo>
                  <a:cubicBezTo>
                    <a:pt x="515" y="1103"/>
                    <a:pt x="512" y="1098"/>
                    <a:pt x="518" y="1095"/>
                  </a:cubicBezTo>
                  <a:cubicBezTo>
                    <a:pt x="532" y="1075"/>
                    <a:pt x="536" y="1073"/>
                    <a:pt x="535" y="1071"/>
                  </a:cubicBezTo>
                  <a:cubicBezTo>
                    <a:pt x="539" y="1064"/>
                    <a:pt x="536" y="1067"/>
                    <a:pt x="532" y="1070"/>
                  </a:cubicBezTo>
                  <a:cubicBezTo>
                    <a:pt x="497" y="1109"/>
                    <a:pt x="495" y="1119"/>
                    <a:pt x="485" y="1121"/>
                  </a:cubicBezTo>
                  <a:cubicBezTo>
                    <a:pt x="453" y="1152"/>
                    <a:pt x="442" y="1160"/>
                    <a:pt x="431" y="1168"/>
                  </a:cubicBezTo>
                  <a:cubicBezTo>
                    <a:pt x="397" y="1193"/>
                    <a:pt x="389" y="1191"/>
                    <a:pt x="388" y="1197"/>
                  </a:cubicBezTo>
                  <a:cubicBezTo>
                    <a:pt x="367" y="1206"/>
                    <a:pt x="360" y="1215"/>
                    <a:pt x="356" y="1210"/>
                  </a:cubicBezTo>
                  <a:cubicBezTo>
                    <a:pt x="315" y="1230"/>
                    <a:pt x="305" y="1233"/>
                    <a:pt x="294" y="1240"/>
                  </a:cubicBezTo>
                  <a:cubicBezTo>
                    <a:pt x="262" y="1252"/>
                    <a:pt x="260" y="1251"/>
                    <a:pt x="257" y="1254"/>
                  </a:cubicBezTo>
                  <a:cubicBezTo>
                    <a:pt x="237" y="1263"/>
                    <a:pt x="233" y="1265"/>
                    <a:pt x="229" y="1267"/>
                  </a:cubicBezTo>
                  <a:cubicBezTo>
                    <a:pt x="218" y="1271"/>
                    <a:pt x="214" y="1278"/>
                    <a:pt x="211" y="1275"/>
                  </a:cubicBezTo>
                  <a:cubicBezTo>
                    <a:pt x="241" y="1245"/>
                    <a:pt x="262" y="1234"/>
                    <a:pt x="291" y="1222"/>
                  </a:cubicBezTo>
                  <a:cubicBezTo>
                    <a:pt x="352" y="1187"/>
                    <a:pt x="356" y="1194"/>
                    <a:pt x="360" y="1189"/>
                  </a:cubicBezTo>
                  <a:cubicBezTo>
                    <a:pt x="397" y="1173"/>
                    <a:pt x="401" y="1169"/>
                    <a:pt x="405" y="1169"/>
                  </a:cubicBezTo>
                  <a:cubicBezTo>
                    <a:pt x="461" y="1128"/>
                    <a:pt x="482" y="1115"/>
                    <a:pt x="495" y="1100"/>
                  </a:cubicBezTo>
                  <a:cubicBezTo>
                    <a:pt x="532" y="1063"/>
                    <a:pt x="536" y="1059"/>
                    <a:pt x="536" y="1055"/>
                  </a:cubicBezTo>
                  <a:cubicBezTo>
                    <a:pt x="492" y="1093"/>
                    <a:pt x="491" y="1097"/>
                    <a:pt x="486" y="1101"/>
                  </a:cubicBezTo>
                  <a:cubicBezTo>
                    <a:pt x="470" y="1111"/>
                    <a:pt x="468" y="1118"/>
                    <a:pt x="461" y="1121"/>
                  </a:cubicBezTo>
                  <a:cubicBezTo>
                    <a:pt x="441" y="1135"/>
                    <a:pt x="439" y="1138"/>
                    <a:pt x="438" y="1141"/>
                  </a:cubicBezTo>
                  <a:cubicBezTo>
                    <a:pt x="395" y="1165"/>
                    <a:pt x="389" y="1166"/>
                    <a:pt x="384" y="1167"/>
                  </a:cubicBezTo>
                  <a:cubicBezTo>
                    <a:pt x="366" y="1175"/>
                    <a:pt x="360" y="1181"/>
                    <a:pt x="354" y="1181"/>
                  </a:cubicBezTo>
                  <a:cubicBezTo>
                    <a:pt x="336" y="1190"/>
                    <a:pt x="330" y="1193"/>
                    <a:pt x="324" y="1196"/>
                  </a:cubicBezTo>
                  <a:cubicBezTo>
                    <a:pt x="289" y="1212"/>
                    <a:pt x="274" y="1219"/>
                    <a:pt x="259" y="1226"/>
                  </a:cubicBezTo>
                  <a:cubicBezTo>
                    <a:pt x="235" y="1240"/>
                    <a:pt x="227" y="1244"/>
                    <a:pt x="224" y="1249"/>
                  </a:cubicBezTo>
                  <a:cubicBezTo>
                    <a:pt x="202" y="1270"/>
                    <a:pt x="193" y="1272"/>
                    <a:pt x="192" y="1269"/>
                  </a:cubicBezTo>
                  <a:cubicBezTo>
                    <a:pt x="215" y="1249"/>
                    <a:pt x="212" y="1245"/>
                    <a:pt x="217" y="1243"/>
                  </a:cubicBezTo>
                  <a:cubicBezTo>
                    <a:pt x="243" y="1226"/>
                    <a:pt x="244" y="1223"/>
                    <a:pt x="250" y="1220"/>
                  </a:cubicBezTo>
                  <a:cubicBezTo>
                    <a:pt x="326" y="1181"/>
                    <a:pt x="340" y="1175"/>
                    <a:pt x="358" y="1169"/>
                  </a:cubicBezTo>
                  <a:cubicBezTo>
                    <a:pt x="494" y="1080"/>
                    <a:pt x="512" y="1077"/>
                    <a:pt x="512" y="1063"/>
                  </a:cubicBezTo>
                  <a:cubicBezTo>
                    <a:pt x="460" y="1106"/>
                    <a:pt x="454" y="1105"/>
                    <a:pt x="447" y="1112"/>
                  </a:cubicBezTo>
                  <a:cubicBezTo>
                    <a:pt x="401" y="1139"/>
                    <a:pt x="397" y="1141"/>
                    <a:pt x="392" y="1144"/>
                  </a:cubicBezTo>
                  <a:cubicBezTo>
                    <a:pt x="299" y="1182"/>
                    <a:pt x="278" y="1194"/>
                    <a:pt x="258" y="1204"/>
                  </a:cubicBezTo>
                  <a:cubicBezTo>
                    <a:pt x="222" y="1232"/>
                    <a:pt x="219" y="1228"/>
                    <a:pt x="215" y="1233"/>
                  </a:cubicBezTo>
                  <a:cubicBezTo>
                    <a:pt x="191" y="1248"/>
                    <a:pt x="198" y="1246"/>
                    <a:pt x="198" y="1243"/>
                  </a:cubicBezTo>
                  <a:cubicBezTo>
                    <a:pt x="210" y="1232"/>
                    <a:pt x="218" y="1227"/>
                    <a:pt x="221" y="1221"/>
                  </a:cubicBezTo>
                  <a:cubicBezTo>
                    <a:pt x="275" y="1187"/>
                    <a:pt x="293" y="1174"/>
                    <a:pt x="310" y="1167"/>
                  </a:cubicBezTo>
                  <a:cubicBezTo>
                    <a:pt x="378" y="1137"/>
                    <a:pt x="377" y="1130"/>
                    <a:pt x="382" y="1132"/>
                  </a:cubicBezTo>
                  <a:cubicBezTo>
                    <a:pt x="433" y="1103"/>
                    <a:pt x="436" y="1100"/>
                    <a:pt x="437" y="1102"/>
                  </a:cubicBezTo>
                  <a:cubicBezTo>
                    <a:pt x="461" y="1086"/>
                    <a:pt x="465" y="1087"/>
                    <a:pt x="471" y="1080"/>
                  </a:cubicBezTo>
                  <a:cubicBezTo>
                    <a:pt x="502" y="1058"/>
                    <a:pt x="506" y="1058"/>
                    <a:pt x="511" y="1054"/>
                  </a:cubicBezTo>
                  <a:cubicBezTo>
                    <a:pt x="567" y="1001"/>
                    <a:pt x="569" y="996"/>
                    <a:pt x="573" y="991"/>
                  </a:cubicBezTo>
                  <a:cubicBezTo>
                    <a:pt x="512" y="1042"/>
                    <a:pt x="492" y="1060"/>
                    <a:pt x="472" y="1069"/>
                  </a:cubicBezTo>
                  <a:cubicBezTo>
                    <a:pt x="445" y="1085"/>
                    <a:pt x="440" y="1093"/>
                    <a:pt x="436" y="1090"/>
                  </a:cubicBezTo>
                  <a:cubicBezTo>
                    <a:pt x="383" y="1123"/>
                    <a:pt x="380" y="1120"/>
                    <a:pt x="375" y="1125"/>
                  </a:cubicBezTo>
                  <a:cubicBezTo>
                    <a:pt x="301" y="1163"/>
                    <a:pt x="285" y="1166"/>
                    <a:pt x="266" y="1181"/>
                  </a:cubicBezTo>
                  <a:cubicBezTo>
                    <a:pt x="238" y="1199"/>
                    <a:pt x="226" y="1210"/>
                    <a:pt x="218" y="1211"/>
                  </a:cubicBezTo>
                  <a:cubicBezTo>
                    <a:pt x="195" y="1226"/>
                    <a:pt x="199" y="1221"/>
                    <a:pt x="198" y="1216"/>
                  </a:cubicBezTo>
                  <a:cubicBezTo>
                    <a:pt x="230" y="1183"/>
                    <a:pt x="233" y="1182"/>
                    <a:pt x="238" y="1177"/>
                  </a:cubicBezTo>
                  <a:cubicBezTo>
                    <a:pt x="319" y="1129"/>
                    <a:pt x="328" y="1123"/>
                    <a:pt x="336" y="1121"/>
                  </a:cubicBezTo>
                  <a:cubicBezTo>
                    <a:pt x="493" y="1012"/>
                    <a:pt x="511" y="1000"/>
                    <a:pt x="526" y="986"/>
                  </a:cubicBezTo>
                  <a:cubicBezTo>
                    <a:pt x="552" y="958"/>
                    <a:pt x="551" y="956"/>
                    <a:pt x="554" y="954"/>
                  </a:cubicBezTo>
                  <a:cubicBezTo>
                    <a:pt x="522" y="977"/>
                    <a:pt x="521" y="987"/>
                    <a:pt x="507" y="995"/>
                  </a:cubicBezTo>
                  <a:cubicBezTo>
                    <a:pt x="490" y="1009"/>
                    <a:pt x="487" y="1013"/>
                    <a:pt x="482" y="1018"/>
                  </a:cubicBezTo>
                  <a:cubicBezTo>
                    <a:pt x="358" y="1100"/>
                    <a:pt x="341" y="1103"/>
                    <a:pt x="333" y="1113"/>
                  </a:cubicBezTo>
                  <a:cubicBezTo>
                    <a:pt x="251" y="1161"/>
                    <a:pt x="227" y="1171"/>
                    <a:pt x="214" y="1187"/>
                  </a:cubicBezTo>
                  <a:cubicBezTo>
                    <a:pt x="211" y="1186"/>
                    <a:pt x="210" y="1183"/>
                    <a:pt x="213" y="1180"/>
                  </a:cubicBezTo>
                  <a:cubicBezTo>
                    <a:pt x="242" y="1151"/>
                    <a:pt x="248" y="1147"/>
                    <a:pt x="259" y="1137"/>
                  </a:cubicBezTo>
                  <a:cubicBezTo>
                    <a:pt x="360" y="1078"/>
                    <a:pt x="373" y="1070"/>
                    <a:pt x="393" y="1055"/>
                  </a:cubicBezTo>
                  <a:cubicBezTo>
                    <a:pt x="452" y="1010"/>
                    <a:pt x="460" y="1010"/>
                    <a:pt x="463" y="1005"/>
                  </a:cubicBezTo>
                  <a:cubicBezTo>
                    <a:pt x="524" y="947"/>
                    <a:pt x="530" y="944"/>
                    <a:pt x="532" y="940"/>
                  </a:cubicBezTo>
                  <a:cubicBezTo>
                    <a:pt x="561" y="903"/>
                    <a:pt x="566" y="896"/>
                    <a:pt x="574" y="890"/>
                  </a:cubicBezTo>
                  <a:cubicBezTo>
                    <a:pt x="547" y="899"/>
                    <a:pt x="543" y="903"/>
                    <a:pt x="537" y="907"/>
                  </a:cubicBezTo>
                  <a:cubicBezTo>
                    <a:pt x="522" y="918"/>
                    <a:pt x="523" y="921"/>
                    <a:pt x="519" y="922"/>
                  </a:cubicBezTo>
                  <a:cubicBezTo>
                    <a:pt x="491" y="945"/>
                    <a:pt x="485" y="954"/>
                    <a:pt x="474" y="962"/>
                  </a:cubicBezTo>
                  <a:cubicBezTo>
                    <a:pt x="396" y="1023"/>
                    <a:pt x="387" y="1030"/>
                    <a:pt x="378" y="1037"/>
                  </a:cubicBezTo>
                  <a:cubicBezTo>
                    <a:pt x="323" y="1067"/>
                    <a:pt x="317" y="1067"/>
                    <a:pt x="311" y="1070"/>
                  </a:cubicBezTo>
                  <a:cubicBezTo>
                    <a:pt x="262" y="1102"/>
                    <a:pt x="259" y="1103"/>
                    <a:pt x="256" y="1103"/>
                  </a:cubicBezTo>
                  <a:cubicBezTo>
                    <a:pt x="244" y="1115"/>
                    <a:pt x="236" y="1116"/>
                    <a:pt x="239" y="1120"/>
                  </a:cubicBezTo>
                  <a:cubicBezTo>
                    <a:pt x="222" y="1136"/>
                    <a:pt x="217" y="1144"/>
                    <a:pt x="214" y="1140"/>
                  </a:cubicBezTo>
                  <a:cubicBezTo>
                    <a:pt x="260" y="1090"/>
                    <a:pt x="271" y="1086"/>
                    <a:pt x="296" y="1066"/>
                  </a:cubicBezTo>
                  <a:cubicBezTo>
                    <a:pt x="418" y="989"/>
                    <a:pt x="425" y="977"/>
                    <a:pt x="430" y="979"/>
                  </a:cubicBezTo>
                  <a:cubicBezTo>
                    <a:pt x="451" y="961"/>
                    <a:pt x="456" y="956"/>
                    <a:pt x="465" y="947"/>
                  </a:cubicBezTo>
                  <a:cubicBezTo>
                    <a:pt x="540" y="892"/>
                    <a:pt x="549" y="886"/>
                    <a:pt x="560" y="878"/>
                  </a:cubicBezTo>
                  <a:cubicBezTo>
                    <a:pt x="587" y="870"/>
                    <a:pt x="592" y="858"/>
                    <a:pt x="594" y="863"/>
                  </a:cubicBezTo>
                  <a:cubicBezTo>
                    <a:pt x="625" y="848"/>
                    <a:pt x="636" y="854"/>
                    <a:pt x="633" y="845"/>
                  </a:cubicBezTo>
                  <a:cubicBezTo>
                    <a:pt x="574" y="858"/>
                    <a:pt x="566" y="857"/>
                    <a:pt x="557" y="863"/>
                  </a:cubicBezTo>
                  <a:cubicBezTo>
                    <a:pt x="523" y="876"/>
                    <a:pt x="515" y="880"/>
                    <a:pt x="508" y="884"/>
                  </a:cubicBezTo>
                  <a:cubicBezTo>
                    <a:pt x="420" y="945"/>
                    <a:pt x="411" y="951"/>
                    <a:pt x="402" y="958"/>
                  </a:cubicBezTo>
                  <a:cubicBezTo>
                    <a:pt x="299" y="1027"/>
                    <a:pt x="297" y="1029"/>
                    <a:pt x="295" y="1030"/>
                  </a:cubicBezTo>
                  <a:cubicBezTo>
                    <a:pt x="255" y="1062"/>
                    <a:pt x="252" y="1067"/>
                    <a:pt x="244" y="1072"/>
                  </a:cubicBezTo>
                  <a:cubicBezTo>
                    <a:pt x="230" y="1081"/>
                    <a:pt x="230" y="1077"/>
                    <a:pt x="232" y="1073"/>
                  </a:cubicBezTo>
                  <a:cubicBezTo>
                    <a:pt x="251" y="1057"/>
                    <a:pt x="253" y="1055"/>
                    <a:pt x="257" y="1053"/>
                  </a:cubicBezTo>
                  <a:cubicBezTo>
                    <a:pt x="293" y="1015"/>
                    <a:pt x="296" y="1017"/>
                    <a:pt x="300" y="1014"/>
                  </a:cubicBezTo>
                  <a:cubicBezTo>
                    <a:pt x="333" y="985"/>
                    <a:pt x="335" y="986"/>
                    <a:pt x="336" y="986"/>
                  </a:cubicBezTo>
                  <a:cubicBezTo>
                    <a:pt x="380" y="950"/>
                    <a:pt x="404" y="938"/>
                    <a:pt x="433" y="916"/>
                  </a:cubicBezTo>
                  <a:cubicBezTo>
                    <a:pt x="492" y="885"/>
                    <a:pt x="501" y="881"/>
                    <a:pt x="511" y="874"/>
                  </a:cubicBezTo>
                  <a:cubicBezTo>
                    <a:pt x="540" y="857"/>
                    <a:pt x="552" y="855"/>
                    <a:pt x="561" y="848"/>
                  </a:cubicBezTo>
                  <a:cubicBezTo>
                    <a:pt x="574" y="833"/>
                    <a:pt x="569" y="837"/>
                    <a:pt x="565" y="840"/>
                  </a:cubicBezTo>
                  <a:cubicBezTo>
                    <a:pt x="512" y="866"/>
                    <a:pt x="509" y="864"/>
                    <a:pt x="505" y="869"/>
                  </a:cubicBezTo>
                  <a:cubicBezTo>
                    <a:pt x="416" y="917"/>
                    <a:pt x="406" y="926"/>
                    <a:pt x="373" y="944"/>
                  </a:cubicBezTo>
                  <a:cubicBezTo>
                    <a:pt x="332" y="978"/>
                    <a:pt x="317" y="986"/>
                    <a:pt x="306" y="995"/>
                  </a:cubicBezTo>
                  <a:cubicBezTo>
                    <a:pt x="253" y="1040"/>
                    <a:pt x="256" y="1048"/>
                    <a:pt x="251" y="1045"/>
                  </a:cubicBezTo>
                  <a:cubicBezTo>
                    <a:pt x="235" y="1052"/>
                    <a:pt x="237" y="1048"/>
                    <a:pt x="241" y="1044"/>
                  </a:cubicBezTo>
                  <a:cubicBezTo>
                    <a:pt x="310" y="977"/>
                    <a:pt x="362" y="934"/>
                    <a:pt x="419" y="899"/>
                  </a:cubicBezTo>
                  <a:cubicBezTo>
                    <a:pt x="482" y="869"/>
                    <a:pt x="481" y="865"/>
                    <a:pt x="487" y="864"/>
                  </a:cubicBezTo>
                  <a:cubicBezTo>
                    <a:pt x="513" y="858"/>
                    <a:pt x="519" y="848"/>
                    <a:pt x="522" y="852"/>
                  </a:cubicBezTo>
                  <a:cubicBezTo>
                    <a:pt x="583" y="826"/>
                    <a:pt x="598" y="821"/>
                    <a:pt x="613" y="815"/>
                  </a:cubicBezTo>
                  <a:cubicBezTo>
                    <a:pt x="578" y="820"/>
                    <a:pt x="572" y="828"/>
                    <a:pt x="567" y="826"/>
                  </a:cubicBezTo>
                  <a:cubicBezTo>
                    <a:pt x="541" y="835"/>
                    <a:pt x="538" y="835"/>
                    <a:pt x="536" y="837"/>
                  </a:cubicBezTo>
                  <a:cubicBezTo>
                    <a:pt x="509" y="843"/>
                    <a:pt x="505" y="850"/>
                    <a:pt x="502" y="851"/>
                  </a:cubicBezTo>
                  <a:cubicBezTo>
                    <a:pt x="480" y="859"/>
                    <a:pt x="474" y="860"/>
                    <a:pt x="468" y="866"/>
                  </a:cubicBezTo>
                  <a:cubicBezTo>
                    <a:pt x="423" y="890"/>
                    <a:pt x="421" y="886"/>
                    <a:pt x="417" y="890"/>
                  </a:cubicBezTo>
                  <a:cubicBezTo>
                    <a:pt x="390" y="907"/>
                    <a:pt x="385" y="911"/>
                    <a:pt x="380" y="914"/>
                  </a:cubicBezTo>
                  <a:cubicBezTo>
                    <a:pt x="361" y="927"/>
                    <a:pt x="350" y="937"/>
                    <a:pt x="335" y="947"/>
                  </a:cubicBezTo>
                  <a:cubicBezTo>
                    <a:pt x="277" y="996"/>
                    <a:pt x="275" y="1001"/>
                    <a:pt x="266" y="1004"/>
                  </a:cubicBezTo>
                  <a:cubicBezTo>
                    <a:pt x="252" y="1019"/>
                    <a:pt x="249" y="1014"/>
                    <a:pt x="250" y="1013"/>
                  </a:cubicBezTo>
                  <a:cubicBezTo>
                    <a:pt x="261" y="1003"/>
                    <a:pt x="262" y="1003"/>
                    <a:pt x="262" y="1002"/>
                  </a:cubicBezTo>
                  <a:cubicBezTo>
                    <a:pt x="283" y="983"/>
                    <a:pt x="288" y="972"/>
                    <a:pt x="297" y="962"/>
                  </a:cubicBezTo>
                  <a:cubicBezTo>
                    <a:pt x="358" y="911"/>
                    <a:pt x="362" y="915"/>
                    <a:pt x="367" y="909"/>
                  </a:cubicBezTo>
                  <a:cubicBezTo>
                    <a:pt x="396" y="889"/>
                    <a:pt x="399" y="896"/>
                    <a:pt x="403" y="891"/>
                  </a:cubicBezTo>
                  <a:cubicBezTo>
                    <a:pt x="418" y="884"/>
                    <a:pt x="423" y="872"/>
                    <a:pt x="425" y="877"/>
                  </a:cubicBezTo>
                  <a:cubicBezTo>
                    <a:pt x="466" y="855"/>
                    <a:pt x="478" y="855"/>
                    <a:pt x="492" y="844"/>
                  </a:cubicBezTo>
                  <a:cubicBezTo>
                    <a:pt x="573" y="801"/>
                    <a:pt x="571" y="802"/>
                    <a:pt x="578" y="796"/>
                  </a:cubicBezTo>
                  <a:cubicBezTo>
                    <a:pt x="604" y="774"/>
                    <a:pt x="612" y="772"/>
                    <a:pt x="609" y="769"/>
                  </a:cubicBezTo>
                  <a:cubicBezTo>
                    <a:pt x="526" y="821"/>
                    <a:pt x="519" y="826"/>
                    <a:pt x="513" y="829"/>
                  </a:cubicBezTo>
                  <a:cubicBezTo>
                    <a:pt x="463" y="847"/>
                    <a:pt x="455" y="856"/>
                    <a:pt x="450" y="854"/>
                  </a:cubicBezTo>
                  <a:cubicBezTo>
                    <a:pt x="390" y="884"/>
                    <a:pt x="378" y="893"/>
                    <a:pt x="368" y="897"/>
                  </a:cubicBezTo>
                  <a:cubicBezTo>
                    <a:pt x="338" y="920"/>
                    <a:pt x="335" y="923"/>
                    <a:pt x="332" y="925"/>
                  </a:cubicBezTo>
                  <a:cubicBezTo>
                    <a:pt x="316" y="936"/>
                    <a:pt x="308" y="942"/>
                    <a:pt x="301" y="947"/>
                  </a:cubicBezTo>
                  <a:cubicBezTo>
                    <a:pt x="265" y="982"/>
                    <a:pt x="261" y="986"/>
                    <a:pt x="258" y="990"/>
                  </a:cubicBezTo>
                  <a:cubicBezTo>
                    <a:pt x="267" y="967"/>
                    <a:pt x="265" y="971"/>
                    <a:pt x="270" y="972"/>
                  </a:cubicBezTo>
                  <a:cubicBezTo>
                    <a:pt x="317" y="926"/>
                    <a:pt x="316" y="922"/>
                    <a:pt x="337" y="912"/>
                  </a:cubicBezTo>
                  <a:cubicBezTo>
                    <a:pt x="446" y="842"/>
                    <a:pt x="455" y="842"/>
                    <a:pt x="463" y="838"/>
                  </a:cubicBezTo>
                  <a:cubicBezTo>
                    <a:pt x="475" y="832"/>
                    <a:pt x="476" y="831"/>
                    <a:pt x="477" y="830"/>
                  </a:cubicBezTo>
                  <a:cubicBezTo>
                    <a:pt x="595" y="755"/>
                    <a:pt x="608" y="750"/>
                    <a:pt x="608" y="743"/>
                  </a:cubicBezTo>
                  <a:cubicBezTo>
                    <a:pt x="591" y="754"/>
                    <a:pt x="593" y="752"/>
                    <a:pt x="587" y="758"/>
                  </a:cubicBezTo>
                  <a:cubicBezTo>
                    <a:pt x="552" y="781"/>
                    <a:pt x="553" y="785"/>
                    <a:pt x="549" y="783"/>
                  </a:cubicBezTo>
                  <a:cubicBezTo>
                    <a:pt x="516" y="799"/>
                    <a:pt x="510" y="807"/>
                    <a:pt x="506" y="809"/>
                  </a:cubicBezTo>
                  <a:cubicBezTo>
                    <a:pt x="432" y="848"/>
                    <a:pt x="425" y="843"/>
                    <a:pt x="423" y="847"/>
                  </a:cubicBezTo>
                  <a:cubicBezTo>
                    <a:pt x="403" y="861"/>
                    <a:pt x="400" y="858"/>
                    <a:pt x="396" y="861"/>
                  </a:cubicBezTo>
                  <a:cubicBezTo>
                    <a:pt x="290" y="934"/>
                    <a:pt x="289" y="937"/>
                    <a:pt x="284" y="940"/>
                  </a:cubicBezTo>
                  <a:cubicBezTo>
                    <a:pt x="283" y="932"/>
                    <a:pt x="287" y="928"/>
                    <a:pt x="289" y="924"/>
                  </a:cubicBezTo>
                  <a:cubicBezTo>
                    <a:pt x="318" y="903"/>
                    <a:pt x="325" y="895"/>
                    <a:pt x="335" y="888"/>
                  </a:cubicBezTo>
                  <a:cubicBezTo>
                    <a:pt x="381" y="857"/>
                    <a:pt x="388" y="853"/>
                    <a:pt x="394" y="848"/>
                  </a:cubicBezTo>
                  <a:cubicBezTo>
                    <a:pt x="445" y="830"/>
                    <a:pt x="450" y="818"/>
                    <a:pt x="452" y="823"/>
                  </a:cubicBezTo>
                  <a:cubicBezTo>
                    <a:pt x="472" y="813"/>
                    <a:pt x="472" y="811"/>
                    <a:pt x="474" y="812"/>
                  </a:cubicBezTo>
                  <a:cubicBezTo>
                    <a:pt x="492" y="804"/>
                    <a:pt x="496" y="802"/>
                    <a:pt x="499" y="799"/>
                  </a:cubicBezTo>
                  <a:cubicBezTo>
                    <a:pt x="522" y="787"/>
                    <a:pt x="529" y="784"/>
                    <a:pt x="536" y="782"/>
                  </a:cubicBezTo>
                  <a:cubicBezTo>
                    <a:pt x="594" y="740"/>
                    <a:pt x="604" y="733"/>
                    <a:pt x="613" y="727"/>
                  </a:cubicBezTo>
                  <a:cubicBezTo>
                    <a:pt x="629" y="708"/>
                    <a:pt x="626" y="710"/>
                    <a:pt x="623" y="712"/>
                  </a:cubicBezTo>
                  <a:cubicBezTo>
                    <a:pt x="614" y="719"/>
                    <a:pt x="612" y="720"/>
                    <a:pt x="611" y="720"/>
                  </a:cubicBezTo>
                  <a:cubicBezTo>
                    <a:pt x="602" y="727"/>
                    <a:pt x="602" y="731"/>
                    <a:pt x="598" y="733"/>
                  </a:cubicBezTo>
                  <a:cubicBezTo>
                    <a:pt x="578" y="747"/>
                    <a:pt x="571" y="752"/>
                    <a:pt x="564" y="757"/>
                  </a:cubicBezTo>
                  <a:cubicBezTo>
                    <a:pt x="528" y="774"/>
                    <a:pt x="524" y="782"/>
                    <a:pt x="521" y="779"/>
                  </a:cubicBezTo>
                  <a:cubicBezTo>
                    <a:pt x="466" y="806"/>
                    <a:pt x="462" y="809"/>
                    <a:pt x="459" y="809"/>
                  </a:cubicBezTo>
                  <a:cubicBezTo>
                    <a:pt x="423" y="827"/>
                    <a:pt x="420" y="825"/>
                    <a:pt x="416" y="827"/>
                  </a:cubicBezTo>
                  <a:cubicBezTo>
                    <a:pt x="347" y="870"/>
                    <a:pt x="336" y="878"/>
                    <a:pt x="325" y="885"/>
                  </a:cubicBezTo>
                  <a:cubicBezTo>
                    <a:pt x="302" y="902"/>
                    <a:pt x="299" y="905"/>
                    <a:pt x="297" y="904"/>
                  </a:cubicBezTo>
                  <a:cubicBezTo>
                    <a:pt x="342" y="859"/>
                    <a:pt x="352" y="856"/>
                    <a:pt x="352" y="851"/>
                  </a:cubicBezTo>
                  <a:cubicBezTo>
                    <a:pt x="384" y="833"/>
                    <a:pt x="390" y="829"/>
                    <a:pt x="403" y="820"/>
                  </a:cubicBezTo>
                  <a:cubicBezTo>
                    <a:pt x="434" y="799"/>
                    <a:pt x="448" y="797"/>
                    <a:pt x="456" y="791"/>
                  </a:cubicBezTo>
                  <a:cubicBezTo>
                    <a:pt x="491" y="772"/>
                    <a:pt x="498" y="776"/>
                    <a:pt x="509" y="765"/>
                  </a:cubicBezTo>
                  <a:cubicBezTo>
                    <a:pt x="550" y="750"/>
                    <a:pt x="561" y="743"/>
                    <a:pt x="571" y="740"/>
                  </a:cubicBezTo>
                  <a:cubicBezTo>
                    <a:pt x="650" y="685"/>
                    <a:pt x="651" y="680"/>
                    <a:pt x="658" y="677"/>
                  </a:cubicBezTo>
                  <a:cubicBezTo>
                    <a:pt x="663" y="670"/>
                    <a:pt x="651" y="676"/>
                    <a:pt x="643" y="686"/>
                  </a:cubicBezTo>
                  <a:cubicBezTo>
                    <a:pt x="557" y="738"/>
                    <a:pt x="549" y="738"/>
                    <a:pt x="541" y="745"/>
                  </a:cubicBezTo>
                  <a:cubicBezTo>
                    <a:pt x="457" y="783"/>
                    <a:pt x="447" y="787"/>
                    <a:pt x="438" y="789"/>
                  </a:cubicBezTo>
                  <a:cubicBezTo>
                    <a:pt x="417" y="807"/>
                    <a:pt x="409" y="804"/>
                    <a:pt x="401" y="811"/>
                  </a:cubicBezTo>
                  <a:cubicBezTo>
                    <a:pt x="339" y="851"/>
                    <a:pt x="338" y="856"/>
                    <a:pt x="329" y="860"/>
                  </a:cubicBezTo>
                  <a:cubicBezTo>
                    <a:pt x="311" y="871"/>
                    <a:pt x="311" y="863"/>
                    <a:pt x="308" y="866"/>
                  </a:cubicBezTo>
                  <a:cubicBezTo>
                    <a:pt x="324" y="849"/>
                    <a:pt x="327" y="851"/>
                    <a:pt x="327" y="847"/>
                  </a:cubicBezTo>
                  <a:cubicBezTo>
                    <a:pt x="429" y="785"/>
                    <a:pt x="430" y="783"/>
                    <a:pt x="438" y="779"/>
                  </a:cubicBezTo>
                  <a:cubicBezTo>
                    <a:pt x="489" y="753"/>
                    <a:pt x="491" y="753"/>
                    <a:pt x="494" y="751"/>
                  </a:cubicBezTo>
                  <a:cubicBezTo>
                    <a:pt x="546" y="730"/>
                    <a:pt x="551" y="722"/>
                    <a:pt x="554" y="725"/>
                  </a:cubicBezTo>
                  <a:cubicBezTo>
                    <a:pt x="553" y="723"/>
                    <a:pt x="551" y="717"/>
                    <a:pt x="547" y="723"/>
                  </a:cubicBezTo>
                  <a:cubicBezTo>
                    <a:pt x="515" y="736"/>
                    <a:pt x="513" y="732"/>
                    <a:pt x="509" y="735"/>
                  </a:cubicBezTo>
                  <a:cubicBezTo>
                    <a:pt x="487" y="740"/>
                    <a:pt x="482" y="748"/>
                    <a:pt x="479" y="745"/>
                  </a:cubicBezTo>
                  <a:cubicBezTo>
                    <a:pt x="397" y="793"/>
                    <a:pt x="390" y="796"/>
                    <a:pt x="382" y="800"/>
                  </a:cubicBezTo>
                  <a:cubicBezTo>
                    <a:pt x="344" y="825"/>
                    <a:pt x="339" y="829"/>
                    <a:pt x="334" y="833"/>
                  </a:cubicBezTo>
                  <a:cubicBezTo>
                    <a:pt x="346" y="804"/>
                    <a:pt x="361" y="789"/>
                    <a:pt x="375" y="781"/>
                  </a:cubicBezTo>
                  <a:cubicBezTo>
                    <a:pt x="397" y="767"/>
                    <a:pt x="400" y="765"/>
                    <a:pt x="404" y="763"/>
                  </a:cubicBezTo>
                  <a:cubicBezTo>
                    <a:pt x="478" y="727"/>
                    <a:pt x="484" y="727"/>
                    <a:pt x="492" y="721"/>
                  </a:cubicBezTo>
                  <a:cubicBezTo>
                    <a:pt x="514" y="719"/>
                    <a:pt x="521" y="711"/>
                    <a:pt x="527" y="713"/>
                  </a:cubicBezTo>
                  <a:cubicBezTo>
                    <a:pt x="573" y="696"/>
                    <a:pt x="580" y="692"/>
                    <a:pt x="587" y="689"/>
                  </a:cubicBezTo>
                  <a:cubicBezTo>
                    <a:pt x="627" y="664"/>
                    <a:pt x="637" y="667"/>
                    <a:pt x="634" y="660"/>
                  </a:cubicBezTo>
                  <a:cubicBezTo>
                    <a:pt x="534" y="701"/>
                    <a:pt x="528" y="701"/>
                    <a:pt x="521" y="705"/>
                  </a:cubicBezTo>
                  <a:cubicBezTo>
                    <a:pt x="490" y="707"/>
                    <a:pt x="495" y="713"/>
                    <a:pt x="501" y="707"/>
                  </a:cubicBezTo>
                  <a:cubicBezTo>
                    <a:pt x="543" y="697"/>
                    <a:pt x="550" y="686"/>
                    <a:pt x="556" y="687"/>
                  </a:cubicBezTo>
                  <a:cubicBezTo>
                    <a:pt x="578" y="682"/>
                    <a:pt x="584" y="677"/>
                    <a:pt x="590" y="677"/>
                  </a:cubicBezTo>
                  <a:cubicBezTo>
                    <a:pt x="643" y="648"/>
                    <a:pt x="657" y="643"/>
                    <a:pt x="673" y="629"/>
                  </a:cubicBezTo>
                  <a:cubicBezTo>
                    <a:pt x="647" y="645"/>
                    <a:pt x="643" y="645"/>
                    <a:pt x="641" y="645"/>
                  </a:cubicBezTo>
                  <a:cubicBezTo>
                    <a:pt x="611" y="659"/>
                    <a:pt x="604" y="666"/>
                    <a:pt x="597" y="667"/>
                  </a:cubicBezTo>
                  <a:cubicBezTo>
                    <a:pt x="556" y="675"/>
                    <a:pt x="551" y="687"/>
                    <a:pt x="549" y="682"/>
                  </a:cubicBezTo>
                  <a:cubicBezTo>
                    <a:pt x="516" y="695"/>
                    <a:pt x="514" y="691"/>
                    <a:pt x="510" y="696"/>
                  </a:cubicBezTo>
                  <a:cubicBezTo>
                    <a:pt x="487" y="704"/>
                    <a:pt x="483" y="706"/>
                    <a:pt x="480" y="705"/>
                  </a:cubicBezTo>
                  <a:cubicBezTo>
                    <a:pt x="454" y="716"/>
                    <a:pt x="446" y="720"/>
                    <a:pt x="441" y="723"/>
                  </a:cubicBezTo>
                  <a:cubicBezTo>
                    <a:pt x="430" y="731"/>
                    <a:pt x="427" y="727"/>
                    <a:pt x="423" y="731"/>
                  </a:cubicBezTo>
                  <a:cubicBezTo>
                    <a:pt x="386" y="755"/>
                    <a:pt x="382" y="753"/>
                    <a:pt x="377" y="757"/>
                  </a:cubicBezTo>
                  <a:cubicBezTo>
                    <a:pt x="347" y="769"/>
                    <a:pt x="358" y="764"/>
                    <a:pt x="366" y="758"/>
                  </a:cubicBezTo>
                  <a:cubicBezTo>
                    <a:pt x="409" y="728"/>
                    <a:pt x="417" y="725"/>
                    <a:pt x="425" y="718"/>
                  </a:cubicBezTo>
                  <a:cubicBezTo>
                    <a:pt x="571" y="656"/>
                    <a:pt x="601" y="640"/>
                    <a:pt x="630" y="626"/>
                  </a:cubicBezTo>
                  <a:cubicBezTo>
                    <a:pt x="661" y="605"/>
                    <a:pt x="663" y="601"/>
                    <a:pt x="664" y="599"/>
                  </a:cubicBezTo>
                  <a:cubicBezTo>
                    <a:pt x="642" y="607"/>
                    <a:pt x="637" y="615"/>
                    <a:pt x="632" y="617"/>
                  </a:cubicBezTo>
                  <a:cubicBezTo>
                    <a:pt x="575" y="644"/>
                    <a:pt x="557" y="653"/>
                    <a:pt x="540" y="659"/>
                  </a:cubicBezTo>
                  <a:cubicBezTo>
                    <a:pt x="479" y="687"/>
                    <a:pt x="471" y="684"/>
                    <a:pt x="462" y="691"/>
                  </a:cubicBezTo>
                  <a:cubicBezTo>
                    <a:pt x="418" y="713"/>
                    <a:pt x="415" y="715"/>
                    <a:pt x="412" y="717"/>
                  </a:cubicBezTo>
                  <a:cubicBezTo>
                    <a:pt x="381" y="734"/>
                    <a:pt x="377" y="737"/>
                    <a:pt x="373" y="740"/>
                  </a:cubicBezTo>
                  <a:cubicBezTo>
                    <a:pt x="385" y="720"/>
                    <a:pt x="404" y="707"/>
                    <a:pt x="421" y="696"/>
                  </a:cubicBezTo>
                  <a:cubicBezTo>
                    <a:pt x="473" y="672"/>
                    <a:pt x="478" y="677"/>
                    <a:pt x="484" y="670"/>
                  </a:cubicBezTo>
                  <a:cubicBezTo>
                    <a:pt x="519" y="657"/>
                    <a:pt x="524" y="659"/>
                    <a:pt x="529" y="654"/>
                  </a:cubicBezTo>
                  <a:cubicBezTo>
                    <a:pt x="603" y="622"/>
                    <a:pt x="611" y="619"/>
                    <a:pt x="619" y="615"/>
                  </a:cubicBezTo>
                  <a:cubicBezTo>
                    <a:pt x="667" y="570"/>
                    <a:pt x="677" y="568"/>
                    <a:pt x="675" y="564"/>
                  </a:cubicBezTo>
                  <a:cubicBezTo>
                    <a:pt x="719" y="542"/>
                    <a:pt x="725" y="539"/>
                    <a:pt x="730" y="537"/>
                  </a:cubicBezTo>
                  <a:cubicBezTo>
                    <a:pt x="742" y="527"/>
                    <a:pt x="737" y="530"/>
                    <a:pt x="732" y="533"/>
                  </a:cubicBezTo>
                  <a:cubicBezTo>
                    <a:pt x="706" y="538"/>
                    <a:pt x="703" y="542"/>
                    <a:pt x="700" y="544"/>
                  </a:cubicBezTo>
                  <a:cubicBezTo>
                    <a:pt x="637" y="575"/>
                    <a:pt x="629" y="578"/>
                    <a:pt x="622" y="585"/>
                  </a:cubicBezTo>
                  <a:cubicBezTo>
                    <a:pt x="557" y="616"/>
                    <a:pt x="550" y="611"/>
                    <a:pt x="543" y="615"/>
                  </a:cubicBezTo>
                  <a:cubicBezTo>
                    <a:pt x="514" y="623"/>
                    <a:pt x="507" y="625"/>
                    <a:pt x="499" y="630"/>
                  </a:cubicBezTo>
                  <a:cubicBezTo>
                    <a:pt x="469" y="641"/>
                    <a:pt x="463" y="637"/>
                    <a:pt x="455" y="644"/>
                  </a:cubicBezTo>
                  <a:cubicBezTo>
                    <a:pt x="432" y="653"/>
                    <a:pt x="426" y="659"/>
                    <a:pt x="422" y="658"/>
                  </a:cubicBezTo>
                  <a:cubicBezTo>
                    <a:pt x="410" y="660"/>
                    <a:pt x="410" y="653"/>
                    <a:pt x="416" y="648"/>
                  </a:cubicBezTo>
                  <a:cubicBezTo>
                    <a:pt x="439" y="640"/>
                    <a:pt x="445" y="628"/>
                    <a:pt x="447" y="633"/>
                  </a:cubicBezTo>
                  <a:cubicBezTo>
                    <a:pt x="502" y="611"/>
                    <a:pt x="513" y="606"/>
                    <a:pt x="523" y="605"/>
                  </a:cubicBezTo>
                  <a:cubicBezTo>
                    <a:pt x="597" y="583"/>
                    <a:pt x="606" y="581"/>
                    <a:pt x="615" y="576"/>
                  </a:cubicBezTo>
                  <a:cubicBezTo>
                    <a:pt x="655" y="561"/>
                    <a:pt x="660" y="548"/>
                    <a:pt x="663" y="553"/>
                  </a:cubicBezTo>
                  <a:cubicBezTo>
                    <a:pt x="715" y="530"/>
                    <a:pt x="721" y="528"/>
                    <a:pt x="727" y="527"/>
                  </a:cubicBezTo>
                  <a:cubicBezTo>
                    <a:pt x="736" y="512"/>
                    <a:pt x="727" y="524"/>
                    <a:pt x="720" y="520"/>
                  </a:cubicBezTo>
                  <a:cubicBezTo>
                    <a:pt x="677" y="533"/>
                    <a:pt x="673" y="536"/>
                    <a:pt x="668" y="537"/>
                  </a:cubicBezTo>
                  <a:cubicBezTo>
                    <a:pt x="603" y="571"/>
                    <a:pt x="600" y="575"/>
                    <a:pt x="598" y="573"/>
                  </a:cubicBezTo>
                  <a:cubicBezTo>
                    <a:pt x="555" y="592"/>
                    <a:pt x="552" y="588"/>
                    <a:pt x="549" y="589"/>
                  </a:cubicBezTo>
                  <a:cubicBezTo>
                    <a:pt x="507" y="600"/>
                    <a:pt x="504" y="601"/>
                    <a:pt x="501" y="601"/>
                  </a:cubicBezTo>
                  <a:cubicBezTo>
                    <a:pt x="462" y="618"/>
                    <a:pt x="456" y="620"/>
                    <a:pt x="449" y="622"/>
                  </a:cubicBezTo>
                  <a:cubicBezTo>
                    <a:pt x="427" y="627"/>
                    <a:pt x="429" y="624"/>
                    <a:pt x="432" y="622"/>
                  </a:cubicBezTo>
                  <a:cubicBezTo>
                    <a:pt x="464" y="601"/>
                    <a:pt x="476" y="596"/>
                    <a:pt x="488" y="594"/>
                  </a:cubicBezTo>
                  <a:cubicBezTo>
                    <a:pt x="519" y="583"/>
                    <a:pt x="522" y="582"/>
                    <a:pt x="525" y="584"/>
                  </a:cubicBezTo>
                  <a:cubicBezTo>
                    <a:pt x="550" y="574"/>
                    <a:pt x="557" y="572"/>
                    <a:pt x="563" y="571"/>
                  </a:cubicBezTo>
                  <a:cubicBezTo>
                    <a:pt x="588" y="560"/>
                    <a:pt x="594" y="562"/>
                    <a:pt x="600" y="559"/>
                  </a:cubicBezTo>
                  <a:cubicBezTo>
                    <a:pt x="645" y="537"/>
                    <a:pt x="651" y="541"/>
                    <a:pt x="657" y="535"/>
                  </a:cubicBezTo>
                  <a:cubicBezTo>
                    <a:pt x="670" y="528"/>
                    <a:pt x="672" y="530"/>
                    <a:pt x="671" y="528"/>
                  </a:cubicBezTo>
                  <a:cubicBezTo>
                    <a:pt x="707" y="510"/>
                    <a:pt x="711" y="502"/>
                    <a:pt x="714" y="502"/>
                  </a:cubicBezTo>
                  <a:cubicBezTo>
                    <a:pt x="729" y="486"/>
                    <a:pt x="743" y="485"/>
                    <a:pt x="736" y="481"/>
                  </a:cubicBezTo>
                  <a:cubicBezTo>
                    <a:pt x="686" y="515"/>
                    <a:pt x="684" y="515"/>
                    <a:pt x="682" y="515"/>
                  </a:cubicBezTo>
                  <a:cubicBezTo>
                    <a:pt x="660" y="525"/>
                    <a:pt x="654" y="529"/>
                    <a:pt x="648" y="532"/>
                  </a:cubicBezTo>
                  <a:cubicBezTo>
                    <a:pt x="622" y="542"/>
                    <a:pt x="616" y="542"/>
                    <a:pt x="609" y="548"/>
                  </a:cubicBezTo>
                  <a:cubicBezTo>
                    <a:pt x="569" y="562"/>
                    <a:pt x="566" y="558"/>
                    <a:pt x="563" y="561"/>
                  </a:cubicBezTo>
                  <a:cubicBezTo>
                    <a:pt x="541" y="567"/>
                    <a:pt x="537" y="572"/>
                    <a:pt x="535" y="570"/>
                  </a:cubicBezTo>
                  <a:cubicBezTo>
                    <a:pt x="474" y="591"/>
                    <a:pt x="469" y="587"/>
                    <a:pt x="462" y="592"/>
                  </a:cubicBezTo>
                  <a:cubicBezTo>
                    <a:pt x="459" y="582"/>
                    <a:pt x="465" y="573"/>
                    <a:pt x="468" y="576"/>
                  </a:cubicBezTo>
                  <a:cubicBezTo>
                    <a:pt x="497" y="562"/>
                    <a:pt x="501" y="567"/>
                    <a:pt x="506" y="564"/>
                  </a:cubicBezTo>
                  <a:cubicBezTo>
                    <a:pt x="546" y="554"/>
                    <a:pt x="550" y="555"/>
                    <a:pt x="555" y="550"/>
                  </a:cubicBezTo>
                  <a:cubicBezTo>
                    <a:pt x="621" y="530"/>
                    <a:pt x="639" y="521"/>
                    <a:pt x="656" y="514"/>
                  </a:cubicBezTo>
                  <a:cubicBezTo>
                    <a:pt x="724" y="468"/>
                    <a:pt x="727" y="472"/>
                    <a:pt x="731" y="467"/>
                  </a:cubicBezTo>
                  <a:cubicBezTo>
                    <a:pt x="698" y="479"/>
                    <a:pt x="675" y="497"/>
                    <a:pt x="653" y="506"/>
                  </a:cubicBezTo>
                  <a:cubicBezTo>
                    <a:pt x="569" y="540"/>
                    <a:pt x="564" y="539"/>
                    <a:pt x="557" y="543"/>
                  </a:cubicBezTo>
                  <a:cubicBezTo>
                    <a:pt x="520" y="547"/>
                    <a:pt x="515" y="554"/>
                    <a:pt x="512" y="552"/>
                  </a:cubicBezTo>
                  <a:cubicBezTo>
                    <a:pt x="473" y="562"/>
                    <a:pt x="469" y="568"/>
                    <a:pt x="466" y="563"/>
                  </a:cubicBezTo>
                  <a:cubicBezTo>
                    <a:pt x="498" y="545"/>
                    <a:pt x="497" y="541"/>
                    <a:pt x="502" y="539"/>
                  </a:cubicBezTo>
                  <a:cubicBezTo>
                    <a:pt x="563" y="520"/>
                    <a:pt x="573" y="516"/>
                    <a:pt x="581" y="519"/>
                  </a:cubicBezTo>
                  <a:cubicBezTo>
                    <a:pt x="612" y="506"/>
                    <a:pt x="616" y="505"/>
                    <a:pt x="619" y="506"/>
                  </a:cubicBezTo>
                  <a:cubicBezTo>
                    <a:pt x="736" y="443"/>
                    <a:pt x="752" y="427"/>
                    <a:pt x="767" y="422"/>
                  </a:cubicBezTo>
                  <a:cubicBezTo>
                    <a:pt x="792" y="398"/>
                    <a:pt x="801" y="398"/>
                    <a:pt x="799" y="388"/>
                  </a:cubicBezTo>
                  <a:cubicBezTo>
                    <a:pt x="779" y="406"/>
                    <a:pt x="773" y="410"/>
                    <a:pt x="771" y="411"/>
                  </a:cubicBezTo>
                  <a:cubicBezTo>
                    <a:pt x="764" y="417"/>
                    <a:pt x="760" y="419"/>
                    <a:pt x="757" y="421"/>
                  </a:cubicBezTo>
                  <a:cubicBezTo>
                    <a:pt x="698" y="461"/>
                    <a:pt x="694" y="459"/>
                    <a:pt x="692" y="461"/>
                  </a:cubicBezTo>
                  <a:cubicBezTo>
                    <a:pt x="645" y="481"/>
                    <a:pt x="642" y="485"/>
                    <a:pt x="639" y="487"/>
                  </a:cubicBezTo>
                  <a:cubicBezTo>
                    <a:pt x="607" y="499"/>
                    <a:pt x="602" y="499"/>
                    <a:pt x="597" y="503"/>
                  </a:cubicBezTo>
                  <a:cubicBezTo>
                    <a:pt x="580" y="505"/>
                    <a:pt x="572" y="510"/>
                    <a:pt x="564" y="509"/>
                  </a:cubicBezTo>
                  <a:cubicBezTo>
                    <a:pt x="507" y="529"/>
                    <a:pt x="504" y="529"/>
                    <a:pt x="501" y="530"/>
                  </a:cubicBezTo>
                  <a:cubicBezTo>
                    <a:pt x="511" y="516"/>
                    <a:pt x="516" y="516"/>
                    <a:pt x="521" y="510"/>
                  </a:cubicBezTo>
                  <a:cubicBezTo>
                    <a:pt x="560" y="498"/>
                    <a:pt x="569" y="498"/>
                    <a:pt x="580" y="493"/>
                  </a:cubicBezTo>
                  <a:cubicBezTo>
                    <a:pt x="646" y="472"/>
                    <a:pt x="652" y="467"/>
                    <a:pt x="658" y="468"/>
                  </a:cubicBezTo>
                  <a:cubicBezTo>
                    <a:pt x="762" y="408"/>
                    <a:pt x="771" y="401"/>
                    <a:pt x="780" y="395"/>
                  </a:cubicBezTo>
                  <a:cubicBezTo>
                    <a:pt x="794" y="385"/>
                    <a:pt x="799" y="381"/>
                    <a:pt x="804" y="378"/>
                  </a:cubicBezTo>
                  <a:cubicBezTo>
                    <a:pt x="816" y="362"/>
                    <a:pt x="807" y="368"/>
                    <a:pt x="799" y="374"/>
                  </a:cubicBezTo>
                  <a:cubicBezTo>
                    <a:pt x="785" y="381"/>
                    <a:pt x="780" y="387"/>
                    <a:pt x="777" y="392"/>
                  </a:cubicBezTo>
                  <a:cubicBezTo>
                    <a:pt x="741" y="412"/>
                    <a:pt x="732" y="416"/>
                    <a:pt x="722" y="424"/>
                  </a:cubicBezTo>
                  <a:cubicBezTo>
                    <a:pt x="700" y="442"/>
                    <a:pt x="692" y="439"/>
                    <a:pt x="689" y="441"/>
                  </a:cubicBezTo>
                  <a:cubicBezTo>
                    <a:pt x="614" y="471"/>
                    <a:pt x="613" y="473"/>
                    <a:pt x="607" y="476"/>
                  </a:cubicBezTo>
                  <a:cubicBezTo>
                    <a:pt x="566" y="485"/>
                    <a:pt x="556" y="494"/>
                    <a:pt x="549" y="491"/>
                  </a:cubicBezTo>
                  <a:cubicBezTo>
                    <a:pt x="513" y="502"/>
                    <a:pt x="508" y="511"/>
                    <a:pt x="505" y="508"/>
                  </a:cubicBezTo>
                  <a:cubicBezTo>
                    <a:pt x="524" y="490"/>
                    <a:pt x="526" y="487"/>
                    <a:pt x="528" y="486"/>
                  </a:cubicBezTo>
                  <a:cubicBezTo>
                    <a:pt x="546" y="478"/>
                    <a:pt x="555" y="473"/>
                    <a:pt x="564" y="467"/>
                  </a:cubicBezTo>
                  <a:cubicBezTo>
                    <a:pt x="585" y="466"/>
                    <a:pt x="592" y="460"/>
                    <a:pt x="598" y="460"/>
                  </a:cubicBezTo>
                  <a:cubicBezTo>
                    <a:pt x="650" y="440"/>
                    <a:pt x="653" y="444"/>
                    <a:pt x="657" y="440"/>
                  </a:cubicBezTo>
                  <a:cubicBezTo>
                    <a:pt x="729" y="408"/>
                    <a:pt x="743" y="399"/>
                    <a:pt x="758" y="389"/>
                  </a:cubicBezTo>
                  <a:cubicBezTo>
                    <a:pt x="794" y="357"/>
                    <a:pt x="790" y="359"/>
                    <a:pt x="778" y="369"/>
                  </a:cubicBezTo>
                  <a:cubicBezTo>
                    <a:pt x="742" y="393"/>
                    <a:pt x="737" y="396"/>
                    <a:pt x="732" y="400"/>
                  </a:cubicBezTo>
                  <a:cubicBezTo>
                    <a:pt x="693" y="417"/>
                    <a:pt x="690" y="418"/>
                    <a:pt x="687" y="420"/>
                  </a:cubicBezTo>
                  <a:cubicBezTo>
                    <a:pt x="629" y="438"/>
                    <a:pt x="622" y="447"/>
                    <a:pt x="618" y="443"/>
                  </a:cubicBezTo>
                  <a:cubicBezTo>
                    <a:pt x="587" y="455"/>
                    <a:pt x="575" y="459"/>
                    <a:pt x="564" y="457"/>
                  </a:cubicBezTo>
                  <a:cubicBezTo>
                    <a:pt x="544" y="467"/>
                    <a:pt x="539" y="470"/>
                    <a:pt x="534" y="470"/>
                  </a:cubicBezTo>
                  <a:cubicBezTo>
                    <a:pt x="590" y="434"/>
                    <a:pt x="594" y="439"/>
                    <a:pt x="599" y="435"/>
                  </a:cubicBezTo>
                  <a:cubicBezTo>
                    <a:pt x="658" y="416"/>
                    <a:pt x="669" y="411"/>
                    <a:pt x="679" y="409"/>
                  </a:cubicBezTo>
                  <a:cubicBezTo>
                    <a:pt x="766" y="359"/>
                    <a:pt x="770" y="356"/>
                    <a:pt x="786" y="346"/>
                  </a:cubicBezTo>
                  <a:cubicBezTo>
                    <a:pt x="788" y="337"/>
                    <a:pt x="773" y="348"/>
                    <a:pt x="758" y="359"/>
                  </a:cubicBezTo>
                  <a:cubicBezTo>
                    <a:pt x="666" y="405"/>
                    <a:pt x="659" y="405"/>
                    <a:pt x="650" y="410"/>
                  </a:cubicBezTo>
                  <a:cubicBezTo>
                    <a:pt x="579" y="427"/>
                    <a:pt x="571" y="435"/>
                    <a:pt x="566" y="429"/>
                  </a:cubicBezTo>
                  <a:cubicBezTo>
                    <a:pt x="586" y="418"/>
                    <a:pt x="591" y="422"/>
                    <a:pt x="597" y="419"/>
                  </a:cubicBezTo>
                  <a:cubicBezTo>
                    <a:pt x="623" y="411"/>
                    <a:pt x="627" y="405"/>
                    <a:pt x="629" y="408"/>
                  </a:cubicBezTo>
                  <a:cubicBezTo>
                    <a:pt x="674" y="391"/>
                    <a:pt x="674" y="383"/>
                    <a:pt x="679" y="385"/>
                  </a:cubicBezTo>
                  <a:cubicBezTo>
                    <a:pt x="709" y="372"/>
                    <a:pt x="714" y="369"/>
                    <a:pt x="719" y="365"/>
                  </a:cubicBezTo>
                  <a:cubicBezTo>
                    <a:pt x="790" y="326"/>
                    <a:pt x="800" y="319"/>
                    <a:pt x="808" y="316"/>
                  </a:cubicBezTo>
                  <a:cubicBezTo>
                    <a:pt x="851" y="294"/>
                    <a:pt x="848" y="291"/>
                    <a:pt x="852" y="289"/>
                  </a:cubicBezTo>
                  <a:cubicBezTo>
                    <a:pt x="847" y="287"/>
                    <a:pt x="848" y="290"/>
                    <a:pt x="845" y="292"/>
                  </a:cubicBezTo>
                  <a:cubicBezTo>
                    <a:pt x="796" y="312"/>
                    <a:pt x="785" y="320"/>
                    <a:pt x="775" y="325"/>
                  </a:cubicBezTo>
                  <a:cubicBezTo>
                    <a:pt x="686" y="371"/>
                    <a:pt x="681" y="378"/>
                    <a:pt x="677" y="376"/>
                  </a:cubicBezTo>
                  <a:cubicBezTo>
                    <a:pt x="647" y="386"/>
                    <a:pt x="644" y="390"/>
                    <a:pt x="642" y="391"/>
                  </a:cubicBezTo>
                  <a:cubicBezTo>
                    <a:pt x="602" y="407"/>
                    <a:pt x="598" y="406"/>
                    <a:pt x="593" y="409"/>
                  </a:cubicBezTo>
                  <a:cubicBezTo>
                    <a:pt x="585" y="406"/>
                    <a:pt x="586" y="411"/>
                    <a:pt x="589" y="407"/>
                  </a:cubicBezTo>
                  <a:cubicBezTo>
                    <a:pt x="637" y="379"/>
                    <a:pt x="661" y="368"/>
                    <a:pt x="684" y="361"/>
                  </a:cubicBezTo>
                  <a:cubicBezTo>
                    <a:pt x="714" y="348"/>
                    <a:pt x="717" y="344"/>
                    <a:pt x="720" y="343"/>
                  </a:cubicBezTo>
                  <a:cubicBezTo>
                    <a:pt x="761" y="318"/>
                    <a:pt x="780" y="313"/>
                    <a:pt x="794" y="303"/>
                  </a:cubicBezTo>
                  <a:cubicBezTo>
                    <a:pt x="837" y="288"/>
                    <a:pt x="847" y="283"/>
                    <a:pt x="845" y="279"/>
                  </a:cubicBezTo>
                  <a:cubicBezTo>
                    <a:pt x="748" y="324"/>
                    <a:pt x="743" y="322"/>
                    <a:pt x="738" y="327"/>
                  </a:cubicBezTo>
                  <a:cubicBezTo>
                    <a:pt x="712" y="340"/>
                    <a:pt x="702" y="341"/>
                    <a:pt x="692" y="348"/>
                  </a:cubicBezTo>
                  <a:cubicBezTo>
                    <a:pt x="671" y="360"/>
                    <a:pt x="667" y="355"/>
                    <a:pt x="661" y="360"/>
                  </a:cubicBezTo>
                  <a:cubicBezTo>
                    <a:pt x="628" y="371"/>
                    <a:pt x="625" y="375"/>
                    <a:pt x="623" y="373"/>
                  </a:cubicBezTo>
                  <a:cubicBezTo>
                    <a:pt x="602" y="380"/>
                    <a:pt x="603" y="375"/>
                    <a:pt x="608" y="379"/>
                  </a:cubicBezTo>
                  <a:cubicBezTo>
                    <a:pt x="635" y="363"/>
                    <a:pt x="640" y="358"/>
                    <a:pt x="645" y="355"/>
                  </a:cubicBezTo>
                  <a:cubicBezTo>
                    <a:pt x="690" y="337"/>
                    <a:pt x="695" y="339"/>
                    <a:pt x="702" y="336"/>
                  </a:cubicBezTo>
                  <a:cubicBezTo>
                    <a:pt x="778" y="299"/>
                    <a:pt x="789" y="291"/>
                    <a:pt x="800" y="284"/>
                  </a:cubicBezTo>
                  <a:cubicBezTo>
                    <a:pt x="823" y="265"/>
                    <a:pt x="817" y="270"/>
                    <a:pt x="810" y="275"/>
                  </a:cubicBezTo>
                  <a:cubicBezTo>
                    <a:pt x="745" y="308"/>
                    <a:pt x="744" y="312"/>
                    <a:pt x="735" y="317"/>
                  </a:cubicBezTo>
                  <a:cubicBezTo>
                    <a:pt x="706" y="325"/>
                    <a:pt x="698" y="329"/>
                    <a:pt x="692" y="328"/>
                  </a:cubicBezTo>
                  <a:cubicBezTo>
                    <a:pt x="631" y="353"/>
                    <a:pt x="625" y="359"/>
                    <a:pt x="621" y="355"/>
                  </a:cubicBezTo>
                  <a:cubicBezTo>
                    <a:pt x="645" y="341"/>
                    <a:pt x="649" y="339"/>
                    <a:pt x="654" y="336"/>
                  </a:cubicBezTo>
                  <a:cubicBezTo>
                    <a:pt x="697" y="321"/>
                    <a:pt x="705" y="316"/>
                    <a:pt x="713" y="313"/>
                  </a:cubicBezTo>
                  <a:cubicBezTo>
                    <a:pt x="745" y="297"/>
                    <a:pt x="753" y="295"/>
                    <a:pt x="761" y="291"/>
                  </a:cubicBezTo>
                  <a:cubicBezTo>
                    <a:pt x="803" y="262"/>
                    <a:pt x="807" y="264"/>
                    <a:pt x="806" y="261"/>
                  </a:cubicBezTo>
                  <a:cubicBezTo>
                    <a:pt x="839" y="233"/>
                    <a:pt x="843" y="230"/>
                    <a:pt x="847" y="226"/>
                  </a:cubicBezTo>
                  <a:cubicBezTo>
                    <a:pt x="796" y="261"/>
                    <a:pt x="788" y="266"/>
                    <a:pt x="779" y="272"/>
                  </a:cubicBezTo>
                  <a:cubicBezTo>
                    <a:pt x="668" y="319"/>
                    <a:pt x="661" y="325"/>
                    <a:pt x="655" y="325"/>
                  </a:cubicBezTo>
                  <a:cubicBezTo>
                    <a:pt x="643" y="332"/>
                    <a:pt x="643" y="326"/>
                    <a:pt x="646" y="322"/>
                  </a:cubicBezTo>
                  <a:cubicBezTo>
                    <a:pt x="668" y="316"/>
                    <a:pt x="674" y="313"/>
                    <a:pt x="679" y="313"/>
                  </a:cubicBezTo>
                  <a:cubicBezTo>
                    <a:pt x="789" y="253"/>
                    <a:pt x="800" y="245"/>
                    <a:pt x="811" y="238"/>
                  </a:cubicBezTo>
                  <a:cubicBezTo>
                    <a:pt x="830" y="217"/>
                    <a:pt x="839" y="215"/>
                    <a:pt x="836" y="212"/>
                  </a:cubicBezTo>
                  <a:cubicBezTo>
                    <a:pt x="826" y="221"/>
                    <a:pt x="818" y="219"/>
                    <a:pt x="815" y="227"/>
                  </a:cubicBezTo>
                  <a:cubicBezTo>
                    <a:pt x="759" y="262"/>
                    <a:pt x="739" y="275"/>
                    <a:pt x="719" y="284"/>
                  </a:cubicBezTo>
                  <a:cubicBezTo>
                    <a:pt x="673" y="305"/>
                    <a:pt x="671" y="306"/>
                    <a:pt x="668" y="306"/>
                  </a:cubicBezTo>
                  <a:cubicBezTo>
                    <a:pt x="711" y="282"/>
                    <a:pt x="719" y="273"/>
                    <a:pt x="727" y="271"/>
                  </a:cubicBezTo>
                  <a:cubicBezTo>
                    <a:pt x="797" y="226"/>
                    <a:pt x="805" y="220"/>
                    <a:pt x="813" y="214"/>
                  </a:cubicBezTo>
                  <a:cubicBezTo>
                    <a:pt x="850" y="175"/>
                    <a:pt x="861" y="172"/>
                    <a:pt x="859" y="168"/>
                  </a:cubicBezTo>
                  <a:close/>
                  <a:moveTo>
                    <a:pt x="743" y="232"/>
                  </a:moveTo>
                  <a:cubicBezTo>
                    <a:pt x="748" y="239"/>
                    <a:pt x="733" y="238"/>
                    <a:pt x="728" y="246"/>
                  </a:cubicBezTo>
                  <a:cubicBezTo>
                    <a:pt x="725" y="238"/>
                    <a:pt x="737" y="240"/>
                    <a:pt x="743" y="232"/>
                  </a:cubicBezTo>
                  <a:close/>
                  <a:moveTo>
                    <a:pt x="723" y="245"/>
                  </a:moveTo>
                  <a:cubicBezTo>
                    <a:pt x="723" y="251"/>
                    <a:pt x="713" y="252"/>
                    <a:pt x="710" y="254"/>
                  </a:cubicBezTo>
                  <a:cubicBezTo>
                    <a:pt x="709" y="248"/>
                    <a:pt x="719" y="247"/>
                    <a:pt x="723" y="245"/>
                  </a:cubicBezTo>
                  <a:close/>
                  <a:moveTo>
                    <a:pt x="265" y="659"/>
                  </a:moveTo>
                  <a:cubicBezTo>
                    <a:pt x="262" y="656"/>
                    <a:pt x="263" y="654"/>
                    <a:pt x="262" y="651"/>
                  </a:cubicBezTo>
                  <a:cubicBezTo>
                    <a:pt x="260" y="649"/>
                    <a:pt x="256" y="646"/>
                    <a:pt x="259" y="644"/>
                  </a:cubicBezTo>
                  <a:cubicBezTo>
                    <a:pt x="256" y="643"/>
                    <a:pt x="254" y="641"/>
                    <a:pt x="252" y="638"/>
                  </a:cubicBezTo>
                  <a:cubicBezTo>
                    <a:pt x="252" y="636"/>
                    <a:pt x="252" y="634"/>
                    <a:pt x="250" y="635"/>
                  </a:cubicBezTo>
                  <a:cubicBezTo>
                    <a:pt x="248" y="631"/>
                    <a:pt x="248" y="627"/>
                    <a:pt x="243" y="623"/>
                  </a:cubicBezTo>
                  <a:cubicBezTo>
                    <a:pt x="245" y="617"/>
                    <a:pt x="243" y="617"/>
                    <a:pt x="239" y="613"/>
                  </a:cubicBezTo>
                  <a:cubicBezTo>
                    <a:pt x="241" y="610"/>
                    <a:pt x="236" y="605"/>
                    <a:pt x="236" y="601"/>
                  </a:cubicBezTo>
                  <a:cubicBezTo>
                    <a:pt x="231" y="592"/>
                    <a:pt x="230" y="592"/>
                    <a:pt x="223" y="581"/>
                  </a:cubicBezTo>
                  <a:cubicBezTo>
                    <a:pt x="215" y="572"/>
                    <a:pt x="216" y="564"/>
                    <a:pt x="207" y="555"/>
                  </a:cubicBezTo>
                  <a:cubicBezTo>
                    <a:pt x="203" y="545"/>
                    <a:pt x="204" y="543"/>
                    <a:pt x="195" y="532"/>
                  </a:cubicBezTo>
                  <a:cubicBezTo>
                    <a:pt x="199" y="528"/>
                    <a:pt x="191" y="523"/>
                    <a:pt x="193" y="519"/>
                  </a:cubicBezTo>
                  <a:cubicBezTo>
                    <a:pt x="188" y="514"/>
                    <a:pt x="192" y="510"/>
                    <a:pt x="188" y="505"/>
                  </a:cubicBezTo>
                  <a:cubicBezTo>
                    <a:pt x="187" y="496"/>
                    <a:pt x="184" y="487"/>
                    <a:pt x="181" y="478"/>
                  </a:cubicBezTo>
                  <a:cubicBezTo>
                    <a:pt x="189" y="478"/>
                    <a:pt x="185" y="488"/>
                    <a:pt x="189" y="492"/>
                  </a:cubicBezTo>
                  <a:cubicBezTo>
                    <a:pt x="191" y="498"/>
                    <a:pt x="194" y="504"/>
                    <a:pt x="193" y="509"/>
                  </a:cubicBezTo>
                  <a:cubicBezTo>
                    <a:pt x="200" y="517"/>
                    <a:pt x="199" y="523"/>
                    <a:pt x="207" y="531"/>
                  </a:cubicBezTo>
                  <a:cubicBezTo>
                    <a:pt x="210" y="535"/>
                    <a:pt x="208" y="538"/>
                    <a:pt x="209" y="541"/>
                  </a:cubicBezTo>
                  <a:cubicBezTo>
                    <a:pt x="213" y="542"/>
                    <a:pt x="214" y="546"/>
                    <a:pt x="213" y="549"/>
                  </a:cubicBezTo>
                  <a:cubicBezTo>
                    <a:pt x="220" y="554"/>
                    <a:pt x="218" y="557"/>
                    <a:pt x="224" y="565"/>
                  </a:cubicBezTo>
                  <a:cubicBezTo>
                    <a:pt x="227" y="574"/>
                    <a:pt x="233" y="584"/>
                    <a:pt x="237" y="593"/>
                  </a:cubicBezTo>
                  <a:cubicBezTo>
                    <a:pt x="239" y="596"/>
                    <a:pt x="241" y="598"/>
                    <a:pt x="243" y="601"/>
                  </a:cubicBezTo>
                  <a:cubicBezTo>
                    <a:pt x="243" y="603"/>
                    <a:pt x="243" y="605"/>
                    <a:pt x="245" y="604"/>
                  </a:cubicBezTo>
                  <a:cubicBezTo>
                    <a:pt x="246" y="609"/>
                    <a:pt x="245" y="613"/>
                    <a:pt x="250" y="618"/>
                  </a:cubicBezTo>
                  <a:cubicBezTo>
                    <a:pt x="253" y="627"/>
                    <a:pt x="261" y="637"/>
                    <a:pt x="263" y="646"/>
                  </a:cubicBezTo>
                  <a:cubicBezTo>
                    <a:pt x="271" y="655"/>
                    <a:pt x="270" y="664"/>
                    <a:pt x="275" y="673"/>
                  </a:cubicBezTo>
                  <a:cubicBezTo>
                    <a:pt x="268" y="673"/>
                    <a:pt x="271" y="663"/>
                    <a:pt x="265" y="659"/>
                  </a:cubicBezTo>
                  <a:close/>
                  <a:moveTo>
                    <a:pt x="279" y="685"/>
                  </a:moveTo>
                  <a:cubicBezTo>
                    <a:pt x="279" y="692"/>
                    <a:pt x="278" y="682"/>
                    <a:pt x="274" y="679"/>
                  </a:cubicBezTo>
                  <a:cubicBezTo>
                    <a:pt x="273" y="676"/>
                    <a:pt x="276" y="678"/>
                    <a:pt x="277" y="679"/>
                  </a:cubicBezTo>
                  <a:cubicBezTo>
                    <a:pt x="278" y="681"/>
                    <a:pt x="279" y="683"/>
                    <a:pt x="281" y="684"/>
                  </a:cubicBezTo>
                  <a:cubicBezTo>
                    <a:pt x="280" y="685"/>
                    <a:pt x="280" y="685"/>
                    <a:pt x="279" y="685"/>
                  </a:cubicBezTo>
                  <a:close/>
                  <a:moveTo>
                    <a:pt x="166" y="634"/>
                  </a:moveTo>
                  <a:cubicBezTo>
                    <a:pt x="162" y="637"/>
                    <a:pt x="166" y="630"/>
                    <a:pt x="161" y="628"/>
                  </a:cubicBezTo>
                  <a:cubicBezTo>
                    <a:pt x="168" y="628"/>
                    <a:pt x="168" y="638"/>
                    <a:pt x="172" y="642"/>
                  </a:cubicBezTo>
                  <a:cubicBezTo>
                    <a:pt x="168" y="645"/>
                    <a:pt x="166" y="636"/>
                    <a:pt x="166" y="634"/>
                  </a:cubicBezTo>
                  <a:close/>
                  <a:moveTo>
                    <a:pt x="192" y="691"/>
                  </a:moveTo>
                  <a:cubicBezTo>
                    <a:pt x="192" y="690"/>
                    <a:pt x="191" y="690"/>
                    <a:pt x="190" y="691"/>
                  </a:cubicBezTo>
                  <a:cubicBezTo>
                    <a:pt x="187" y="685"/>
                    <a:pt x="184" y="679"/>
                    <a:pt x="184" y="673"/>
                  </a:cubicBezTo>
                  <a:cubicBezTo>
                    <a:pt x="190" y="669"/>
                    <a:pt x="184" y="681"/>
                    <a:pt x="189" y="677"/>
                  </a:cubicBezTo>
                  <a:cubicBezTo>
                    <a:pt x="189" y="682"/>
                    <a:pt x="193" y="688"/>
                    <a:pt x="194" y="693"/>
                  </a:cubicBezTo>
                  <a:cubicBezTo>
                    <a:pt x="195" y="695"/>
                    <a:pt x="196" y="696"/>
                    <a:pt x="197" y="698"/>
                  </a:cubicBezTo>
                  <a:cubicBezTo>
                    <a:pt x="200" y="705"/>
                    <a:pt x="188" y="693"/>
                    <a:pt x="192" y="691"/>
                  </a:cubicBezTo>
                  <a:close/>
                  <a:moveTo>
                    <a:pt x="259" y="828"/>
                  </a:moveTo>
                  <a:cubicBezTo>
                    <a:pt x="258" y="824"/>
                    <a:pt x="255" y="820"/>
                    <a:pt x="256" y="817"/>
                  </a:cubicBezTo>
                  <a:cubicBezTo>
                    <a:pt x="247" y="810"/>
                    <a:pt x="247" y="797"/>
                    <a:pt x="241" y="789"/>
                  </a:cubicBezTo>
                  <a:cubicBezTo>
                    <a:pt x="233" y="777"/>
                    <a:pt x="228" y="766"/>
                    <a:pt x="224" y="755"/>
                  </a:cubicBezTo>
                  <a:cubicBezTo>
                    <a:pt x="220" y="751"/>
                    <a:pt x="217" y="746"/>
                    <a:pt x="214" y="742"/>
                  </a:cubicBezTo>
                  <a:cubicBezTo>
                    <a:pt x="212" y="737"/>
                    <a:pt x="211" y="732"/>
                    <a:pt x="208" y="727"/>
                  </a:cubicBezTo>
                  <a:cubicBezTo>
                    <a:pt x="206" y="724"/>
                    <a:pt x="208" y="722"/>
                    <a:pt x="205" y="719"/>
                  </a:cubicBezTo>
                  <a:cubicBezTo>
                    <a:pt x="202" y="720"/>
                    <a:pt x="204" y="715"/>
                    <a:pt x="201" y="717"/>
                  </a:cubicBezTo>
                  <a:cubicBezTo>
                    <a:pt x="203" y="712"/>
                    <a:pt x="194" y="705"/>
                    <a:pt x="199" y="701"/>
                  </a:cubicBezTo>
                  <a:cubicBezTo>
                    <a:pt x="207" y="710"/>
                    <a:pt x="207" y="720"/>
                    <a:pt x="217" y="725"/>
                  </a:cubicBezTo>
                  <a:cubicBezTo>
                    <a:pt x="214" y="728"/>
                    <a:pt x="222" y="733"/>
                    <a:pt x="220" y="736"/>
                  </a:cubicBezTo>
                  <a:cubicBezTo>
                    <a:pt x="220" y="739"/>
                    <a:pt x="227" y="743"/>
                    <a:pt x="224" y="745"/>
                  </a:cubicBezTo>
                  <a:cubicBezTo>
                    <a:pt x="228" y="751"/>
                    <a:pt x="231" y="757"/>
                    <a:pt x="232" y="763"/>
                  </a:cubicBezTo>
                  <a:cubicBezTo>
                    <a:pt x="242" y="777"/>
                    <a:pt x="242" y="783"/>
                    <a:pt x="252" y="798"/>
                  </a:cubicBezTo>
                  <a:cubicBezTo>
                    <a:pt x="255" y="807"/>
                    <a:pt x="256" y="808"/>
                    <a:pt x="261" y="817"/>
                  </a:cubicBezTo>
                  <a:cubicBezTo>
                    <a:pt x="258" y="822"/>
                    <a:pt x="264" y="829"/>
                    <a:pt x="265" y="836"/>
                  </a:cubicBezTo>
                  <a:cubicBezTo>
                    <a:pt x="259" y="838"/>
                    <a:pt x="262" y="830"/>
                    <a:pt x="259" y="828"/>
                  </a:cubicBezTo>
                  <a:close/>
                  <a:moveTo>
                    <a:pt x="195" y="1053"/>
                  </a:moveTo>
                  <a:cubicBezTo>
                    <a:pt x="187" y="1053"/>
                    <a:pt x="194" y="1042"/>
                    <a:pt x="195" y="1053"/>
                  </a:cubicBezTo>
                  <a:close/>
                  <a:moveTo>
                    <a:pt x="139" y="1162"/>
                  </a:moveTo>
                  <a:cubicBezTo>
                    <a:pt x="139" y="1162"/>
                    <a:pt x="135" y="1161"/>
                    <a:pt x="135" y="1160"/>
                  </a:cubicBezTo>
                  <a:cubicBezTo>
                    <a:pt x="135" y="1160"/>
                    <a:pt x="137" y="1159"/>
                    <a:pt x="137" y="1159"/>
                  </a:cubicBezTo>
                  <a:cubicBezTo>
                    <a:pt x="135" y="1156"/>
                    <a:pt x="134" y="1152"/>
                    <a:pt x="136" y="1155"/>
                  </a:cubicBezTo>
                  <a:cubicBezTo>
                    <a:pt x="138" y="1157"/>
                    <a:pt x="136" y="1158"/>
                    <a:pt x="137" y="1159"/>
                  </a:cubicBezTo>
                  <a:cubicBezTo>
                    <a:pt x="137" y="1159"/>
                    <a:pt x="146" y="1164"/>
                    <a:pt x="139" y="1162"/>
                  </a:cubicBezTo>
                  <a:close/>
                  <a:moveTo>
                    <a:pt x="157" y="1194"/>
                  </a:moveTo>
                  <a:cubicBezTo>
                    <a:pt x="156" y="1188"/>
                    <a:pt x="151" y="1181"/>
                    <a:pt x="146" y="1175"/>
                  </a:cubicBezTo>
                  <a:cubicBezTo>
                    <a:pt x="148" y="1173"/>
                    <a:pt x="150" y="1179"/>
                    <a:pt x="153" y="1177"/>
                  </a:cubicBezTo>
                  <a:cubicBezTo>
                    <a:pt x="149" y="1182"/>
                    <a:pt x="165" y="1190"/>
                    <a:pt x="157" y="1194"/>
                  </a:cubicBezTo>
                  <a:close/>
                  <a:moveTo>
                    <a:pt x="160" y="1194"/>
                  </a:moveTo>
                  <a:cubicBezTo>
                    <a:pt x="165" y="1194"/>
                    <a:pt x="164" y="1204"/>
                    <a:pt x="167" y="1208"/>
                  </a:cubicBezTo>
                  <a:cubicBezTo>
                    <a:pt x="161" y="1208"/>
                    <a:pt x="161" y="1198"/>
                    <a:pt x="160" y="1194"/>
                  </a:cubicBezTo>
                  <a:close/>
                  <a:moveTo>
                    <a:pt x="120" y="1272"/>
                  </a:moveTo>
                  <a:cubicBezTo>
                    <a:pt x="122" y="1271"/>
                    <a:pt x="129" y="1274"/>
                    <a:pt x="125" y="1275"/>
                  </a:cubicBezTo>
                  <a:cubicBezTo>
                    <a:pt x="136" y="1289"/>
                    <a:pt x="127" y="1283"/>
                    <a:pt x="120" y="1272"/>
                  </a:cubicBezTo>
                  <a:close/>
                  <a:moveTo>
                    <a:pt x="25" y="1215"/>
                  </a:moveTo>
                  <a:cubicBezTo>
                    <a:pt x="26" y="1214"/>
                    <a:pt x="27" y="1214"/>
                    <a:pt x="28" y="1213"/>
                  </a:cubicBezTo>
                  <a:cubicBezTo>
                    <a:pt x="29" y="1214"/>
                    <a:pt x="31" y="1216"/>
                    <a:pt x="32" y="1218"/>
                  </a:cubicBezTo>
                  <a:cubicBezTo>
                    <a:pt x="31" y="1218"/>
                    <a:pt x="30" y="1219"/>
                    <a:pt x="29" y="1220"/>
                  </a:cubicBezTo>
                  <a:cubicBezTo>
                    <a:pt x="27" y="1218"/>
                    <a:pt x="26" y="1217"/>
                    <a:pt x="25" y="1215"/>
                  </a:cubicBezTo>
                  <a:close/>
                  <a:moveTo>
                    <a:pt x="121" y="1375"/>
                  </a:moveTo>
                  <a:cubicBezTo>
                    <a:pt x="117" y="1370"/>
                    <a:pt x="114" y="1365"/>
                    <a:pt x="110" y="1360"/>
                  </a:cubicBezTo>
                  <a:cubicBezTo>
                    <a:pt x="113" y="1358"/>
                    <a:pt x="116" y="1360"/>
                    <a:pt x="118" y="1364"/>
                  </a:cubicBezTo>
                  <a:cubicBezTo>
                    <a:pt x="122" y="1365"/>
                    <a:pt x="127" y="1372"/>
                    <a:pt x="121" y="1375"/>
                  </a:cubicBezTo>
                  <a:close/>
                  <a:moveTo>
                    <a:pt x="156" y="1400"/>
                  </a:moveTo>
                  <a:cubicBezTo>
                    <a:pt x="154" y="1401"/>
                    <a:pt x="156" y="1399"/>
                    <a:pt x="154" y="1397"/>
                  </a:cubicBezTo>
                  <a:cubicBezTo>
                    <a:pt x="129" y="1364"/>
                    <a:pt x="125" y="1355"/>
                    <a:pt x="120" y="1353"/>
                  </a:cubicBezTo>
                  <a:cubicBezTo>
                    <a:pt x="103" y="1335"/>
                    <a:pt x="105" y="1329"/>
                    <a:pt x="98" y="1330"/>
                  </a:cubicBezTo>
                  <a:cubicBezTo>
                    <a:pt x="80" y="1305"/>
                    <a:pt x="82" y="1304"/>
                    <a:pt x="82" y="1304"/>
                  </a:cubicBezTo>
                  <a:cubicBezTo>
                    <a:pt x="72" y="1293"/>
                    <a:pt x="73" y="1290"/>
                    <a:pt x="72" y="1290"/>
                  </a:cubicBezTo>
                  <a:cubicBezTo>
                    <a:pt x="60" y="1278"/>
                    <a:pt x="63" y="1277"/>
                    <a:pt x="61" y="1275"/>
                  </a:cubicBezTo>
                  <a:cubicBezTo>
                    <a:pt x="44" y="1247"/>
                    <a:pt x="37" y="1241"/>
                    <a:pt x="37" y="1236"/>
                  </a:cubicBezTo>
                  <a:cubicBezTo>
                    <a:pt x="33" y="1223"/>
                    <a:pt x="41" y="1230"/>
                    <a:pt x="45" y="1233"/>
                  </a:cubicBezTo>
                  <a:cubicBezTo>
                    <a:pt x="83" y="1280"/>
                    <a:pt x="94" y="1291"/>
                    <a:pt x="101" y="1303"/>
                  </a:cubicBezTo>
                  <a:cubicBezTo>
                    <a:pt x="106" y="1310"/>
                    <a:pt x="104" y="1311"/>
                    <a:pt x="105" y="1312"/>
                  </a:cubicBezTo>
                  <a:cubicBezTo>
                    <a:pt x="117" y="1329"/>
                    <a:pt x="118" y="1327"/>
                    <a:pt x="119" y="1329"/>
                  </a:cubicBezTo>
                  <a:cubicBezTo>
                    <a:pt x="159" y="1413"/>
                    <a:pt x="159" y="1403"/>
                    <a:pt x="156" y="1400"/>
                  </a:cubicBezTo>
                  <a:close/>
                  <a:moveTo>
                    <a:pt x="217" y="1325"/>
                  </a:moveTo>
                  <a:cubicBezTo>
                    <a:pt x="220" y="1327"/>
                    <a:pt x="210" y="1334"/>
                    <a:pt x="210" y="1328"/>
                  </a:cubicBezTo>
                  <a:cubicBezTo>
                    <a:pt x="212" y="1325"/>
                    <a:pt x="214" y="1327"/>
                    <a:pt x="217" y="1325"/>
                  </a:cubicBezTo>
                  <a:close/>
                  <a:moveTo>
                    <a:pt x="182" y="1218"/>
                  </a:moveTo>
                  <a:cubicBezTo>
                    <a:pt x="188" y="1216"/>
                    <a:pt x="184" y="1224"/>
                    <a:pt x="189" y="1227"/>
                  </a:cubicBezTo>
                  <a:cubicBezTo>
                    <a:pt x="183" y="1229"/>
                    <a:pt x="184" y="1220"/>
                    <a:pt x="182" y="1218"/>
                  </a:cubicBezTo>
                  <a:close/>
                  <a:moveTo>
                    <a:pt x="339" y="1330"/>
                  </a:moveTo>
                  <a:cubicBezTo>
                    <a:pt x="343" y="1334"/>
                    <a:pt x="348" y="1326"/>
                    <a:pt x="351" y="1333"/>
                  </a:cubicBezTo>
                  <a:cubicBezTo>
                    <a:pt x="345" y="1334"/>
                    <a:pt x="340" y="1333"/>
                    <a:pt x="334" y="1333"/>
                  </a:cubicBezTo>
                  <a:cubicBezTo>
                    <a:pt x="333" y="1331"/>
                    <a:pt x="337" y="1333"/>
                    <a:pt x="339" y="1330"/>
                  </a:cubicBezTo>
                  <a:close/>
                  <a:moveTo>
                    <a:pt x="334" y="1341"/>
                  </a:moveTo>
                  <a:cubicBezTo>
                    <a:pt x="336" y="1340"/>
                    <a:pt x="338" y="1342"/>
                    <a:pt x="340" y="1342"/>
                  </a:cubicBezTo>
                  <a:cubicBezTo>
                    <a:pt x="342" y="1341"/>
                    <a:pt x="344" y="1342"/>
                    <a:pt x="346" y="1340"/>
                  </a:cubicBezTo>
                  <a:cubicBezTo>
                    <a:pt x="357" y="1342"/>
                    <a:pt x="367" y="1347"/>
                    <a:pt x="379" y="1338"/>
                  </a:cubicBezTo>
                  <a:cubicBezTo>
                    <a:pt x="387" y="1341"/>
                    <a:pt x="395" y="1339"/>
                    <a:pt x="403" y="1338"/>
                  </a:cubicBezTo>
                  <a:cubicBezTo>
                    <a:pt x="406" y="1343"/>
                    <a:pt x="399" y="1338"/>
                    <a:pt x="397" y="1342"/>
                  </a:cubicBezTo>
                  <a:cubicBezTo>
                    <a:pt x="395" y="1339"/>
                    <a:pt x="391" y="1345"/>
                    <a:pt x="389" y="1341"/>
                  </a:cubicBezTo>
                  <a:cubicBezTo>
                    <a:pt x="383" y="1345"/>
                    <a:pt x="378" y="1341"/>
                    <a:pt x="372" y="1345"/>
                  </a:cubicBezTo>
                  <a:cubicBezTo>
                    <a:pt x="367" y="1342"/>
                    <a:pt x="362" y="1346"/>
                    <a:pt x="357" y="1344"/>
                  </a:cubicBezTo>
                  <a:cubicBezTo>
                    <a:pt x="352" y="1342"/>
                    <a:pt x="346" y="1348"/>
                    <a:pt x="341" y="1343"/>
                  </a:cubicBezTo>
                  <a:cubicBezTo>
                    <a:pt x="335" y="1345"/>
                    <a:pt x="329" y="1350"/>
                    <a:pt x="324" y="1343"/>
                  </a:cubicBezTo>
                  <a:cubicBezTo>
                    <a:pt x="328" y="1342"/>
                    <a:pt x="330" y="1346"/>
                    <a:pt x="334" y="1341"/>
                  </a:cubicBezTo>
                  <a:close/>
                  <a:moveTo>
                    <a:pt x="321" y="1343"/>
                  </a:moveTo>
                  <a:cubicBezTo>
                    <a:pt x="321" y="1351"/>
                    <a:pt x="310" y="1347"/>
                    <a:pt x="306" y="1349"/>
                  </a:cubicBezTo>
                  <a:cubicBezTo>
                    <a:pt x="300" y="1351"/>
                    <a:pt x="295" y="1352"/>
                    <a:pt x="290" y="1353"/>
                  </a:cubicBezTo>
                  <a:cubicBezTo>
                    <a:pt x="284" y="1355"/>
                    <a:pt x="278" y="1355"/>
                    <a:pt x="272" y="1359"/>
                  </a:cubicBezTo>
                  <a:cubicBezTo>
                    <a:pt x="267" y="1360"/>
                    <a:pt x="265" y="1364"/>
                    <a:pt x="258" y="1364"/>
                  </a:cubicBezTo>
                  <a:cubicBezTo>
                    <a:pt x="249" y="1371"/>
                    <a:pt x="241" y="1374"/>
                    <a:pt x="233" y="1377"/>
                  </a:cubicBezTo>
                  <a:cubicBezTo>
                    <a:pt x="216" y="1388"/>
                    <a:pt x="203" y="1400"/>
                    <a:pt x="192" y="1412"/>
                  </a:cubicBezTo>
                  <a:cubicBezTo>
                    <a:pt x="191" y="1414"/>
                    <a:pt x="190" y="1415"/>
                    <a:pt x="191" y="1417"/>
                  </a:cubicBezTo>
                  <a:cubicBezTo>
                    <a:pt x="188" y="1420"/>
                    <a:pt x="186" y="1418"/>
                    <a:pt x="188" y="1417"/>
                  </a:cubicBezTo>
                  <a:cubicBezTo>
                    <a:pt x="190" y="1412"/>
                    <a:pt x="191" y="1406"/>
                    <a:pt x="196" y="1401"/>
                  </a:cubicBezTo>
                  <a:cubicBezTo>
                    <a:pt x="197" y="1396"/>
                    <a:pt x="204" y="1391"/>
                    <a:pt x="205" y="1385"/>
                  </a:cubicBezTo>
                  <a:cubicBezTo>
                    <a:pt x="211" y="1384"/>
                    <a:pt x="216" y="1375"/>
                    <a:pt x="225" y="1370"/>
                  </a:cubicBezTo>
                  <a:cubicBezTo>
                    <a:pt x="235" y="1364"/>
                    <a:pt x="236" y="1365"/>
                    <a:pt x="246" y="1358"/>
                  </a:cubicBezTo>
                  <a:cubicBezTo>
                    <a:pt x="248" y="1361"/>
                    <a:pt x="252" y="1355"/>
                    <a:pt x="255" y="1356"/>
                  </a:cubicBezTo>
                  <a:cubicBezTo>
                    <a:pt x="258" y="1356"/>
                    <a:pt x="261" y="1355"/>
                    <a:pt x="264" y="1352"/>
                  </a:cubicBezTo>
                  <a:cubicBezTo>
                    <a:pt x="267" y="1356"/>
                    <a:pt x="272" y="1352"/>
                    <a:pt x="275" y="1354"/>
                  </a:cubicBezTo>
                  <a:cubicBezTo>
                    <a:pt x="291" y="1345"/>
                    <a:pt x="306" y="1348"/>
                    <a:pt x="321" y="1343"/>
                  </a:cubicBezTo>
                  <a:close/>
                  <a:moveTo>
                    <a:pt x="193" y="1379"/>
                  </a:moveTo>
                  <a:cubicBezTo>
                    <a:pt x="192" y="1377"/>
                    <a:pt x="196" y="1374"/>
                    <a:pt x="198" y="1376"/>
                  </a:cubicBezTo>
                  <a:cubicBezTo>
                    <a:pt x="198" y="1371"/>
                    <a:pt x="203" y="1367"/>
                    <a:pt x="205" y="1363"/>
                  </a:cubicBezTo>
                  <a:cubicBezTo>
                    <a:pt x="211" y="1359"/>
                    <a:pt x="216" y="1355"/>
                    <a:pt x="221" y="1351"/>
                  </a:cubicBezTo>
                  <a:cubicBezTo>
                    <a:pt x="230" y="1347"/>
                    <a:pt x="237" y="1348"/>
                    <a:pt x="246" y="1341"/>
                  </a:cubicBezTo>
                  <a:cubicBezTo>
                    <a:pt x="251" y="1345"/>
                    <a:pt x="256" y="1336"/>
                    <a:pt x="262" y="1339"/>
                  </a:cubicBezTo>
                  <a:cubicBezTo>
                    <a:pt x="267" y="1334"/>
                    <a:pt x="271" y="1340"/>
                    <a:pt x="277" y="1336"/>
                  </a:cubicBezTo>
                  <a:cubicBezTo>
                    <a:pt x="286" y="1336"/>
                    <a:pt x="296" y="1336"/>
                    <a:pt x="305" y="1335"/>
                  </a:cubicBezTo>
                  <a:cubicBezTo>
                    <a:pt x="306" y="1338"/>
                    <a:pt x="303" y="1337"/>
                    <a:pt x="301" y="1338"/>
                  </a:cubicBezTo>
                  <a:cubicBezTo>
                    <a:pt x="298" y="1342"/>
                    <a:pt x="296" y="1337"/>
                    <a:pt x="293" y="1338"/>
                  </a:cubicBezTo>
                  <a:cubicBezTo>
                    <a:pt x="291" y="1341"/>
                    <a:pt x="290" y="1339"/>
                    <a:pt x="287" y="1340"/>
                  </a:cubicBezTo>
                  <a:cubicBezTo>
                    <a:pt x="284" y="1339"/>
                    <a:pt x="280" y="1341"/>
                    <a:pt x="275" y="1344"/>
                  </a:cubicBezTo>
                  <a:cubicBezTo>
                    <a:pt x="268" y="1341"/>
                    <a:pt x="260" y="1348"/>
                    <a:pt x="252" y="1346"/>
                  </a:cubicBezTo>
                  <a:cubicBezTo>
                    <a:pt x="250" y="1348"/>
                    <a:pt x="248" y="1349"/>
                    <a:pt x="246" y="1348"/>
                  </a:cubicBezTo>
                  <a:cubicBezTo>
                    <a:pt x="236" y="1354"/>
                    <a:pt x="235" y="1357"/>
                    <a:pt x="226" y="1357"/>
                  </a:cubicBezTo>
                  <a:cubicBezTo>
                    <a:pt x="224" y="1364"/>
                    <a:pt x="216" y="1364"/>
                    <a:pt x="214" y="1368"/>
                  </a:cubicBezTo>
                  <a:cubicBezTo>
                    <a:pt x="207" y="1371"/>
                    <a:pt x="208" y="1375"/>
                    <a:pt x="200" y="1376"/>
                  </a:cubicBezTo>
                  <a:cubicBezTo>
                    <a:pt x="199" y="1380"/>
                    <a:pt x="194" y="1384"/>
                    <a:pt x="191" y="1387"/>
                  </a:cubicBezTo>
                  <a:cubicBezTo>
                    <a:pt x="188" y="1384"/>
                    <a:pt x="189" y="1381"/>
                    <a:pt x="193" y="1379"/>
                  </a:cubicBezTo>
                  <a:close/>
                  <a:moveTo>
                    <a:pt x="199" y="1139"/>
                  </a:moveTo>
                  <a:cubicBezTo>
                    <a:pt x="195" y="1136"/>
                    <a:pt x="199" y="1133"/>
                    <a:pt x="194" y="1130"/>
                  </a:cubicBezTo>
                  <a:cubicBezTo>
                    <a:pt x="196" y="1124"/>
                    <a:pt x="191" y="1118"/>
                    <a:pt x="192" y="1112"/>
                  </a:cubicBezTo>
                  <a:cubicBezTo>
                    <a:pt x="172" y="1082"/>
                    <a:pt x="156" y="1052"/>
                    <a:pt x="135" y="1027"/>
                  </a:cubicBezTo>
                  <a:cubicBezTo>
                    <a:pt x="131" y="1022"/>
                    <a:pt x="125" y="1019"/>
                    <a:pt x="121" y="1011"/>
                  </a:cubicBezTo>
                  <a:cubicBezTo>
                    <a:pt x="118" y="1006"/>
                    <a:pt x="120" y="1008"/>
                    <a:pt x="116" y="1004"/>
                  </a:cubicBezTo>
                  <a:cubicBezTo>
                    <a:pt x="114" y="1002"/>
                    <a:pt x="115" y="999"/>
                    <a:pt x="113" y="997"/>
                  </a:cubicBezTo>
                  <a:cubicBezTo>
                    <a:pt x="111" y="993"/>
                    <a:pt x="107" y="991"/>
                    <a:pt x="105" y="988"/>
                  </a:cubicBezTo>
                  <a:cubicBezTo>
                    <a:pt x="105" y="989"/>
                    <a:pt x="106" y="986"/>
                    <a:pt x="105" y="985"/>
                  </a:cubicBezTo>
                  <a:cubicBezTo>
                    <a:pt x="105" y="985"/>
                    <a:pt x="99" y="984"/>
                    <a:pt x="100" y="982"/>
                  </a:cubicBezTo>
                  <a:cubicBezTo>
                    <a:pt x="102" y="976"/>
                    <a:pt x="85" y="961"/>
                    <a:pt x="80" y="952"/>
                  </a:cubicBezTo>
                  <a:cubicBezTo>
                    <a:pt x="80" y="951"/>
                    <a:pt x="78" y="949"/>
                    <a:pt x="78" y="948"/>
                  </a:cubicBezTo>
                  <a:cubicBezTo>
                    <a:pt x="79" y="945"/>
                    <a:pt x="77" y="947"/>
                    <a:pt x="75" y="943"/>
                  </a:cubicBezTo>
                  <a:cubicBezTo>
                    <a:pt x="75" y="943"/>
                    <a:pt x="76" y="942"/>
                    <a:pt x="75" y="941"/>
                  </a:cubicBezTo>
                  <a:cubicBezTo>
                    <a:pt x="70" y="932"/>
                    <a:pt x="58" y="920"/>
                    <a:pt x="53" y="907"/>
                  </a:cubicBezTo>
                  <a:cubicBezTo>
                    <a:pt x="58" y="904"/>
                    <a:pt x="61" y="910"/>
                    <a:pt x="64" y="915"/>
                  </a:cubicBezTo>
                  <a:cubicBezTo>
                    <a:pt x="65" y="919"/>
                    <a:pt x="73" y="924"/>
                    <a:pt x="70" y="927"/>
                  </a:cubicBezTo>
                  <a:cubicBezTo>
                    <a:pt x="77" y="930"/>
                    <a:pt x="83" y="943"/>
                    <a:pt x="90" y="947"/>
                  </a:cubicBezTo>
                  <a:cubicBezTo>
                    <a:pt x="93" y="952"/>
                    <a:pt x="96" y="956"/>
                    <a:pt x="99" y="960"/>
                  </a:cubicBezTo>
                  <a:cubicBezTo>
                    <a:pt x="97" y="963"/>
                    <a:pt x="100" y="962"/>
                    <a:pt x="101" y="963"/>
                  </a:cubicBezTo>
                  <a:cubicBezTo>
                    <a:pt x="101" y="966"/>
                    <a:pt x="102" y="968"/>
                    <a:pt x="104" y="967"/>
                  </a:cubicBezTo>
                  <a:cubicBezTo>
                    <a:pt x="107" y="969"/>
                    <a:pt x="109" y="979"/>
                    <a:pt x="114" y="977"/>
                  </a:cubicBezTo>
                  <a:cubicBezTo>
                    <a:pt x="113" y="980"/>
                    <a:pt x="116" y="984"/>
                    <a:pt x="119" y="985"/>
                  </a:cubicBezTo>
                  <a:cubicBezTo>
                    <a:pt x="124" y="994"/>
                    <a:pt x="128" y="995"/>
                    <a:pt x="134" y="1006"/>
                  </a:cubicBezTo>
                  <a:cubicBezTo>
                    <a:pt x="140" y="1014"/>
                    <a:pt x="146" y="1022"/>
                    <a:pt x="152" y="1030"/>
                  </a:cubicBezTo>
                  <a:cubicBezTo>
                    <a:pt x="154" y="1034"/>
                    <a:pt x="156" y="1034"/>
                    <a:pt x="158" y="1035"/>
                  </a:cubicBezTo>
                  <a:cubicBezTo>
                    <a:pt x="159" y="1040"/>
                    <a:pt x="167" y="1051"/>
                    <a:pt x="174" y="1061"/>
                  </a:cubicBezTo>
                  <a:cubicBezTo>
                    <a:pt x="180" y="1075"/>
                    <a:pt x="188" y="1090"/>
                    <a:pt x="193" y="1104"/>
                  </a:cubicBezTo>
                  <a:cubicBezTo>
                    <a:pt x="196" y="1111"/>
                    <a:pt x="198" y="1118"/>
                    <a:pt x="198" y="1125"/>
                  </a:cubicBezTo>
                  <a:cubicBezTo>
                    <a:pt x="203" y="1132"/>
                    <a:pt x="203" y="1139"/>
                    <a:pt x="203" y="1145"/>
                  </a:cubicBezTo>
                  <a:cubicBezTo>
                    <a:pt x="199" y="1148"/>
                    <a:pt x="199" y="1140"/>
                    <a:pt x="199" y="1139"/>
                  </a:cubicBezTo>
                  <a:close/>
                  <a:moveTo>
                    <a:pt x="228" y="1142"/>
                  </a:moveTo>
                  <a:cubicBezTo>
                    <a:pt x="236" y="1134"/>
                    <a:pt x="246" y="1126"/>
                    <a:pt x="252" y="1118"/>
                  </a:cubicBezTo>
                  <a:cubicBezTo>
                    <a:pt x="300" y="1093"/>
                    <a:pt x="301" y="1085"/>
                    <a:pt x="309" y="1081"/>
                  </a:cubicBezTo>
                  <a:cubicBezTo>
                    <a:pt x="462" y="985"/>
                    <a:pt x="471" y="976"/>
                    <a:pt x="485" y="967"/>
                  </a:cubicBezTo>
                  <a:cubicBezTo>
                    <a:pt x="503" y="945"/>
                    <a:pt x="507" y="947"/>
                    <a:pt x="510" y="941"/>
                  </a:cubicBezTo>
                  <a:cubicBezTo>
                    <a:pt x="557" y="905"/>
                    <a:pt x="553" y="907"/>
                    <a:pt x="551" y="909"/>
                  </a:cubicBezTo>
                  <a:cubicBezTo>
                    <a:pt x="517" y="950"/>
                    <a:pt x="499" y="964"/>
                    <a:pt x="486" y="978"/>
                  </a:cubicBezTo>
                  <a:cubicBezTo>
                    <a:pt x="437" y="1016"/>
                    <a:pt x="427" y="1019"/>
                    <a:pt x="415" y="1030"/>
                  </a:cubicBezTo>
                  <a:cubicBezTo>
                    <a:pt x="412" y="1032"/>
                    <a:pt x="412" y="1035"/>
                    <a:pt x="411" y="1035"/>
                  </a:cubicBezTo>
                  <a:cubicBezTo>
                    <a:pt x="371" y="1063"/>
                    <a:pt x="358" y="1069"/>
                    <a:pt x="346" y="1077"/>
                  </a:cubicBezTo>
                  <a:cubicBezTo>
                    <a:pt x="251" y="1133"/>
                    <a:pt x="244" y="1138"/>
                    <a:pt x="238" y="1142"/>
                  </a:cubicBezTo>
                  <a:cubicBezTo>
                    <a:pt x="217" y="1159"/>
                    <a:pt x="213" y="1164"/>
                    <a:pt x="208" y="1169"/>
                  </a:cubicBezTo>
                  <a:close/>
                  <a:moveTo>
                    <a:pt x="223" y="1067"/>
                  </a:moveTo>
                  <a:cubicBezTo>
                    <a:pt x="223" y="1065"/>
                    <a:pt x="223" y="1063"/>
                    <a:pt x="221" y="1061"/>
                  </a:cubicBezTo>
                  <a:cubicBezTo>
                    <a:pt x="226" y="1059"/>
                    <a:pt x="229" y="1064"/>
                    <a:pt x="223" y="1067"/>
                  </a:cubicBezTo>
                  <a:close/>
                  <a:moveTo>
                    <a:pt x="232" y="1100"/>
                  </a:moveTo>
                  <a:cubicBezTo>
                    <a:pt x="230" y="1094"/>
                    <a:pt x="242" y="1090"/>
                    <a:pt x="243" y="1085"/>
                  </a:cubicBezTo>
                  <a:cubicBezTo>
                    <a:pt x="362" y="999"/>
                    <a:pt x="360" y="990"/>
                    <a:pt x="366" y="989"/>
                  </a:cubicBezTo>
                  <a:cubicBezTo>
                    <a:pt x="390" y="969"/>
                    <a:pt x="398" y="972"/>
                    <a:pt x="400" y="969"/>
                  </a:cubicBezTo>
                  <a:cubicBezTo>
                    <a:pt x="434" y="942"/>
                    <a:pt x="438" y="946"/>
                    <a:pt x="443" y="940"/>
                  </a:cubicBezTo>
                  <a:cubicBezTo>
                    <a:pt x="503" y="895"/>
                    <a:pt x="520" y="886"/>
                    <a:pt x="537" y="875"/>
                  </a:cubicBezTo>
                  <a:cubicBezTo>
                    <a:pt x="594" y="856"/>
                    <a:pt x="595" y="858"/>
                    <a:pt x="592" y="860"/>
                  </a:cubicBezTo>
                  <a:cubicBezTo>
                    <a:pt x="575" y="865"/>
                    <a:pt x="573" y="867"/>
                    <a:pt x="571" y="865"/>
                  </a:cubicBezTo>
                  <a:cubicBezTo>
                    <a:pt x="463" y="940"/>
                    <a:pt x="448" y="949"/>
                    <a:pt x="432" y="965"/>
                  </a:cubicBezTo>
                  <a:cubicBezTo>
                    <a:pt x="322" y="1042"/>
                    <a:pt x="316" y="1041"/>
                    <a:pt x="309" y="1047"/>
                  </a:cubicBezTo>
                  <a:cubicBezTo>
                    <a:pt x="287" y="1062"/>
                    <a:pt x="287" y="1060"/>
                    <a:pt x="285" y="1062"/>
                  </a:cubicBezTo>
                  <a:cubicBezTo>
                    <a:pt x="261" y="1080"/>
                    <a:pt x="257" y="1087"/>
                    <a:pt x="255" y="1084"/>
                  </a:cubicBezTo>
                  <a:close/>
                  <a:moveTo>
                    <a:pt x="231" y="1037"/>
                  </a:moveTo>
                  <a:cubicBezTo>
                    <a:pt x="230" y="1036"/>
                    <a:pt x="229" y="1035"/>
                    <a:pt x="228" y="1034"/>
                  </a:cubicBezTo>
                  <a:cubicBezTo>
                    <a:pt x="230" y="1033"/>
                    <a:pt x="231" y="1032"/>
                    <a:pt x="232" y="1032"/>
                  </a:cubicBezTo>
                  <a:cubicBezTo>
                    <a:pt x="232" y="1033"/>
                    <a:pt x="233" y="1034"/>
                    <a:pt x="234" y="1035"/>
                  </a:cubicBezTo>
                  <a:cubicBezTo>
                    <a:pt x="233" y="1036"/>
                    <a:pt x="232" y="1036"/>
                    <a:pt x="231" y="1037"/>
                  </a:cubicBezTo>
                  <a:close/>
                  <a:moveTo>
                    <a:pt x="269" y="855"/>
                  </a:moveTo>
                  <a:cubicBezTo>
                    <a:pt x="270" y="855"/>
                    <a:pt x="267" y="849"/>
                    <a:pt x="267" y="849"/>
                  </a:cubicBezTo>
                  <a:cubicBezTo>
                    <a:pt x="269" y="847"/>
                    <a:pt x="275" y="856"/>
                    <a:pt x="269" y="855"/>
                  </a:cubicBezTo>
                  <a:close/>
                  <a:moveTo>
                    <a:pt x="301" y="886"/>
                  </a:moveTo>
                  <a:cubicBezTo>
                    <a:pt x="298" y="882"/>
                    <a:pt x="298" y="880"/>
                    <a:pt x="302" y="877"/>
                  </a:cubicBezTo>
                  <a:cubicBezTo>
                    <a:pt x="305" y="881"/>
                    <a:pt x="305" y="884"/>
                    <a:pt x="301" y="886"/>
                  </a:cubicBezTo>
                  <a:close/>
                  <a:moveTo>
                    <a:pt x="301" y="817"/>
                  </a:moveTo>
                  <a:cubicBezTo>
                    <a:pt x="301" y="815"/>
                    <a:pt x="302" y="814"/>
                    <a:pt x="301" y="812"/>
                  </a:cubicBezTo>
                  <a:cubicBezTo>
                    <a:pt x="300" y="808"/>
                    <a:pt x="305" y="812"/>
                    <a:pt x="303" y="813"/>
                  </a:cubicBezTo>
                  <a:cubicBezTo>
                    <a:pt x="305" y="816"/>
                    <a:pt x="303" y="818"/>
                    <a:pt x="306" y="821"/>
                  </a:cubicBezTo>
                  <a:cubicBezTo>
                    <a:pt x="305" y="825"/>
                    <a:pt x="306" y="829"/>
                    <a:pt x="308" y="834"/>
                  </a:cubicBezTo>
                  <a:cubicBezTo>
                    <a:pt x="300" y="833"/>
                    <a:pt x="306" y="822"/>
                    <a:pt x="301" y="817"/>
                  </a:cubicBezTo>
                  <a:close/>
                  <a:moveTo>
                    <a:pt x="481" y="717"/>
                  </a:moveTo>
                  <a:cubicBezTo>
                    <a:pt x="482" y="721"/>
                    <a:pt x="472" y="722"/>
                    <a:pt x="468" y="723"/>
                  </a:cubicBezTo>
                  <a:cubicBezTo>
                    <a:pt x="467" y="719"/>
                    <a:pt x="478" y="718"/>
                    <a:pt x="481" y="717"/>
                  </a:cubicBezTo>
                  <a:close/>
                  <a:moveTo>
                    <a:pt x="463" y="722"/>
                  </a:moveTo>
                  <a:cubicBezTo>
                    <a:pt x="465" y="726"/>
                    <a:pt x="456" y="728"/>
                    <a:pt x="455" y="728"/>
                  </a:cubicBezTo>
                  <a:cubicBezTo>
                    <a:pt x="452" y="724"/>
                    <a:pt x="461" y="722"/>
                    <a:pt x="463" y="722"/>
                  </a:cubicBezTo>
                  <a:close/>
                  <a:moveTo>
                    <a:pt x="356" y="782"/>
                  </a:moveTo>
                  <a:cubicBezTo>
                    <a:pt x="358" y="781"/>
                    <a:pt x="359" y="780"/>
                    <a:pt x="361" y="778"/>
                  </a:cubicBezTo>
                  <a:cubicBezTo>
                    <a:pt x="368" y="777"/>
                    <a:pt x="358" y="783"/>
                    <a:pt x="356" y="785"/>
                  </a:cubicBezTo>
                  <a:cubicBezTo>
                    <a:pt x="353" y="786"/>
                    <a:pt x="354" y="783"/>
                    <a:pt x="356" y="782"/>
                  </a:cubicBezTo>
                  <a:close/>
                  <a:moveTo>
                    <a:pt x="393" y="618"/>
                  </a:moveTo>
                  <a:cubicBezTo>
                    <a:pt x="387" y="621"/>
                    <a:pt x="392" y="614"/>
                    <a:pt x="388" y="612"/>
                  </a:cubicBezTo>
                  <a:cubicBezTo>
                    <a:pt x="392" y="609"/>
                    <a:pt x="392" y="617"/>
                    <a:pt x="393" y="618"/>
                  </a:cubicBezTo>
                  <a:close/>
                  <a:moveTo>
                    <a:pt x="407" y="682"/>
                  </a:moveTo>
                  <a:cubicBezTo>
                    <a:pt x="410" y="678"/>
                    <a:pt x="412" y="674"/>
                    <a:pt x="418" y="671"/>
                  </a:cubicBezTo>
                  <a:cubicBezTo>
                    <a:pt x="450" y="660"/>
                    <a:pt x="454" y="654"/>
                    <a:pt x="457" y="653"/>
                  </a:cubicBezTo>
                  <a:cubicBezTo>
                    <a:pt x="483" y="644"/>
                    <a:pt x="490" y="641"/>
                    <a:pt x="496" y="639"/>
                  </a:cubicBezTo>
                  <a:cubicBezTo>
                    <a:pt x="536" y="628"/>
                    <a:pt x="539" y="625"/>
                    <a:pt x="543" y="625"/>
                  </a:cubicBezTo>
                  <a:cubicBezTo>
                    <a:pt x="574" y="618"/>
                    <a:pt x="580" y="613"/>
                    <a:pt x="586" y="614"/>
                  </a:cubicBezTo>
                  <a:cubicBezTo>
                    <a:pt x="673" y="563"/>
                    <a:pt x="672" y="564"/>
                    <a:pt x="671" y="565"/>
                  </a:cubicBezTo>
                  <a:cubicBezTo>
                    <a:pt x="622" y="601"/>
                    <a:pt x="616" y="610"/>
                    <a:pt x="597" y="618"/>
                  </a:cubicBezTo>
                  <a:cubicBezTo>
                    <a:pt x="544" y="639"/>
                    <a:pt x="541" y="643"/>
                    <a:pt x="537" y="644"/>
                  </a:cubicBezTo>
                  <a:cubicBezTo>
                    <a:pt x="519" y="649"/>
                    <a:pt x="512" y="654"/>
                    <a:pt x="505" y="655"/>
                  </a:cubicBezTo>
                  <a:cubicBezTo>
                    <a:pt x="445" y="679"/>
                    <a:pt x="427" y="685"/>
                    <a:pt x="408" y="693"/>
                  </a:cubicBezTo>
                  <a:cubicBezTo>
                    <a:pt x="383" y="709"/>
                    <a:pt x="384" y="706"/>
                    <a:pt x="383" y="704"/>
                  </a:cubicBezTo>
                  <a:cubicBezTo>
                    <a:pt x="397" y="688"/>
                    <a:pt x="401" y="686"/>
                    <a:pt x="403" y="684"/>
                  </a:cubicBezTo>
                  <a:close/>
                  <a:moveTo>
                    <a:pt x="532" y="454"/>
                  </a:moveTo>
                  <a:cubicBezTo>
                    <a:pt x="532" y="450"/>
                    <a:pt x="531" y="447"/>
                    <a:pt x="535" y="444"/>
                  </a:cubicBezTo>
                  <a:cubicBezTo>
                    <a:pt x="538" y="448"/>
                    <a:pt x="536" y="451"/>
                    <a:pt x="532" y="454"/>
                  </a:cubicBezTo>
                  <a:close/>
                  <a:moveTo>
                    <a:pt x="627" y="333"/>
                  </a:moveTo>
                  <a:cubicBezTo>
                    <a:pt x="626" y="331"/>
                    <a:pt x="628" y="329"/>
                    <a:pt x="627" y="326"/>
                  </a:cubicBezTo>
                  <a:cubicBezTo>
                    <a:pt x="631" y="324"/>
                    <a:pt x="631" y="332"/>
                    <a:pt x="627" y="333"/>
                  </a:cubicBezTo>
                  <a:close/>
                  <a:moveTo>
                    <a:pt x="722" y="53"/>
                  </a:moveTo>
                  <a:cubicBezTo>
                    <a:pt x="723" y="56"/>
                    <a:pt x="721" y="59"/>
                    <a:pt x="718" y="61"/>
                  </a:cubicBezTo>
                  <a:cubicBezTo>
                    <a:pt x="713" y="58"/>
                    <a:pt x="719" y="56"/>
                    <a:pt x="722" y="53"/>
                  </a:cubicBezTo>
                  <a:close/>
                  <a:moveTo>
                    <a:pt x="670" y="251"/>
                  </a:moveTo>
                  <a:cubicBezTo>
                    <a:pt x="668" y="255"/>
                    <a:pt x="668" y="260"/>
                    <a:pt x="668" y="264"/>
                  </a:cubicBezTo>
                  <a:cubicBezTo>
                    <a:pt x="664" y="281"/>
                    <a:pt x="657" y="284"/>
                    <a:pt x="658" y="289"/>
                  </a:cubicBezTo>
                  <a:cubicBezTo>
                    <a:pt x="652" y="296"/>
                    <a:pt x="652" y="292"/>
                    <a:pt x="653" y="288"/>
                  </a:cubicBezTo>
                  <a:cubicBezTo>
                    <a:pt x="661" y="245"/>
                    <a:pt x="661" y="237"/>
                    <a:pt x="665" y="230"/>
                  </a:cubicBezTo>
                  <a:cubicBezTo>
                    <a:pt x="666" y="215"/>
                    <a:pt x="662" y="210"/>
                    <a:pt x="666" y="207"/>
                  </a:cubicBezTo>
                  <a:cubicBezTo>
                    <a:pt x="670" y="171"/>
                    <a:pt x="675" y="168"/>
                    <a:pt x="674" y="164"/>
                  </a:cubicBezTo>
                  <a:cubicBezTo>
                    <a:pt x="679" y="136"/>
                    <a:pt x="684" y="129"/>
                    <a:pt x="685" y="122"/>
                  </a:cubicBezTo>
                  <a:cubicBezTo>
                    <a:pt x="704" y="89"/>
                    <a:pt x="704" y="75"/>
                    <a:pt x="716" y="63"/>
                  </a:cubicBezTo>
                  <a:cubicBezTo>
                    <a:pt x="709" y="86"/>
                    <a:pt x="708" y="91"/>
                    <a:pt x="704" y="96"/>
                  </a:cubicBezTo>
                  <a:cubicBezTo>
                    <a:pt x="684" y="166"/>
                    <a:pt x="687" y="171"/>
                    <a:pt x="684" y="174"/>
                  </a:cubicBezTo>
                  <a:cubicBezTo>
                    <a:pt x="678" y="204"/>
                    <a:pt x="677" y="208"/>
                    <a:pt x="678" y="213"/>
                  </a:cubicBezTo>
                  <a:cubicBezTo>
                    <a:pt x="672" y="242"/>
                    <a:pt x="669" y="246"/>
                    <a:pt x="670" y="251"/>
                  </a:cubicBezTo>
                  <a:close/>
                </a:path>
              </a:pathLst>
            </a:custGeom>
            <a:solidFill>
              <a:srgbClr val="d0cdbb">
                <a:alpha val="50000"/>
              </a:srgbClr>
            </a:solidFill>
            <a:ln w="0">
              <a:noFill/>
            </a:ln>
          </p:spPr>
          <p:style>
            <a:lnRef idx="0"/>
            <a:fillRef idx="0"/>
            <a:effectRef idx="0"/>
            <a:fontRef idx="minor"/>
          </p:style>
          <p:txBody>
            <a:bodyPr tIns="91440" bIns="91440" anchor="ctr">
              <a:noAutofit/>
            </a:bodyPr>
            <a:p>
              <a:pPr>
                <a:lnSpc>
                  <a:spcPct val="100000"/>
                </a:lnSpc>
                <a:tabLst>
                  <a:tab algn="l" pos="0"/>
                </a:tabLst>
              </a:pPr>
              <a:endParaRPr b="0" lang="en-US" sz="1400" spc="-1" strike="noStrike">
                <a:solidFill>
                  <a:srgbClr val="000000"/>
                </a:solidFill>
                <a:latin typeface="Arial"/>
                <a:ea typeface="Arial"/>
              </a:endParaRPr>
            </a:p>
          </p:txBody>
        </p:sp>
      </p:grpSp>
      <p:cxnSp>
        <p:nvCxnSpPr>
          <p:cNvPr id="50" name="Google Shape;59;p13"/>
          <p:cNvCxnSpPr/>
          <p:nvPr/>
        </p:nvCxnSpPr>
        <p:spPr>
          <a:xfrm>
            <a:off x="2199960" y="1631880"/>
            <a:ext cx="6578280" cy="360"/>
          </a:xfrm>
          <a:prstGeom prst="straightConnector1">
            <a:avLst/>
          </a:prstGeom>
          <a:ln w="38100">
            <a:solidFill>
              <a:srgbClr val="79a8a4"/>
            </a:solidFill>
            <a:round/>
          </a:ln>
        </p:spPr>
      </p:cxnSp>
      <p:cxnSp>
        <p:nvCxnSpPr>
          <p:cNvPr id="51" name="Google Shape;60;p13"/>
          <p:cNvCxnSpPr/>
          <p:nvPr/>
        </p:nvCxnSpPr>
        <p:spPr>
          <a:xfrm>
            <a:off x="2199960" y="1631880"/>
            <a:ext cx="6578280" cy="360"/>
          </a:xfrm>
          <a:prstGeom prst="straightConnector1">
            <a:avLst/>
          </a:prstGeom>
          <a:ln w="38100">
            <a:solidFill>
              <a:srgbClr val="79a8a4"/>
            </a:solidFill>
            <a:round/>
          </a:ln>
        </p:spPr>
      </p:cxnSp>
      <p:sp>
        <p:nvSpPr>
          <p:cNvPr id="52" name="PlaceHolder 1"/>
          <p:cNvSpPr>
            <a:spLocks noGrp="1"/>
          </p:cNvSpPr>
          <p:nvPr>
            <p:ph type="title"/>
          </p:nvPr>
        </p:nvSpPr>
        <p:spPr>
          <a:xfrm>
            <a:off x="2104920" y="426240"/>
            <a:ext cx="6672960" cy="1170000"/>
          </a:xfrm>
          <a:prstGeom prst="rect">
            <a:avLst/>
          </a:prstGeom>
          <a:noFill/>
          <a:ln w="0">
            <a:noFill/>
          </a:ln>
        </p:spPr>
        <p:txBody>
          <a:bodyPr lIns="91440" rIns="91440" tIns="45720" bIns="45720" anchor="t">
            <a:normAutofit fontScale="99177" lnSpcReduction="10000"/>
          </a:bodyPr>
          <a:p>
            <a:pPr indent="0">
              <a:buNone/>
            </a:pPr>
            <a:r>
              <a:rPr b="0" lang="en-US" sz="3800" spc="-1" strike="noStrike">
                <a:solidFill>
                  <a:srgbClr val="000000"/>
                </a:solidFill>
                <a:latin typeface="Arial"/>
              </a:rPr>
              <a:t>Click to edit the title text format</a:t>
            </a:r>
            <a:endParaRPr b="0" lang="en-US" sz="3800" spc="-1" strike="noStrike">
              <a:solidFill>
                <a:srgbClr val="000000"/>
              </a:solidFill>
              <a:latin typeface="Arial"/>
            </a:endParaRPr>
          </a:p>
        </p:txBody>
      </p:sp>
      <p:sp>
        <p:nvSpPr>
          <p:cNvPr id="53" name="PlaceHolder 2"/>
          <p:cNvSpPr>
            <a:spLocks noGrp="1"/>
          </p:cNvSpPr>
          <p:nvPr>
            <p:ph type="body"/>
          </p:nvPr>
        </p:nvSpPr>
        <p:spPr>
          <a:xfrm>
            <a:off x="2200320" y="1828800"/>
            <a:ext cx="6577560" cy="2738160"/>
          </a:xfrm>
          <a:prstGeom prst="rect">
            <a:avLst/>
          </a:prstGeom>
          <a:noFill/>
          <a:ln w="0">
            <a:noFill/>
          </a:ln>
        </p:spPr>
        <p:txBody>
          <a:bodyPr lIns="91440" rIns="91440" tIns="45720" bIns="45720" anchor="t">
            <a:normAutofit/>
          </a:bodyPr>
          <a:p>
            <a:pPr marL="432000" indent="-324000">
              <a:spcBef>
                <a:spcPts val="1417"/>
              </a:spcBef>
              <a:buClr>
                <a:srgbClr val="000000"/>
              </a:buClr>
              <a:buSzPct val="45000"/>
              <a:buFont typeface="Wingdings" charset="2"/>
              <a:buChar char=""/>
            </a:pPr>
            <a:r>
              <a:rPr b="0" lang="en-US" sz="2000" spc="-1" strike="noStrike">
                <a:solidFill>
                  <a:srgbClr val="000000"/>
                </a:solidFill>
                <a:latin typeface="Arial"/>
              </a:rPr>
              <a:t>Click to edit the outline text format</a:t>
            </a:r>
            <a:endParaRPr b="0" lang="en-US" sz="20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000" spc="-1" strike="noStrike">
                <a:solidFill>
                  <a:srgbClr val="000000"/>
                </a:solidFill>
                <a:latin typeface="Arial"/>
              </a:rPr>
              <a:t>Second Outline Level</a:t>
            </a:r>
            <a:endParaRPr b="0" lang="en-US" sz="20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000" spc="-1" strike="noStrike">
                <a:solidFill>
                  <a:srgbClr val="000000"/>
                </a:solidFill>
                <a:latin typeface="Arial"/>
              </a:rPr>
              <a:t>Third Outline Level</a:t>
            </a:r>
            <a:endParaRPr b="0" lang="en-US" sz="20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
        <p:nvSpPr>
          <p:cNvPr id="54" name="PlaceHolder 3"/>
          <p:cNvSpPr>
            <a:spLocks noGrp="1"/>
          </p:cNvSpPr>
          <p:nvPr>
            <p:ph type="dt" idx="10"/>
          </p:nvPr>
        </p:nvSpPr>
        <p:spPr>
          <a:xfrm>
            <a:off x="6720840" y="4722480"/>
            <a:ext cx="2057040" cy="27360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55" name="PlaceHolder 4"/>
          <p:cNvSpPr>
            <a:spLocks noGrp="1"/>
          </p:cNvSpPr>
          <p:nvPr>
            <p:ph type="ftr" idx="11"/>
          </p:nvPr>
        </p:nvSpPr>
        <p:spPr>
          <a:xfrm>
            <a:off x="2200320" y="4722480"/>
            <a:ext cx="425016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6" name="PlaceHolder 5"/>
          <p:cNvSpPr>
            <a:spLocks noGrp="1"/>
          </p:cNvSpPr>
          <p:nvPr>
            <p:ph type="sldNum" idx="12"/>
          </p:nvPr>
        </p:nvSpPr>
        <p:spPr>
          <a:xfrm>
            <a:off x="285840" y="470880"/>
            <a:ext cx="1413000" cy="4528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 sz="3800" spc="-1" strike="noStrike">
                <a:solidFill>
                  <a:srgbClr val="464b56"/>
                </a:solidFill>
                <a:latin typeface="Century Schoolbook"/>
                <a:ea typeface="Century Schoolbook"/>
              </a:defRPr>
            </a:lvl1pPr>
          </a:lstStyle>
          <a:p>
            <a:pPr indent="0" algn="r">
              <a:lnSpc>
                <a:spcPct val="100000"/>
              </a:lnSpc>
              <a:buNone/>
              <a:tabLst>
                <a:tab algn="l" pos="0"/>
              </a:tabLst>
            </a:pPr>
            <a:fld id="{97C9EEB1-C6EB-4B76-A41F-8F11B01CA67B}" type="slidenum">
              <a:rPr b="0" lang="en" sz="3800" spc="-1" strike="noStrike">
                <a:solidFill>
                  <a:srgbClr val="464b56"/>
                </a:solidFill>
                <a:latin typeface="Century Schoolbook"/>
                <a:ea typeface="Century Schoolbook"/>
              </a:rPr>
              <a:t>&lt;number&gt;</a:t>
            </a:fld>
            <a:endParaRPr b="0" lang="en-US" sz="3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2"/>
        </a:solidFill>
      </p:bgPr>
    </p:bg>
    <p:spTree>
      <p:nvGrpSpPr>
        <p:cNvPr id="1" name=""/>
        <p:cNvGrpSpPr/>
        <p:nvPr/>
      </p:nvGrpSpPr>
      <p:grpSpPr>
        <a:xfrm>
          <a:off x="0" y="0"/>
          <a:ext cx="0" cy="0"/>
          <a:chOff x="0" y="0"/>
          <a:chExt cx="0" cy="0"/>
        </a:xfrm>
      </p:grpSpPr>
      <p:grpSp>
        <p:nvGrpSpPr>
          <p:cNvPr id="59" name="Google Shape;51;p13"/>
          <p:cNvGrpSpPr/>
          <p:nvPr/>
        </p:nvGrpSpPr>
        <p:grpSpPr>
          <a:xfrm>
            <a:off x="242280" y="542520"/>
            <a:ext cx="3173400" cy="4223520"/>
            <a:chOff x="242280" y="542520"/>
            <a:chExt cx="3173400" cy="4223520"/>
          </a:xfrm>
        </p:grpSpPr>
        <p:sp>
          <p:nvSpPr>
            <p:cNvPr id="60" name="Google Shape;52;p13"/>
            <p:cNvSpPr/>
            <p:nvPr/>
          </p:nvSpPr>
          <p:spPr>
            <a:xfrm>
              <a:off x="242280" y="542520"/>
              <a:ext cx="2013480" cy="4223520"/>
            </a:xfrm>
            <a:custGeom>
              <a:avLst/>
              <a:gdLst>
                <a:gd name="textAreaLeft" fmla="*/ 0 w 2013480"/>
                <a:gd name="textAreaRight" fmla="*/ 2013840 w 2013480"/>
                <a:gd name="textAreaTop" fmla="*/ 0 h 4223520"/>
                <a:gd name="textAreaBottom" fmla="*/ 4223880 h 4223520"/>
              </a:gdLst>
              <a:ahLst/>
              <a:rect l="textAreaLeft" t="textAreaTop" r="textAreaRight" b="textAreaBottom"/>
              <a:pathLst>
                <a:path w="697" h="1954">
                  <a:moveTo>
                    <a:pt x="251" y="1472"/>
                  </a:moveTo>
                  <a:cubicBezTo>
                    <a:pt x="258" y="1472"/>
                    <a:pt x="252" y="1463"/>
                    <a:pt x="251" y="1462"/>
                  </a:cubicBezTo>
                  <a:cubicBezTo>
                    <a:pt x="248" y="1422"/>
                    <a:pt x="241" y="1424"/>
                    <a:pt x="241" y="1419"/>
                  </a:cubicBezTo>
                  <a:cubicBezTo>
                    <a:pt x="227" y="1388"/>
                    <a:pt x="226" y="1380"/>
                    <a:pt x="221" y="1376"/>
                  </a:cubicBezTo>
                  <a:cubicBezTo>
                    <a:pt x="209" y="1355"/>
                    <a:pt x="209" y="1347"/>
                    <a:pt x="203" y="1344"/>
                  </a:cubicBezTo>
                  <a:cubicBezTo>
                    <a:pt x="169" y="1285"/>
                    <a:pt x="162" y="1275"/>
                    <a:pt x="156" y="1263"/>
                  </a:cubicBezTo>
                  <a:cubicBezTo>
                    <a:pt x="144" y="1242"/>
                    <a:pt x="141" y="1236"/>
                    <a:pt x="138" y="1231"/>
                  </a:cubicBezTo>
                  <a:cubicBezTo>
                    <a:pt x="107" y="1177"/>
                    <a:pt x="108" y="1168"/>
                    <a:pt x="103" y="1165"/>
                  </a:cubicBezTo>
                  <a:cubicBezTo>
                    <a:pt x="90" y="1142"/>
                    <a:pt x="83" y="1131"/>
                    <a:pt x="82" y="1127"/>
                  </a:cubicBezTo>
                  <a:cubicBezTo>
                    <a:pt x="66" y="1090"/>
                    <a:pt x="67" y="1081"/>
                    <a:pt x="62" y="1077"/>
                  </a:cubicBezTo>
                  <a:cubicBezTo>
                    <a:pt x="57" y="1049"/>
                    <a:pt x="51" y="1046"/>
                    <a:pt x="52" y="1037"/>
                  </a:cubicBezTo>
                  <a:cubicBezTo>
                    <a:pt x="48" y="1016"/>
                    <a:pt x="44" y="1007"/>
                    <a:pt x="42" y="1002"/>
                  </a:cubicBezTo>
                  <a:cubicBezTo>
                    <a:pt x="32" y="970"/>
                    <a:pt x="24" y="961"/>
                    <a:pt x="22" y="946"/>
                  </a:cubicBezTo>
                  <a:cubicBezTo>
                    <a:pt x="13" y="922"/>
                    <a:pt x="11" y="916"/>
                    <a:pt x="9" y="909"/>
                  </a:cubicBezTo>
                  <a:cubicBezTo>
                    <a:pt x="5" y="889"/>
                    <a:pt x="11" y="888"/>
                    <a:pt x="9" y="896"/>
                  </a:cubicBezTo>
                  <a:cubicBezTo>
                    <a:pt x="25" y="935"/>
                    <a:pt x="22" y="943"/>
                    <a:pt x="27" y="944"/>
                  </a:cubicBezTo>
                  <a:cubicBezTo>
                    <a:pt x="47" y="979"/>
                    <a:pt x="44" y="987"/>
                    <a:pt x="45" y="992"/>
                  </a:cubicBezTo>
                  <a:cubicBezTo>
                    <a:pt x="78" y="1045"/>
                    <a:pt x="85" y="1060"/>
                    <a:pt x="95" y="1072"/>
                  </a:cubicBezTo>
                  <a:cubicBezTo>
                    <a:pt x="141" y="1130"/>
                    <a:pt x="141" y="1136"/>
                    <a:pt x="140" y="1142"/>
                  </a:cubicBezTo>
                  <a:cubicBezTo>
                    <a:pt x="159" y="1162"/>
                    <a:pt x="156" y="1170"/>
                    <a:pt x="160" y="1170"/>
                  </a:cubicBezTo>
                  <a:cubicBezTo>
                    <a:pt x="198" y="1238"/>
                    <a:pt x="204" y="1243"/>
                    <a:pt x="206" y="1251"/>
                  </a:cubicBezTo>
                  <a:cubicBezTo>
                    <a:pt x="218" y="1278"/>
                    <a:pt x="219" y="1288"/>
                    <a:pt x="226" y="1291"/>
                  </a:cubicBezTo>
                  <a:cubicBezTo>
                    <a:pt x="231" y="1298"/>
                    <a:pt x="231" y="1292"/>
                    <a:pt x="228" y="1288"/>
                  </a:cubicBezTo>
                  <a:cubicBezTo>
                    <a:pt x="196" y="1218"/>
                    <a:pt x="198" y="1206"/>
                    <a:pt x="191" y="1203"/>
                  </a:cubicBezTo>
                  <a:cubicBezTo>
                    <a:pt x="168" y="1159"/>
                    <a:pt x="164" y="1153"/>
                    <a:pt x="160" y="1147"/>
                  </a:cubicBezTo>
                  <a:cubicBezTo>
                    <a:pt x="114" y="1068"/>
                    <a:pt x="104" y="1068"/>
                    <a:pt x="105" y="1057"/>
                  </a:cubicBezTo>
                  <a:cubicBezTo>
                    <a:pt x="67" y="1000"/>
                    <a:pt x="58" y="1000"/>
                    <a:pt x="57" y="992"/>
                  </a:cubicBezTo>
                  <a:cubicBezTo>
                    <a:pt x="80" y="1011"/>
                    <a:pt x="81" y="1021"/>
                    <a:pt x="87" y="1024"/>
                  </a:cubicBezTo>
                  <a:cubicBezTo>
                    <a:pt x="103" y="1041"/>
                    <a:pt x="100" y="1049"/>
                    <a:pt x="105" y="1049"/>
                  </a:cubicBezTo>
                  <a:cubicBezTo>
                    <a:pt x="129" y="1079"/>
                    <a:pt x="130" y="1087"/>
                    <a:pt x="135" y="1092"/>
                  </a:cubicBezTo>
                  <a:cubicBezTo>
                    <a:pt x="163" y="1128"/>
                    <a:pt x="159" y="1136"/>
                    <a:pt x="163" y="1137"/>
                  </a:cubicBezTo>
                  <a:cubicBezTo>
                    <a:pt x="199" y="1191"/>
                    <a:pt x="204" y="1205"/>
                    <a:pt x="211" y="1218"/>
                  </a:cubicBezTo>
                  <a:cubicBezTo>
                    <a:pt x="232" y="1237"/>
                    <a:pt x="226" y="1238"/>
                    <a:pt x="228" y="1230"/>
                  </a:cubicBezTo>
                  <a:cubicBezTo>
                    <a:pt x="202" y="1163"/>
                    <a:pt x="196" y="1163"/>
                    <a:pt x="198" y="1155"/>
                  </a:cubicBezTo>
                  <a:cubicBezTo>
                    <a:pt x="171" y="1106"/>
                    <a:pt x="167" y="1104"/>
                    <a:pt x="165" y="1100"/>
                  </a:cubicBezTo>
                  <a:cubicBezTo>
                    <a:pt x="140" y="1062"/>
                    <a:pt x="138" y="1052"/>
                    <a:pt x="133" y="1047"/>
                  </a:cubicBezTo>
                  <a:cubicBezTo>
                    <a:pt x="76" y="924"/>
                    <a:pt x="76" y="918"/>
                    <a:pt x="75" y="913"/>
                  </a:cubicBezTo>
                  <a:cubicBezTo>
                    <a:pt x="53" y="840"/>
                    <a:pt x="56" y="836"/>
                    <a:pt x="57" y="830"/>
                  </a:cubicBezTo>
                  <a:cubicBezTo>
                    <a:pt x="36" y="706"/>
                    <a:pt x="30" y="721"/>
                    <a:pt x="34" y="725"/>
                  </a:cubicBezTo>
                  <a:cubicBezTo>
                    <a:pt x="45" y="767"/>
                    <a:pt x="46" y="774"/>
                    <a:pt x="49" y="778"/>
                  </a:cubicBezTo>
                  <a:cubicBezTo>
                    <a:pt x="70" y="833"/>
                    <a:pt x="67" y="843"/>
                    <a:pt x="72" y="846"/>
                  </a:cubicBezTo>
                  <a:cubicBezTo>
                    <a:pt x="94" y="887"/>
                    <a:pt x="97" y="899"/>
                    <a:pt x="102" y="908"/>
                  </a:cubicBezTo>
                  <a:cubicBezTo>
                    <a:pt x="143" y="980"/>
                    <a:pt x="154" y="992"/>
                    <a:pt x="160" y="1007"/>
                  </a:cubicBezTo>
                  <a:cubicBezTo>
                    <a:pt x="212" y="1106"/>
                    <a:pt x="218" y="1122"/>
                    <a:pt x="223" y="1137"/>
                  </a:cubicBezTo>
                  <a:cubicBezTo>
                    <a:pt x="218" y="1115"/>
                    <a:pt x="222" y="1106"/>
                    <a:pt x="221" y="1102"/>
                  </a:cubicBezTo>
                  <a:cubicBezTo>
                    <a:pt x="210" y="1080"/>
                    <a:pt x="213" y="1072"/>
                    <a:pt x="208" y="1072"/>
                  </a:cubicBezTo>
                  <a:cubicBezTo>
                    <a:pt x="195" y="1023"/>
                    <a:pt x="188" y="1020"/>
                    <a:pt x="188" y="1012"/>
                  </a:cubicBezTo>
                  <a:cubicBezTo>
                    <a:pt x="149" y="930"/>
                    <a:pt x="144" y="927"/>
                    <a:pt x="145" y="918"/>
                  </a:cubicBezTo>
                  <a:cubicBezTo>
                    <a:pt x="125" y="876"/>
                    <a:pt x="120" y="873"/>
                    <a:pt x="117" y="868"/>
                  </a:cubicBezTo>
                  <a:cubicBezTo>
                    <a:pt x="102" y="832"/>
                    <a:pt x="100" y="833"/>
                    <a:pt x="100" y="830"/>
                  </a:cubicBezTo>
                  <a:cubicBezTo>
                    <a:pt x="80" y="793"/>
                    <a:pt x="77" y="788"/>
                    <a:pt x="75" y="783"/>
                  </a:cubicBezTo>
                  <a:cubicBezTo>
                    <a:pt x="45" y="730"/>
                    <a:pt x="43" y="716"/>
                    <a:pt x="34" y="710"/>
                  </a:cubicBezTo>
                  <a:cubicBezTo>
                    <a:pt x="25" y="678"/>
                    <a:pt x="34" y="684"/>
                    <a:pt x="32" y="690"/>
                  </a:cubicBezTo>
                  <a:cubicBezTo>
                    <a:pt x="50" y="733"/>
                    <a:pt x="60" y="733"/>
                    <a:pt x="59" y="745"/>
                  </a:cubicBezTo>
                  <a:cubicBezTo>
                    <a:pt x="80" y="780"/>
                    <a:pt x="81" y="783"/>
                    <a:pt x="85" y="785"/>
                  </a:cubicBezTo>
                  <a:cubicBezTo>
                    <a:pt x="113" y="833"/>
                    <a:pt x="115" y="842"/>
                    <a:pt x="117" y="851"/>
                  </a:cubicBezTo>
                  <a:cubicBezTo>
                    <a:pt x="147" y="899"/>
                    <a:pt x="151" y="907"/>
                    <a:pt x="153" y="916"/>
                  </a:cubicBezTo>
                  <a:cubicBezTo>
                    <a:pt x="168" y="945"/>
                    <a:pt x="171" y="952"/>
                    <a:pt x="173" y="961"/>
                  </a:cubicBezTo>
                  <a:cubicBezTo>
                    <a:pt x="190" y="999"/>
                    <a:pt x="200" y="1010"/>
                    <a:pt x="203" y="1029"/>
                  </a:cubicBezTo>
                  <a:cubicBezTo>
                    <a:pt x="198" y="998"/>
                    <a:pt x="198" y="994"/>
                    <a:pt x="196" y="994"/>
                  </a:cubicBezTo>
                  <a:cubicBezTo>
                    <a:pt x="175" y="911"/>
                    <a:pt x="168" y="909"/>
                    <a:pt x="170" y="898"/>
                  </a:cubicBezTo>
                  <a:cubicBezTo>
                    <a:pt x="131" y="811"/>
                    <a:pt x="131" y="802"/>
                    <a:pt x="125" y="800"/>
                  </a:cubicBezTo>
                  <a:cubicBezTo>
                    <a:pt x="105" y="747"/>
                    <a:pt x="103" y="742"/>
                    <a:pt x="100" y="740"/>
                  </a:cubicBezTo>
                  <a:cubicBezTo>
                    <a:pt x="82" y="701"/>
                    <a:pt x="78" y="699"/>
                    <a:pt x="77" y="695"/>
                  </a:cubicBezTo>
                  <a:cubicBezTo>
                    <a:pt x="67" y="672"/>
                    <a:pt x="60" y="674"/>
                    <a:pt x="62" y="667"/>
                  </a:cubicBezTo>
                  <a:cubicBezTo>
                    <a:pt x="44" y="641"/>
                    <a:pt x="39" y="635"/>
                    <a:pt x="34" y="629"/>
                  </a:cubicBezTo>
                  <a:cubicBezTo>
                    <a:pt x="21" y="597"/>
                    <a:pt x="29" y="609"/>
                    <a:pt x="37" y="622"/>
                  </a:cubicBezTo>
                  <a:cubicBezTo>
                    <a:pt x="75" y="681"/>
                    <a:pt x="85" y="681"/>
                    <a:pt x="85" y="692"/>
                  </a:cubicBezTo>
                  <a:cubicBezTo>
                    <a:pt x="108" y="731"/>
                    <a:pt x="109" y="735"/>
                    <a:pt x="110" y="740"/>
                  </a:cubicBezTo>
                  <a:cubicBezTo>
                    <a:pt x="123" y="777"/>
                    <a:pt x="130" y="775"/>
                    <a:pt x="130" y="780"/>
                  </a:cubicBezTo>
                  <a:cubicBezTo>
                    <a:pt x="151" y="822"/>
                    <a:pt x="153" y="840"/>
                    <a:pt x="163" y="851"/>
                  </a:cubicBezTo>
                  <a:cubicBezTo>
                    <a:pt x="179" y="903"/>
                    <a:pt x="184" y="907"/>
                    <a:pt x="185" y="916"/>
                  </a:cubicBezTo>
                  <a:cubicBezTo>
                    <a:pt x="203" y="963"/>
                    <a:pt x="199" y="973"/>
                    <a:pt x="201" y="976"/>
                  </a:cubicBezTo>
                  <a:cubicBezTo>
                    <a:pt x="236" y="1076"/>
                    <a:pt x="226" y="1071"/>
                    <a:pt x="228" y="1064"/>
                  </a:cubicBezTo>
                  <a:cubicBezTo>
                    <a:pt x="218" y="972"/>
                    <a:pt x="212" y="965"/>
                    <a:pt x="213" y="951"/>
                  </a:cubicBezTo>
                  <a:cubicBezTo>
                    <a:pt x="185" y="862"/>
                    <a:pt x="181" y="854"/>
                    <a:pt x="178" y="845"/>
                  </a:cubicBezTo>
                  <a:cubicBezTo>
                    <a:pt x="145" y="767"/>
                    <a:pt x="139" y="762"/>
                    <a:pt x="135" y="755"/>
                  </a:cubicBezTo>
                  <a:cubicBezTo>
                    <a:pt x="119" y="717"/>
                    <a:pt x="114" y="719"/>
                    <a:pt x="112" y="717"/>
                  </a:cubicBezTo>
                  <a:cubicBezTo>
                    <a:pt x="92" y="686"/>
                    <a:pt x="92" y="676"/>
                    <a:pt x="87" y="669"/>
                  </a:cubicBezTo>
                  <a:cubicBezTo>
                    <a:pt x="56" y="621"/>
                    <a:pt x="53" y="614"/>
                    <a:pt x="49" y="607"/>
                  </a:cubicBezTo>
                  <a:cubicBezTo>
                    <a:pt x="41" y="564"/>
                    <a:pt x="41" y="578"/>
                    <a:pt x="47" y="586"/>
                  </a:cubicBezTo>
                  <a:cubicBezTo>
                    <a:pt x="72" y="633"/>
                    <a:pt x="77" y="635"/>
                    <a:pt x="77" y="642"/>
                  </a:cubicBezTo>
                  <a:cubicBezTo>
                    <a:pt x="117" y="700"/>
                    <a:pt x="120" y="711"/>
                    <a:pt x="125" y="720"/>
                  </a:cubicBezTo>
                  <a:cubicBezTo>
                    <a:pt x="136" y="738"/>
                    <a:pt x="138" y="743"/>
                    <a:pt x="143" y="745"/>
                  </a:cubicBezTo>
                  <a:cubicBezTo>
                    <a:pt x="165" y="796"/>
                    <a:pt x="169" y="801"/>
                    <a:pt x="173" y="805"/>
                  </a:cubicBezTo>
                  <a:cubicBezTo>
                    <a:pt x="198" y="877"/>
                    <a:pt x="205" y="880"/>
                    <a:pt x="206" y="888"/>
                  </a:cubicBezTo>
                  <a:cubicBezTo>
                    <a:pt x="210" y="912"/>
                    <a:pt x="215" y="915"/>
                    <a:pt x="216" y="923"/>
                  </a:cubicBezTo>
                  <a:cubicBezTo>
                    <a:pt x="239" y="982"/>
                    <a:pt x="234" y="967"/>
                    <a:pt x="238" y="961"/>
                  </a:cubicBezTo>
                  <a:cubicBezTo>
                    <a:pt x="220" y="890"/>
                    <a:pt x="217" y="886"/>
                    <a:pt x="218" y="876"/>
                  </a:cubicBezTo>
                  <a:cubicBezTo>
                    <a:pt x="175" y="774"/>
                    <a:pt x="176" y="763"/>
                    <a:pt x="173" y="755"/>
                  </a:cubicBezTo>
                  <a:cubicBezTo>
                    <a:pt x="155" y="729"/>
                    <a:pt x="156" y="717"/>
                    <a:pt x="150" y="712"/>
                  </a:cubicBezTo>
                  <a:cubicBezTo>
                    <a:pt x="123" y="663"/>
                    <a:pt x="122" y="653"/>
                    <a:pt x="115" y="649"/>
                  </a:cubicBezTo>
                  <a:cubicBezTo>
                    <a:pt x="86" y="590"/>
                    <a:pt x="85" y="586"/>
                    <a:pt x="85" y="581"/>
                  </a:cubicBezTo>
                  <a:cubicBezTo>
                    <a:pt x="60" y="516"/>
                    <a:pt x="65" y="519"/>
                    <a:pt x="64" y="528"/>
                  </a:cubicBezTo>
                  <a:cubicBezTo>
                    <a:pt x="82" y="567"/>
                    <a:pt x="89" y="567"/>
                    <a:pt x="87" y="576"/>
                  </a:cubicBezTo>
                  <a:cubicBezTo>
                    <a:pt x="102" y="603"/>
                    <a:pt x="102" y="606"/>
                    <a:pt x="105" y="606"/>
                  </a:cubicBezTo>
                  <a:cubicBezTo>
                    <a:pt x="133" y="652"/>
                    <a:pt x="128" y="663"/>
                    <a:pt x="135" y="662"/>
                  </a:cubicBezTo>
                  <a:cubicBezTo>
                    <a:pt x="162" y="716"/>
                    <a:pt x="168" y="721"/>
                    <a:pt x="170" y="730"/>
                  </a:cubicBezTo>
                  <a:cubicBezTo>
                    <a:pt x="201" y="805"/>
                    <a:pt x="206" y="810"/>
                    <a:pt x="208" y="818"/>
                  </a:cubicBezTo>
                  <a:cubicBezTo>
                    <a:pt x="243" y="905"/>
                    <a:pt x="235" y="893"/>
                    <a:pt x="233" y="888"/>
                  </a:cubicBezTo>
                  <a:cubicBezTo>
                    <a:pt x="221" y="836"/>
                    <a:pt x="220" y="828"/>
                    <a:pt x="216" y="823"/>
                  </a:cubicBezTo>
                  <a:cubicBezTo>
                    <a:pt x="173" y="707"/>
                    <a:pt x="173" y="697"/>
                    <a:pt x="170" y="689"/>
                  </a:cubicBezTo>
                  <a:cubicBezTo>
                    <a:pt x="157" y="663"/>
                    <a:pt x="154" y="657"/>
                    <a:pt x="150" y="652"/>
                  </a:cubicBezTo>
                  <a:cubicBezTo>
                    <a:pt x="119" y="602"/>
                    <a:pt x="122" y="594"/>
                    <a:pt x="117" y="594"/>
                  </a:cubicBezTo>
                  <a:cubicBezTo>
                    <a:pt x="119" y="590"/>
                    <a:pt x="124" y="592"/>
                    <a:pt x="125" y="596"/>
                  </a:cubicBezTo>
                  <a:cubicBezTo>
                    <a:pt x="159" y="641"/>
                    <a:pt x="154" y="651"/>
                    <a:pt x="163" y="649"/>
                  </a:cubicBezTo>
                  <a:cubicBezTo>
                    <a:pt x="185" y="694"/>
                    <a:pt x="183" y="708"/>
                    <a:pt x="190" y="712"/>
                  </a:cubicBezTo>
                  <a:cubicBezTo>
                    <a:pt x="211" y="753"/>
                    <a:pt x="208" y="762"/>
                    <a:pt x="213" y="762"/>
                  </a:cubicBezTo>
                  <a:cubicBezTo>
                    <a:pt x="237" y="847"/>
                    <a:pt x="238" y="850"/>
                    <a:pt x="238" y="853"/>
                  </a:cubicBezTo>
                  <a:cubicBezTo>
                    <a:pt x="246" y="870"/>
                    <a:pt x="242" y="860"/>
                    <a:pt x="243" y="855"/>
                  </a:cubicBezTo>
                  <a:cubicBezTo>
                    <a:pt x="231" y="791"/>
                    <a:pt x="232" y="779"/>
                    <a:pt x="228" y="757"/>
                  </a:cubicBezTo>
                  <a:cubicBezTo>
                    <a:pt x="212" y="721"/>
                    <a:pt x="215" y="712"/>
                    <a:pt x="210" y="712"/>
                  </a:cubicBezTo>
                  <a:cubicBezTo>
                    <a:pt x="190" y="661"/>
                    <a:pt x="188" y="652"/>
                    <a:pt x="183" y="647"/>
                  </a:cubicBezTo>
                  <a:cubicBezTo>
                    <a:pt x="162" y="617"/>
                    <a:pt x="161" y="598"/>
                    <a:pt x="150" y="589"/>
                  </a:cubicBezTo>
                  <a:cubicBezTo>
                    <a:pt x="126" y="540"/>
                    <a:pt x="121" y="535"/>
                    <a:pt x="117" y="528"/>
                  </a:cubicBezTo>
                  <a:cubicBezTo>
                    <a:pt x="101" y="492"/>
                    <a:pt x="98" y="489"/>
                    <a:pt x="97" y="486"/>
                  </a:cubicBezTo>
                  <a:cubicBezTo>
                    <a:pt x="80" y="432"/>
                    <a:pt x="73" y="429"/>
                    <a:pt x="74" y="418"/>
                  </a:cubicBezTo>
                  <a:cubicBezTo>
                    <a:pt x="93" y="455"/>
                    <a:pt x="94" y="458"/>
                    <a:pt x="94" y="463"/>
                  </a:cubicBezTo>
                  <a:cubicBezTo>
                    <a:pt x="143" y="547"/>
                    <a:pt x="140" y="555"/>
                    <a:pt x="145" y="556"/>
                  </a:cubicBezTo>
                  <a:cubicBezTo>
                    <a:pt x="164" y="593"/>
                    <a:pt x="170" y="599"/>
                    <a:pt x="173" y="606"/>
                  </a:cubicBezTo>
                  <a:cubicBezTo>
                    <a:pt x="191" y="642"/>
                    <a:pt x="200" y="654"/>
                    <a:pt x="205" y="669"/>
                  </a:cubicBezTo>
                  <a:cubicBezTo>
                    <a:pt x="228" y="720"/>
                    <a:pt x="226" y="733"/>
                    <a:pt x="233" y="737"/>
                  </a:cubicBezTo>
                  <a:cubicBezTo>
                    <a:pt x="244" y="794"/>
                    <a:pt x="247" y="802"/>
                    <a:pt x="246" y="815"/>
                  </a:cubicBezTo>
                  <a:cubicBezTo>
                    <a:pt x="257" y="840"/>
                    <a:pt x="255" y="834"/>
                    <a:pt x="256" y="830"/>
                  </a:cubicBezTo>
                  <a:cubicBezTo>
                    <a:pt x="249" y="738"/>
                    <a:pt x="244" y="737"/>
                    <a:pt x="243" y="732"/>
                  </a:cubicBezTo>
                  <a:cubicBezTo>
                    <a:pt x="217" y="655"/>
                    <a:pt x="208" y="642"/>
                    <a:pt x="203" y="624"/>
                  </a:cubicBezTo>
                  <a:cubicBezTo>
                    <a:pt x="179" y="566"/>
                    <a:pt x="170" y="562"/>
                    <a:pt x="170" y="551"/>
                  </a:cubicBezTo>
                  <a:cubicBezTo>
                    <a:pt x="156" y="511"/>
                    <a:pt x="145" y="501"/>
                    <a:pt x="142" y="483"/>
                  </a:cubicBezTo>
                  <a:cubicBezTo>
                    <a:pt x="140" y="458"/>
                    <a:pt x="142" y="465"/>
                    <a:pt x="145" y="471"/>
                  </a:cubicBezTo>
                  <a:cubicBezTo>
                    <a:pt x="163" y="523"/>
                    <a:pt x="171" y="533"/>
                    <a:pt x="175" y="546"/>
                  </a:cubicBezTo>
                  <a:cubicBezTo>
                    <a:pt x="196" y="591"/>
                    <a:pt x="206" y="598"/>
                    <a:pt x="208" y="614"/>
                  </a:cubicBezTo>
                  <a:cubicBezTo>
                    <a:pt x="231" y="662"/>
                    <a:pt x="236" y="674"/>
                    <a:pt x="241" y="687"/>
                  </a:cubicBezTo>
                  <a:cubicBezTo>
                    <a:pt x="252" y="718"/>
                    <a:pt x="249" y="725"/>
                    <a:pt x="253" y="725"/>
                  </a:cubicBezTo>
                  <a:cubicBezTo>
                    <a:pt x="268" y="760"/>
                    <a:pt x="259" y="754"/>
                    <a:pt x="261" y="750"/>
                  </a:cubicBezTo>
                  <a:cubicBezTo>
                    <a:pt x="260" y="703"/>
                    <a:pt x="254" y="700"/>
                    <a:pt x="258" y="692"/>
                  </a:cubicBezTo>
                  <a:cubicBezTo>
                    <a:pt x="248" y="658"/>
                    <a:pt x="249" y="652"/>
                    <a:pt x="246" y="652"/>
                  </a:cubicBezTo>
                  <a:cubicBezTo>
                    <a:pt x="229" y="597"/>
                    <a:pt x="228" y="593"/>
                    <a:pt x="228" y="589"/>
                  </a:cubicBezTo>
                  <a:cubicBezTo>
                    <a:pt x="211" y="547"/>
                    <a:pt x="207" y="538"/>
                    <a:pt x="203" y="528"/>
                  </a:cubicBezTo>
                  <a:cubicBezTo>
                    <a:pt x="186" y="481"/>
                    <a:pt x="179" y="480"/>
                    <a:pt x="180" y="473"/>
                  </a:cubicBezTo>
                  <a:cubicBezTo>
                    <a:pt x="156" y="407"/>
                    <a:pt x="153" y="397"/>
                    <a:pt x="150" y="387"/>
                  </a:cubicBezTo>
                  <a:cubicBezTo>
                    <a:pt x="147" y="345"/>
                    <a:pt x="152" y="348"/>
                    <a:pt x="150" y="357"/>
                  </a:cubicBezTo>
                  <a:cubicBezTo>
                    <a:pt x="176" y="446"/>
                    <a:pt x="183" y="456"/>
                    <a:pt x="188" y="468"/>
                  </a:cubicBezTo>
                  <a:cubicBezTo>
                    <a:pt x="206" y="507"/>
                    <a:pt x="205" y="512"/>
                    <a:pt x="205" y="516"/>
                  </a:cubicBezTo>
                  <a:cubicBezTo>
                    <a:pt x="224" y="553"/>
                    <a:pt x="228" y="566"/>
                    <a:pt x="233" y="579"/>
                  </a:cubicBezTo>
                  <a:cubicBezTo>
                    <a:pt x="232" y="555"/>
                    <a:pt x="229" y="552"/>
                    <a:pt x="228" y="546"/>
                  </a:cubicBezTo>
                  <a:cubicBezTo>
                    <a:pt x="212" y="499"/>
                    <a:pt x="215" y="491"/>
                    <a:pt x="210" y="491"/>
                  </a:cubicBezTo>
                  <a:cubicBezTo>
                    <a:pt x="198" y="374"/>
                    <a:pt x="193" y="371"/>
                    <a:pt x="198" y="360"/>
                  </a:cubicBezTo>
                  <a:cubicBezTo>
                    <a:pt x="209" y="429"/>
                    <a:pt x="211" y="465"/>
                    <a:pt x="223" y="491"/>
                  </a:cubicBezTo>
                  <a:cubicBezTo>
                    <a:pt x="280" y="680"/>
                    <a:pt x="276" y="677"/>
                    <a:pt x="276" y="674"/>
                  </a:cubicBezTo>
                  <a:cubicBezTo>
                    <a:pt x="265" y="621"/>
                    <a:pt x="263" y="596"/>
                    <a:pt x="256" y="576"/>
                  </a:cubicBezTo>
                  <a:cubicBezTo>
                    <a:pt x="238" y="489"/>
                    <a:pt x="237" y="484"/>
                    <a:pt x="233" y="481"/>
                  </a:cubicBezTo>
                  <a:cubicBezTo>
                    <a:pt x="229" y="441"/>
                    <a:pt x="223" y="426"/>
                    <a:pt x="223" y="415"/>
                  </a:cubicBezTo>
                  <a:cubicBezTo>
                    <a:pt x="215" y="326"/>
                    <a:pt x="215" y="313"/>
                    <a:pt x="215" y="299"/>
                  </a:cubicBezTo>
                  <a:cubicBezTo>
                    <a:pt x="216" y="264"/>
                    <a:pt x="215" y="246"/>
                    <a:pt x="215" y="229"/>
                  </a:cubicBezTo>
                  <a:cubicBezTo>
                    <a:pt x="220" y="243"/>
                    <a:pt x="217" y="244"/>
                    <a:pt x="220" y="252"/>
                  </a:cubicBezTo>
                  <a:cubicBezTo>
                    <a:pt x="227" y="394"/>
                    <a:pt x="231" y="403"/>
                    <a:pt x="230" y="418"/>
                  </a:cubicBezTo>
                  <a:cubicBezTo>
                    <a:pt x="241" y="471"/>
                    <a:pt x="249" y="489"/>
                    <a:pt x="253" y="511"/>
                  </a:cubicBezTo>
                  <a:cubicBezTo>
                    <a:pt x="269" y="599"/>
                    <a:pt x="275" y="599"/>
                    <a:pt x="273" y="606"/>
                  </a:cubicBezTo>
                  <a:cubicBezTo>
                    <a:pt x="283" y="651"/>
                    <a:pt x="286" y="652"/>
                    <a:pt x="286" y="672"/>
                  </a:cubicBezTo>
                  <a:cubicBezTo>
                    <a:pt x="296" y="620"/>
                    <a:pt x="298" y="608"/>
                    <a:pt x="293" y="589"/>
                  </a:cubicBezTo>
                  <a:cubicBezTo>
                    <a:pt x="280" y="509"/>
                    <a:pt x="286" y="493"/>
                    <a:pt x="281" y="488"/>
                  </a:cubicBezTo>
                  <a:cubicBezTo>
                    <a:pt x="267" y="299"/>
                    <a:pt x="263" y="266"/>
                    <a:pt x="268" y="241"/>
                  </a:cubicBezTo>
                  <a:cubicBezTo>
                    <a:pt x="274" y="196"/>
                    <a:pt x="264" y="191"/>
                    <a:pt x="270" y="186"/>
                  </a:cubicBezTo>
                  <a:cubicBezTo>
                    <a:pt x="277" y="197"/>
                    <a:pt x="273" y="206"/>
                    <a:pt x="273" y="216"/>
                  </a:cubicBezTo>
                  <a:cubicBezTo>
                    <a:pt x="276" y="229"/>
                    <a:pt x="273" y="230"/>
                    <a:pt x="273" y="239"/>
                  </a:cubicBezTo>
                  <a:cubicBezTo>
                    <a:pt x="284" y="423"/>
                    <a:pt x="283" y="439"/>
                    <a:pt x="286" y="453"/>
                  </a:cubicBezTo>
                  <a:cubicBezTo>
                    <a:pt x="292" y="522"/>
                    <a:pt x="304" y="540"/>
                    <a:pt x="303" y="574"/>
                  </a:cubicBezTo>
                  <a:cubicBezTo>
                    <a:pt x="306" y="533"/>
                    <a:pt x="306" y="521"/>
                    <a:pt x="306" y="508"/>
                  </a:cubicBezTo>
                  <a:cubicBezTo>
                    <a:pt x="292" y="325"/>
                    <a:pt x="289" y="308"/>
                    <a:pt x="291" y="292"/>
                  </a:cubicBezTo>
                  <a:cubicBezTo>
                    <a:pt x="285" y="226"/>
                    <a:pt x="289" y="223"/>
                    <a:pt x="288" y="209"/>
                  </a:cubicBezTo>
                  <a:cubicBezTo>
                    <a:pt x="293" y="131"/>
                    <a:pt x="295" y="122"/>
                    <a:pt x="296" y="111"/>
                  </a:cubicBezTo>
                  <a:cubicBezTo>
                    <a:pt x="296" y="107"/>
                    <a:pt x="305" y="125"/>
                    <a:pt x="298" y="126"/>
                  </a:cubicBezTo>
                  <a:cubicBezTo>
                    <a:pt x="292" y="226"/>
                    <a:pt x="298" y="243"/>
                    <a:pt x="296" y="259"/>
                  </a:cubicBezTo>
                  <a:cubicBezTo>
                    <a:pt x="303" y="366"/>
                    <a:pt x="309" y="397"/>
                    <a:pt x="308" y="435"/>
                  </a:cubicBezTo>
                  <a:cubicBezTo>
                    <a:pt x="323" y="474"/>
                    <a:pt x="314" y="470"/>
                    <a:pt x="316" y="465"/>
                  </a:cubicBezTo>
                  <a:cubicBezTo>
                    <a:pt x="318" y="444"/>
                    <a:pt x="318" y="439"/>
                    <a:pt x="318" y="435"/>
                  </a:cubicBezTo>
                  <a:cubicBezTo>
                    <a:pt x="316" y="396"/>
                    <a:pt x="316" y="392"/>
                    <a:pt x="316" y="387"/>
                  </a:cubicBezTo>
                  <a:cubicBezTo>
                    <a:pt x="315" y="330"/>
                    <a:pt x="313" y="324"/>
                    <a:pt x="313" y="319"/>
                  </a:cubicBezTo>
                  <a:cubicBezTo>
                    <a:pt x="318" y="200"/>
                    <a:pt x="323" y="199"/>
                    <a:pt x="321" y="191"/>
                  </a:cubicBezTo>
                  <a:cubicBezTo>
                    <a:pt x="325" y="160"/>
                    <a:pt x="320" y="150"/>
                    <a:pt x="326" y="151"/>
                  </a:cubicBezTo>
                  <a:cubicBezTo>
                    <a:pt x="333" y="137"/>
                    <a:pt x="331" y="147"/>
                    <a:pt x="328" y="156"/>
                  </a:cubicBezTo>
                  <a:cubicBezTo>
                    <a:pt x="322" y="246"/>
                    <a:pt x="326" y="266"/>
                    <a:pt x="321" y="277"/>
                  </a:cubicBezTo>
                  <a:cubicBezTo>
                    <a:pt x="324" y="351"/>
                    <a:pt x="322" y="357"/>
                    <a:pt x="326" y="357"/>
                  </a:cubicBezTo>
                  <a:cubicBezTo>
                    <a:pt x="328" y="453"/>
                    <a:pt x="326" y="458"/>
                    <a:pt x="326" y="463"/>
                  </a:cubicBezTo>
                  <a:cubicBezTo>
                    <a:pt x="338" y="484"/>
                    <a:pt x="338" y="481"/>
                    <a:pt x="339" y="478"/>
                  </a:cubicBezTo>
                  <a:cubicBezTo>
                    <a:pt x="339" y="467"/>
                    <a:pt x="338" y="461"/>
                    <a:pt x="339" y="453"/>
                  </a:cubicBezTo>
                  <a:cubicBezTo>
                    <a:pt x="339" y="390"/>
                    <a:pt x="345" y="391"/>
                    <a:pt x="344" y="385"/>
                  </a:cubicBezTo>
                  <a:cubicBezTo>
                    <a:pt x="344" y="252"/>
                    <a:pt x="346" y="241"/>
                    <a:pt x="346" y="229"/>
                  </a:cubicBezTo>
                  <a:cubicBezTo>
                    <a:pt x="373" y="110"/>
                    <a:pt x="371" y="102"/>
                    <a:pt x="374" y="98"/>
                  </a:cubicBezTo>
                  <a:cubicBezTo>
                    <a:pt x="379" y="60"/>
                    <a:pt x="385" y="60"/>
                    <a:pt x="384" y="53"/>
                  </a:cubicBezTo>
                  <a:cubicBezTo>
                    <a:pt x="397" y="11"/>
                    <a:pt x="405" y="24"/>
                    <a:pt x="399" y="22"/>
                  </a:cubicBezTo>
                  <a:cubicBezTo>
                    <a:pt x="374" y="102"/>
                    <a:pt x="383" y="117"/>
                    <a:pt x="376" y="116"/>
                  </a:cubicBezTo>
                  <a:cubicBezTo>
                    <a:pt x="367" y="192"/>
                    <a:pt x="355" y="232"/>
                    <a:pt x="351" y="272"/>
                  </a:cubicBezTo>
                  <a:cubicBezTo>
                    <a:pt x="351" y="359"/>
                    <a:pt x="355" y="369"/>
                    <a:pt x="354" y="372"/>
                  </a:cubicBezTo>
                  <a:cubicBezTo>
                    <a:pt x="351" y="399"/>
                    <a:pt x="351" y="403"/>
                    <a:pt x="351" y="407"/>
                  </a:cubicBezTo>
                  <a:cubicBezTo>
                    <a:pt x="362" y="364"/>
                    <a:pt x="358" y="351"/>
                    <a:pt x="364" y="347"/>
                  </a:cubicBezTo>
                  <a:cubicBezTo>
                    <a:pt x="368" y="321"/>
                    <a:pt x="368" y="314"/>
                    <a:pt x="371" y="314"/>
                  </a:cubicBezTo>
                  <a:cubicBezTo>
                    <a:pt x="390" y="172"/>
                    <a:pt x="402" y="149"/>
                    <a:pt x="404" y="116"/>
                  </a:cubicBezTo>
                  <a:cubicBezTo>
                    <a:pt x="432" y="41"/>
                    <a:pt x="427" y="40"/>
                    <a:pt x="429" y="48"/>
                  </a:cubicBezTo>
                  <a:cubicBezTo>
                    <a:pt x="403" y="151"/>
                    <a:pt x="400" y="182"/>
                    <a:pt x="396" y="221"/>
                  </a:cubicBezTo>
                  <a:cubicBezTo>
                    <a:pt x="369" y="402"/>
                    <a:pt x="368" y="392"/>
                    <a:pt x="374" y="387"/>
                  </a:cubicBezTo>
                  <a:cubicBezTo>
                    <a:pt x="381" y="362"/>
                    <a:pt x="384" y="355"/>
                    <a:pt x="386" y="347"/>
                  </a:cubicBezTo>
                  <a:cubicBezTo>
                    <a:pt x="421" y="286"/>
                    <a:pt x="421" y="276"/>
                    <a:pt x="426" y="272"/>
                  </a:cubicBezTo>
                  <a:cubicBezTo>
                    <a:pt x="463" y="190"/>
                    <a:pt x="470" y="184"/>
                    <a:pt x="472" y="173"/>
                  </a:cubicBezTo>
                  <a:cubicBezTo>
                    <a:pt x="478" y="175"/>
                    <a:pt x="469" y="199"/>
                    <a:pt x="462" y="224"/>
                  </a:cubicBezTo>
                  <a:cubicBezTo>
                    <a:pt x="446" y="260"/>
                    <a:pt x="442" y="261"/>
                    <a:pt x="442" y="261"/>
                  </a:cubicBezTo>
                  <a:cubicBezTo>
                    <a:pt x="417" y="299"/>
                    <a:pt x="417" y="319"/>
                    <a:pt x="406" y="329"/>
                  </a:cubicBezTo>
                  <a:cubicBezTo>
                    <a:pt x="393" y="372"/>
                    <a:pt x="394" y="370"/>
                    <a:pt x="396" y="370"/>
                  </a:cubicBezTo>
                  <a:cubicBezTo>
                    <a:pt x="423" y="330"/>
                    <a:pt x="433" y="319"/>
                    <a:pt x="437" y="302"/>
                  </a:cubicBezTo>
                  <a:cubicBezTo>
                    <a:pt x="464" y="262"/>
                    <a:pt x="464" y="255"/>
                    <a:pt x="467" y="251"/>
                  </a:cubicBezTo>
                  <a:cubicBezTo>
                    <a:pt x="504" y="170"/>
                    <a:pt x="509" y="151"/>
                    <a:pt x="512" y="128"/>
                  </a:cubicBezTo>
                  <a:cubicBezTo>
                    <a:pt x="522" y="92"/>
                    <a:pt x="522" y="99"/>
                    <a:pt x="522" y="105"/>
                  </a:cubicBezTo>
                  <a:cubicBezTo>
                    <a:pt x="496" y="217"/>
                    <a:pt x="493" y="220"/>
                    <a:pt x="492" y="224"/>
                  </a:cubicBezTo>
                  <a:cubicBezTo>
                    <a:pt x="470" y="268"/>
                    <a:pt x="468" y="270"/>
                    <a:pt x="467" y="274"/>
                  </a:cubicBezTo>
                  <a:cubicBezTo>
                    <a:pt x="460" y="300"/>
                    <a:pt x="449" y="294"/>
                    <a:pt x="452" y="302"/>
                  </a:cubicBezTo>
                  <a:cubicBezTo>
                    <a:pt x="426" y="346"/>
                    <a:pt x="419" y="348"/>
                    <a:pt x="419" y="357"/>
                  </a:cubicBezTo>
                  <a:cubicBezTo>
                    <a:pt x="377" y="415"/>
                    <a:pt x="378" y="425"/>
                    <a:pt x="369" y="425"/>
                  </a:cubicBezTo>
                  <a:cubicBezTo>
                    <a:pt x="358" y="467"/>
                    <a:pt x="351" y="467"/>
                    <a:pt x="354" y="475"/>
                  </a:cubicBezTo>
                  <a:cubicBezTo>
                    <a:pt x="367" y="453"/>
                    <a:pt x="377" y="450"/>
                    <a:pt x="379" y="438"/>
                  </a:cubicBezTo>
                  <a:cubicBezTo>
                    <a:pt x="409" y="380"/>
                    <a:pt x="416" y="379"/>
                    <a:pt x="417" y="372"/>
                  </a:cubicBezTo>
                  <a:cubicBezTo>
                    <a:pt x="432" y="354"/>
                    <a:pt x="437" y="346"/>
                    <a:pt x="442" y="337"/>
                  </a:cubicBezTo>
                  <a:cubicBezTo>
                    <a:pt x="466" y="307"/>
                    <a:pt x="467" y="295"/>
                    <a:pt x="477" y="292"/>
                  </a:cubicBezTo>
                  <a:cubicBezTo>
                    <a:pt x="499" y="244"/>
                    <a:pt x="508" y="247"/>
                    <a:pt x="507" y="239"/>
                  </a:cubicBezTo>
                  <a:cubicBezTo>
                    <a:pt x="524" y="202"/>
                    <a:pt x="526" y="190"/>
                    <a:pt x="532" y="183"/>
                  </a:cubicBezTo>
                  <a:cubicBezTo>
                    <a:pt x="548" y="92"/>
                    <a:pt x="554" y="90"/>
                    <a:pt x="550" y="85"/>
                  </a:cubicBezTo>
                  <a:cubicBezTo>
                    <a:pt x="558" y="74"/>
                    <a:pt x="553" y="90"/>
                    <a:pt x="555" y="113"/>
                  </a:cubicBezTo>
                  <a:cubicBezTo>
                    <a:pt x="542" y="172"/>
                    <a:pt x="541" y="178"/>
                    <a:pt x="537" y="181"/>
                  </a:cubicBezTo>
                  <a:cubicBezTo>
                    <a:pt x="505" y="263"/>
                    <a:pt x="501" y="266"/>
                    <a:pt x="499" y="271"/>
                  </a:cubicBezTo>
                  <a:cubicBezTo>
                    <a:pt x="484" y="295"/>
                    <a:pt x="484" y="297"/>
                    <a:pt x="482" y="297"/>
                  </a:cubicBezTo>
                  <a:cubicBezTo>
                    <a:pt x="457" y="329"/>
                    <a:pt x="455" y="341"/>
                    <a:pt x="447" y="347"/>
                  </a:cubicBezTo>
                  <a:cubicBezTo>
                    <a:pt x="407" y="407"/>
                    <a:pt x="403" y="417"/>
                    <a:pt x="399" y="428"/>
                  </a:cubicBezTo>
                  <a:cubicBezTo>
                    <a:pt x="366" y="495"/>
                    <a:pt x="355" y="497"/>
                    <a:pt x="354" y="511"/>
                  </a:cubicBezTo>
                  <a:cubicBezTo>
                    <a:pt x="335" y="549"/>
                    <a:pt x="325" y="553"/>
                    <a:pt x="326" y="569"/>
                  </a:cubicBezTo>
                  <a:cubicBezTo>
                    <a:pt x="362" y="513"/>
                    <a:pt x="363" y="500"/>
                    <a:pt x="369" y="493"/>
                  </a:cubicBezTo>
                  <a:cubicBezTo>
                    <a:pt x="404" y="438"/>
                    <a:pt x="412" y="433"/>
                    <a:pt x="414" y="423"/>
                  </a:cubicBezTo>
                  <a:cubicBezTo>
                    <a:pt x="432" y="393"/>
                    <a:pt x="442" y="397"/>
                    <a:pt x="439" y="387"/>
                  </a:cubicBezTo>
                  <a:cubicBezTo>
                    <a:pt x="476" y="345"/>
                    <a:pt x="475" y="336"/>
                    <a:pt x="482" y="334"/>
                  </a:cubicBezTo>
                  <a:cubicBezTo>
                    <a:pt x="503" y="295"/>
                    <a:pt x="509" y="292"/>
                    <a:pt x="512" y="287"/>
                  </a:cubicBezTo>
                  <a:cubicBezTo>
                    <a:pt x="539" y="245"/>
                    <a:pt x="539" y="228"/>
                    <a:pt x="547" y="219"/>
                  </a:cubicBezTo>
                  <a:cubicBezTo>
                    <a:pt x="562" y="165"/>
                    <a:pt x="567" y="153"/>
                    <a:pt x="570" y="138"/>
                  </a:cubicBezTo>
                  <a:cubicBezTo>
                    <a:pt x="577" y="72"/>
                    <a:pt x="586" y="67"/>
                    <a:pt x="585" y="57"/>
                  </a:cubicBezTo>
                  <a:cubicBezTo>
                    <a:pt x="585" y="94"/>
                    <a:pt x="579" y="99"/>
                    <a:pt x="580" y="110"/>
                  </a:cubicBezTo>
                  <a:cubicBezTo>
                    <a:pt x="567" y="189"/>
                    <a:pt x="560" y="188"/>
                    <a:pt x="562" y="196"/>
                  </a:cubicBezTo>
                  <a:cubicBezTo>
                    <a:pt x="550" y="239"/>
                    <a:pt x="538" y="250"/>
                    <a:pt x="535" y="269"/>
                  </a:cubicBezTo>
                  <a:cubicBezTo>
                    <a:pt x="506" y="321"/>
                    <a:pt x="500" y="322"/>
                    <a:pt x="500" y="329"/>
                  </a:cubicBezTo>
                  <a:cubicBezTo>
                    <a:pt x="467" y="374"/>
                    <a:pt x="461" y="376"/>
                    <a:pt x="457" y="380"/>
                  </a:cubicBezTo>
                  <a:cubicBezTo>
                    <a:pt x="427" y="424"/>
                    <a:pt x="425" y="427"/>
                    <a:pt x="424" y="430"/>
                  </a:cubicBezTo>
                  <a:cubicBezTo>
                    <a:pt x="401" y="471"/>
                    <a:pt x="394" y="474"/>
                    <a:pt x="391" y="480"/>
                  </a:cubicBezTo>
                  <a:cubicBezTo>
                    <a:pt x="381" y="509"/>
                    <a:pt x="381" y="506"/>
                    <a:pt x="381" y="503"/>
                  </a:cubicBezTo>
                  <a:cubicBezTo>
                    <a:pt x="415" y="463"/>
                    <a:pt x="421" y="454"/>
                    <a:pt x="429" y="448"/>
                  </a:cubicBezTo>
                  <a:cubicBezTo>
                    <a:pt x="442" y="427"/>
                    <a:pt x="447" y="428"/>
                    <a:pt x="447" y="425"/>
                  </a:cubicBezTo>
                  <a:cubicBezTo>
                    <a:pt x="472" y="394"/>
                    <a:pt x="479" y="387"/>
                    <a:pt x="484" y="380"/>
                  </a:cubicBezTo>
                  <a:cubicBezTo>
                    <a:pt x="504" y="353"/>
                    <a:pt x="508" y="349"/>
                    <a:pt x="512" y="347"/>
                  </a:cubicBezTo>
                  <a:cubicBezTo>
                    <a:pt x="538" y="309"/>
                    <a:pt x="541" y="301"/>
                    <a:pt x="545" y="294"/>
                  </a:cubicBezTo>
                  <a:cubicBezTo>
                    <a:pt x="559" y="253"/>
                    <a:pt x="562" y="251"/>
                    <a:pt x="567" y="251"/>
                  </a:cubicBezTo>
                  <a:cubicBezTo>
                    <a:pt x="523" y="343"/>
                    <a:pt x="520" y="354"/>
                    <a:pt x="512" y="360"/>
                  </a:cubicBezTo>
                  <a:cubicBezTo>
                    <a:pt x="483" y="397"/>
                    <a:pt x="482" y="399"/>
                    <a:pt x="482" y="402"/>
                  </a:cubicBezTo>
                  <a:cubicBezTo>
                    <a:pt x="463" y="420"/>
                    <a:pt x="460" y="424"/>
                    <a:pt x="459" y="430"/>
                  </a:cubicBezTo>
                  <a:cubicBezTo>
                    <a:pt x="433" y="460"/>
                    <a:pt x="432" y="462"/>
                    <a:pt x="429" y="463"/>
                  </a:cubicBezTo>
                  <a:cubicBezTo>
                    <a:pt x="403" y="503"/>
                    <a:pt x="395" y="502"/>
                    <a:pt x="394" y="508"/>
                  </a:cubicBezTo>
                  <a:cubicBezTo>
                    <a:pt x="360" y="548"/>
                    <a:pt x="356" y="558"/>
                    <a:pt x="351" y="566"/>
                  </a:cubicBezTo>
                  <a:cubicBezTo>
                    <a:pt x="315" y="653"/>
                    <a:pt x="316" y="649"/>
                    <a:pt x="319" y="649"/>
                  </a:cubicBezTo>
                  <a:cubicBezTo>
                    <a:pt x="332" y="628"/>
                    <a:pt x="333" y="622"/>
                    <a:pt x="336" y="619"/>
                  </a:cubicBezTo>
                  <a:cubicBezTo>
                    <a:pt x="367" y="582"/>
                    <a:pt x="371" y="575"/>
                    <a:pt x="376" y="568"/>
                  </a:cubicBezTo>
                  <a:cubicBezTo>
                    <a:pt x="394" y="542"/>
                    <a:pt x="402" y="543"/>
                    <a:pt x="402" y="536"/>
                  </a:cubicBezTo>
                  <a:cubicBezTo>
                    <a:pt x="438" y="505"/>
                    <a:pt x="438" y="494"/>
                    <a:pt x="447" y="490"/>
                  </a:cubicBezTo>
                  <a:cubicBezTo>
                    <a:pt x="471" y="464"/>
                    <a:pt x="471" y="452"/>
                    <a:pt x="479" y="448"/>
                  </a:cubicBezTo>
                  <a:cubicBezTo>
                    <a:pt x="500" y="419"/>
                    <a:pt x="504" y="411"/>
                    <a:pt x="510" y="405"/>
                  </a:cubicBezTo>
                  <a:cubicBezTo>
                    <a:pt x="544" y="340"/>
                    <a:pt x="544" y="334"/>
                    <a:pt x="547" y="332"/>
                  </a:cubicBezTo>
                  <a:cubicBezTo>
                    <a:pt x="576" y="260"/>
                    <a:pt x="573" y="249"/>
                    <a:pt x="577" y="244"/>
                  </a:cubicBezTo>
                  <a:cubicBezTo>
                    <a:pt x="586" y="197"/>
                    <a:pt x="588" y="164"/>
                    <a:pt x="595" y="135"/>
                  </a:cubicBezTo>
                  <a:cubicBezTo>
                    <a:pt x="594" y="196"/>
                    <a:pt x="589" y="206"/>
                    <a:pt x="590" y="224"/>
                  </a:cubicBezTo>
                  <a:cubicBezTo>
                    <a:pt x="572" y="286"/>
                    <a:pt x="575" y="297"/>
                    <a:pt x="570" y="299"/>
                  </a:cubicBezTo>
                  <a:cubicBezTo>
                    <a:pt x="537" y="378"/>
                    <a:pt x="533" y="389"/>
                    <a:pt x="525" y="397"/>
                  </a:cubicBezTo>
                  <a:cubicBezTo>
                    <a:pt x="506" y="431"/>
                    <a:pt x="503" y="431"/>
                    <a:pt x="502" y="435"/>
                  </a:cubicBezTo>
                  <a:cubicBezTo>
                    <a:pt x="485" y="464"/>
                    <a:pt x="476" y="464"/>
                    <a:pt x="477" y="473"/>
                  </a:cubicBezTo>
                  <a:cubicBezTo>
                    <a:pt x="452" y="503"/>
                    <a:pt x="446" y="505"/>
                    <a:pt x="442" y="508"/>
                  </a:cubicBezTo>
                  <a:cubicBezTo>
                    <a:pt x="424" y="523"/>
                    <a:pt x="427" y="534"/>
                    <a:pt x="419" y="533"/>
                  </a:cubicBezTo>
                  <a:cubicBezTo>
                    <a:pt x="337" y="645"/>
                    <a:pt x="338" y="641"/>
                    <a:pt x="341" y="641"/>
                  </a:cubicBezTo>
                  <a:cubicBezTo>
                    <a:pt x="357" y="630"/>
                    <a:pt x="354" y="622"/>
                    <a:pt x="359" y="621"/>
                  </a:cubicBezTo>
                  <a:cubicBezTo>
                    <a:pt x="419" y="562"/>
                    <a:pt x="442" y="543"/>
                    <a:pt x="459" y="518"/>
                  </a:cubicBezTo>
                  <a:cubicBezTo>
                    <a:pt x="475" y="496"/>
                    <a:pt x="482" y="498"/>
                    <a:pt x="482" y="493"/>
                  </a:cubicBezTo>
                  <a:cubicBezTo>
                    <a:pt x="501" y="474"/>
                    <a:pt x="503" y="471"/>
                    <a:pt x="505" y="468"/>
                  </a:cubicBezTo>
                  <a:cubicBezTo>
                    <a:pt x="547" y="407"/>
                    <a:pt x="552" y="402"/>
                    <a:pt x="557" y="397"/>
                  </a:cubicBezTo>
                  <a:cubicBezTo>
                    <a:pt x="585" y="334"/>
                    <a:pt x="592" y="336"/>
                    <a:pt x="590" y="329"/>
                  </a:cubicBezTo>
                  <a:cubicBezTo>
                    <a:pt x="604" y="294"/>
                    <a:pt x="606" y="286"/>
                    <a:pt x="610" y="281"/>
                  </a:cubicBezTo>
                  <a:cubicBezTo>
                    <a:pt x="629" y="217"/>
                    <a:pt x="627" y="222"/>
                    <a:pt x="628" y="226"/>
                  </a:cubicBezTo>
                  <a:cubicBezTo>
                    <a:pt x="614" y="259"/>
                    <a:pt x="624" y="266"/>
                    <a:pt x="618" y="269"/>
                  </a:cubicBezTo>
                  <a:cubicBezTo>
                    <a:pt x="600" y="334"/>
                    <a:pt x="592" y="341"/>
                    <a:pt x="590" y="354"/>
                  </a:cubicBezTo>
                  <a:cubicBezTo>
                    <a:pt x="569" y="389"/>
                    <a:pt x="569" y="396"/>
                    <a:pt x="565" y="400"/>
                  </a:cubicBezTo>
                  <a:cubicBezTo>
                    <a:pt x="539" y="449"/>
                    <a:pt x="528" y="446"/>
                    <a:pt x="530" y="455"/>
                  </a:cubicBezTo>
                  <a:cubicBezTo>
                    <a:pt x="494" y="498"/>
                    <a:pt x="491" y="501"/>
                    <a:pt x="487" y="505"/>
                  </a:cubicBezTo>
                  <a:cubicBezTo>
                    <a:pt x="467" y="523"/>
                    <a:pt x="465" y="536"/>
                    <a:pt x="454" y="541"/>
                  </a:cubicBezTo>
                  <a:cubicBezTo>
                    <a:pt x="435" y="560"/>
                    <a:pt x="434" y="562"/>
                    <a:pt x="434" y="566"/>
                  </a:cubicBezTo>
                  <a:cubicBezTo>
                    <a:pt x="409" y="593"/>
                    <a:pt x="397" y="589"/>
                    <a:pt x="399" y="599"/>
                  </a:cubicBezTo>
                  <a:cubicBezTo>
                    <a:pt x="371" y="623"/>
                    <a:pt x="367" y="627"/>
                    <a:pt x="364" y="631"/>
                  </a:cubicBezTo>
                  <a:cubicBezTo>
                    <a:pt x="347" y="653"/>
                    <a:pt x="344" y="654"/>
                    <a:pt x="341" y="654"/>
                  </a:cubicBezTo>
                  <a:cubicBezTo>
                    <a:pt x="306" y="715"/>
                    <a:pt x="304" y="720"/>
                    <a:pt x="301" y="722"/>
                  </a:cubicBezTo>
                  <a:cubicBezTo>
                    <a:pt x="296" y="747"/>
                    <a:pt x="297" y="745"/>
                    <a:pt x="299" y="745"/>
                  </a:cubicBezTo>
                  <a:cubicBezTo>
                    <a:pt x="318" y="708"/>
                    <a:pt x="325" y="704"/>
                    <a:pt x="329" y="697"/>
                  </a:cubicBezTo>
                  <a:cubicBezTo>
                    <a:pt x="354" y="669"/>
                    <a:pt x="351" y="661"/>
                    <a:pt x="356" y="662"/>
                  </a:cubicBezTo>
                  <a:cubicBezTo>
                    <a:pt x="380" y="634"/>
                    <a:pt x="389" y="622"/>
                    <a:pt x="399" y="611"/>
                  </a:cubicBezTo>
                  <a:cubicBezTo>
                    <a:pt x="461" y="555"/>
                    <a:pt x="469" y="552"/>
                    <a:pt x="472" y="543"/>
                  </a:cubicBezTo>
                  <a:cubicBezTo>
                    <a:pt x="512" y="507"/>
                    <a:pt x="513" y="503"/>
                    <a:pt x="520" y="503"/>
                  </a:cubicBezTo>
                  <a:cubicBezTo>
                    <a:pt x="550" y="469"/>
                    <a:pt x="557" y="461"/>
                    <a:pt x="565" y="455"/>
                  </a:cubicBezTo>
                  <a:cubicBezTo>
                    <a:pt x="598" y="394"/>
                    <a:pt x="603" y="386"/>
                    <a:pt x="610" y="380"/>
                  </a:cubicBezTo>
                  <a:cubicBezTo>
                    <a:pt x="617" y="354"/>
                    <a:pt x="618" y="350"/>
                    <a:pt x="623" y="349"/>
                  </a:cubicBezTo>
                  <a:cubicBezTo>
                    <a:pt x="643" y="301"/>
                    <a:pt x="640" y="315"/>
                    <a:pt x="638" y="317"/>
                  </a:cubicBezTo>
                  <a:cubicBezTo>
                    <a:pt x="614" y="376"/>
                    <a:pt x="614" y="391"/>
                    <a:pt x="605" y="397"/>
                  </a:cubicBezTo>
                  <a:cubicBezTo>
                    <a:pt x="571" y="455"/>
                    <a:pt x="568" y="462"/>
                    <a:pt x="565" y="470"/>
                  </a:cubicBezTo>
                  <a:cubicBezTo>
                    <a:pt x="543" y="489"/>
                    <a:pt x="545" y="498"/>
                    <a:pt x="537" y="495"/>
                  </a:cubicBezTo>
                  <a:cubicBezTo>
                    <a:pt x="520" y="516"/>
                    <a:pt x="516" y="518"/>
                    <a:pt x="512" y="521"/>
                  </a:cubicBezTo>
                  <a:cubicBezTo>
                    <a:pt x="488" y="541"/>
                    <a:pt x="485" y="549"/>
                    <a:pt x="477" y="553"/>
                  </a:cubicBezTo>
                  <a:cubicBezTo>
                    <a:pt x="451" y="584"/>
                    <a:pt x="445" y="583"/>
                    <a:pt x="444" y="589"/>
                  </a:cubicBezTo>
                  <a:cubicBezTo>
                    <a:pt x="416" y="615"/>
                    <a:pt x="402" y="624"/>
                    <a:pt x="392" y="636"/>
                  </a:cubicBezTo>
                  <a:cubicBezTo>
                    <a:pt x="369" y="660"/>
                    <a:pt x="366" y="668"/>
                    <a:pt x="359" y="672"/>
                  </a:cubicBezTo>
                  <a:cubicBezTo>
                    <a:pt x="326" y="726"/>
                    <a:pt x="315" y="734"/>
                    <a:pt x="309" y="747"/>
                  </a:cubicBezTo>
                  <a:cubicBezTo>
                    <a:pt x="299" y="770"/>
                    <a:pt x="301" y="766"/>
                    <a:pt x="304" y="762"/>
                  </a:cubicBezTo>
                  <a:cubicBezTo>
                    <a:pt x="323" y="737"/>
                    <a:pt x="326" y="734"/>
                    <a:pt x="329" y="730"/>
                  </a:cubicBezTo>
                  <a:cubicBezTo>
                    <a:pt x="353" y="695"/>
                    <a:pt x="356" y="695"/>
                    <a:pt x="359" y="694"/>
                  </a:cubicBezTo>
                  <a:cubicBezTo>
                    <a:pt x="373" y="674"/>
                    <a:pt x="377" y="671"/>
                    <a:pt x="379" y="667"/>
                  </a:cubicBezTo>
                  <a:cubicBezTo>
                    <a:pt x="427" y="618"/>
                    <a:pt x="427" y="612"/>
                    <a:pt x="432" y="611"/>
                  </a:cubicBezTo>
                  <a:cubicBezTo>
                    <a:pt x="465" y="583"/>
                    <a:pt x="468" y="575"/>
                    <a:pt x="477" y="573"/>
                  </a:cubicBezTo>
                  <a:cubicBezTo>
                    <a:pt x="532" y="525"/>
                    <a:pt x="537" y="523"/>
                    <a:pt x="540" y="521"/>
                  </a:cubicBezTo>
                  <a:cubicBezTo>
                    <a:pt x="572" y="493"/>
                    <a:pt x="577" y="488"/>
                    <a:pt x="583" y="483"/>
                  </a:cubicBezTo>
                  <a:cubicBezTo>
                    <a:pt x="603" y="467"/>
                    <a:pt x="601" y="462"/>
                    <a:pt x="603" y="460"/>
                  </a:cubicBezTo>
                  <a:cubicBezTo>
                    <a:pt x="640" y="421"/>
                    <a:pt x="644" y="403"/>
                    <a:pt x="656" y="392"/>
                  </a:cubicBezTo>
                  <a:cubicBezTo>
                    <a:pt x="677" y="336"/>
                    <a:pt x="684" y="332"/>
                    <a:pt x="686" y="322"/>
                  </a:cubicBezTo>
                  <a:cubicBezTo>
                    <a:pt x="694" y="312"/>
                    <a:pt x="693" y="316"/>
                    <a:pt x="691" y="319"/>
                  </a:cubicBezTo>
                  <a:cubicBezTo>
                    <a:pt x="672" y="371"/>
                    <a:pt x="672" y="380"/>
                    <a:pt x="666" y="385"/>
                  </a:cubicBezTo>
                  <a:cubicBezTo>
                    <a:pt x="638" y="427"/>
                    <a:pt x="637" y="437"/>
                    <a:pt x="630" y="440"/>
                  </a:cubicBezTo>
                  <a:cubicBezTo>
                    <a:pt x="614" y="466"/>
                    <a:pt x="617" y="473"/>
                    <a:pt x="613" y="473"/>
                  </a:cubicBezTo>
                  <a:cubicBezTo>
                    <a:pt x="599" y="501"/>
                    <a:pt x="588" y="506"/>
                    <a:pt x="585" y="521"/>
                  </a:cubicBezTo>
                  <a:cubicBezTo>
                    <a:pt x="536" y="580"/>
                    <a:pt x="527" y="580"/>
                    <a:pt x="527" y="589"/>
                  </a:cubicBezTo>
                  <a:cubicBezTo>
                    <a:pt x="498" y="618"/>
                    <a:pt x="489" y="617"/>
                    <a:pt x="490" y="626"/>
                  </a:cubicBezTo>
                  <a:cubicBezTo>
                    <a:pt x="455" y="659"/>
                    <a:pt x="447" y="668"/>
                    <a:pt x="437" y="674"/>
                  </a:cubicBezTo>
                  <a:cubicBezTo>
                    <a:pt x="408" y="701"/>
                    <a:pt x="406" y="706"/>
                    <a:pt x="404" y="709"/>
                  </a:cubicBezTo>
                  <a:cubicBezTo>
                    <a:pt x="384" y="728"/>
                    <a:pt x="380" y="730"/>
                    <a:pt x="377" y="732"/>
                  </a:cubicBezTo>
                  <a:cubicBezTo>
                    <a:pt x="365" y="749"/>
                    <a:pt x="359" y="754"/>
                    <a:pt x="354" y="760"/>
                  </a:cubicBezTo>
                  <a:cubicBezTo>
                    <a:pt x="309" y="824"/>
                    <a:pt x="309" y="830"/>
                    <a:pt x="304" y="830"/>
                  </a:cubicBezTo>
                  <a:cubicBezTo>
                    <a:pt x="289" y="858"/>
                    <a:pt x="285" y="858"/>
                    <a:pt x="286" y="863"/>
                  </a:cubicBezTo>
                  <a:cubicBezTo>
                    <a:pt x="270" y="881"/>
                    <a:pt x="270" y="888"/>
                    <a:pt x="266" y="891"/>
                  </a:cubicBezTo>
                  <a:cubicBezTo>
                    <a:pt x="252" y="942"/>
                    <a:pt x="260" y="953"/>
                    <a:pt x="253" y="961"/>
                  </a:cubicBezTo>
                  <a:cubicBezTo>
                    <a:pt x="275" y="924"/>
                    <a:pt x="276" y="916"/>
                    <a:pt x="281" y="913"/>
                  </a:cubicBezTo>
                  <a:cubicBezTo>
                    <a:pt x="296" y="889"/>
                    <a:pt x="296" y="885"/>
                    <a:pt x="296" y="881"/>
                  </a:cubicBezTo>
                  <a:cubicBezTo>
                    <a:pt x="328" y="826"/>
                    <a:pt x="337" y="820"/>
                    <a:pt x="341" y="808"/>
                  </a:cubicBezTo>
                  <a:cubicBezTo>
                    <a:pt x="391" y="746"/>
                    <a:pt x="402" y="741"/>
                    <a:pt x="407" y="730"/>
                  </a:cubicBezTo>
                  <a:cubicBezTo>
                    <a:pt x="466" y="676"/>
                    <a:pt x="464" y="669"/>
                    <a:pt x="472" y="672"/>
                  </a:cubicBezTo>
                  <a:cubicBezTo>
                    <a:pt x="497" y="651"/>
                    <a:pt x="495" y="644"/>
                    <a:pt x="500" y="644"/>
                  </a:cubicBezTo>
                  <a:cubicBezTo>
                    <a:pt x="524" y="614"/>
                    <a:pt x="532" y="607"/>
                    <a:pt x="540" y="599"/>
                  </a:cubicBezTo>
                  <a:cubicBezTo>
                    <a:pt x="560" y="577"/>
                    <a:pt x="562" y="575"/>
                    <a:pt x="563" y="578"/>
                  </a:cubicBezTo>
                  <a:cubicBezTo>
                    <a:pt x="532" y="621"/>
                    <a:pt x="526" y="621"/>
                    <a:pt x="525" y="626"/>
                  </a:cubicBezTo>
                  <a:cubicBezTo>
                    <a:pt x="515" y="645"/>
                    <a:pt x="502" y="643"/>
                    <a:pt x="502" y="654"/>
                  </a:cubicBezTo>
                  <a:cubicBezTo>
                    <a:pt x="477" y="678"/>
                    <a:pt x="473" y="681"/>
                    <a:pt x="467" y="682"/>
                  </a:cubicBezTo>
                  <a:cubicBezTo>
                    <a:pt x="440" y="699"/>
                    <a:pt x="454" y="709"/>
                    <a:pt x="442" y="707"/>
                  </a:cubicBezTo>
                  <a:cubicBezTo>
                    <a:pt x="411" y="729"/>
                    <a:pt x="426" y="737"/>
                    <a:pt x="417" y="737"/>
                  </a:cubicBezTo>
                  <a:cubicBezTo>
                    <a:pt x="405" y="760"/>
                    <a:pt x="394" y="754"/>
                    <a:pt x="397" y="762"/>
                  </a:cubicBezTo>
                  <a:cubicBezTo>
                    <a:pt x="340" y="837"/>
                    <a:pt x="330" y="837"/>
                    <a:pt x="331" y="848"/>
                  </a:cubicBezTo>
                  <a:cubicBezTo>
                    <a:pt x="298" y="899"/>
                    <a:pt x="301" y="909"/>
                    <a:pt x="294" y="911"/>
                  </a:cubicBezTo>
                  <a:cubicBezTo>
                    <a:pt x="276" y="946"/>
                    <a:pt x="271" y="948"/>
                    <a:pt x="271" y="956"/>
                  </a:cubicBezTo>
                  <a:cubicBezTo>
                    <a:pt x="289" y="939"/>
                    <a:pt x="287" y="927"/>
                    <a:pt x="294" y="923"/>
                  </a:cubicBezTo>
                  <a:cubicBezTo>
                    <a:pt x="324" y="876"/>
                    <a:pt x="325" y="872"/>
                    <a:pt x="329" y="871"/>
                  </a:cubicBezTo>
                  <a:cubicBezTo>
                    <a:pt x="345" y="847"/>
                    <a:pt x="350" y="842"/>
                    <a:pt x="351" y="833"/>
                  </a:cubicBezTo>
                  <a:cubicBezTo>
                    <a:pt x="391" y="775"/>
                    <a:pt x="403" y="777"/>
                    <a:pt x="404" y="767"/>
                  </a:cubicBezTo>
                  <a:cubicBezTo>
                    <a:pt x="425" y="740"/>
                    <a:pt x="432" y="742"/>
                    <a:pt x="434" y="740"/>
                  </a:cubicBezTo>
                  <a:cubicBezTo>
                    <a:pt x="450" y="719"/>
                    <a:pt x="452" y="717"/>
                    <a:pt x="455" y="714"/>
                  </a:cubicBezTo>
                  <a:cubicBezTo>
                    <a:pt x="479" y="688"/>
                    <a:pt x="486" y="686"/>
                    <a:pt x="490" y="682"/>
                  </a:cubicBezTo>
                  <a:cubicBezTo>
                    <a:pt x="517" y="654"/>
                    <a:pt x="523" y="652"/>
                    <a:pt x="525" y="646"/>
                  </a:cubicBezTo>
                  <a:cubicBezTo>
                    <a:pt x="547" y="627"/>
                    <a:pt x="547" y="624"/>
                    <a:pt x="548" y="621"/>
                  </a:cubicBezTo>
                  <a:cubicBezTo>
                    <a:pt x="574" y="586"/>
                    <a:pt x="584" y="581"/>
                    <a:pt x="588" y="571"/>
                  </a:cubicBezTo>
                  <a:cubicBezTo>
                    <a:pt x="602" y="554"/>
                    <a:pt x="603" y="558"/>
                    <a:pt x="603" y="561"/>
                  </a:cubicBezTo>
                  <a:cubicBezTo>
                    <a:pt x="564" y="608"/>
                    <a:pt x="562" y="624"/>
                    <a:pt x="553" y="631"/>
                  </a:cubicBezTo>
                  <a:cubicBezTo>
                    <a:pt x="533" y="653"/>
                    <a:pt x="531" y="655"/>
                    <a:pt x="527" y="656"/>
                  </a:cubicBezTo>
                  <a:cubicBezTo>
                    <a:pt x="489" y="688"/>
                    <a:pt x="491" y="694"/>
                    <a:pt x="487" y="694"/>
                  </a:cubicBezTo>
                  <a:cubicBezTo>
                    <a:pt x="459" y="725"/>
                    <a:pt x="455" y="729"/>
                    <a:pt x="450" y="732"/>
                  </a:cubicBezTo>
                  <a:cubicBezTo>
                    <a:pt x="414" y="777"/>
                    <a:pt x="409" y="779"/>
                    <a:pt x="404" y="782"/>
                  </a:cubicBezTo>
                  <a:cubicBezTo>
                    <a:pt x="368" y="827"/>
                    <a:pt x="367" y="833"/>
                    <a:pt x="364" y="838"/>
                  </a:cubicBezTo>
                  <a:cubicBezTo>
                    <a:pt x="347" y="861"/>
                    <a:pt x="347" y="865"/>
                    <a:pt x="344" y="865"/>
                  </a:cubicBezTo>
                  <a:cubicBezTo>
                    <a:pt x="316" y="902"/>
                    <a:pt x="318" y="908"/>
                    <a:pt x="314" y="908"/>
                  </a:cubicBezTo>
                  <a:cubicBezTo>
                    <a:pt x="297" y="944"/>
                    <a:pt x="292" y="947"/>
                    <a:pt x="289" y="951"/>
                  </a:cubicBezTo>
                  <a:cubicBezTo>
                    <a:pt x="272" y="991"/>
                    <a:pt x="265" y="999"/>
                    <a:pt x="264" y="1012"/>
                  </a:cubicBezTo>
                  <a:cubicBezTo>
                    <a:pt x="246" y="1070"/>
                    <a:pt x="247" y="1080"/>
                    <a:pt x="243" y="1084"/>
                  </a:cubicBezTo>
                  <a:cubicBezTo>
                    <a:pt x="275" y="1031"/>
                    <a:pt x="275" y="1019"/>
                    <a:pt x="281" y="1014"/>
                  </a:cubicBezTo>
                  <a:cubicBezTo>
                    <a:pt x="300" y="980"/>
                    <a:pt x="306" y="968"/>
                    <a:pt x="311" y="956"/>
                  </a:cubicBezTo>
                  <a:cubicBezTo>
                    <a:pt x="329" y="925"/>
                    <a:pt x="336" y="929"/>
                    <a:pt x="334" y="921"/>
                  </a:cubicBezTo>
                  <a:cubicBezTo>
                    <a:pt x="370" y="883"/>
                    <a:pt x="367" y="872"/>
                    <a:pt x="377" y="873"/>
                  </a:cubicBezTo>
                  <a:cubicBezTo>
                    <a:pt x="395" y="849"/>
                    <a:pt x="404" y="842"/>
                    <a:pt x="412" y="833"/>
                  </a:cubicBezTo>
                  <a:cubicBezTo>
                    <a:pt x="432" y="811"/>
                    <a:pt x="434" y="810"/>
                    <a:pt x="434" y="808"/>
                  </a:cubicBezTo>
                  <a:cubicBezTo>
                    <a:pt x="468" y="774"/>
                    <a:pt x="473" y="764"/>
                    <a:pt x="482" y="757"/>
                  </a:cubicBezTo>
                  <a:cubicBezTo>
                    <a:pt x="518" y="710"/>
                    <a:pt x="527" y="711"/>
                    <a:pt x="525" y="702"/>
                  </a:cubicBezTo>
                  <a:cubicBezTo>
                    <a:pt x="512" y="725"/>
                    <a:pt x="513" y="729"/>
                    <a:pt x="512" y="732"/>
                  </a:cubicBezTo>
                  <a:cubicBezTo>
                    <a:pt x="497" y="756"/>
                    <a:pt x="486" y="759"/>
                    <a:pt x="482" y="767"/>
                  </a:cubicBezTo>
                  <a:cubicBezTo>
                    <a:pt x="463" y="791"/>
                    <a:pt x="457" y="793"/>
                    <a:pt x="452" y="795"/>
                  </a:cubicBezTo>
                  <a:cubicBezTo>
                    <a:pt x="362" y="908"/>
                    <a:pt x="358" y="911"/>
                    <a:pt x="354" y="913"/>
                  </a:cubicBezTo>
                  <a:cubicBezTo>
                    <a:pt x="338" y="944"/>
                    <a:pt x="330" y="941"/>
                    <a:pt x="331" y="948"/>
                  </a:cubicBezTo>
                  <a:cubicBezTo>
                    <a:pt x="305" y="988"/>
                    <a:pt x="305" y="994"/>
                    <a:pt x="301" y="996"/>
                  </a:cubicBezTo>
                  <a:cubicBezTo>
                    <a:pt x="313" y="984"/>
                    <a:pt x="317" y="981"/>
                    <a:pt x="319" y="976"/>
                  </a:cubicBezTo>
                  <a:cubicBezTo>
                    <a:pt x="362" y="938"/>
                    <a:pt x="357" y="928"/>
                    <a:pt x="364" y="928"/>
                  </a:cubicBezTo>
                  <a:cubicBezTo>
                    <a:pt x="379" y="903"/>
                    <a:pt x="390" y="907"/>
                    <a:pt x="389" y="901"/>
                  </a:cubicBezTo>
                  <a:cubicBezTo>
                    <a:pt x="416" y="869"/>
                    <a:pt x="427" y="873"/>
                    <a:pt x="424" y="865"/>
                  </a:cubicBezTo>
                  <a:cubicBezTo>
                    <a:pt x="450" y="844"/>
                    <a:pt x="454" y="836"/>
                    <a:pt x="462" y="833"/>
                  </a:cubicBezTo>
                  <a:cubicBezTo>
                    <a:pt x="510" y="785"/>
                    <a:pt x="513" y="782"/>
                    <a:pt x="515" y="780"/>
                  </a:cubicBezTo>
                  <a:cubicBezTo>
                    <a:pt x="536" y="752"/>
                    <a:pt x="545" y="755"/>
                    <a:pt x="543" y="747"/>
                  </a:cubicBezTo>
                  <a:cubicBezTo>
                    <a:pt x="566" y="714"/>
                    <a:pt x="568" y="710"/>
                    <a:pt x="570" y="707"/>
                  </a:cubicBezTo>
                  <a:cubicBezTo>
                    <a:pt x="591" y="657"/>
                    <a:pt x="601" y="647"/>
                    <a:pt x="605" y="631"/>
                  </a:cubicBezTo>
                  <a:cubicBezTo>
                    <a:pt x="597" y="662"/>
                    <a:pt x="596" y="668"/>
                    <a:pt x="595" y="674"/>
                  </a:cubicBezTo>
                  <a:cubicBezTo>
                    <a:pt x="577" y="704"/>
                    <a:pt x="573" y="716"/>
                    <a:pt x="568" y="727"/>
                  </a:cubicBezTo>
                  <a:cubicBezTo>
                    <a:pt x="537" y="772"/>
                    <a:pt x="532" y="774"/>
                    <a:pt x="528" y="777"/>
                  </a:cubicBezTo>
                  <a:cubicBezTo>
                    <a:pt x="516" y="796"/>
                    <a:pt x="509" y="797"/>
                    <a:pt x="507" y="802"/>
                  </a:cubicBezTo>
                  <a:cubicBezTo>
                    <a:pt x="475" y="834"/>
                    <a:pt x="473" y="835"/>
                    <a:pt x="472" y="838"/>
                  </a:cubicBezTo>
                  <a:cubicBezTo>
                    <a:pt x="458" y="853"/>
                    <a:pt x="452" y="855"/>
                    <a:pt x="447" y="858"/>
                  </a:cubicBezTo>
                  <a:cubicBezTo>
                    <a:pt x="430" y="871"/>
                    <a:pt x="434" y="882"/>
                    <a:pt x="424" y="881"/>
                  </a:cubicBezTo>
                  <a:cubicBezTo>
                    <a:pt x="388" y="922"/>
                    <a:pt x="381" y="923"/>
                    <a:pt x="379" y="928"/>
                  </a:cubicBezTo>
                  <a:cubicBezTo>
                    <a:pt x="356" y="958"/>
                    <a:pt x="346" y="955"/>
                    <a:pt x="347" y="964"/>
                  </a:cubicBezTo>
                  <a:cubicBezTo>
                    <a:pt x="311" y="1003"/>
                    <a:pt x="313" y="1013"/>
                    <a:pt x="306" y="1014"/>
                  </a:cubicBezTo>
                  <a:cubicBezTo>
                    <a:pt x="282" y="1051"/>
                    <a:pt x="281" y="1054"/>
                    <a:pt x="281" y="1057"/>
                  </a:cubicBezTo>
                  <a:cubicBezTo>
                    <a:pt x="263" y="1076"/>
                    <a:pt x="266" y="1095"/>
                    <a:pt x="256" y="1100"/>
                  </a:cubicBezTo>
                  <a:cubicBezTo>
                    <a:pt x="251" y="1150"/>
                    <a:pt x="250" y="1138"/>
                    <a:pt x="256" y="1135"/>
                  </a:cubicBezTo>
                  <a:cubicBezTo>
                    <a:pt x="289" y="1070"/>
                    <a:pt x="297" y="1067"/>
                    <a:pt x="299" y="1059"/>
                  </a:cubicBezTo>
                  <a:cubicBezTo>
                    <a:pt x="316" y="1029"/>
                    <a:pt x="323" y="1031"/>
                    <a:pt x="321" y="1024"/>
                  </a:cubicBezTo>
                  <a:cubicBezTo>
                    <a:pt x="338" y="1004"/>
                    <a:pt x="340" y="996"/>
                    <a:pt x="344" y="991"/>
                  </a:cubicBezTo>
                  <a:cubicBezTo>
                    <a:pt x="361" y="971"/>
                    <a:pt x="363" y="965"/>
                    <a:pt x="369" y="961"/>
                  </a:cubicBezTo>
                  <a:cubicBezTo>
                    <a:pt x="436" y="888"/>
                    <a:pt x="448" y="891"/>
                    <a:pt x="447" y="880"/>
                  </a:cubicBezTo>
                  <a:cubicBezTo>
                    <a:pt x="469" y="858"/>
                    <a:pt x="474" y="859"/>
                    <a:pt x="475" y="855"/>
                  </a:cubicBezTo>
                  <a:cubicBezTo>
                    <a:pt x="505" y="824"/>
                    <a:pt x="511" y="822"/>
                    <a:pt x="512" y="815"/>
                  </a:cubicBezTo>
                  <a:cubicBezTo>
                    <a:pt x="568" y="753"/>
                    <a:pt x="565" y="741"/>
                    <a:pt x="573" y="739"/>
                  </a:cubicBezTo>
                  <a:cubicBezTo>
                    <a:pt x="584" y="730"/>
                    <a:pt x="582" y="734"/>
                    <a:pt x="580" y="737"/>
                  </a:cubicBezTo>
                  <a:cubicBezTo>
                    <a:pt x="561" y="775"/>
                    <a:pt x="553" y="785"/>
                    <a:pt x="545" y="795"/>
                  </a:cubicBezTo>
                  <a:cubicBezTo>
                    <a:pt x="516" y="828"/>
                    <a:pt x="510" y="830"/>
                    <a:pt x="507" y="838"/>
                  </a:cubicBezTo>
                  <a:cubicBezTo>
                    <a:pt x="443" y="909"/>
                    <a:pt x="435" y="906"/>
                    <a:pt x="435" y="911"/>
                  </a:cubicBezTo>
                  <a:cubicBezTo>
                    <a:pt x="419" y="924"/>
                    <a:pt x="417" y="927"/>
                    <a:pt x="417" y="931"/>
                  </a:cubicBezTo>
                  <a:cubicBezTo>
                    <a:pt x="381" y="966"/>
                    <a:pt x="371" y="974"/>
                    <a:pt x="364" y="986"/>
                  </a:cubicBezTo>
                  <a:cubicBezTo>
                    <a:pt x="347" y="1005"/>
                    <a:pt x="346" y="1013"/>
                    <a:pt x="339" y="1014"/>
                  </a:cubicBezTo>
                  <a:cubicBezTo>
                    <a:pt x="294" y="1085"/>
                    <a:pt x="293" y="1095"/>
                    <a:pt x="286" y="1100"/>
                  </a:cubicBezTo>
                  <a:cubicBezTo>
                    <a:pt x="259" y="1148"/>
                    <a:pt x="259" y="1154"/>
                    <a:pt x="256" y="1157"/>
                  </a:cubicBezTo>
                  <a:cubicBezTo>
                    <a:pt x="241" y="1199"/>
                    <a:pt x="246" y="1208"/>
                    <a:pt x="241" y="1218"/>
                  </a:cubicBezTo>
                  <a:cubicBezTo>
                    <a:pt x="260" y="1178"/>
                    <a:pt x="260" y="1172"/>
                    <a:pt x="264" y="1170"/>
                  </a:cubicBezTo>
                  <a:cubicBezTo>
                    <a:pt x="290" y="1114"/>
                    <a:pt x="297" y="1109"/>
                    <a:pt x="301" y="1102"/>
                  </a:cubicBezTo>
                  <a:cubicBezTo>
                    <a:pt x="336" y="1056"/>
                    <a:pt x="339" y="1048"/>
                    <a:pt x="344" y="1042"/>
                  </a:cubicBezTo>
                  <a:cubicBezTo>
                    <a:pt x="367" y="1006"/>
                    <a:pt x="373" y="1006"/>
                    <a:pt x="374" y="1001"/>
                  </a:cubicBezTo>
                  <a:cubicBezTo>
                    <a:pt x="410" y="964"/>
                    <a:pt x="416" y="964"/>
                    <a:pt x="417" y="959"/>
                  </a:cubicBezTo>
                  <a:cubicBezTo>
                    <a:pt x="453" y="919"/>
                    <a:pt x="467" y="910"/>
                    <a:pt x="475" y="896"/>
                  </a:cubicBezTo>
                  <a:cubicBezTo>
                    <a:pt x="505" y="865"/>
                    <a:pt x="517" y="863"/>
                    <a:pt x="520" y="850"/>
                  </a:cubicBezTo>
                  <a:cubicBezTo>
                    <a:pt x="554" y="810"/>
                    <a:pt x="558" y="807"/>
                    <a:pt x="560" y="802"/>
                  </a:cubicBezTo>
                  <a:cubicBezTo>
                    <a:pt x="584" y="766"/>
                    <a:pt x="596" y="762"/>
                    <a:pt x="598" y="750"/>
                  </a:cubicBezTo>
                  <a:cubicBezTo>
                    <a:pt x="627" y="704"/>
                    <a:pt x="632" y="702"/>
                    <a:pt x="633" y="697"/>
                  </a:cubicBezTo>
                  <a:cubicBezTo>
                    <a:pt x="623" y="720"/>
                    <a:pt x="626" y="728"/>
                    <a:pt x="621" y="727"/>
                  </a:cubicBezTo>
                  <a:cubicBezTo>
                    <a:pt x="597" y="761"/>
                    <a:pt x="596" y="771"/>
                    <a:pt x="588" y="772"/>
                  </a:cubicBezTo>
                  <a:cubicBezTo>
                    <a:pt x="575" y="802"/>
                    <a:pt x="566" y="803"/>
                    <a:pt x="565" y="812"/>
                  </a:cubicBezTo>
                  <a:cubicBezTo>
                    <a:pt x="538" y="856"/>
                    <a:pt x="525" y="854"/>
                    <a:pt x="525" y="865"/>
                  </a:cubicBezTo>
                  <a:cubicBezTo>
                    <a:pt x="510" y="886"/>
                    <a:pt x="501" y="883"/>
                    <a:pt x="500" y="888"/>
                  </a:cubicBezTo>
                  <a:cubicBezTo>
                    <a:pt x="481" y="905"/>
                    <a:pt x="479" y="907"/>
                    <a:pt x="477" y="911"/>
                  </a:cubicBezTo>
                  <a:cubicBezTo>
                    <a:pt x="449" y="935"/>
                    <a:pt x="452" y="943"/>
                    <a:pt x="447" y="943"/>
                  </a:cubicBezTo>
                  <a:cubicBezTo>
                    <a:pt x="429" y="962"/>
                    <a:pt x="427" y="963"/>
                    <a:pt x="425" y="966"/>
                  </a:cubicBezTo>
                  <a:cubicBezTo>
                    <a:pt x="401" y="992"/>
                    <a:pt x="398" y="995"/>
                    <a:pt x="394" y="996"/>
                  </a:cubicBezTo>
                  <a:cubicBezTo>
                    <a:pt x="379" y="1017"/>
                    <a:pt x="373" y="1015"/>
                    <a:pt x="374" y="1021"/>
                  </a:cubicBezTo>
                  <a:cubicBezTo>
                    <a:pt x="331" y="1077"/>
                    <a:pt x="326" y="1081"/>
                    <a:pt x="324" y="1089"/>
                  </a:cubicBezTo>
                  <a:cubicBezTo>
                    <a:pt x="309" y="1105"/>
                    <a:pt x="309" y="1109"/>
                    <a:pt x="309" y="1112"/>
                  </a:cubicBezTo>
                  <a:cubicBezTo>
                    <a:pt x="293" y="1133"/>
                    <a:pt x="293" y="1139"/>
                    <a:pt x="289" y="1142"/>
                  </a:cubicBezTo>
                  <a:cubicBezTo>
                    <a:pt x="272" y="1170"/>
                    <a:pt x="273" y="1176"/>
                    <a:pt x="271" y="1180"/>
                  </a:cubicBezTo>
                  <a:cubicBezTo>
                    <a:pt x="246" y="1241"/>
                    <a:pt x="246" y="1250"/>
                    <a:pt x="246" y="1258"/>
                  </a:cubicBezTo>
                  <a:cubicBezTo>
                    <a:pt x="257" y="1254"/>
                    <a:pt x="254" y="1246"/>
                    <a:pt x="259" y="1246"/>
                  </a:cubicBezTo>
                  <a:cubicBezTo>
                    <a:pt x="274" y="1211"/>
                    <a:pt x="275" y="1207"/>
                    <a:pt x="279" y="1205"/>
                  </a:cubicBezTo>
                  <a:cubicBezTo>
                    <a:pt x="320" y="1146"/>
                    <a:pt x="319" y="1135"/>
                    <a:pt x="327" y="1132"/>
                  </a:cubicBezTo>
                  <a:cubicBezTo>
                    <a:pt x="353" y="1085"/>
                    <a:pt x="363" y="1084"/>
                    <a:pt x="364" y="1074"/>
                  </a:cubicBezTo>
                  <a:cubicBezTo>
                    <a:pt x="392" y="1044"/>
                    <a:pt x="389" y="1036"/>
                    <a:pt x="394" y="1037"/>
                  </a:cubicBezTo>
                  <a:cubicBezTo>
                    <a:pt x="409" y="1021"/>
                    <a:pt x="409" y="1018"/>
                    <a:pt x="409" y="1016"/>
                  </a:cubicBezTo>
                  <a:cubicBezTo>
                    <a:pt x="421" y="1005"/>
                    <a:pt x="423" y="1003"/>
                    <a:pt x="427" y="1001"/>
                  </a:cubicBezTo>
                  <a:cubicBezTo>
                    <a:pt x="466" y="955"/>
                    <a:pt x="477" y="948"/>
                    <a:pt x="485" y="938"/>
                  </a:cubicBezTo>
                  <a:cubicBezTo>
                    <a:pt x="518" y="914"/>
                    <a:pt x="515" y="906"/>
                    <a:pt x="520" y="906"/>
                  </a:cubicBezTo>
                  <a:cubicBezTo>
                    <a:pt x="551" y="882"/>
                    <a:pt x="558" y="873"/>
                    <a:pt x="568" y="865"/>
                  </a:cubicBezTo>
                  <a:cubicBezTo>
                    <a:pt x="556" y="886"/>
                    <a:pt x="553" y="888"/>
                    <a:pt x="548" y="888"/>
                  </a:cubicBezTo>
                  <a:cubicBezTo>
                    <a:pt x="519" y="917"/>
                    <a:pt x="514" y="922"/>
                    <a:pt x="508" y="926"/>
                  </a:cubicBezTo>
                  <a:cubicBezTo>
                    <a:pt x="486" y="947"/>
                    <a:pt x="481" y="952"/>
                    <a:pt x="477" y="958"/>
                  </a:cubicBezTo>
                  <a:cubicBezTo>
                    <a:pt x="437" y="1004"/>
                    <a:pt x="435" y="1006"/>
                    <a:pt x="432" y="1009"/>
                  </a:cubicBezTo>
                  <a:cubicBezTo>
                    <a:pt x="378" y="1069"/>
                    <a:pt x="375" y="1086"/>
                    <a:pt x="362" y="1094"/>
                  </a:cubicBezTo>
                  <a:cubicBezTo>
                    <a:pt x="324" y="1152"/>
                    <a:pt x="326" y="1159"/>
                    <a:pt x="319" y="1157"/>
                  </a:cubicBezTo>
                  <a:cubicBezTo>
                    <a:pt x="305" y="1192"/>
                    <a:pt x="293" y="1190"/>
                    <a:pt x="294" y="1200"/>
                  </a:cubicBezTo>
                  <a:cubicBezTo>
                    <a:pt x="266" y="1260"/>
                    <a:pt x="259" y="1258"/>
                    <a:pt x="259" y="1263"/>
                  </a:cubicBezTo>
                  <a:cubicBezTo>
                    <a:pt x="251" y="1298"/>
                    <a:pt x="251" y="1292"/>
                    <a:pt x="246" y="1291"/>
                  </a:cubicBezTo>
                  <a:cubicBezTo>
                    <a:pt x="271" y="1295"/>
                    <a:pt x="258" y="1283"/>
                    <a:pt x="271" y="1283"/>
                  </a:cubicBezTo>
                  <a:cubicBezTo>
                    <a:pt x="326" y="1167"/>
                    <a:pt x="332" y="1165"/>
                    <a:pt x="334" y="1160"/>
                  </a:cubicBezTo>
                  <a:cubicBezTo>
                    <a:pt x="350" y="1123"/>
                    <a:pt x="361" y="1126"/>
                    <a:pt x="359" y="1117"/>
                  </a:cubicBezTo>
                  <a:cubicBezTo>
                    <a:pt x="387" y="1084"/>
                    <a:pt x="394" y="1076"/>
                    <a:pt x="399" y="1067"/>
                  </a:cubicBezTo>
                  <a:cubicBezTo>
                    <a:pt x="475" y="1001"/>
                    <a:pt x="472" y="992"/>
                    <a:pt x="480" y="994"/>
                  </a:cubicBezTo>
                  <a:cubicBezTo>
                    <a:pt x="497" y="981"/>
                    <a:pt x="502" y="975"/>
                    <a:pt x="510" y="971"/>
                  </a:cubicBezTo>
                  <a:cubicBezTo>
                    <a:pt x="532" y="952"/>
                    <a:pt x="534" y="948"/>
                    <a:pt x="540" y="948"/>
                  </a:cubicBezTo>
                  <a:cubicBezTo>
                    <a:pt x="553" y="931"/>
                    <a:pt x="556" y="931"/>
                    <a:pt x="558" y="931"/>
                  </a:cubicBezTo>
                  <a:cubicBezTo>
                    <a:pt x="594" y="891"/>
                    <a:pt x="607" y="882"/>
                    <a:pt x="613" y="865"/>
                  </a:cubicBezTo>
                  <a:cubicBezTo>
                    <a:pt x="599" y="896"/>
                    <a:pt x="595" y="896"/>
                    <a:pt x="596" y="901"/>
                  </a:cubicBezTo>
                  <a:cubicBezTo>
                    <a:pt x="577" y="920"/>
                    <a:pt x="574" y="924"/>
                    <a:pt x="568" y="926"/>
                  </a:cubicBezTo>
                  <a:cubicBezTo>
                    <a:pt x="544" y="951"/>
                    <a:pt x="537" y="951"/>
                    <a:pt x="538" y="958"/>
                  </a:cubicBezTo>
                  <a:cubicBezTo>
                    <a:pt x="508" y="985"/>
                    <a:pt x="498" y="990"/>
                    <a:pt x="490" y="996"/>
                  </a:cubicBezTo>
                  <a:cubicBezTo>
                    <a:pt x="458" y="1014"/>
                    <a:pt x="462" y="1026"/>
                    <a:pt x="455" y="1026"/>
                  </a:cubicBezTo>
                  <a:cubicBezTo>
                    <a:pt x="438" y="1046"/>
                    <a:pt x="433" y="1046"/>
                    <a:pt x="432" y="1049"/>
                  </a:cubicBezTo>
                  <a:cubicBezTo>
                    <a:pt x="398" y="1090"/>
                    <a:pt x="392" y="1088"/>
                    <a:pt x="392" y="1092"/>
                  </a:cubicBezTo>
                  <a:cubicBezTo>
                    <a:pt x="371" y="1115"/>
                    <a:pt x="368" y="1120"/>
                    <a:pt x="367" y="1127"/>
                  </a:cubicBezTo>
                  <a:cubicBezTo>
                    <a:pt x="343" y="1159"/>
                    <a:pt x="343" y="1167"/>
                    <a:pt x="339" y="1170"/>
                  </a:cubicBezTo>
                  <a:cubicBezTo>
                    <a:pt x="304" y="1239"/>
                    <a:pt x="296" y="1239"/>
                    <a:pt x="296" y="1248"/>
                  </a:cubicBezTo>
                  <a:cubicBezTo>
                    <a:pt x="278" y="1277"/>
                    <a:pt x="287" y="1279"/>
                    <a:pt x="281" y="1281"/>
                  </a:cubicBezTo>
                  <a:cubicBezTo>
                    <a:pt x="246" y="1371"/>
                    <a:pt x="256" y="1372"/>
                    <a:pt x="254" y="1386"/>
                  </a:cubicBezTo>
                  <a:cubicBezTo>
                    <a:pt x="266" y="1357"/>
                    <a:pt x="266" y="1353"/>
                    <a:pt x="266" y="1349"/>
                  </a:cubicBezTo>
                  <a:cubicBezTo>
                    <a:pt x="293" y="1281"/>
                    <a:pt x="296" y="1281"/>
                    <a:pt x="299" y="1281"/>
                  </a:cubicBezTo>
                  <a:cubicBezTo>
                    <a:pt x="308" y="1258"/>
                    <a:pt x="314" y="1259"/>
                    <a:pt x="312" y="1251"/>
                  </a:cubicBezTo>
                  <a:cubicBezTo>
                    <a:pt x="332" y="1226"/>
                    <a:pt x="333" y="1221"/>
                    <a:pt x="334" y="1215"/>
                  </a:cubicBezTo>
                  <a:cubicBezTo>
                    <a:pt x="360" y="1186"/>
                    <a:pt x="360" y="1174"/>
                    <a:pt x="367" y="1170"/>
                  </a:cubicBezTo>
                  <a:cubicBezTo>
                    <a:pt x="400" y="1124"/>
                    <a:pt x="404" y="1118"/>
                    <a:pt x="410" y="1112"/>
                  </a:cubicBezTo>
                  <a:cubicBezTo>
                    <a:pt x="423" y="1096"/>
                    <a:pt x="424" y="1094"/>
                    <a:pt x="427" y="1094"/>
                  </a:cubicBezTo>
                  <a:cubicBezTo>
                    <a:pt x="449" y="1060"/>
                    <a:pt x="460" y="1065"/>
                    <a:pt x="457" y="1057"/>
                  </a:cubicBezTo>
                  <a:cubicBezTo>
                    <a:pt x="497" y="1018"/>
                    <a:pt x="528" y="1004"/>
                    <a:pt x="548" y="979"/>
                  </a:cubicBezTo>
                  <a:cubicBezTo>
                    <a:pt x="588" y="940"/>
                    <a:pt x="590" y="931"/>
                    <a:pt x="596" y="926"/>
                  </a:cubicBezTo>
                  <a:cubicBezTo>
                    <a:pt x="623" y="900"/>
                    <a:pt x="616" y="899"/>
                    <a:pt x="618" y="906"/>
                  </a:cubicBezTo>
                  <a:cubicBezTo>
                    <a:pt x="606" y="925"/>
                    <a:pt x="604" y="927"/>
                    <a:pt x="601" y="928"/>
                  </a:cubicBezTo>
                  <a:cubicBezTo>
                    <a:pt x="563" y="980"/>
                    <a:pt x="555" y="982"/>
                    <a:pt x="553" y="989"/>
                  </a:cubicBezTo>
                  <a:cubicBezTo>
                    <a:pt x="513" y="1021"/>
                    <a:pt x="511" y="1023"/>
                    <a:pt x="508" y="1024"/>
                  </a:cubicBezTo>
                  <a:cubicBezTo>
                    <a:pt x="476" y="1056"/>
                    <a:pt x="471" y="1060"/>
                    <a:pt x="465" y="1062"/>
                  </a:cubicBezTo>
                  <a:cubicBezTo>
                    <a:pt x="439" y="1098"/>
                    <a:pt x="432" y="1100"/>
                    <a:pt x="427" y="1104"/>
                  </a:cubicBezTo>
                  <a:cubicBezTo>
                    <a:pt x="413" y="1124"/>
                    <a:pt x="407" y="1124"/>
                    <a:pt x="407" y="1132"/>
                  </a:cubicBezTo>
                  <a:cubicBezTo>
                    <a:pt x="374" y="1182"/>
                    <a:pt x="363" y="1186"/>
                    <a:pt x="359" y="1198"/>
                  </a:cubicBezTo>
                  <a:cubicBezTo>
                    <a:pt x="344" y="1221"/>
                    <a:pt x="342" y="1223"/>
                    <a:pt x="342" y="1225"/>
                  </a:cubicBezTo>
                  <a:cubicBezTo>
                    <a:pt x="314" y="1273"/>
                    <a:pt x="309" y="1276"/>
                    <a:pt x="309" y="1283"/>
                  </a:cubicBezTo>
                  <a:cubicBezTo>
                    <a:pt x="299" y="1304"/>
                    <a:pt x="294" y="1306"/>
                    <a:pt x="294" y="1313"/>
                  </a:cubicBezTo>
                  <a:cubicBezTo>
                    <a:pt x="281" y="1340"/>
                    <a:pt x="281" y="1342"/>
                    <a:pt x="279" y="1341"/>
                  </a:cubicBezTo>
                  <a:cubicBezTo>
                    <a:pt x="272" y="1377"/>
                    <a:pt x="264" y="1384"/>
                    <a:pt x="266" y="1402"/>
                  </a:cubicBezTo>
                  <a:cubicBezTo>
                    <a:pt x="266" y="1422"/>
                    <a:pt x="267" y="1407"/>
                    <a:pt x="274" y="1399"/>
                  </a:cubicBezTo>
                  <a:cubicBezTo>
                    <a:pt x="295" y="1345"/>
                    <a:pt x="300" y="1321"/>
                    <a:pt x="314" y="1306"/>
                  </a:cubicBezTo>
                  <a:cubicBezTo>
                    <a:pt x="332" y="1263"/>
                    <a:pt x="339" y="1255"/>
                    <a:pt x="347" y="1248"/>
                  </a:cubicBezTo>
                  <a:cubicBezTo>
                    <a:pt x="384" y="1190"/>
                    <a:pt x="386" y="1184"/>
                    <a:pt x="392" y="1182"/>
                  </a:cubicBezTo>
                  <a:cubicBezTo>
                    <a:pt x="430" y="1138"/>
                    <a:pt x="434" y="1127"/>
                    <a:pt x="445" y="1122"/>
                  </a:cubicBezTo>
                  <a:cubicBezTo>
                    <a:pt x="500" y="1074"/>
                    <a:pt x="508" y="1067"/>
                    <a:pt x="515" y="1059"/>
                  </a:cubicBezTo>
                  <a:cubicBezTo>
                    <a:pt x="543" y="1027"/>
                    <a:pt x="554" y="1024"/>
                    <a:pt x="558" y="1014"/>
                  </a:cubicBezTo>
                  <a:cubicBezTo>
                    <a:pt x="546" y="1032"/>
                    <a:pt x="548" y="1039"/>
                    <a:pt x="545" y="1041"/>
                  </a:cubicBezTo>
                  <a:cubicBezTo>
                    <a:pt x="519" y="1066"/>
                    <a:pt x="517" y="1068"/>
                    <a:pt x="515" y="1072"/>
                  </a:cubicBezTo>
                  <a:cubicBezTo>
                    <a:pt x="498" y="1090"/>
                    <a:pt x="490" y="1087"/>
                    <a:pt x="490" y="1092"/>
                  </a:cubicBezTo>
                  <a:cubicBezTo>
                    <a:pt x="467" y="1109"/>
                    <a:pt x="464" y="1117"/>
                    <a:pt x="457" y="1120"/>
                  </a:cubicBezTo>
                  <a:cubicBezTo>
                    <a:pt x="439" y="1141"/>
                    <a:pt x="434" y="1146"/>
                    <a:pt x="430" y="1152"/>
                  </a:cubicBezTo>
                  <a:cubicBezTo>
                    <a:pt x="407" y="1180"/>
                    <a:pt x="396" y="1189"/>
                    <a:pt x="389" y="1203"/>
                  </a:cubicBezTo>
                  <a:cubicBezTo>
                    <a:pt x="340" y="1277"/>
                    <a:pt x="340" y="1283"/>
                    <a:pt x="334" y="1283"/>
                  </a:cubicBezTo>
                  <a:cubicBezTo>
                    <a:pt x="311" y="1324"/>
                    <a:pt x="312" y="1337"/>
                    <a:pt x="304" y="1341"/>
                  </a:cubicBezTo>
                  <a:cubicBezTo>
                    <a:pt x="283" y="1403"/>
                    <a:pt x="280" y="1411"/>
                    <a:pt x="276" y="1419"/>
                  </a:cubicBezTo>
                  <a:cubicBezTo>
                    <a:pt x="267" y="1456"/>
                    <a:pt x="262" y="1466"/>
                    <a:pt x="264" y="1469"/>
                  </a:cubicBezTo>
                  <a:cubicBezTo>
                    <a:pt x="279" y="1429"/>
                    <a:pt x="286" y="1428"/>
                    <a:pt x="284" y="1419"/>
                  </a:cubicBezTo>
                  <a:cubicBezTo>
                    <a:pt x="311" y="1363"/>
                    <a:pt x="316" y="1353"/>
                    <a:pt x="322" y="1344"/>
                  </a:cubicBezTo>
                  <a:cubicBezTo>
                    <a:pt x="341" y="1299"/>
                    <a:pt x="344" y="1299"/>
                    <a:pt x="347" y="1298"/>
                  </a:cubicBezTo>
                  <a:cubicBezTo>
                    <a:pt x="377" y="1253"/>
                    <a:pt x="377" y="1246"/>
                    <a:pt x="382" y="1243"/>
                  </a:cubicBezTo>
                  <a:cubicBezTo>
                    <a:pt x="470" y="1149"/>
                    <a:pt x="469" y="1136"/>
                    <a:pt x="480" y="1135"/>
                  </a:cubicBezTo>
                  <a:cubicBezTo>
                    <a:pt x="514" y="1093"/>
                    <a:pt x="525" y="1097"/>
                    <a:pt x="523" y="1089"/>
                  </a:cubicBezTo>
                  <a:cubicBezTo>
                    <a:pt x="569" y="1039"/>
                    <a:pt x="577" y="1036"/>
                    <a:pt x="581" y="1029"/>
                  </a:cubicBezTo>
                  <a:cubicBezTo>
                    <a:pt x="617" y="976"/>
                    <a:pt x="617" y="985"/>
                    <a:pt x="613" y="989"/>
                  </a:cubicBezTo>
                  <a:cubicBezTo>
                    <a:pt x="598" y="1018"/>
                    <a:pt x="597" y="1023"/>
                    <a:pt x="596" y="1029"/>
                  </a:cubicBezTo>
                  <a:cubicBezTo>
                    <a:pt x="570" y="1050"/>
                    <a:pt x="572" y="1056"/>
                    <a:pt x="568" y="1057"/>
                  </a:cubicBezTo>
                  <a:cubicBezTo>
                    <a:pt x="549" y="1084"/>
                    <a:pt x="545" y="1084"/>
                    <a:pt x="545" y="1089"/>
                  </a:cubicBezTo>
                  <a:cubicBezTo>
                    <a:pt x="517" y="1111"/>
                    <a:pt x="509" y="1114"/>
                    <a:pt x="505" y="1122"/>
                  </a:cubicBezTo>
                  <a:cubicBezTo>
                    <a:pt x="448" y="1187"/>
                    <a:pt x="435" y="1186"/>
                    <a:pt x="435" y="1198"/>
                  </a:cubicBezTo>
                  <a:cubicBezTo>
                    <a:pt x="358" y="1294"/>
                    <a:pt x="359" y="1303"/>
                    <a:pt x="352" y="1303"/>
                  </a:cubicBezTo>
                  <a:cubicBezTo>
                    <a:pt x="338" y="1342"/>
                    <a:pt x="332" y="1344"/>
                    <a:pt x="329" y="1349"/>
                  </a:cubicBezTo>
                  <a:cubicBezTo>
                    <a:pt x="294" y="1419"/>
                    <a:pt x="294" y="1435"/>
                    <a:pt x="287" y="1442"/>
                  </a:cubicBezTo>
                  <a:cubicBezTo>
                    <a:pt x="275" y="1485"/>
                    <a:pt x="278" y="1489"/>
                    <a:pt x="279" y="1495"/>
                  </a:cubicBezTo>
                  <a:cubicBezTo>
                    <a:pt x="284" y="1538"/>
                    <a:pt x="280" y="1529"/>
                    <a:pt x="282" y="1525"/>
                  </a:cubicBezTo>
                  <a:cubicBezTo>
                    <a:pt x="295" y="1474"/>
                    <a:pt x="302" y="1461"/>
                    <a:pt x="307" y="1447"/>
                  </a:cubicBezTo>
                  <a:cubicBezTo>
                    <a:pt x="319" y="1424"/>
                    <a:pt x="316" y="1416"/>
                    <a:pt x="319" y="1414"/>
                  </a:cubicBezTo>
                  <a:cubicBezTo>
                    <a:pt x="344" y="1364"/>
                    <a:pt x="347" y="1363"/>
                    <a:pt x="347" y="1359"/>
                  </a:cubicBezTo>
                  <a:cubicBezTo>
                    <a:pt x="359" y="1339"/>
                    <a:pt x="361" y="1336"/>
                    <a:pt x="362" y="1334"/>
                  </a:cubicBezTo>
                  <a:cubicBezTo>
                    <a:pt x="386" y="1299"/>
                    <a:pt x="387" y="1292"/>
                    <a:pt x="392" y="1288"/>
                  </a:cubicBezTo>
                  <a:cubicBezTo>
                    <a:pt x="420" y="1249"/>
                    <a:pt x="427" y="1239"/>
                    <a:pt x="435" y="1230"/>
                  </a:cubicBezTo>
                  <a:cubicBezTo>
                    <a:pt x="468" y="1194"/>
                    <a:pt x="469" y="1191"/>
                    <a:pt x="473" y="1190"/>
                  </a:cubicBezTo>
                  <a:cubicBezTo>
                    <a:pt x="499" y="1158"/>
                    <a:pt x="504" y="1154"/>
                    <a:pt x="508" y="1150"/>
                  </a:cubicBezTo>
                  <a:cubicBezTo>
                    <a:pt x="538" y="1112"/>
                    <a:pt x="545" y="1102"/>
                    <a:pt x="553" y="1092"/>
                  </a:cubicBezTo>
                  <a:cubicBezTo>
                    <a:pt x="577" y="1069"/>
                    <a:pt x="569" y="1068"/>
                    <a:pt x="568" y="1074"/>
                  </a:cubicBezTo>
                  <a:cubicBezTo>
                    <a:pt x="540" y="1125"/>
                    <a:pt x="527" y="1138"/>
                    <a:pt x="518" y="1152"/>
                  </a:cubicBezTo>
                  <a:cubicBezTo>
                    <a:pt x="491" y="1186"/>
                    <a:pt x="486" y="1188"/>
                    <a:pt x="483" y="1190"/>
                  </a:cubicBezTo>
                  <a:cubicBezTo>
                    <a:pt x="445" y="1238"/>
                    <a:pt x="436" y="1241"/>
                    <a:pt x="432" y="1250"/>
                  </a:cubicBezTo>
                  <a:cubicBezTo>
                    <a:pt x="381" y="1320"/>
                    <a:pt x="378" y="1330"/>
                    <a:pt x="372" y="1336"/>
                  </a:cubicBezTo>
                  <a:cubicBezTo>
                    <a:pt x="342" y="1391"/>
                    <a:pt x="337" y="1398"/>
                    <a:pt x="332" y="1404"/>
                  </a:cubicBezTo>
                  <a:cubicBezTo>
                    <a:pt x="297" y="1512"/>
                    <a:pt x="299" y="1511"/>
                    <a:pt x="297" y="1517"/>
                  </a:cubicBezTo>
                  <a:cubicBezTo>
                    <a:pt x="285" y="1562"/>
                    <a:pt x="292" y="1562"/>
                    <a:pt x="292" y="1570"/>
                  </a:cubicBezTo>
                  <a:cubicBezTo>
                    <a:pt x="308" y="1526"/>
                    <a:pt x="315" y="1528"/>
                    <a:pt x="312" y="1520"/>
                  </a:cubicBezTo>
                  <a:cubicBezTo>
                    <a:pt x="334" y="1475"/>
                    <a:pt x="332" y="1464"/>
                    <a:pt x="339" y="1462"/>
                  </a:cubicBezTo>
                  <a:cubicBezTo>
                    <a:pt x="371" y="1397"/>
                    <a:pt x="376" y="1392"/>
                    <a:pt x="380" y="1386"/>
                  </a:cubicBezTo>
                  <a:cubicBezTo>
                    <a:pt x="418" y="1328"/>
                    <a:pt x="420" y="1321"/>
                    <a:pt x="425" y="1316"/>
                  </a:cubicBezTo>
                  <a:cubicBezTo>
                    <a:pt x="441" y="1283"/>
                    <a:pt x="447" y="1285"/>
                    <a:pt x="447" y="1281"/>
                  </a:cubicBezTo>
                  <a:cubicBezTo>
                    <a:pt x="479" y="1240"/>
                    <a:pt x="484" y="1230"/>
                    <a:pt x="493" y="1225"/>
                  </a:cubicBezTo>
                  <a:cubicBezTo>
                    <a:pt x="510" y="1208"/>
                    <a:pt x="509" y="1213"/>
                    <a:pt x="513" y="1213"/>
                  </a:cubicBezTo>
                  <a:cubicBezTo>
                    <a:pt x="523" y="1194"/>
                    <a:pt x="525" y="1193"/>
                    <a:pt x="525" y="1190"/>
                  </a:cubicBezTo>
                  <a:cubicBezTo>
                    <a:pt x="562" y="1144"/>
                    <a:pt x="564" y="1140"/>
                    <a:pt x="563" y="1135"/>
                  </a:cubicBezTo>
                  <a:cubicBezTo>
                    <a:pt x="582" y="1095"/>
                    <a:pt x="589" y="1084"/>
                    <a:pt x="596" y="1072"/>
                  </a:cubicBezTo>
                  <a:cubicBezTo>
                    <a:pt x="579" y="1116"/>
                    <a:pt x="576" y="1130"/>
                    <a:pt x="571" y="1142"/>
                  </a:cubicBezTo>
                  <a:cubicBezTo>
                    <a:pt x="549" y="1177"/>
                    <a:pt x="552" y="1188"/>
                    <a:pt x="545" y="1190"/>
                  </a:cubicBezTo>
                  <a:cubicBezTo>
                    <a:pt x="519" y="1245"/>
                    <a:pt x="511" y="1246"/>
                    <a:pt x="513" y="1255"/>
                  </a:cubicBezTo>
                  <a:cubicBezTo>
                    <a:pt x="489" y="1289"/>
                    <a:pt x="487" y="1295"/>
                    <a:pt x="485" y="1301"/>
                  </a:cubicBezTo>
                  <a:cubicBezTo>
                    <a:pt x="460" y="1334"/>
                    <a:pt x="463" y="1345"/>
                    <a:pt x="458" y="1349"/>
                  </a:cubicBezTo>
                  <a:cubicBezTo>
                    <a:pt x="437" y="1384"/>
                    <a:pt x="437" y="1392"/>
                    <a:pt x="432" y="1396"/>
                  </a:cubicBezTo>
                  <a:cubicBezTo>
                    <a:pt x="427" y="1433"/>
                    <a:pt x="425" y="1426"/>
                    <a:pt x="427" y="1424"/>
                  </a:cubicBezTo>
                  <a:cubicBezTo>
                    <a:pt x="443" y="1405"/>
                    <a:pt x="440" y="1397"/>
                    <a:pt x="445" y="1396"/>
                  </a:cubicBezTo>
                  <a:cubicBezTo>
                    <a:pt x="475" y="1348"/>
                    <a:pt x="476" y="1344"/>
                    <a:pt x="475" y="1338"/>
                  </a:cubicBezTo>
                  <a:cubicBezTo>
                    <a:pt x="497" y="1313"/>
                    <a:pt x="494" y="1305"/>
                    <a:pt x="498" y="1303"/>
                  </a:cubicBezTo>
                  <a:cubicBezTo>
                    <a:pt x="497" y="1315"/>
                    <a:pt x="494" y="1322"/>
                    <a:pt x="490" y="1328"/>
                  </a:cubicBezTo>
                  <a:cubicBezTo>
                    <a:pt x="462" y="1378"/>
                    <a:pt x="460" y="1382"/>
                    <a:pt x="460" y="1386"/>
                  </a:cubicBezTo>
                  <a:cubicBezTo>
                    <a:pt x="425" y="1445"/>
                    <a:pt x="428" y="1453"/>
                    <a:pt x="425" y="1454"/>
                  </a:cubicBezTo>
                  <a:cubicBezTo>
                    <a:pt x="405" y="1499"/>
                    <a:pt x="398" y="1512"/>
                    <a:pt x="392" y="1525"/>
                  </a:cubicBezTo>
                  <a:cubicBezTo>
                    <a:pt x="371" y="1599"/>
                    <a:pt x="365" y="1598"/>
                    <a:pt x="367" y="1605"/>
                  </a:cubicBezTo>
                  <a:cubicBezTo>
                    <a:pt x="354" y="1641"/>
                    <a:pt x="358" y="1653"/>
                    <a:pt x="352" y="1656"/>
                  </a:cubicBezTo>
                  <a:cubicBezTo>
                    <a:pt x="346" y="1759"/>
                    <a:pt x="343" y="1757"/>
                    <a:pt x="342" y="1754"/>
                  </a:cubicBezTo>
                  <a:cubicBezTo>
                    <a:pt x="349" y="1713"/>
                    <a:pt x="354" y="1702"/>
                    <a:pt x="357" y="1691"/>
                  </a:cubicBezTo>
                  <a:cubicBezTo>
                    <a:pt x="378" y="1637"/>
                    <a:pt x="375" y="1627"/>
                    <a:pt x="380" y="1625"/>
                  </a:cubicBezTo>
                  <a:cubicBezTo>
                    <a:pt x="393" y="1579"/>
                    <a:pt x="398" y="1569"/>
                    <a:pt x="402" y="1560"/>
                  </a:cubicBezTo>
                  <a:cubicBezTo>
                    <a:pt x="415" y="1520"/>
                    <a:pt x="417" y="1514"/>
                    <a:pt x="422" y="1512"/>
                  </a:cubicBezTo>
                  <a:cubicBezTo>
                    <a:pt x="438" y="1477"/>
                    <a:pt x="435" y="1466"/>
                    <a:pt x="440" y="1464"/>
                  </a:cubicBezTo>
                  <a:cubicBezTo>
                    <a:pt x="491" y="1374"/>
                    <a:pt x="493" y="1369"/>
                    <a:pt x="493" y="1361"/>
                  </a:cubicBezTo>
                  <a:cubicBezTo>
                    <a:pt x="533" y="1307"/>
                    <a:pt x="537" y="1281"/>
                    <a:pt x="551" y="1265"/>
                  </a:cubicBezTo>
                  <a:cubicBezTo>
                    <a:pt x="567" y="1213"/>
                    <a:pt x="572" y="1200"/>
                    <a:pt x="576" y="1187"/>
                  </a:cubicBezTo>
                  <a:cubicBezTo>
                    <a:pt x="570" y="1224"/>
                    <a:pt x="567" y="1232"/>
                    <a:pt x="566" y="1243"/>
                  </a:cubicBezTo>
                  <a:cubicBezTo>
                    <a:pt x="527" y="1322"/>
                    <a:pt x="522" y="1329"/>
                    <a:pt x="520" y="1338"/>
                  </a:cubicBezTo>
                  <a:cubicBezTo>
                    <a:pt x="499" y="1364"/>
                    <a:pt x="499" y="1376"/>
                    <a:pt x="493" y="1381"/>
                  </a:cubicBezTo>
                  <a:cubicBezTo>
                    <a:pt x="498" y="1392"/>
                    <a:pt x="498" y="1398"/>
                    <a:pt x="498" y="1404"/>
                  </a:cubicBezTo>
                  <a:cubicBezTo>
                    <a:pt x="532" y="1330"/>
                    <a:pt x="532" y="1345"/>
                    <a:pt x="528" y="1343"/>
                  </a:cubicBezTo>
                  <a:cubicBezTo>
                    <a:pt x="511" y="1391"/>
                    <a:pt x="508" y="1400"/>
                    <a:pt x="505" y="1409"/>
                  </a:cubicBezTo>
                  <a:cubicBezTo>
                    <a:pt x="497" y="1445"/>
                    <a:pt x="494" y="1455"/>
                    <a:pt x="493" y="1467"/>
                  </a:cubicBezTo>
                  <a:cubicBezTo>
                    <a:pt x="496" y="1535"/>
                    <a:pt x="492" y="1549"/>
                    <a:pt x="490" y="1567"/>
                  </a:cubicBezTo>
                  <a:cubicBezTo>
                    <a:pt x="476" y="1593"/>
                    <a:pt x="479" y="1606"/>
                    <a:pt x="473" y="1610"/>
                  </a:cubicBezTo>
                  <a:cubicBezTo>
                    <a:pt x="427" y="1706"/>
                    <a:pt x="422" y="1720"/>
                    <a:pt x="413" y="1731"/>
                  </a:cubicBezTo>
                  <a:cubicBezTo>
                    <a:pt x="408" y="1755"/>
                    <a:pt x="414" y="1746"/>
                    <a:pt x="415" y="1744"/>
                  </a:cubicBezTo>
                  <a:cubicBezTo>
                    <a:pt x="452" y="1724"/>
                    <a:pt x="461" y="1714"/>
                    <a:pt x="468" y="1718"/>
                  </a:cubicBezTo>
                  <a:cubicBezTo>
                    <a:pt x="439" y="1738"/>
                    <a:pt x="429" y="1744"/>
                    <a:pt x="423" y="1754"/>
                  </a:cubicBezTo>
                  <a:cubicBezTo>
                    <a:pt x="390" y="1807"/>
                    <a:pt x="394" y="1818"/>
                    <a:pt x="390" y="1819"/>
                  </a:cubicBezTo>
                  <a:cubicBezTo>
                    <a:pt x="387" y="1852"/>
                    <a:pt x="390" y="1857"/>
                    <a:pt x="393" y="1864"/>
                  </a:cubicBezTo>
                  <a:cubicBezTo>
                    <a:pt x="395" y="1893"/>
                    <a:pt x="401" y="1904"/>
                    <a:pt x="405" y="1917"/>
                  </a:cubicBezTo>
                  <a:cubicBezTo>
                    <a:pt x="418" y="1937"/>
                    <a:pt x="423" y="1944"/>
                    <a:pt x="418" y="1950"/>
                  </a:cubicBezTo>
                  <a:cubicBezTo>
                    <a:pt x="398" y="1927"/>
                    <a:pt x="390" y="1922"/>
                    <a:pt x="388" y="1912"/>
                  </a:cubicBezTo>
                  <a:cubicBezTo>
                    <a:pt x="371" y="1883"/>
                    <a:pt x="363" y="1883"/>
                    <a:pt x="357" y="1880"/>
                  </a:cubicBezTo>
                  <a:cubicBezTo>
                    <a:pt x="325" y="1849"/>
                    <a:pt x="317" y="1848"/>
                    <a:pt x="315" y="1842"/>
                  </a:cubicBezTo>
                  <a:cubicBezTo>
                    <a:pt x="284" y="1820"/>
                    <a:pt x="288" y="1832"/>
                    <a:pt x="299" y="1829"/>
                  </a:cubicBezTo>
                  <a:cubicBezTo>
                    <a:pt x="296" y="1823"/>
                    <a:pt x="286" y="1823"/>
                    <a:pt x="282" y="1817"/>
                  </a:cubicBezTo>
                  <a:cubicBezTo>
                    <a:pt x="235" y="1800"/>
                    <a:pt x="246" y="1796"/>
                    <a:pt x="252" y="1802"/>
                  </a:cubicBezTo>
                  <a:cubicBezTo>
                    <a:pt x="301" y="1810"/>
                    <a:pt x="324" y="1818"/>
                    <a:pt x="342" y="1829"/>
                  </a:cubicBezTo>
                  <a:cubicBezTo>
                    <a:pt x="332" y="1811"/>
                    <a:pt x="328" y="1807"/>
                    <a:pt x="325" y="1802"/>
                  </a:cubicBezTo>
                  <a:cubicBezTo>
                    <a:pt x="300" y="1767"/>
                    <a:pt x="291" y="1768"/>
                    <a:pt x="292" y="1759"/>
                  </a:cubicBezTo>
                  <a:cubicBezTo>
                    <a:pt x="254" y="1707"/>
                    <a:pt x="246" y="1698"/>
                    <a:pt x="239" y="1688"/>
                  </a:cubicBezTo>
                  <a:cubicBezTo>
                    <a:pt x="214" y="1649"/>
                    <a:pt x="204" y="1642"/>
                    <a:pt x="201" y="1628"/>
                  </a:cubicBezTo>
                  <a:cubicBezTo>
                    <a:pt x="178" y="1567"/>
                    <a:pt x="173" y="1562"/>
                    <a:pt x="168" y="1558"/>
                  </a:cubicBezTo>
                  <a:cubicBezTo>
                    <a:pt x="153" y="1520"/>
                    <a:pt x="151" y="1514"/>
                    <a:pt x="146" y="1512"/>
                  </a:cubicBezTo>
                  <a:cubicBezTo>
                    <a:pt x="133" y="1472"/>
                    <a:pt x="123" y="1469"/>
                    <a:pt x="123" y="1457"/>
                  </a:cubicBezTo>
                  <a:cubicBezTo>
                    <a:pt x="108" y="1419"/>
                    <a:pt x="98" y="1416"/>
                    <a:pt x="100" y="1402"/>
                  </a:cubicBezTo>
                  <a:cubicBezTo>
                    <a:pt x="109" y="1417"/>
                    <a:pt x="115" y="1416"/>
                    <a:pt x="113" y="1424"/>
                  </a:cubicBezTo>
                  <a:cubicBezTo>
                    <a:pt x="141" y="1468"/>
                    <a:pt x="143" y="1471"/>
                    <a:pt x="146" y="1475"/>
                  </a:cubicBezTo>
                  <a:cubicBezTo>
                    <a:pt x="184" y="1527"/>
                    <a:pt x="192" y="1530"/>
                    <a:pt x="196" y="1537"/>
                  </a:cubicBezTo>
                  <a:cubicBezTo>
                    <a:pt x="219" y="1559"/>
                    <a:pt x="223" y="1568"/>
                    <a:pt x="231" y="1573"/>
                  </a:cubicBezTo>
                  <a:cubicBezTo>
                    <a:pt x="246" y="1588"/>
                    <a:pt x="247" y="1590"/>
                    <a:pt x="249" y="1590"/>
                  </a:cubicBezTo>
                  <a:cubicBezTo>
                    <a:pt x="274" y="1624"/>
                    <a:pt x="278" y="1626"/>
                    <a:pt x="282" y="1628"/>
                  </a:cubicBezTo>
                  <a:cubicBezTo>
                    <a:pt x="265" y="1589"/>
                    <a:pt x="257" y="1590"/>
                    <a:pt x="259" y="1580"/>
                  </a:cubicBezTo>
                  <a:cubicBezTo>
                    <a:pt x="203" y="1511"/>
                    <a:pt x="196" y="1509"/>
                    <a:pt x="193" y="1502"/>
                  </a:cubicBezTo>
                  <a:cubicBezTo>
                    <a:pt x="172" y="1477"/>
                    <a:pt x="168" y="1477"/>
                    <a:pt x="168" y="1472"/>
                  </a:cubicBezTo>
                  <a:cubicBezTo>
                    <a:pt x="147" y="1441"/>
                    <a:pt x="145" y="1442"/>
                    <a:pt x="146" y="1439"/>
                  </a:cubicBezTo>
                  <a:cubicBezTo>
                    <a:pt x="127" y="1411"/>
                    <a:pt x="130" y="1404"/>
                    <a:pt x="125" y="1404"/>
                  </a:cubicBezTo>
                  <a:cubicBezTo>
                    <a:pt x="102" y="1363"/>
                    <a:pt x="100" y="1355"/>
                    <a:pt x="95" y="1351"/>
                  </a:cubicBezTo>
                  <a:cubicBezTo>
                    <a:pt x="61" y="1229"/>
                    <a:pt x="62" y="1234"/>
                    <a:pt x="62" y="1241"/>
                  </a:cubicBezTo>
                  <a:cubicBezTo>
                    <a:pt x="80" y="1283"/>
                    <a:pt x="77" y="1293"/>
                    <a:pt x="83" y="1293"/>
                  </a:cubicBezTo>
                  <a:cubicBezTo>
                    <a:pt x="100" y="1336"/>
                    <a:pt x="98" y="1345"/>
                    <a:pt x="105" y="1344"/>
                  </a:cubicBezTo>
                  <a:cubicBezTo>
                    <a:pt x="128" y="1387"/>
                    <a:pt x="129" y="1398"/>
                    <a:pt x="135" y="1404"/>
                  </a:cubicBezTo>
                  <a:cubicBezTo>
                    <a:pt x="148" y="1422"/>
                    <a:pt x="148" y="1425"/>
                    <a:pt x="148" y="1427"/>
                  </a:cubicBezTo>
                  <a:cubicBezTo>
                    <a:pt x="176" y="1460"/>
                    <a:pt x="173" y="1469"/>
                    <a:pt x="178" y="1470"/>
                  </a:cubicBezTo>
                  <a:cubicBezTo>
                    <a:pt x="203" y="1506"/>
                    <a:pt x="213" y="1502"/>
                    <a:pt x="211" y="1510"/>
                  </a:cubicBezTo>
                  <a:cubicBezTo>
                    <a:pt x="240" y="1542"/>
                    <a:pt x="244" y="1544"/>
                    <a:pt x="244" y="1550"/>
                  </a:cubicBezTo>
                  <a:cubicBezTo>
                    <a:pt x="270" y="1548"/>
                    <a:pt x="267" y="1546"/>
                    <a:pt x="264" y="1545"/>
                  </a:cubicBezTo>
                  <a:cubicBezTo>
                    <a:pt x="251" y="1520"/>
                    <a:pt x="247" y="1516"/>
                    <a:pt x="249" y="1507"/>
                  </a:cubicBezTo>
                  <a:cubicBezTo>
                    <a:pt x="229" y="1481"/>
                    <a:pt x="225" y="1479"/>
                    <a:pt x="221" y="1477"/>
                  </a:cubicBezTo>
                  <a:cubicBezTo>
                    <a:pt x="196" y="1426"/>
                    <a:pt x="189" y="1427"/>
                    <a:pt x="188" y="1422"/>
                  </a:cubicBezTo>
                  <a:cubicBezTo>
                    <a:pt x="166" y="1386"/>
                    <a:pt x="161" y="1384"/>
                    <a:pt x="161" y="1379"/>
                  </a:cubicBezTo>
                  <a:cubicBezTo>
                    <a:pt x="153" y="1363"/>
                    <a:pt x="149" y="1362"/>
                    <a:pt x="151" y="1354"/>
                  </a:cubicBezTo>
                  <a:cubicBezTo>
                    <a:pt x="119" y="1295"/>
                    <a:pt x="118" y="1290"/>
                    <a:pt x="113" y="1288"/>
                  </a:cubicBezTo>
                  <a:cubicBezTo>
                    <a:pt x="97" y="1255"/>
                    <a:pt x="100" y="1245"/>
                    <a:pt x="95" y="1243"/>
                  </a:cubicBezTo>
                  <a:cubicBezTo>
                    <a:pt x="70" y="1172"/>
                    <a:pt x="70" y="1159"/>
                    <a:pt x="62" y="1153"/>
                  </a:cubicBezTo>
                  <a:cubicBezTo>
                    <a:pt x="55" y="1121"/>
                    <a:pt x="45" y="1115"/>
                    <a:pt x="52" y="1112"/>
                  </a:cubicBezTo>
                  <a:cubicBezTo>
                    <a:pt x="42" y="1090"/>
                    <a:pt x="43" y="1087"/>
                    <a:pt x="42" y="1085"/>
                  </a:cubicBezTo>
                  <a:cubicBezTo>
                    <a:pt x="59" y="1118"/>
                    <a:pt x="61" y="1122"/>
                    <a:pt x="60" y="1127"/>
                  </a:cubicBezTo>
                  <a:cubicBezTo>
                    <a:pt x="83" y="1168"/>
                    <a:pt x="78" y="1179"/>
                    <a:pt x="85" y="1178"/>
                  </a:cubicBezTo>
                  <a:cubicBezTo>
                    <a:pt x="124" y="1262"/>
                    <a:pt x="134" y="1265"/>
                    <a:pt x="135" y="1276"/>
                  </a:cubicBezTo>
                  <a:cubicBezTo>
                    <a:pt x="156" y="1299"/>
                    <a:pt x="155" y="1305"/>
                    <a:pt x="161" y="1306"/>
                  </a:cubicBezTo>
                  <a:cubicBezTo>
                    <a:pt x="182" y="1344"/>
                    <a:pt x="191" y="1353"/>
                    <a:pt x="196" y="1366"/>
                  </a:cubicBezTo>
                  <a:cubicBezTo>
                    <a:pt x="224" y="1410"/>
                    <a:pt x="227" y="1424"/>
                    <a:pt x="236" y="1434"/>
                  </a:cubicBezTo>
                  <a:close/>
                  <a:moveTo>
                    <a:pt x="176" y="1565"/>
                  </a:moveTo>
                  <a:cubicBezTo>
                    <a:pt x="182" y="1568"/>
                    <a:pt x="180" y="1578"/>
                    <a:pt x="186" y="1580"/>
                  </a:cubicBezTo>
                  <a:cubicBezTo>
                    <a:pt x="184" y="1591"/>
                    <a:pt x="194" y="1591"/>
                    <a:pt x="194" y="1600"/>
                  </a:cubicBezTo>
                  <a:cubicBezTo>
                    <a:pt x="200" y="1612"/>
                    <a:pt x="206" y="1624"/>
                    <a:pt x="214" y="1633"/>
                  </a:cubicBezTo>
                  <a:cubicBezTo>
                    <a:pt x="215" y="1640"/>
                    <a:pt x="219" y="1645"/>
                    <a:pt x="224" y="1648"/>
                  </a:cubicBezTo>
                  <a:cubicBezTo>
                    <a:pt x="223" y="1658"/>
                    <a:pt x="232" y="1658"/>
                    <a:pt x="234" y="1666"/>
                  </a:cubicBezTo>
                  <a:cubicBezTo>
                    <a:pt x="240" y="1679"/>
                    <a:pt x="253" y="1684"/>
                    <a:pt x="257" y="1699"/>
                  </a:cubicBezTo>
                  <a:cubicBezTo>
                    <a:pt x="263" y="1700"/>
                    <a:pt x="262" y="1710"/>
                    <a:pt x="269" y="1711"/>
                  </a:cubicBezTo>
                  <a:cubicBezTo>
                    <a:pt x="268" y="1721"/>
                    <a:pt x="280" y="1719"/>
                    <a:pt x="279" y="1729"/>
                  </a:cubicBezTo>
                  <a:cubicBezTo>
                    <a:pt x="290" y="1736"/>
                    <a:pt x="296" y="1747"/>
                    <a:pt x="304" y="1756"/>
                  </a:cubicBezTo>
                  <a:cubicBezTo>
                    <a:pt x="310" y="1768"/>
                    <a:pt x="321" y="1775"/>
                    <a:pt x="327" y="1787"/>
                  </a:cubicBezTo>
                  <a:cubicBezTo>
                    <a:pt x="332" y="1791"/>
                    <a:pt x="334" y="1798"/>
                    <a:pt x="340" y="1802"/>
                  </a:cubicBezTo>
                  <a:cubicBezTo>
                    <a:pt x="340" y="1806"/>
                    <a:pt x="342" y="1808"/>
                    <a:pt x="345" y="1809"/>
                  </a:cubicBezTo>
                  <a:cubicBezTo>
                    <a:pt x="344" y="1812"/>
                    <a:pt x="352" y="1818"/>
                    <a:pt x="352" y="1812"/>
                  </a:cubicBezTo>
                  <a:cubicBezTo>
                    <a:pt x="345" y="1803"/>
                    <a:pt x="341" y="1791"/>
                    <a:pt x="337" y="1779"/>
                  </a:cubicBezTo>
                  <a:cubicBezTo>
                    <a:pt x="333" y="1767"/>
                    <a:pt x="322" y="1762"/>
                    <a:pt x="319" y="1749"/>
                  </a:cubicBezTo>
                  <a:cubicBezTo>
                    <a:pt x="311" y="1741"/>
                    <a:pt x="309" y="1727"/>
                    <a:pt x="299" y="1721"/>
                  </a:cubicBezTo>
                  <a:cubicBezTo>
                    <a:pt x="294" y="1710"/>
                    <a:pt x="284" y="1703"/>
                    <a:pt x="282" y="1688"/>
                  </a:cubicBezTo>
                  <a:cubicBezTo>
                    <a:pt x="273" y="1689"/>
                    <a:pt x="274" y="1681"/>
                    <a:pt x="269" y="1678"/>
                  </a:cubicBezTo>
                  <a:cubicBezTo>
                    <a:pt x="267" y="1672"/>
                    <a:pt x="260" y="1670"/>
                    <a:pt x="256" y="1666"/>
                  </a:cubicBezTo>
                  <a:cubicBezTo>
                    <a:pt x="257" y="1662"/>
                    <a:pt x="255" y="1660"/>
                    <a:pt x="254" y="1658"/>
                  </a:cubicBezTo>
                  <a:cubicBezTo>
                    <a:pt x="254" y="1654"/>
                    <a:pt x="248" y="1656"/>
                    <a:pt x="249" y="1651"/>
                  </a:cubicBezTo>
                  <a:cubicBezTo>
                    <a:pt x="242" y="1650"/>
                    <a:pt x="245" y="1640"/>
                    <a:pt x="236" y="1641"/>
                  </a:cubicBezTo>
                  <a:cubicBezTo>
                    <a:pt x="236" y="1638"/>
                    <a:pt x="236" y="1635"/>
                    <a:pt x="231" y="1636"/>
                  </a:cubicBezTo>
                  <a:cubicBezTo>
                    <a:pt x="231" y="1631"/>
                    <a:pt x="229" y="1629"/>
                    <a:pt x="226" y="1628"/>
                  </a:cubicBezTo>
                  <a:cubicBezTo>
                    <a:pt x="223" y="1623"/>
                    <a:pt x="218" y="1620"/>
                    <a:pt x="216" y="1613"/>
                  </a:cubicBezTo>
                  <a:cubicBezTo>
                    <a:pt x="209" y="1604"/>
                    <a:pt x="202" y="1595"/>
                    <a:pt x="196" y="1585"/>
                  </a:cubicBezTo>
                  <a:cubicBezTo>
                    <a:pt x="189" y="1576"/>
                    <a:pt x="185" y="1565"/>
                    <a:pt x="176" y="1558"/>
                  </a:cubicBezTo>
                  <a:cubicBezTo>
                    <a:pt x="176" y="1560"/>
                    <a:pt x="176" y="1563"/>
                    <a:pt x="176" y="1565"/>
                  </a:cubicBezTo>
                  <a:close/>
                  <a:moveTo>
                    <a:pt x="301" y="820"/>
                  </a:moveTo>
                  <a:cubicBezTo>
                    <a:pt x="302" y="810"/>
                    <a:pt x="310" y="806"/>
                    <a:pt x="311" y="795"/>
                  </a:cubicBezTo>
                  <a:cubicBezTo>
                    <a:pt x="358" y="743"/>
                    <a:pt x="361" y="735"/>
                    <a:pt x="366" y="730"/>
                  </a:cubicBezTo>
                  <a:cubicBezTo>
                    <a:pt x="397" y="702"/>
                    <a:pt x="399" y="697"/>
                    <a:pt x="402" y="694"/>
                  </a:cubicBezTo>
                  <a:cubicBezTo>
                    <a:pt x="437" y="662"/>
                    <a:pt x="439" y="659"/>
                    <a:pt x="442" y="657"/>
                  </a:cubicBezTo>
                  <a:cubicBezTo>
                    <a:pt x="480" y="626"/>
                    <a:pt x="475" y="615"/>
                    <a:pt x="485" y="619"/>
                  </a:cubicBezTo>
                  <a:cubicBezTo>
                    <a:pt x="521" y="575"/>
                    <a:pt x="530" y="573"/>
                    <a:pt x="535" y="566"/>
                  </a:cubicBezTo>
                  <a:cubicBezTo>
                    <a:pt x="554" y="538"/>
                    <a:pt x="566" y="538"/>
                    <a:pt x="568" y="528"/>
                  </a:cubicBezTo>
                  <a:cubicBezTo>
                    <a:pt x="581" y="513"/>
                    <a:pt x="584" y="512"/>
                    <a:pt x="583" y="508"/>
                  </a:cubicBezTo>
                  <a:cubicBezTo>
                    <a:pt x="609" y="476"/>
                    <a:pt x="605" y="465"/>
                    <a:pt x="613" y="468"/>
                  </a:cubicBezTo>
                  <a:cubicBezTo>
                    <a:pt x="604" y="479"/>
                    <a:pt x="593" y="475"/>
                    <a:pt x="595" y="483"/>
                  </a:cubicBezTo>
                  <a:cubicBezTo>
                    <a:pt x="573" y="503"/>
                    <a:pt x="570" y="506"/>
                    <a:pt x="568" y="510"/>
                  </a:cubicBezTo>
                  <a:cubicBezTo>
                    <a:pt x="482" y="577"/>
                    <a:pt x="482" y="583"/>
                    <a:pt x="477" y="584"/>
                  </a:cubicBezTo>
                  <a:cubicBezTo>
                    <a:pt x="464" y="596"/>
                    <a:pt x="458" y="596"/>
                    <a:pt x="457" y="601"/>
                  </a:cubicBezTo>
                  <a:cubicBezTo>
                    <a:pt x="421" y="633"/>
                    <a:pt x="418" y="642"/>
                    <a:pt x="412" y="649"/>
                  </a:cubicBezTo>
                  <a:cubicBezTo>
                    <a:pt x="371" y="689"/>
                    <a:pt x="369" y="694"/>
                    <a:pt x="366" y="697"/>
                  </a:cubicBezTo>
                  <a:cubicBezTo>
                    <a:pt x="338" y="737"/>
                    <a:pt x="331" y="742"/>
                    <a:pt x="326" y="750"/>
                  </a:cubicBezTo>
                  <a:cubicBezTo>
                    <a:pt x="309" y="785"/>
                    <a:pt x="297" y="788"/>
                    <a:pt x="296" y="803"/>
                  </a:cubicBezTo>
                  <a:cubicBezTo>
                    <a:pt x="266" y="851"/>
                    <a:pt x="266" y="857"/>
                    <a:pt x="266" y="863"/>
                  </a:cubicBezTo>
                  <a:close/>
                  <a:moveTo>
                    <a:pt x="318" y="526"/>
                  </a:moveTo>
                  <a:cubicBezTo>
                    <a:pt x="319" y="522"/>
                    <a:pt x="318" y="516"/>
                    <a:pt x="316" y="521"/>
                  </a:cubicBezTo>
                  <a:cubicBezTo>
                    <a:pt x="316" y="524"/>
                    <a:pt x="317" y="530"/>
                    <a:pt x="318" y="526"/>
                  </a:cubicBezTo>
                  <a:close/>
                  <a:moveTo>
                    <a:pt x="321" y="662"/>
                  </a:moveTo>
                  <a:cubicBezTo>
                    <a:pt x="322" y="667"/>
                    <a:pt x="309" y="673"/>
                    <a:pt x="316" y="677"/>
                  </a:cubicBezTo>
                  <a:cubicBezTo>
                    <a:pt x="320" y="673"/>
                    <a:pt x="322" y="665"/>
                    <a:pt x="326" y="662"/>
                  </a:cubicBezTo>
                  <a:cubicBezTo>
                    <a:pt x="326" y="656"/>
                    <a:pt x="338" y="651"/>
                    <a:pt x="331" y="647"/>
                  </a:cubicBezTo>
                  <a:cubicBezTo>
                    <a:pt x="328" y="652"/>
                    <a:pt x="325" y="658"/>
                    <a:pt x="321" y="662"/>
                  </a:cubicBezTo>
                  <a:close/>
                  <a:moveTo>
                    <a:pt x="276" y="745"/>
                  </a:moveTo>
                  <a:cubicBezTo>
                    <a:pt x="274" y="736"/>
                    <a:pt x="283" y="730"/>
                    <a:pt x="273" y="727"/>
                  </a:cubicBezTo>
                  <a:cubicBezTo>
                    <a:pt x="275" y="732"/>
                    <a:pt x="270" y="744"/>
                    <a:pt x="276" y="745"/>
                  </a:cubicBezTo>
                  <a:close/>
                  <a:moveTo>
                    <a:pt x="276" y="793"/>
                  </a:moveTo>
                  <a:cubicBezTo>
                    <a:pt x="277" y="785"/>
                    <a:pt x="285" y="771"/>
                    <a:pt x="278" y="765"/>
                  </a:cubicBezTo>
                  <a:cubicBezTo>
                    <a:pt x="281" y="776"/>
                    <a:pt x="270" y="787"/>
                    <a:pt x="276" y="793"/>
                  </a:cubicBezTo>
                  <a:close/>
                  <a:moveTo>
                    <a:pt x="271" y="830"/>
                  </a:moveTo>
                  <a:cubicBezTo>
                    <a:pt x="268" y="819"/>
                    <a:pt x="285" y="812"/>
                    <a:pt x="273" y="808"/>
                  </a:cubicBezTo>
                  <a:cubicBezTo>
                    <a:pt x="277" y="818"/>
                    <a:pt x="262" y="823"/>
                    <a:pt x="271" y="830"/>
                  </a:cubicBezTo>
                  <a:close/>
                  <a:moveTo>
                    <a:pt x="70" y="883"/>
                  </a:moveTo>
                  <a:cubicBezTo>
                    <a:pt x="75" y="887"/>
                    <a:pt x="73" y="896"/>
                    <a:pt x="77" y="901"/>
                  </a:cubicBezTo>
                  <a:cubicBezTo>
                    <a:pt x="117" y="1000"/>
                    <a:pt x="122" y="1004"/>
                    <a:pt x="123" y="1012"/>
                  </a:cubicBezTo>
                  <a:cubicBezTo>
                    <a:pt x="141" y="1040"/>
                    <a:pt x="140" y="1043"/>
                    <a:pt x="140" y="1044"/>
                  </a:cubicBezTo>
                  <a:cubicBezTo>
                    <a:pt x="173" y="1100"/>
                    <a:pt x="181" y="1101"/>
                    <a:pt x="181" y="1110"/>
                  </a:cubicBezTo>
                  <a:cubicBezTo>
                    <a:pt x="212" y="1160"/>
                    <a:pt x="210" y="1167"/>
                    <a:pt x="213" y="1168"/>
                  </a:cubicBezTo>
                  <a:cubicBezTo>
                    <a:pt x="227" y="1183"/>
                    <a:pt x="222" y="1175"/>
                    <a:pt x="218" y="1168"/>
                  </a:cubicBezTo>
                  <a:cubicBezTo>
                    <a:pt x="214" y="1136"/>
                    <a:pt x="209" y="1137"/>
                    <a:pt x="211" y="1130"/>
                  </a:cubicBezTo>
                  <a:cubicBezTo>
                    <a:pt x="190" y="1087"/>
                    <a:pt x="191" y="1077"/>
                    <a:pt x="186" y="1072"/>
                  </a:cubicBezTo>
                  <a:cubicBezTo>
                    <a:pt x="164" y="1046"/>
                    <a:pt x="172" y="1032"/>
                    <a:pt x="165" y="1034"/>
                  </a:cubicBezTo>
                  <a:cubicBezTo>
                    <a:pt x="130" y="971"/>
                    <a:pt x="123" y="968"/>
                    <a:pt x="123" y="959"/>
                  </a:cubicBezTo>
                  <a:cubicBezTo>
                    <a:pt x="98" y="914"/>
                    <a:pt x="92" y="910"/>
                    <a:pt x="90" y="903"/>
                  </a:cubicBezTo>
                  <a:cubicBezTo>
                    <a:pt x="61" y="859"/>
                    <a:pt x="68" y="868"/>
                    <a:pt x="70" y="883"/>
                  </a:cubicBezTo>
                  <a:close/>
                  <a:moveTo>
                    <a:pt x="266" y="976"/>
                  </a:moveTo>
                  <a:cubicBezTo>
                    <a:pt x="265" y="972"/>
                    <a:pt x="269" y="971"/>
                    <a:pt x="269" y="966"/>
                  </a:cubicBezTo>
                  <a:cubicBezTo>
                    <a:pt x="272" y="966"/>
                    <a:pt x="270" y="959"/>
                    <a:pt x="269" y="964"/>
                  </a:cubicBezTo>
                  <a:cubicBezTo>
                    <a:pt x="266" y="966"/>
                    <a:pt x="260" y="982"/>
                    <a:pt x="266" y="976"/>
                  </a:cubicBezTo>
                  <a:close/>
                  <a:moveTo>
                    <a:pt x="246" y="996"/>
                  </a:moveTo>
                  <a:cubicBezTo>
                    <a:pt x="243" y="988"/>
                    <a:pt x="256" y="983"/>
                    <a:pt x="248" y="979"/>
                  </a:cubicBezTo>
                  <a:cubicBezTo>
                    <a:pt x="246" y="981"/>
                    <a:pt x="239" y="993"/>
                    <a:pt x="246" y="996"/>
                  </a:cubicBezTo>
                  <a:close/>
                  <a:moveTo>
                    <a:pt x="62" y="1039"/>
                  </a:moveTo>
                  <a:cubicBezTo>
                    <a:pt x="61" y="1036"/>
                    <a:pt x="60" y="1034"/>
                    <a:pt x="57" y="1032"/>
                  </a:cubicBezTo>
                  <a:cubicBezTo>
                    <a:pt x="57" y="1035"/>
                    <a:pt x="61" y="1046"/>
                    <a:pt x="62" y="1039"/>
                  </a:cubicBezTo>
                  <a:close/>
                  <a:moveTo>
                    <a:pt x="77" y="1095"/>
                  </a:moveTo>
                  <a:cubicBezTo>
                    <a:pt x="82" y="1101"/>
                    <a:pt x="83" y="1111"/>
                    <a:pt x="87" y="1117"/>
                  </a:cubicBezTo>
                  <a:cubicBezTo>
                    <a:pt x="124" y="1184"/>
                    <a:pt x="126" y="1187"/>
                    <a:pt x="128" y="1190"/>
                  </a:cubicBezTo>
                  <a:cubicBezTo>
                    <a:pt x="146" y="1213"/>
                    <a:pt x="141" y="1224"/>
                    <a:pt x="145" y="1225"/>
                  </a:cubicBezTo>
                  <a:cubicBezTo>
                    <a:pt x="170" y="1271"/>
                    <a:pt x="171" y="1275"/>
                    <a:pt x="176" y="1276"/>
                  </a:cubicBezTo>
                  <a:cubicBezTo>
                    <a:pt x="198" y="1315"/>
                    <a:pt x="204" y="1320"/>
                    <a:pt x="206" y="1329"/>
                  </a:cubicBezTo>
                  <a:cubicBezTo>
                    <a:pt x="220" y="1358"/>
                    <a:pt x="231" y="1358"/>
                    <a:pt x="229" y="1371"/>
                  </a:cubicBezTo>
                  <a:cubicBezTo>
                    <a:pt x="241" y="1386"/>
                    <a:pt x="240" y="1376"/>
                    <a:pt x="239" y="1366"/>
                  </a:cubicBezTo>
                  <a:cubicBezTo>
                    <a:pt x="220" y="1308"/>
                    <a:pt x="214" y="1302"/>
                    <a:pt x="213" y="1291"/>
                  </a:cubicBezTo>
                  <a:cubicBezTo>
                    <a:pt x="199" y="1268"/>
                    <a:pt x="202" y="1260"/>
                    <a:pt x="198" y="1258"/>
                  </a:cubicBezTo>
                  <a:cubicBezTo>
                    <a:pt x="180" y="1215"/>
                    <a:pt x="168" y="1215"/>
                    <a:pt x="168" y="1203"/>
                  </a:cubicBezTo>
                  <a:cubicBezTo>
                    <a:pt x="145" y="1172"/>
                    <a:pt x="150" y="1162"/>
                    <a:pt x="143" y="1163"/>
                  </a:cubicBezTo>
                  <a:cubicBezTo>
                    <a:pt x="113" y="1114"/>
                    <a:pt x="107" y="1108"/>
                    <a:pt x="105" y="1100"/>
                  </a:cubicBezTo>
                  <a:cubicBezTo>
                    <a:pt x="89" y="1081"/>
                    <a:pt x="86" y="1078"/>
                    <a:pt x="85" y="1075"/>
                  </a:cubicBezTo>
                  <a:cubicBezTo>
                    <a:pt x="71" y="1059"/>
                    <a:pt x="73" y="1055"/>
                    <a:pt x="70" y="1054"/>
                  </a:cubicBezTo>
                  <a:close/>
                  <a:moveTo>
                    <a:pt x="332" y="1623"/>
                  </a:moveTo>
                  <a:cubicBezTo>
                    <a:pt x="339" y="1624"/>
                    <a:pt x="330" y="1609"/>
                    <a:pt x="337" y="1610"/>
                  </a:cubicBezTo>
                  <a:cubicBezTo>
                    <a:pt x="359" y="1560"/>
                    <a:pt x="356" y="1544"/>
                    <a:pt x="365" y="1540"/>
                  </a:cubicBezTo>
                  <a:cubicBezTo>
                    <a:pt x="401" y="1455"/>
                    <a:pt x="401" y="1449"/>
                    <a:pt x="402" y="1444"/>
                  </a:cubicBezTo>
                  <a:cubicBezTo>
                    <a:pt x="418" y="1396"/>
                    <a:pt x="424" y="1396"/>
                    <a:pt x="425" y="1391"/>
                  </a:cubicBezTo>
                  <a:cubicBezTo>
                    <a:pt x="450" y="1344"/>
                    <a:pt x="454" y="1335"/>
                    <a:pt x="458" y="1326"/>
                  </a:cubicBezTo>
                  <a:cubicBezTo>
                    <a:pt x="490" y="1276"/>
                    <a:pt x="490" y="1269"/>
                    <a:pt x="493" y="1265"/>
                  </a:cubicBezTo>
                  <a:cubicBezTo>
                    <a:pt x="508" y="1240"/>
                    <a:pt x="511" y="1239"/>
                    <a:pt x="513" y="1238"/>
                  </a:cubicBezTo>
                  <a:cubicBezTo>
                    <a:pt x="521" y="1225"/>
                    <a:pt x="520" y="1221"/>
                    <a:pt x="523" y="1220"/>
                  </a:cubicBezTo>
                  <a:cubicBezTo>
                    <a:pt x="527" y="1215"/>
                    <a:pt x="518" y="1212"/>
                    <a:pt x="520" y="1220"/>
                  </a:cubicBezTo>
                  <a:cubicBezTo>
                    <a:pt x="481" y="1266"/>
                    <a:pt x="469" y="1280"/>
                    <a:pt x="460" y="1296"/>
                  </a:cubicBezTo>
                  <a:cubicBezTo>
                    <a:pt x="412" y="1376"/>
                    <a:pt x="407" y="1384"/>
                    <a:pt x="405" y="1394"/>
                  </a:cubicBezTo>
                  <a:cubicBezTo>
                    <a:pt x="376" y="1447"/>
                    <a:pt x="378" y="1450"/>
                    <a:pt x="377" y="1452"/>
                  </a:cubicBezTo>
                  <a:cubicBezTo>
                    <a:pt x="371" y="1467"/>
                    <a:pt x="366" y="1465"/>
                    <a:pt x="367" y="1472"/>
                  </a:cubicBezTo>
                  <a:cubicBezTo>
                    <a:pt x="344" y="1511"/>
                    <a:pt x="348" y="1521"/>
                    <a:pt x="342" y="1522"/>
                  </a:cubicBezTo>
                  <a:cubicBezTo>
                    <a:pt x="323" y="1591"/>
                    <a:pt x="318" y="1593"/>
                    <a:pt x="317" y="1598"/>
                  </a:cubicBezTo>
                  <a:cubicBezTo>
                    <a:pt x="309" y="1646"/>
                    <a:pt x="309" y="1656"/>
                    <a:pt x="309" y="1666"/>
                  </a:cubicBezTo>
                  <a:close/>
                  <a:moveTo>
                    <a:pt x="115" y="1273"/>
                  </a:moveTo>
                  <a:cubicBezTo>
                    <a:pt x="122" y="1281"/>
                    <a:pt x="126" y="1292"/>
                    <a:pt x="130" y="1301"/>
                  </a:cubicBezTo>
                  <a:cubicBezTo>
                    <a:pt x="136" y="1302"/>
                    <a:pt x="130" y="1315"/>
                    <a:pt x="138" y="1314"/>
                  </a:cubicBezTo>
                  <a:cubicBezTo>
                    <a:pt x="137" y="1322"/>
                    <a:pt x="142" y="1324"/>
                    <a:pt x="145" y="1329"/>
                  </a:cubicBezTo>
                  <a:cubicBezTo>
                    <a:pt x="152" y="1351"/>
                    <a:pt x="166" y="1365"/>
                    <a:pt x="176" y="1384"/>
                  </a:cubicBezTo>
                  <a:cubicBezTo>
                    <a:pt x="182" y="1392"/>
                    <a:pt x="186" y="1402"/>
                    <a:pt x="193" y="1409"/>
                  </a:cubicBezTo>
                  <a:cubicBezTo>
                    <a:pt x="198" y="1412"/>
                    <a:pt x="198" y="1418"/>
                    <a:pt x="201" y="1422"/>
                  </a:cubicBezTo>
                  <a:cubicBezTo>
                    <a:pt x="204" y="1426"/>
                    <a:pt x="207" y="1431"/>
                    <a:pt x="211" y="1434"/>
                  </a:cubicBezTo>
                  <a:cubicBezTo>
                    <a:pt x="214" y="1446"/>
                    <a:pt x="223" y="1451"/>
                    <a:pt x="226" y="1462"/>
                  </a:cubicBezTo>
                  <a:cubicBezTo>
                    <a:pt x="229" y="1467"/>
                    <a:pt x="233" y="1470"/>
                    <a:pt x="236" y="1475"/>
                  </a:cubicBezTo>
                  <a:cubicBezTo>
                    <a:pt x="241" y="1475"/>
                    <a:pt x="241" y="1491"/>
                    <a:pt x="246" y="1482"/>
                  </a:cubicBezTo>
                  <a:cubicBezTo>
                    <a:pt x="241" y="1479"/>
                    <a:pt x="241" y="1471"/>
                    <a:pt x="239" y="1464"/>
                  </a:cubicBezTo>
                  <a:cubicBezTo>
                    <a:pt x="234" y="1460"/>
                    <a:pt x="231" y="1455"/>
                    <a:pt x="229" y="1449"/>
                  </a:cubicBezTo>
                  <a:cubicBezTo>
                    <a:pt x="229" y="1447"/>
                    <a:pt x="229" y="1444"/>
                    <a:pt x="229" y="1442"/>
                  </a:cubicBezTo>
                  <a:cubicBezTo>
                    <a:pt x="221" y="1436"/>
                    <a:pt x="220" y="1425"/>
                    <a:pt x="214" y="1419"/>
                  </a:cubicBezTo>
                  <a:cubicBezTo>
                    <a:pt x="216" y="1411"/>
                    <a:pt x="210" y="1411"/>
                    <a:pt x="208" y="1407"/>
                  </a:cubicBezTo>
                  <a:cubicBezTo>
                    <a:pt x="205" y="1404"/>
                    <a:pt x="205" y="1397"/>
                    <a:pt x="201" y="1394"/>
                  </a:cubicBezTo>
                  <a:cubicBezTo>
                    <a:pt x="197" y="1385"/>
                    <a:pt x="194" y="1376"/>
                    <a:pt x="186" y="1371"/>
                  </a:cubicBezTo>
                  <a:cubicBezTo>
                    <a:pt x="182" y="1362"/>
                    <a:pt x="179" y="1352"/>
                    <a:pt x="171" y="1346"/>
                  </a:cubicBezTo>
                  <a:cubicBezTo>
                    <a:pt x="166" y="1338"/>
                    <a:pt x="163" y="1329"/>
                    <a:pt x="156" y="1324"/>
                  </a:cubicBezTo>
                  <a:cubicBezTo>
                    <a:pt x="157" y="1316"/>
                    <a:pt x="149" y="1319"/>
                    <a:pt x="151" y="1311"/>
                  </a:cubicBezTo>
                  <a:cubicBezTo>
                    <a:pt x="147" y="1311"/>
                    <a:pt x="145" y="1310"/>
                    <a:pt x="145" y="1306"/>
                  </a:cubicBezTo>
                  <a:cubicBezTo>
                    <a:pt x="145" y="1303"/>
                    <a:pt x="141" y="1304"/>
                    <a:pt x="140" y="1301"/>
                  </a:cubicBezTo>
                  <a:cubicBezTo>
                    <a:pt x="139" y="1290"/>
                    <a:pt x="129" y="1287"/>
                    <a:pt x="128" y="1276"/>
                  </a:cubicBezTo>
                  <a:cubicBezTo>
                    <a:pt x="119" y="1278"/>
                    <a:pt x="126" y="1265"/>
                    <a:pt x="118" y="1266"/>
                  </a:cubicBezTo>
                  <a:cubicBezTo>
                    <a:pt x="118" y="1262"/>
                    <a:pt x="117" y="1260"/>
                    <a:pt x="115" y="1258"/>
                  </a:cubicBezTo>
                  <a:cubicBezTo>
                    <a:pt x="112" y="1258"/>
                    <a:pt x="111" y="1255"/>
                    <a:pt x="110" y="1258"/>
                  </a:cubicBezTo>
                  <a:cubicBezTo>
                    <a:pt x="114" y="1261"/>
                    <a:pt x="115" y="1267"/>
                    <a:pt x="115" y="1273"/>
                  </a:cubicBezTo>
                  <a:close/>
                  <a:moveTo>
                    <a:pt x="427" y="1331"/>
                  </a:moveTo>
                  <a:cubicBezTo>
                    <a:pt x="427" y="1327"/>
                    <a:pt x="436" y="1326"/>
                    <a:pt x="430" y="1323"/>
                  </a:cubicBezTo>
                  <a:cubicBezTo>
                    <a:pt x="422" y="1329"/>
                    <a:pt x="427" y="1338"/>
                    <a:pt x="427" y="1331"/>
                  </a:cubicBezTo>
                  <a:close/>
                  <a:moveTo>
                    <a:pt x="402" y="1371"/>
                  </a:moveTo>
                  <a:cubicBezTo>
                    <a:pt x="394" y="1377"/>
                    <a:pt x="392" y="1390"/>
                    <a:pt x="385" y="1396"/>
                  </a:cubicBezTo>
                  <a:cubicBezTo>
                    <a:pt x="374" y="1414"/>
                    <a:pt x="363" y="1432"/>
                    <a:pt x="357" y="1454"/>
                  </a:cubicBezTo>
                  <a:cubicBezTo>
                    <a:pt x="353" y="1459"/>
                    <a:pt x="347" y="1461"/>
                    <a:pt x="347" y="1469"/>
                  </a:cubicBezTo>
                  <a:cubicBezTo>
                    <a:pt x="342" y="1473"/>
                    <a:pt x="341" y="1480"/>
                    <a:pt x="337" y="1485"/>
                  </a:cubicBezTo>
                  <a:cubicBezTo>
                    <a:pt x="333" y="1498"/>
                    <a:pt x="325" y="1508"/>
                    <a:pt x="322" y="1522"/>
                  </a:cubicBezTo>
                  <a:cubicBezTo>
                    <a:pt x="321" y="1526"/>
                    <a:pt x="319" y="1527"/>
                    <a:pt x="322" y="1530"/>
                  </a:cubicBezTo>
                  <a:cubicBezTo>
                    <a:pt x="319" y="1531"/>
                    <a:pt x="317" y="1533"/>
                    <a:pt x="317" y="1537"/>
                  </a:cubicBezTo>
                  <a:cubicBezTo>
                    <a:pt x="313" y="1542"/>
                    <a:pt x="314" y="1551"/>
                    <a:pt x="309" y="1555"/>
                  </a:cubicBezTo>
                  <a:cubicBezTo>
                    <a:pt x="307" y="1561"/>
                    <a:pt x="308" y="1570"/>
                    <a:pt x="304" y="1575"/>
                  </a:cubicBezTo>
                  <a:cubicBezTo>
                    <a:pt x="303" y="1580"/>
                    <a:pt x="298" y="1594"/>
                    <a:pt x="304" y="1598"/>
                  </a:cubicBezTo>
                  <a:cubicBezTo>
                    <a:pt x="320" y="1574"/>
                    <a:pt x="321" y="1536"/>
                    <a:pt x="337" y="1512"/>
                  </a:cubicBezTo>
                  <a:cubicBezTo>
                    <a:pt x="341" y="1497"/>
                    <a:pt x="349" y="1486"/>
                    <a:pt x="354" y="1472"/>
                  </a:cubicBezTo>
                  <a:cubicBezTo>
                    <a:pt x="359" y="1472"/>
                    <a:pt x="356" y="1463"/>
                    <a:pt x="359" y="1462"/>
                  </a:cubicBezTo>
                  <a:cubicBezTo>
                    <a:pt x="361" y="1458"/>
                    <a:pt x="363" y="1456"/>
                    <a:pt x="365" y="1452"/>
                  </a:cubicBezTo>
                  <a:cubicBezTo>
                    <a:pt x="369" y="1446"/>
                    <a:pt x="371" y="1438"/>
                    <a:pt x="372" y="1429"/>
                  </a:cubicBezTo>
                  <a:cubicBezTo>
                    <a:pt x="377" y="1429"/>
                    <a:pt x="374" y="1421"/>
                    <a:pt x="380" y="1422"/>
                  </a:cubicBezTo>
                  <a:cubicBezTo>
                    <a:pt x="381" y="1417"/>
                    <a:pt x="381" y="1411"/>
                    <a:pt x="385" y="1409"/>
                  </a:cubicBezTo>
                  <a:cubicBezTo>
                    <a:pt x="388" y="1401"/>
                    <a:pt x="392" y="1393"/>
                    <a:pt x="395" y="1384"/>
                  </a:cubicBezTo>
                  <a:cubicBezTo>
                    <a:pt x="401" y="1379"/>
                    <a:pt x="404" y="1371"/>
                    <a:pt x="407" y="1364"/>
                  </a:cubicBezTo>
                  <a:cubicBezTo>
                    <a:pt x="411" y="1361"/>
                    <a:pt x="412" y="1357"/>
                    <a:pt x="415" y="1354"/>
                  </a:cubicBezTo>
                  <a:cubicBezTo>
                    <a:pt x="414" y="1350"/>
                    <a:pt x="423" y="1344"/>
                    <a:pt x="417" y="1344"/>
                  </a:cubicBezTo>
                  <a:cubicBezTo>
                    <a:pt x="414" y="1355"/>
                    <a:pt x="403" y="1358"/>
                    <a:pt x="402" y="1371"/>
                  </a:cubicBezTo>
                  <a:close/>
                  <a:moveTo>
                    <a:pt x="483" y="1406"/>
                  </a:moveTo>
                  <a:cubicBezTo>
                    <a:pt x="475" y="1408"/>
                    <a:pt x="479" y="1423"/>
                    <a:pt x="470" y="1424"/>
                  </a:cubicBezTo>
                  <a:cubicBezTo>
                    <a:pt x="466" y="1429"/>
                    <a:pt x="467" y="1440"/>
                    <a:pt x="460" y="1442"/>
                  </a:cubicBezTo>
                  <a:cubicBezTo>
                    <a:pt x="460" y="1452"/>
                    <a:pt x="454" y="1456"/>
                    <a:pt x="450" y="1462"/>
                  </a:cubicBezTo>
                  <a:cubicBezTo>
                    <a:pt x="449" y="1483"/>
                    <a:pt x="435" y="1492"/>
                    <a:pt x="433" y="1512"/>
                  </a:cubicBezTo>
                  <a:cubicBezTo>
                    <a:pt x="425" y="1516"/>
                    <a:pt x="426" y="1527"/>
                    <a:pt x="422" y="1535"/>
                  </a:cubicBezTo>
                  <a:cubicBezTo>
                    <a:pt x="425" y="1543"/>
                    <a:pt x="419" y="1543"/>
                    <a:pt x="417" y="1547"/>
                  </a:cubicBezTo>
                  <a:cubicBezTo>
                    <a:pt x="425" y="1550"/>
                    <a:pt x="412" y="1551"/>
                    <a:pt x="415" y="1557"/>
                  </a:cubicBezTo>
                  <a:cubicBezTo>
                    <a:pt x="410" y="1558"/>
                    <a:pt x="413" y="1566"/>
                    <a:pt x="410" y="1568"/>
                  </a:cubicBezTo>
                  <a:cubicBezTo>
                    <a:pt x="412" y="1575"/>
                    <a:pt x="403" y="1572"/>
                    <a:pt x="405" y="1580"/>
                  </a:cubicBezTo>
                  <a:cubicBezTo>
                    <a:pt x="402" y="1583"/>
                    <a:pt x="402" y="1589"/>
                    <a:pt x="400" y="1593"/>
                  </a:cubicBezTo>
                  <a:cubicBezTo>
                    <a:pt x="398" y="1597"/>
                    <a:pt x="399" y="1603"/>
                    <a:pt x="395" y="1605"/>
                  </a:cubicBezTo>
                  <a:cubicBezTo>
                    <a:pt x="395" y="1616"/>
                    <a:pt x="389" y="1621"/>
                    <a:pt x="387" y="1630"/>
                  </a:cubicBezTo>
                  <a:cubicBezTo>
                    <a:pt x="386" y="1635"/>
                    <a:pt x="386" y="1641"/>
                    <a:pt x="382" y="1643"/>
                  </a:cubicBezTo>
                  <a:cubicBezTo>
                    <a:pt x="384" y="1648"/>
                    <a:pt x="375" y="1654"/>
                    <a:pt x="382" y="1656"/>
                  </a:cubicBezTo>
                  <a:cubicBezTo>
                    <a:pt x="386" y="1646"/>
                    <a:pt x="390" y="1637"/>
                    <a:pt x="395" y="1628"/>
                  </a:cubicBezTo>
                  <a:cubicBezTo>
                    <a:pt x="397" y="1623"/>
                    <a:pt x="401" y="1621"/>
                    <a:pt x="402" y="1615"/>
                  </a:cubicBezTo>
                  <a:cubicBezTo>
                    <a:pt x="402" y="1608"/>
                    <a:pt x="410" y="1608"/>
                    <a:pt x="407" y="1598"/>
                  </a:cubicBezTo>
                  <a:cubicBezTo>
                    <a:pt x="417" y="1594"/>
                    <a:pt x="412" y="1576"/>
                    <a:pt x="422" y="1573"/>
                  </a:cubicBezTo>
                  <a:cubicBezTo>
                    <a:pt x="425" y="1568"/>
                    <a:pt x="422" y="1559"/>
                    <a:pt x="430" y="1560"/>
                  </a:cubicBezTo>
                  <a:cubicBezTo>
                    <a:pt x="430" y="1552"/>
                    <a:pt x="430" y="1545"/>
                    <a:pt x="438" y="1545"/>
                  </a:cubicBezTo>
                  <a:cubicBezTo>
                    <a:pt x="436" y="1537"/>
                    <a:pt x="439" y="1533"/>
                    <a:pt x="440" y="1527"/>
                  </a:cubicBezTo>
                  <a:cubicBezTo>
                    <a:pt x="446" y="1526"/>
                    <a:pt x="443" y="1516"/>
                    <a:pt x="448" y="1515"/>
                  </a:cubicBezTo>
                  <a:cubicBezTo>
                    <a:pt x="450" y="1503"/>
                    <a:pt x="457" y="1495"/>
                    <a:pt x="460" y="1484"/>
                  </a:cubicBezTo>
                  <a:cubicBezTo>
                    <a:pt x="465" y="1483"/>
                    <a:pt x="462" y="1473"/>
                    <a:pt x="468" y="1472"/>
                  </a:cubicBezTo>
                  <a:cubicBezTo>
                    <a:pt x="469" y="1465"/>
                    <a:pt x="471" y="1460"/>
                    <a:pt x="475" y="1457"/>
                  </a:cubicBezTo>
                  <a:cubicBezTo>
                    <a:pt x="478" y="1446"/>
                    <a:pt x="485" y="1438"/>
                    <a:pt x="488" y="1427"/>
                  </a:cubicBezTo>
                  <a:cubicBezTo>
                    <a:pt x="492" y="1421"/>
                    <a:pt x="490" y="1410"/>
                    <a:pt x="493" y="1404"/>
                  </a:cubicBezTo>
                  <a:cubicBezTo>
                    <a:pt x="491" y="1399"/>
                    <a:pt x="496" y="1387"/>
                    <a:pt x="490" y="1386"/>
                  </a:cubicBezTo>
                  <a:cubicBezTo>
                    <a:pt x="490" y="1395"/>
                    <a:pt x="483" y="1398"/>
                    <a:pt x="483" y="1406"/>
                  </a:cubicBezTo>
                  <a:close/>
                  <a:moveTo>
                    <a:pt x="415" y="1444"/>
                  </a:moveTo>
                  <a:cubicBezTo>
                    <a:pt x="417" y="1454"/>
                    <a:pt x="421" y="1430"/>
                    <a:pt x="417" y="1439"/>
                  </a:cubicBezTo>
                  <a:cubicBezTo>
                    <a:pt x="417" y="1441"/>
                    <a:pt x="414" y="1440"/>
                    <a:pt x="415" y="1444"/>
                  </a:cubicBezTo>
                  <a:close/>
                  <a:moveTo>
                    <a:pt x="402" y="1477"/>
                  </a:moveTo>
                  <a:cubicBezTo>
                    <a:pt x="397" y="1479"/>
                    <a:pt x="396" y="1484"/>
                    <a:pt x="395" y="1490"/>
                  </a:cubicBezTo>
                  <a:cubicBezTo>
                    <a:pt x="400" y="1488"/>
                    <a:pt x="398" y="1478"/>
                    <a:pt x="405" y="1477"/>
                  </a:cubicBezTo>
                  <a:cubicBezTo>
                    <a:pt x="403" y="1470"/>
                    <a:pt x="408" y="1470"/>
                    <a:pt x="407" y="1464"/>
                  </a:cubicBezTo>
                  <a:cubicBezTo>
                    <a:pt x="409" y="1464"/>
                    <a:pt x="410" y="1462"/>
                    <a:pt x="410" y="1459"/>
                  </a:cubicBezTo>
                  <a:cubicBezTo>
                    <a:pt x="410" y="1456"/>
                    <a:pt x="413" y="1455"/>
                    <a:pt x="410" y="1454"/>
                  </a:cubicBezTo>
                  <a:cubicBezTo>
                    <a:pt x="407" y="1461"/>
                    <a:pt x="402" y="1467"/>
                    <a:pt x="402" y="1477"/>
                  </a:cubicBezTo>
                  <a:close/>
                  <a:moveTo>
                    <a:pt x="470" y="1484"/>
                  </a:moveTo>
                  <a:cubicBezTo>
                    <a:pt x="470" y="1498"/>
                    <a:pt x="461" y="1502"/>
                    <a:pt x="460" y="1515"/>
                  </a:cubicBezTo>
                  <a:cubicBezTo>
                    <a:pt x="437" y="1576"/>
                    <a:pt x="431" y="1575"/>
                    <a:pt x="430" y="1580"/>
                  </a:cubicBezTo>
                  <a:cubicBezTo>
                    <a:pt x="411" y="1635"/>
                    <a:pt x="400" y="1637"/>
                    <a:pt x="397" y="1648"/>
                  </a:cubicBezTo>
                  <a:cubicBezTo>
                    <a:pt x="386" y="1684"/>
                    <a:pt x="383" y="1687"/>
                    <a:pt x="382" y="1693"/>
                  </a:cubicBezTo>
                  <a:cubicBezTo>
                    <a:pt x="371" y="1730"/>
                    <a:pt x="371" y="1738"/>
                    <a:pt x="367" y="1741"/>
                  </a:cubicBezTo>
                  <a:cubicBezTo>
                    <a:pt x="361" y="1788"/>
                    <a:pt x="357" y="1799"/>
                    <a:pt x="362" y="1799"/>
                  </a:cubicBezTo>
                  <a:cubicBezTo>
                    <a:pt x="379" y="1754"/>
                    <a:pt x="376" y="1747"/>
                    <a:pt x="380" y="1746"/>
                  </a:cubicBezTo>
                  <a:cubicBezTo>
                    <a:pt x="391" y="1697"/>
                    <a:pt x="403" y="1699"/>
                    <a:pt x="400" y="1688"/>
                  </a:cubicBezTo>
                  <a:cubicBezTo>
                    <a:pt x="430" y="1632"/>
                    <a:pt x="427" y="1621"/>
                    <a:pt x="433" y="1618"/>
                  </a:cubicBezTo>
                  <a:cubicBezTo>
                    <a:pt x="459" y="1557"/>
                    <a:pt x="462" y="1552"/>
                    <a:pt x="465" y="1547"/>
                  </a:cubicBezTo>
                  <a:cubicBezTo>
                    <a:pt x="482" y="1493"/>
                    <a:pt x="477" y="1484"/>
                    <a:pt x="483" y="1484"/>
                  </a:cubicBezTo>
                  <a:close/>
                  <a:moveTo>
                    <a:pt x="166" y="1522"/>
                  </a:moveTo>
                  <a:cubicBezTo>
                    <a:pt x="169" y="1533"/>
                    <a:pt x="177" y="1538"/>
                    <a:pt x="181" y="1548"/>
                  </a:cubicBezTo>
                  <a:cubicBezTo>
                    <a:pt x="187" y="1555"/>
                    <a:pt x="191" y="1564"/>
                    <a:pt x="199" y="1570"/>
                  </a:cubicBezTo>
                  <a:cubicBezTo>
                    <a:pt x="197" y="1578"/>
                    <a:pt x="205" y="1577"/>
                    <a:pt x="206" y="1583"/>
                  </a:cubicBezTo>
                  <a:cubicBezTo>
                    <a:pt x="209" y="1583"/>
                    <a:pt x="208" y="1587"/>
                    <a:pt x="211" y="1588"/>
                  </a:cubicBezTo>
                  <a:cubicBezTo>
                    <a:pt x="210" y="1593"/>
                    <a:pt x="215" y="1593"/>
                    <a:pt x="216" y="1595"/>
                  </a:cubicBezTo>
                  <a:cubicBezTo>
                    <a:pt x="220" y="1604"/>
                    <a:pt x="227" y="1611"/>
                    <a:pt x="234" y="1618"/>
                  </a:cubicBezTo>
                  <a:cubicBezTo>
                    <a:pt x="240" y="1626"/>
                    <a:pt x="247" y="1633"/>
                    <a:pt x="254" y="1641"/>
                  </a:cubicBezTo>
                  <a:cubicBezTo>
                    <a:pt x="260" y="1648"/>
                    <a:pt x="265" y="1657"/>
                    <a:pt x="272" y="1663"/>
                  </a:cubicBezTo>
                  <a:cubicBezTo>
                    <a:pt x="275" y="1667"/>
                    <a:pt x="278" y="1670"/>
                    <a:pt x="282" y="1673"/>
                  </a:cubicBezTo>
                  <a:cubicBezTo>
                    <a:pt x="283" y="1680"/>
                    <a:pt x="288" y="1682"/>
                    <a:pt x="292" y="1686"/>
                  </a:cubicBezTo>
                  <a:cubicBezTo>
                    <a:pt x="293" y="1695"/>
                    <a:pt x="300" y="1698"/>
                    <a:pt x="302" y="1706"/>
                  </a:cubicBezTo>
                  <a:cubicBezTo>
                    <a:pt x="309" y="1709"/>
                    <a:pt x="309" y="1719"/>
                    <a:pt x="317" y="1721"/>
                  </a:cubicBezTo>
                  <a:cubicBezTo>
                    <a:pt x="317" y="1715"/>
                    <a:pt x="317" y="1709"/>
                    <a:pt x="314" y="1706"/>
                  </a:cubicBezTo>
                  <a:cubicBezTo>
                    <a:pt x="311" y="1705"/>
                    <a:pt x="313" y="1703"/>
                    <a:pt x="314" y="1701"/>
                  </a:cubicBezTo>
                  <a:cubicBezTo>
                    <a:pt x="311" y="1701"/>
                    <a:pt x="312" y="1697"/>
                    <a:pt x="312" y="1693"/>
                  </a:cubicBezTo>
                  <a:cubicBezTo>
                    <a:pt x="303" y="1693"/>
                    <a:pt x="307" y="1680"/>
                    <a:pt x="299" y="1678"/>
                  </a:cubicBezTo>
                  <a:cubicBezTo>
                    <a:pt x="302" y="1670"/>
                    <a:pt x="291" y="1676"/>
                    <a:pt x="294" y="1668"/>
                  </a:cubicBezTo>
                  <a:cubicBezTo>
                    <a:pt x="293" y="1665"/>
                    <a:pt x="290" y="1662"/>
                    <a:pt x="287" y="1661"/>
                  </a:cubicBezTo>
                  <a:cubicBezTo>
                    <a:pt x="281" y="1646"/>
                    <a:pt x="269" y="1638"/>
                    <a:pt x="264" y="1623"/>
                  </a:cubicBezTo>
                  <a:cubicBezTo>
                    <a:pt x="254" y="1618"/>
                    <a:pt x="249" y="1607"/>
                    <a:pt x="241" y="1600"/>
                  </a:cubicBezTo>
                  <a:cubicBezTo>
                    <a:pt x="239" y="1595"/>
                    <a:pt x="235" y="1592"/>
                    <a:pt x="231" y="1588"/>
                  </a:cubicBezTo>
                  <a:cubicBezTo>
                    <a:pt x="227" y="1584"/>
                    <a:pt x="225" y="1577"/>
                    <a:pt x="219" y="1575"/>
                  </a:cubicBezTo>
                  <a:cubicBezTo>
                    <a:pt x="215" y="1571"/>
                    <a:pt x="210" y="1568"/>
                    <a:pt x="209" y="1563"/>
                  </a:cubicBezTo>
                  <a:cubicBezTo>
                    <a:pt x="203" y="1560"/>
                    <a:pt x="199" y="1555"/>
                    <a:pt x="196" y="1550"/>
                  </a:cubicBezTo>
                  <a:cubicBezTo>
                    <a:pt x="188" y="1542"/>
                    <a:pt x="180" y="1534"/>
                    <a:pt x="171" y="1527"/>
                  </a:cubicBezTo>
                  <a:cubicBezTo>
                    <a:pt x="171" y="1518"/>
                    <a:pt x="164" y="1516"/>
                    <a:pt x="161" y="1510"/>
                  </a:cubicBezTo>
                  <a:cubicBezTo>
                    <a:pt x="160" y="1506"/>
                    <a:pt x="157" y="1506"/>
                    <a:pt x="156" y="1502"/>
                  </a:cubicBezTo>
                  <a:cubicBezTo>
                    <a:pt x="152" y="1504"/>
                    <a:pt x="150" y="1492"/>
                    <a:pt x="148" y="1500"/>
                  </a:cubicBezTo>
                  <a:cubicBezTo>
                    <a:pt x="157" y="1504"/>
                    <a:pt x="157" y="1518"/>
                    <a:pt x="166" y="1522"/>
                  </a:cubicBezTo>
                  <a:close/>
                  <a:moveTo>
                    <a:pt x="465" y="1575"/>
                  </a:moveTo>
                  <a:cubicBezTo>
                    <a:pt x="457" y="1583"/>
                    <a:pt x="454" y="1598"/>
                    <a:pt x="448" y="1608"/>
                  </a:cubicBezTo>
                  <a:cubicBezTo>
                    <a:pt x="445" y="1613"/>
                    <a:pt x="444" y="1620"/>
                    <a:pt x="440" y="1625"/>
                  </a:cubicBezTo>
                  <a:cubicBezTo>
                    <a:pt x="437" y="1631"/>
                    <a:pt x="440" y="1642"/>
                    <a:pt x="433" y="1643"/>
                  </a:cubicBezTo>
                  <a:cubicBezTo>
                    <a:pt x="434" y="1653"/>
                    <a:pt x="426" y="1653"/>
                    <a:pt x="425" y="1661"/>
                  </a:cubicBezTo>
                  <a:cubicBezTo>
                    <a:pt x="424" y="1668"/>
                    <a:pt x="419" y="1671"/>
                    <a:pt x="418" y="1678"/>
                  </a:cubicBezTo>
                  <a:cubicBezTo>
                    <a:pt x="414" y="1683"/>
                    <a:pt x="413" y="1690"/>
                    <a:pt x="410" y="1696"/>
                  </a:cubicBezTo>
                  <a:cubicBezTo>
                    <a:pt x="405" y="1696"/>
                    <a:pt x="411" y="1700"/>
                    <a:pt x="407" y="1701"/>
                  </a:cubicBezTo>
                  <a:cubicBezTo>
                    <a:pt x="407" y="1704"/>
                    <a:pt x="404" y="1705"/>
                    <a:pt x="407" y="1708"/>
                  </a:cubicBezTo>
                  <a:cubicBezTo>
                    <a:pt x="401" y="1710"/>
                    <a:pt x="401" y="1719"/>
                    <a:pt x="397" y="1724"/>
                  </a:cubicBezTo>
                  <a:cubicBezTo>
                    <a:pt x="399" y="1734"/>
                    <a:pt x="389" y="1732"/>
                    <a:pt x="392" y="1744"/>
                  </a:cubicBezTo>
                  <a:cubicBezTo>
                    <a:pt x="390" y="1749"/>
                    <a:pt x="388" y="1756"/>
                    <a:pt x="385" y="1761"/>
                  </a:cubicBezTo>
                  <a:cubicBezTo>
                    <a:pt x="384" y="1766"/>
                    <a:pt x="376" y="1775"/>
                    <a:pt x="382" y="1779"/>
                  </a:cubicBezTo>
                  <a:cubicBezTo>
                    <a:pt x="389" y="1772"/>
                    <a:pt x="391" y="1760"/>
                    <a:pt x="395" y="1751"/>
                  </a:cubicBezTo>
                  <a:cubicBezTo>
                    <a:pt x="398" y="1741"/>
                    <a:pt x="404" y="1733"/>
                    <a:pt x="405" y="1721"/>
                  </a:cubicBezTo>
                  <a:cubicBezTo>
                    <a:pt x="421" y="1704"/>
                    <a:pt x="428" y="1679"/>
                    <a:pt x="443" y="1661"/>
                  </a:cubicBezTo>
                  <a:cubicBezTo>
                    <a:pt x="445" y="1648"/>
                    <a:pt x="451" y="1638"/>
                    <a:pt x="455" y="1628"/>
                  </a:cubicBezTo>
                  <a:cubicBezTo>
                    <a:pt x="459" y="1624"/>
                    <a:pt x="459" y="1616"/>
                    <a:pt x="463" y="1613"/>
                  </a:cubicBezTo>
                  <a:cubicBezTo>
                    <a:pt x="463" y="1609"/>
                    <a:pt x="464" y="1607"/>
                    <a:pt x="465" y="1605"/>
                  </a:cubicBezTo>
                  <a:cubicBezTo>
                    <a:pt x="469" y="1605"/>
                    <a:pt x="467" y="1598"/>
                    <a:pt x="470" y="1598"/>
                  </a:cubicBezTo>
                  <a:cubicBezTo>
                    <a:pt x="468" y="1588"/>
                    <a:pt x="478" y="1590"/>
                    <a:pt x="475" y="1580"/>
                  </a:cubicBezTo>
                  <a:cubicBezTo>
                    <a:pt x="476" y="1573"/>
                    <a:pt x="480" y="1570"/>
                    <a:pt x="480" y="1562"/>
                  </a:cubicBezTo>
                  <a:cubicBezTo>
                    <a:pt x="485" y="1559"/>
                    <a:pt x="482" y="1549"/>
                    <a:pt x="485" y="1545"/>
                  </a:cubicBezTo>
                  <a:cubicBezTo>
                    <a:pt x="489" y="1540"/>
                    <a:pt x="488" y="1530"/>
                    <a:pt x="490" y="1525"/>
                  </a:cubicBezTo>
                  <a:cubicBezTo>
                    <a:pt x="490" y="1522"/>
                    <a:pt x="490" y="1520"/>
                    <a:pt x="490" y="1517"/>
                  </a:cubicBezTo>
                  <a:cubicBezTo>
                    <a:pt x="490" y="1514"/>
                    <a:pt x="494" y="1513"/>
                    <a:pt x="490" y="1512"/>
                  </a:cubicBezTo>
                  <a:cubicBezTo>
                    <a:pt x="489" y="1508"/>
                    <a:pt x="493" y="1497"/>
                    <a:pt x="488" y="1497"/>
                  </a:cubicBezTo>
                  <a:cubicBezTo>
                    <a:pt x="484" y="1527"/>
                    <a:pt x="474" y="1550"/>
                    <a:pt x="465" y="1575"/>
                  </a:cubicBezTo>
                  <a:close/>
                  <a:moveTo>
                    <a:pt x="337" y="1693"/>
                  </a:moveTo>
                  <a:cubicBezTo>
                    <a:pt x="336" y="1689"/>
                    <a:pt x="340" y="1688"/>
                    <a:pt x="340" y="1683"/>
                  </a:cubicBezTo>
                  <a:cubicBezTo>
                    <a:pt x="340" y="1680"/>
                    <a:pt x="339" y="1674"/>
                    <a:pt x="342" y="1673"/>
                  </a:cubicBezTo>
                  <a:cubicBezTo>
                    <a:pt x="337" y="1663"/>
                    <a:pt x="347" y="1649"/>
                    <a:pt x="347" y="1636"/>
                  </a:cubicBezTo>
                  <a:cubicBezTo>
                    <a:pt x="350" y="1635"/>
                    <a:pt x="350" y="1632"/>
                    <a:pt x="350" y="1628"/>
                  </a:cubicBezTo>
                  <a:cubicBezTo>
                    <a:pt x="350" y="1625"/>
                    <a:pt x="353" y="1623"/>
                    <a:pt x="352" y="1618"/>
                  </a:cubicBezTo>
                  <a:cubicBezTo>
                    <a:pt x="356" y="1613"/>
                    <a:pt x="354" y="1604"/>
                    <a:pt x="357" y="1598"/>
                  </a:cubicBezTo>
                  <a:cubicBezTo>
                    <a:pt x="359" y="1591"/>
                    <a:pt x="360" y="1584"/>
                    <a:pt x="365" y="1580"/>
                  </a:cubicBezTo>
                  <a:cubicBezTo>
                    <a:pt x="369" y="1576"/>
                    <a:pt x="366" y="1565"/>
                    <a:pt x="372" y="1563"/>
                  </a:cubicBezTo>
                  <a:cubicBezTo>
                    <a:pt x="372" y="1557"/>
                    <a:pt x="372" y="1552"/>
                    <a:pt x="372" y="1547"/>
                  </a:cubicBezTo>
                  <a:cubicBezTo>
                    <a:pt x="380" y="1547"/>
                    <a:pt x="370" y="1537"/>
                    <a:pt x="372" y="1547"/>
                  </a:cubicBezTo>
                  <a:cubicBezTo>
                    <a:pt x="368" y="1551"/>
                    <a:pt x="369" y="1560"/>
                    <a:pt x="365" y="1563"/>
                  </a:cubicBezTo>
                  <a:cubicBezTo>
                    <a:pt x="363" y="1568"/>
                    <a:pt x="362" y="1575"/>
                    <a:pt x="360" y="1580"/>
                  </a:cubicBezTo>
                  <a:cubicBezTo>
                    <a:pt x="356" y="1584"/>
                    <a:pt x="357" y="1593"/>
                    <a:pt x="352" y="1595"/>
                  </a:cubicBezTo>
                  <a:cubicBezTo>
                    <a:pt x="352" y="1604"/>
                    <a:pt x="349" y="1609"/>
                    <a:pt x="345" y="1613"/>
                  </a:cubicBezTo>
                  <a:cubicBezTo>
                    <a:pt x="342" y="1647"/>
                    <a:pt x="327" y="1669"/>
                    <a:pt x="330" y="1708"/>
                  </a:cubicBezTo>
                  <a:cubicBezTo>
                    <a:pt x="338" y="1709"/>
                    <a:pt x="334" y="1698"/>
                    <a:pt x="337" y="1693"/>
                  </a:cubicBezTo>
                  <a:close/>
                  <a:moveTo>
                    <a:pt x="299" y="1623"/>
                  </a:moveTo>
                  <a:cubicBezTo>
                    <a:pt x="299" y="1618"/>
                    <a:pt x="306" y="1608"/>
                    <a:pt x="299" y="1605"/>
                  </a:cubicBezTo>
                  <a:cubicBezTo>
                    <a:pt x="299" y="1610"/>
                    <a:pt x="292" y="1620"/>
                    <a:pt x="299" y="1623"/>
                  </a:cubicBezTo>
                  <a:close/>
                  <a:moveTo>
                    <a:pt x="372" y="1678"/>
                  </a:moveTo>
                  <a:cubicBezTo>
                    <a:pt x="367" y="1681"/>
                    <a:pt x="371" y="1692"/>
                    <a:pt x="365" y="1693"/>
                  </a:cubicBezTo>
                  <a:cubicBezTo>
                    <a:pt x="366" y="1702"/>
                    <a:pt x="363" y="1705"/>
                    <a:pt x="362" y="1711"/>
                  </a:cubicBezTo>
                  <a:cubicBezTo>
                    <a:pt x="363" y="1715"/>
                    <a:pt x="355" y="1724"/>
                    <a:pt x="362" y="1726"/>
                  </a:cubicBezTo>
                  <a:cubicBezTo>
                    <a:pt x="367" y="1717"/>
                    <a:pt x="364" y="1701"/>
                    <a:pt x="372" y="1696"/>
                  </a:cubicBezTo>
                  <a:cubicBezTo>
                    <a:pt x="370" y="1686"/>
                    <a:pt x="375" y="1684"/>
                    <a:pt x="375" y="1676"/>
                  </a:cubicBezTo>
                  <a:cubicBezTo>
                    <a:pt x="375" y="1672"/>
                    <a:pt x="386" y="1660"/>
                    <a:pt x="375" y="1661"/>
                  </a:cubicBezTo>
                  <a:cubicBezTo>
                    <a:pt x="376" y="1669"/>
                    <a:pt x="370" y="1670"/>
                    <a:pt x="372" y="1678"/>
                  </a:cubicBezTo>
                  <a:close/>
                  <a:moveTo>
                    <a:pt x="352" y="1776"/>
                  </a:moveTo>
                  <a:cubicBezTo>
                    <a:pt x="352" y="1773"/>
                    <a:pt x="352" y="1770"/>
                    <a:pt x="352" y="1766"/>
                  </a:cubicBezTo>
                  <a:cubicBezTo>
                    <a:pt x="350" y="1766"/>
                    <a:pt x="347" y="1766"/>
                    <a:pt x="345" y="1766"/>
                  </a:cubicBezTo>
                  <a:cubicBezTo>
                    <a:pt x="346" y="1771"/>
                    <a:pt x="346" y="1777"/>
                    <a:pt x="352" y="1776"/>
                  </a:cubicBezTo>
                  <a:close/>
                  <a:moveTo>
                    <a:pt x="375" y="1804"/>
                  </a:moveTo>
                  <a:cubicBezTo>
                    <a:pt x="376" y="1799"/>
                    <a:pt x="383" y="1788"/>
                    <a:pt x="377" y="1784"/>
                  </a:cubicBezTo>
                  <a:cubicBezTo>
                    <a:pt x="378" y="1791"/>
                    <a:pt x="368" y="1799"/>
                    <a:pt x="375" y="1804"/>
                  </a:cubicBezTo>
                  <a:close/>
                </a:path>
              </a:pathLst>
            </a:custGeom>
            <a:solidFill>
              <a:srgbClr val="d0cdbb">
                <a:alpha val="75000"/>
              </a:srgbClr>
            </a:solidFill>
            <a:ln w="0">
              <a:noFill/>
            </a:ln>
          </p:spPr>
          <p:style>
            <a:lnRef idx="0"/>
            <a:fillRef idx="0"/>
            <a:effectRef idx="0"/>
            <a:fontRef idx="minor"/>
          </p:style>
          <p:txBody>
            <a:bodyPr tIns="91440" bIns="91440" anchor="ctr">
              <a:noAutofit/>
            </a:bodyPr>
            <a:p>
              <a:pPr>
                <a:lnSpc>
                  <a:spcPct val="100000"/>
                </a:lnSpc>
                <a:tabLst>
                  <a:tab algn="l" pos="0"/>
                </a:tabLst>
              </a:pPr>
              <a:endParaRPr b="0" lang="en-US" sz="1400" spc="-1" strike="noStrike">
                <a:solidFill>
                  <a:srgbClr val="000000"/>
                </a:solidFill>
                <a:latin typeface="Arial"/>
                <a:ea typeface="Arial"/>
              </a:endParaRPr>
            </a:p>
          </p:txBody>
        </p:sp>
        <p:sp>
          <p:nvSpPr>
            <p:cNvPr id="61" name="Google Shape;53;p13"/>
            <p:cNvSpPr/>
            <p:nvPr/>
          </p:nvSpPr>
          <p:spPr>
            <a:xfrm>
              <a:off x="907920" y="1528200"/>
              <a:ext cx="2507760" cy="3231000"/>
            </a:xfrm>
            <a:custGeom>
              <a:avLst/>
              <a:gdLst>
                <a:gd name="textAreaLeft" fmla="*/ 0 w 2507760"/>
                <a:gd name="textAreaRight" fmla="*/ 2508120 w 2507760"/>
                <a:gd name="textAreaTop" fmla="*/ 0 h 3231000"/>
                <a:gd name="textAreaBottom" fmla="*/ 3231360 h 3231000"/>
              </a:gdLst>
              <a:ahLst/>
              <a:rect l="textAreaLeft" t="textAreaTop" r="textAreaRight" b="textAreaBottom"/>
              <a:pathLst>
                <a:path w="869" h="1495">
                  <a:moveTo>
                    <a:pt x="865" y="156"/>
                  </a:moveTo>
                  <a:cubicBezTo>
                    <a:pt x="856" y="165"/>
                    <a:pt x="851" y="173"/>
                    <a:pt x="844" y="182"/>
                  </a:cubicBezTo>
                  <a:cubicBezTo>
                    <a:pt x="804" y="216"/>
                    <a:pt x="802" y="216"/>
                    <a:pt x="800" y="216"/>
                  </a:cubicBezTo>
                  <a:cubicBezTo>
                    <a:pt x="775" y="232"/>
                    <a:pt x="768" y="237"/>
                    <a:pt x="760" y="239"/>
                  </a:cubicBezTo>
                  <a:cubicBezTo>
                    <a:pt x="699" y="279"/>
                    <a:pt x="696" y="275"/>
                    <a:pt x="693" y="278"/>
                  </a:cubicBezTo>
                  <a:cubicBezTo>
                    <a:pt x="706" y="270"/>
                    <a:pt x="707" y="266"/>
                    <a:pt x="714" y="263"/>
                  </a:cubicBezTo>
                  <a:cubicBezTo>
                    <a:pt x="766" y="230"/>
                    <a:pt x="774" y="225"/>
                    <a:pt x="782" y="219"/>
                  </a:cubicBezTo>
                  <a:cubicBezTo>
                    <a:pt x="830" y="181"/>
                    <a:pt x="830" y="177"/>
                    <a:pt x="834" y="174"/>
                  </a:cubicBezTo>
                  <a:cubicBezTo>
                    <a:pt x="831" y="170"/>
                    <a:pt x="831" y="178"/>
                    <a:pt x="827" y="175"/>
                  </a:cubicBezTo>
                  <a:cubicBezTo>
                    <a:pt x="792" y="205"/>
                    <a:pt x="784" y="209"/>
                    <a:pt x="783" y="213"/>
                  </a:cubicBezTo>
                  <a:cubicBezTo>
                    <a:pt x="763" y="227"/>
                    <a:pt x="760" y="223"/>
                    <a:pt x="757" y="227"/>
                  </a:cubicBezTo>
                  <a:cubicBezTo>
                    <a:pt x="776" y="212"/>
                    <a:pt x="774" y="208"/>
                    <a:pt x="780" y="206"/>
                  </a:cubicBezTo>
                  <a:cubicBezTo>
                    <a:pt x="824" y="164"/>
                    <a:pt x="830" y="160"/>
                    <a:pt x="833" y="155"/>
                  </a:cubicBezTo>
                  <a:cubicBezTo>
                    <a:pt x="806" y="176"/>
                    <a:pt x="797" y="184"/>
                    <a:pt x="788" y="193"/>
                  </a:cubicBezTo>
                  <a:cubicBezTo>
                    <a:pt x="731" y="226"/>
                    <a:pt x="724" y="237"/>
                    <a:pt x="720" y="234"/>
                  </a:cubicBezTo>
                  <a:cubicBezTo>
                    <a:pt x="766" y="194"/>
                    <a:pt x="786" y="180"/>
                    <a:pt x="803" y="159"/>
                  </a:cubicBezTo>
                  <a:cubicBezTo>
                    <a:pt x="785" y="170"/>
                    <a:pt x="775" y="180"/>
                    <a:pt x="763" y="188"/>
                  </a:cubicBezTo>
                  <a:cubicBezTo>
                    <a:pt x="736" y="208"/>
                    <a:pt x="735" y="202"/>
                    <a:pt x="737" y="200"/>
                  </a:cubicBezTo>
                  <a:cubicBezTo>
                    <a:pt x="749" y="181"/>
                    <a:pt x="754" y="177"/>
                    <a:pt x="756" y="172"/>
                  </a:cubicBezTo>
                  <a:cubicBezTo>
                    <a:pt x="787" y="134"/>
                    <a:pt x="791" y="136"/>
                    <a:pt x="790" y="130"/>
                  </a:cubicBezTo>
                  <a:cubicBezTo>
                    <a:pt x="769" y="150"/>
                    <a:pt x="765" y="152"/>
                    <a:pt x="766" y="155"/>
                  </a:cubicBezTo>
                  <a:cubicBezTo>
                    <a:pt x="746" y="174"/>
                    <a:pt x="746" y="170"/>
                    <a:pt x="746" y="169"/>
                  </a:cubicBezTo>
                  <a:cubicBezTo>
                    <a:pt x="748" y="164"/>
                    <a:pt x="752" y="160"/>
                    <a:pt x="752" y="160"/>
                  </a:cubicBezTo>
                  <a:cubicBezTo>
                    <a:pt x="764" y="139"/>
                    <a:pt x="770" y="129"/>
                    <a:pt x="777" y="119"/>
                  </a:cubicBezTo>
                  <a:cubicBezTo>
                    <a:pt x="800" y="82"/>
                    <a:pt x="812" y="81"/>
                    <a:pt x="808" y="77"/>
                  </a:cubicBezTo>
                  <a:cubicBezTo>
                    <a:pt x="770" y="123"/>
                    <a:pt x="765" y="125"/>
                    <a:pt x="763" y="127"/>
                  </a:cubicBezTo>
                  <a:cubicBezTo>
                    <a:pt x="747" y="156"/>
                    <a:pt x="743" y="161"/>
                    <a:pt x="740" y="166"/>
                  </a:cubicBezTo>
                  <a:cubicBezTo>
                    <a:pt x="744" y="144"/>
                    <a:pt x="749" y="134"/>
                    <a:pt x="753" y="124"/>
                  </a:cubicBezTo>
                  <a:cubicBezTo>
                    <a:pt x="782" y="79"/>
                    <a:pt x="781" y="77"/>
                    <a:pt x="784" y="75"/>
                  </a:cubicBezTo>
                  <a:cubicBezTo>
                    <a:pt x="769" y="89"/>
                    <a:pt x="765" y="92"/>
                    <a:pt x="765" y="96"/>
                  </a:cubicBezTo>
                  <a:cubicBezTo>
                    <a:pt x="728" y="162"/>
                    <a:pt x="722" y="177"/>
                    <a:pt x="718" y="191"/>
                  </a:cubicBezTo>
                  <a:cubicBezTo>
                    <a:pt x="710" y="205"/>
                    <a:pt x="719" y="210"/>
                    <a:pt x="712" y="213"/>
                  </a:cubicBezTo>
                  <a:cubicBezTo>
                    <a:pt x="703" y="240"/>
                    <a:pt x="708" y="247"/>
                    <a:pt x="697" y="251"/>
                  </a:cubicBezTo>
                  <a:cubicBezTo>
                    <a:pt x="699" y="232"/>
                    <a:pt x="702" y="230"/>
                    <a:pt x="701" y="228"/>
                  </a:cubicBezTo>
                  <a:cubicBezTo>
                    <a:pt x="714" y="177"/>
                    <a:pt x="714" y="170"/>
                    <a:pt x="714" y="162"/>
                  </a:cubicBezTo>
                  <a:cubicBezTo>
                    <a:pt x="735" y="103"/>
                    <a:pt x="740" y="88"/>
                    <a:pt x="749" y="73"/>
                  </a:cubicBezTo>
                  <a:cubicBezTo>
                    <a:pt x="757" y="53"/>
                    <a:pt x="753" y="62"/>
                    <a:pt x="744" y="70"/>
                  </a:cubicBezTo>
                  <a:cubicBezTo>
                    <a:pt x="727" y="107"/>
                    <a:pt x="722" y="112"/>
                    <a:pt x="722" y="118"/>
                  </a:cubicBezTo>
                  <a:cubicBezTo>
                    <a:pt x="706" y="172"/>
                    <a:pt x="705" y="175"/>
                    <a:pt x="703" y="177"/>
                  </a:cubicBezTo>
                  <a:cubicBezTo>
                    <a:pt x="696" y="206"/>
                    <a:pt x="696" y="209"/>
                    <a:pt x="696" y="212"/>
                  </a:cubicBezTo>
                  <a:cubicBezTo>
                    <a:pt x="687" y="247"/>
                    <a:pt x="685" y="253"/>
                    <a:pt x="684" y="260"/>
                  </a:cubicBezTo>
                  <a:cubicBezTo>
                    <a:pt x="671" y="275"/>
                    <a:pt x="673" y="272"/>
                    <a:pt x="677" y="270"/>
                  </a:cubicBezTo>
                  <a:cubicBezTo>
                    <a:pt x="682" y="240"/>
                    <a:pt x="681" y="234"/>
                    <a:pt x="684" y="229"/>
                  </a:cubicBezTo>
                  <a:cubicBezTo>
                    <a:pt x="694" y="189"/>
                    <a:pt x="690" y="182"/>
                    <a:pt x="693" y="177"/>
                  </a:cubicBezTo>
                  <a:cubicBezTo>
                    <a:pt x="706" y="119"/>
                    <a:pt x="707" y="113"/>
                    <a:pt x="709" y="107"/>
                  </a:cubicBezTo>
                  <a:cubicBezTo>
                    <a:pt x="721" y="64"/>
                    <a:pt x="727" y="59"/>
                    <a:pt x="729" y="53"/>
                  </a:cubicBezTo>
                  <a:cubicBezTo>
                    <a:pt x="751" y="15"/>
                    <a:pt x="760" y="13"/>
                    <a:pt x="759" y="10"/>
                  </a:cubicBezTo>
                  <a:cubicBezTo>
                    <a:pt x="752" y="12"/>
                    <a:pt x="750" y="14"/>
                    <a:pt x="749" y="17"/>
                  </a:cubicBezTo>
                  <a:cubicBezTo>
                    <a:pt x="722" y="50"/>
                    <a:pt x="719" y="46"/>
                    <a:pt x="715" y="51"/>
                  </a:cubicBezTo>
                  <a:cubicBezTo>
                    <a:pt x="696" y="86"/>
                    <a:pt x="689" y="94"/>
                    <a:pt x="687" y="103"/>
                  </a:cubicBezTo>
                  <a:cubicBezTo>
                    <a:pt x="667" y="145"/>
                    <a:pt x="670" y="146"/>
                    <a:pt x="670" y="148"/>
                  </a:cubicBezTo>
                  <a:cubicBezTo>
                    <a:pt x="662" y="166"/>
                    <a:pt x="660" y="175"/>
                    <a:pt x="659" y="185"/>
                  </a:cubicBezTo>
                  <a:cubicBezTo>
                    <a:pt x="655" y="217"/>
                    <a:pt x="655" y="222"/>
                    <a:pt x="653" y="226"/>
                  </a:cubicBezTo>
                  <a:cubicBezTo>
                    <a:pt x="646" y="259"/>
                    <a:pt x="650" y="265"/>
                    <a:pt x="650" y="270"/>
                  </a:cubicBezTo>
                  <a:cubicBezTo>
                    <a:pt x="632" y="316"/>
                    <a:pt x="637" y="319"/>
                    <a:pt x="630" y="321"/>
                  </a:cubicBezTo>
                  <a:cubicBezTo>
                    <a:pt x="630" y="285"/>
                    <a:pt x="633" y="283"/>
                    <a:pt x="633" y="280"/>
                  </a:cubicBezTo>
                  <a:cubicBezTo>
                    <a:pt x="637" y="248"/>
                    <a:pt x="637" y="243"/>
                    <a:pt x="639" y="238"/>
                  </a:cubicBezTo>
                  <a:cubicBezTo>
                    <a:pt x="639" y="222"/>
                    <a:pt x="641" y="220"/>
                    <a:pt x="641" y="217"/>
                  </a:cubicBezTo>
                  <a:cubicBezTo>
                    <a:pt x="649" y="175"/>
                    <a:pt x="652" y="166"/>
                    <a:pt x="654" y="157"/>
                  </a:cubicBezTo>
                  <a:cubicBezTo>
                    <a:pt x="673" y="112"/>
                    <a:pt x="670" y="107"/>
                    <a:pt x="677" y="103"/>
                  </a:cubicBezTo>
                  <a:cubicBezTo>
                    <a:pt x="690" y="65"/>
                    <a:pt x="699" y="63"/>
                    <a:pt x="694" y="59"/>
                  </a:cubicBezTo>
                  <a:cubicBezTo>
                    <a:pt x="663" y="118"/>
                    <a:pt x="658" y="124"/>
                    <a:pt x="654" y="130"/>
                  </a:cubicBezTo>
                  <a:cubicBezTo>
                    <a:pt x="644" y="160"/>
                    <a:pt x="640" y="163"/>
                    <a:pt x="644" y="166"/>
                  </a:cubicBezTo>
                  <a:cubicBezTo>
                    <a:pt x="632" y="198"/>
                    <a:pt x="638" y="202"/>
                    <a:pt x="632" y="204"/>
                  </a:cubicBezTo>
                  <a:cubicBezTo>
                    <a:pt x="630" y="226"/>
                    <a:pt x="628" y="229"/>
                    <a:pt x="630" y="233"/>
                  </a:cubicBezTo>
                  <a:cubicBezTo>
                    <a:pt x="624" y="286"/>
                    <a:pt x="621" y="292"/>
                    <a:pt x="621" y="298"/>
                  </a:cubicBezTo>
                  <a:cubicBezTo>
                    <a:pt x="622" y="314"/>
                    <a:pt x="617" y="316"/>
                    <a:pt x="621" y="318"/>
                  </a:cubicBezTo>
                  <a:cubicBezTo>
                    <a:pt x="615" y="341"/>
                    <a:pt x="613" y="344"/>
                    <a:pt x="612" y="347"/>
                  </a:cubicBezTo>
                  <a:cubicBezTo>
                    <a:pt x="610" y="337"/>
                    <a:pt x="612" y="332"/>
                    <a:pt x="615" y="327"/>
                  </a:cubicBezTo>
                  <a:cubicBezTo>
                    <a:pt x="612" y="290"/>
                    <a:pt x="621" y="286"/>
                    <a:pt x="616" y="280"/>
                  </a:cubicBezTo>
                  <a:cubicBezTo>
                    <a:pt x="615" y="259"/>
                    <a:pt x="621" y="255"/>
                    <a:pt x="620" y="250"/>
                  </a:cubicBezTo>
                  <a:cubicBezTo>
                    <a:pt x="624" y="201"/>
                    <a:pt x="625" y="198"/>
                    <a:pt x="626" y="196"/>
                  </a:cubicBezTo>
                  <a:cubicBezTo>
                    <a:pt x="635" y="171"/>
                    <a:pt x="633" y="168"/>
                    <a:pt x="634" y="166"/>
                  </a:cubicBezTo>
                  <a:cubicBezTo>
                    <a:pt x="642" y="141"/>
                    <a:pt x="642" y="139"/>
                    <a:pt x="642" y="136"/>
                  </a:cubicBezTo>
                  <a:cubicBezTo>
                    <a:pt x="655" y="109"/>
                    <a:pt x="657" y="104"/>
                    <a:pt x="662" y="99"/>
                  </a:cubicBezTo>
                  <a:cubicBezTo>
                    <a:pt x="645" y="113"/>
                    <a:pt x="645" y="122"/>
                    <a:pt x="637" y="130"/>
                  </a:cubicBezTo>
                  <a:cubicBezTo>
                    <a:pt x="617" y="197"/>
                    <a:pt x="614" y="202"/>
                    <a:pt x="614" y="207"/>
                  </a:cubicBezTo>
                  <a:cubicBezTo>
                    <a:pt x="613" y="227"/>
                    <a:pt x="609" y="228"/>
                    <a:pt x="612" y="231"/>
                  </a:cubicBezTo>
                  <a:cubicBezTo>
                    <a:pt x="612" y="251"/>
                    <a:pt x="612" y="254"/>
                    <a:pt x="608" y="256"/>
                  </a:cubicBezTo>
                  <a:cubicBezTo>
                    <a:pt x="608" y="278"/>
                    <a:pt x="607" y="283"/>
                    <a:pt x="607" y="289"/>
                  </a:cubicBezTo>
                  <a:cubicBezTo>
                    <a:pt x="595" y="363"/>
                    <a:pt x="592" y="374"/>
                    <a:pt x="587" y="384"/>
                  </a:cubicBezTo>
                  <a:cubicBezTo>
                    <a:pt x="589" y="326"/>
                    <a:pt x="592" y="323"/>
                    <a:pt x="592" y="319"/>
                  </a:cubicBezTo>
                  <a:cubicBezTo>
                    <a:pt x="594" y="243"/>
                    <a:pt x="593" y="240"/>
                    <a:pt x="594" y="237"/>
                  </a:cubicBezTo>
                  <a:cubicBezTo>
                    <a:pt x="597" y="223"/>
                    <a:pt x="596" y="219"/>
                    <a:pt x="596" y="216"/>
                  </a:cubicBezTo>
                  <a:cubicBezTo>
                    <a:pt x="608" y="177"/>
                    <a:pt x="610" y="170"/>
                    <a:pt x="614" y="163"/>
                  </a:cubicBezTo>
                  <a:cubicBezTo>
                    <a:pt x="624" y="125"/>
                    <a:pt x="623" y="130"/>
                    <a:pt x="621" y="134"/>
                  </a:cubicBezTo>
                  <a:cubicBezTo>
                    <a:pt x="598" y="185"/>
                    <a:pt x="595" y="190"/>
                    <a:pt x="594" y="195"/>
                  </a:cubicBezTo>
                  <a:cubicBezTo>
                    <a:pt x="583" y="227"/>
                    <a:pt x="590" y="232"/>
                    <a:pt x="586" y="235"/>
                  </a:cubicBezTo>
                  <a:cubicBezTo>
                    <a:pt x="585" y="269"/>
                    <a:pt x="583" y="276"/>
                    <a:pt x="584" y="284"/>
                  </a:cubicBezTo>
                  <a:cubicBezTo>
                    <a:pt x="583" y="334"/>
                    <a:pt x="581" y="338"/>
                    <a:pt x="584" y="342"/>
                  </a:cubicBezTo>
                  <a:cubicBezTo>
                    <a:pt x="578" y="377"/>
                    <a:pt x="579" y="381"/>
                    <a:pt x="575" y="384"/>
                  </a:cubicBezTo>
                  <a:cubicBezTo>
                    <a:pt x="572" y="368"/>
                    <a:pt x="578" y="365"/>
                    <a:pt x="575" y="361"/>
                  </a:cubicBezTo>
                  <a:cubicBezTo>
                    <a:pt x="580" y="316"/>
                    <a:pt x="571" y="307"/>
                    <a:pt x="578" y="300"/>
                  </a:cubicBezTo>
                  <a:cubicBezTo>
                    <a:pt x="572" y="220"/>
                    <a:pt x="574" y="213"/>
                    <a:pt x="573" y="205"/>
                  </a:cubicBezTo>
                  <a:cubicBezTo>
                    <a:pt x="581" y="177"/>
                    <a:pt x="576" y="169"/>
                    <a:pt x="580" y="163"/>
                  </a:cubicBezTo>
                  <a:cubicBezTo>
                    <a:pt x="594" y="117"/>
                    <a:pt x="601" y="111"/>
                    <a:pt x="598" y="103"/>
                  </a:cubicBezTo>
                  <a:cubicBezTo>
                    <a:pt x="577" y="151"/>
                    <a:pt x="576" y="154"/>
                    <a:pt x="573" y="156"/>
                  </a:cubicBezTo>
                  <a:cubicBezTo>
                    <a:pt x="562" y="241"/>
                    <a:pt x="563" y="252"/>
                    <a:pt x="564" y="263"/>
                  </a:cubicBezTo>
                  <a:cubicBezTo>
                    <a:pt x="569" y="302"/>
                    <a:pt x="564" y="307"/>
                    <a:pt x="568" y="312"/>
                  </a:cubicBezTo>
                  <a:cubicBezTo>
                    <a:pt x="566" y="341"/>
                    <a:pt x="565" y="352"/>
                    <a:pt x="568" y="364"/>
                  </a:cubicBezTo>
                  <a:cubicBezTo>
                    <a:pt x="553" y="423"/>
                    <a:pt x="553" y="420"/>
                    <a:pt x="555" y="417"/>
                  </a:cubicBezTo>
                  <a:cubicBezTo>
                    <a:pt x="556" y="394"/>
                    <a:pt x="560" y="392"/>
                    <a:pt x="558" y="388"/>
                  </a:cubicBezTo>
                  <a:cubicBezTo>
                    <a:pt x="561" y="333"/>
                    <a:pt x="563" y="331"/>
                    <a:pt x="562" y="329"/>
                  </a:cubicBezTo>
                  <a:cubicBezTo>
                    <a:pt x="559" y="274"/>
                    <a:pt x="553" y="255"/>
                    <a:pt x="554" y="236"/>
                  </a:cubicBezTo>
                  <a:cubicBezTo>
                    <a:pt x="554" y="218"/>
                    <a:pt x="555" y="214"/>
                    <a:pt x="554" y="209"/>
                  </a:cubicBezTo>
                  <a:cubicBezTo>
                    <a:pt x="559" y="193"/>
                    <a:pt x="557" y="190"/>
                    <a:pt x="559" y="188"/>
                  </a:cubicBezTo>
                  <a:cubicBezTo>
                    <a:pt x="569" y="145"/>
                    <a:pt x="573" y="136"/>
                    <a:pt x="573" y="126"/>
                  </a:cubicBezTo>
                  <a:cubicBezTo>
                    <a:pt x="557" y="167"/>
                    <a:pt x="554" y="173"/>
                    <a:pt x="555" y="179"/>
                  </a:cubicBezTo>
                  <a:cubicBezTo>
                    <a:pt x="548" y="204"/>
                    <a:pt x="545" y="211"/>
                    <a:pt x="547" y="219"/>
                  </a:cubicBezTo>
                  <a:cubicBezTo>
                    <a:pt x="545" y="249"/>
                    <a:pt x="547" y="257"/>
                    <a:pt x="548" y="265"/>
                  </a:cubicBezTo>
                  <a:cubicBezTo>
                    <a:pt x="553" y="302"/>
                    <a:pt x="551" y="305"/>
                    <a:pt x="550" y="308"/>
                  </a:cubicBezTo>
                  <a:cubicBezTo>
                    <a:pt x="556" y="350"/>
                    <a:pt x="553" y="352"/>
                    <a:pt x="554" y="354"/>
                  </a:cubicBezTo>
                  <a:cubicBezTo>
                    <a:pt x="551" y="391"/>
                    <a:pt x="544" y="394"/>
                    <a:pt x="549" y="399"/>
                  </a:cubicBezTo>
                  <a:cubicBezTo>
                    <a:pt x="548" y="423"/>
                    <a:pt x="541" y="425"/>
                    <a:pt x="543" y="428"/>
                  </a:cubicBezTo>
                  <a:cubicBezTo>
                    <a:pt x="534" y="435"/>
                    <a:pt x="534" y="428"/>
                    <a:pt x="538" y="422"/>
                  </a:cubicBezTo>
                  <a:cubicBezTo>
                    <a:pt x="537" y="386"/>
                    <a:pt x="541" y="383"/>
                    <a:pt x="540" y="379"/>
                  </a:cubicBezTo>
                  <a:cubicBezTo>
                    <a:pt x="538" y="342"/>
                    <a:pt x="537" y="338"/>
                    <a:pt x="538" y="333"/>
                  </a:cubicBezTo>
                  <a:cubicBezTo>
                    <a:pt x="535" y="297"/>
                    <a:pt x="532" y="288"/>
                    <a:pt x="531" y="280"/>
                  </a:cubicBezTo>
                  <a:cubicBezTo>
                    <a:pt x="528" y="237"/>
                    <a:pt x="531" y="236"/>
                    <a:pt x="530" y="234"/>
                  </a:cubicBezTo>
                  <a:cubicBezTo>
                    <a:pt x="531" y="195"/>
                    <a:pt x="535" y="192"/>
                    <a:pt x="534" y="187"/>
                  </a:cubicBezTo>
                  <a:cubicBezTo>
                    <a:pt x="537" y="169"/>
                    <a:pt x="538" y="165"/>
                    <a:pt x="539" y="161"/>
                  </a:cubicBezTo>
                  <a:cubicBezTo>
                    <a:pt x="534" y="156"/>
                    <a:pt x="534" y="160"/>
                    <a:pt x="532" y="164"/>
                  </a:cubicBezTo>
                  <a:cubicBezTo>
                    <a:pt x="527" y="184"/>
                    <a:pt x="527" y="187"/>
                    <a:pt x="528" y="189"/>
                  </a:cubicBezTo>
                  <a:cubicBezTo>
                    <a:pt x="521" y="228"/>
                    <a:pt x="522" y="230"/>
                    <a:pt x="522" y="232"/>
                  </a:cubicBezTo>
                  <a:cubicBezTo>
                    <a:pt x="521" y="256"/>
                    <a:pt x="520" y="257"/>
                    <a:pt x="522" y="259"/>
                  </a:cubicBezTo>
                  <a:cubicBezTo>
                    <a:pt x="527" y="285"/>
                    <a:pt x="520" y="288"/>
                    <a:pt x="524" y="293"/>
                  </a:cubicBezTo>
                  <a:cubicBezTo>
                    <a:pt x="532" y="343"/>
                    <a:pt x="530" y="351"/>
                    <a:pt x="534" y="361"/>
                  </a:cubicBezTo>
                  <a:cubicBezTo>
                    <a:pt x="531" y="378"/>
                    <a:pt x="529" y="380"/>
                    <a:pt x="532" y="382"/>
                  </a:cubicBezTo>
                  <a:cubicBezTo>
                    <a:pt x="530" y="417"/>
                    <a:pt x="530" y="421"/>
                    <a:pt x="528" y="424"/>
                  </a:cubicBezTo>
                  <a:cubicBezTo>
                    <a:pt x="523" y="442"/>
                    <a:pt x="525" y="445"/>
                    <a:pt x="522" y="444"/>
                  </a:cubicBezTo>
                  <a:cubicBezTo>
                    <a:pt x="523" y="396"/>
                    <a:pt x="516" y="383"/>
                    <a:pt x="519" y="372"/>
                  </a:cubicBezTo>
                  <a:cubicBezTo>
                    <a:pt x="517" y="348"/>
                    <a:pt x="514" y="341"/>
                    <a:pt x="515" y="335"/>
                  </a:cubicBezTo>
                  <a:cubicBezTo>
                    <a:pt x="506" y="291"/>
                    <a:pt x="509" y="286"/>
                    <a:pt x="507" y="280"/>
                  </a:cubicBezTo>
                  <a:cubicBezTo>
                    <a:pt x="508" y="220"/>
                    <a:pt x="509" y="215"/>
                    <a:pt x="510" y="209"/>
                  </a:cubicBezTo>
                  <a:cubicBezTo>
                    <a:pt x="513" y="185"/>
                    <a:pt x="512" y="178"/>
                    <a:pt x="516" y="173"/>
                  </a:cubicBezTo>
                  <a:cubicBezTo>
                    <a:pt x="515" y="159"/>
                    <a:pt x="514" y="162"/>
                    <a:pt x="512" y="164"/>
                  </a:cubicBezTo>
                  <a:cubicBezTo>
                    <a:pt x="505" y="191"/>
                    <a:pt x="507" y="196"/>
                    <a:pt x="504" y="201"/>
                  </a:cubicBezTo>
                  <a:cubicBezTo>
                    <a:pt x="500" y="221"/>
                    <a:pt x="502" y="226"/>
                    <a:pt x="501" y="230"/>
                  </a:cubicBezTo>
                  <a:cubicBezTo>
                    <a:pt x="498" y="248"/>
                    <a:pt x="500" y="251"/>
                    <a:pt x="500" y="253"/>
                  </a:cubicBezTo>
                  <a:cubicBezTo>
                    <a:pt x="496" y="271"/>
                    <a:pt x="502" y="275"/>
                    <a:pt x="498" y="277"/>
                  </a:cubicBezTo>
                  <a:cubicBezTo>
                    <a:pt x="497" y="300"/>
                    <a:pt x="497" y="294"/>
                    <a:pt x="497" y="290"/>
                  </a:cubicBezTo>
                  <a:cubicBezTo>
                    <a:pt x="494" y="271"/>
                    <a:pt x="495" y="268"/>
                    <a:pt x="495" y="266"/>
                  </a:cubicBezTo>
                  <a:cubicBezTo>
                    <a:pt x="494" y="202"/>
                    <a:pt x="495" y="187"/>
                    <a:pt x="499" y="173"/>
                  </a:cubicBezTo>
                  <a:cubicBezTo>
                    <a:pt x="501" y="135"/>
                    <a:pt x="510" y="133"/>
                    <a:pt x="503" y="128"/>
                  </a:cubicBezTo>
                  <a:cubicBezTo>
                    <a:pt x="490" y="173"/>
                    <a:pt x="490" y="178"/>
                    <a:pt x="489" y="183"/>
                  </a:cubicBezTo>
                  <a:cubicBezTo>
                    <a:pt x="485" y="220"/>
                    <a:pt x="485" y="223"/>
                    <a:pt x="485" y="225"/>
                  </a:cubicBezTo>
                  <a:cubicBezTo>
                    <a:pt x="484" y="256"/>
                    <a:pt x="483" y="258"/>
                    <a:pt x="486" y="261"/>
                  </a:cubicBezTo>
                  <a:cubicBezTo>
                    <a:pt x="484" y="277"/>
                    <a:pt x="489" y="280"/>
                    <a:pt x="487" y="282"/>
                  </a:cubicBezTo>
                  <a:cubicBezTo>
                    <a:pt x="498" y="337"/>
                    <a:pt x="496" y="347"/>
                    <a:pt x="502" y="357"/>
                  </a:cubicBezTo>
                  <a:cubicBezTo>
                    <a:pt x="506" y="408"/>
                    <a:pt x="505" y="413"/>
                    <a:pt x="503" y="418"/>
                  </a:cubicBezTo>
                  <a:cubicBezTo>
                    <a:pt x="505" y="450"/>
                    <a:pt x="505" y="453"/>
                    <a:pt x="503" y="455"/>
                  </a:cubicBezTo>
                  <a:cubicBezTo>
                    <a:pt x="499" y="471"/>
                    <a:pt x="503" y="479"/>
                    <a:pt x="498" y="475"/>
                  </a:cubicBezTo>
                  <a:cubicBezTo>
                    <a:pt x="493" y="426"/>
                    <a:pt x="495" y="423"/>
                    <a:pt x="495" y="419"/>
                  </a:cubicBezTo>
                  <a:cubicBezTo>
                    <a:pt x="485" y="375"/>
                    <a:pt x="480" y="366"/>
                    <a:pt x="483" y="359"/>
                  </a:cubicBezTo>
                  <a:cubicBezTo>
                    <a:pt x="470" y="321"/>
                    <a:pt x="476" y="319"/>
                    <a:pt x="470" y="314"/>
                  </a:cubicBezTo>
                  <a:cubicBezTo>
                    <a:pt x="459" y="218"/>
                    <a:pt x="466" y="212"/>
                    <a:pt x="462" y="204"/>
                  </a:cubicBezTo>
                  <a:cubicBezTo>
                    <a:pt x="457" y="195"/>
                    <a:pt x="457" y="204"/>
                    <a:pt x="457" y="213"/>
                  </a:cubicBezTo>
                  <a:cubicBezTo>
                    <a:pt x="457" y="232"/>
                    <a:pt x="452" y="236"/>
                    <a:pt x="455" y="241"/>
                  </a:cubicBezTo>
                  <a:cubicBezTo>
                    <a:pt x="454" y="275"/>
                    <a:pt x="459" y="280"/>
                    <a:pt x="456" y="285"/>
                  </a:cubicBezTo>
                  <a:cubicBezTo>
                    <a:pt x="462" y="317"/>
                    <a:pt x="462" y="322"/>
                    <a:pt x="465" y="327"/>
                  </a:cubicBezTo>
                  <a:cubicBezTo>
                    <a:pt x="475" y="362"/>
                    <a:pt x="473" y="368"/>
                    <a:pt x="475" y="375"/>
                  </a:cubicBezTo>
                  <a:cubicBezTo>
                    <a:pt x="478" y="394"/>
                    <a:pt x="483" y="397"/>
                    <a:pt x="481" y="400"/>
                  </a:cubicBezTo>
                  <a:cubicBezTo>
                    <a:pt x="484" y="436"/>
                    <a:pt x="490" y="444"/>
                    <a:pt x="487" y="449"/>
                  </a:cubicBezTo>
                  <a:cubicBezTo>
                    <a:pt x="483" y="480"/>
                    <a:pt x="490" y="485"/>
                    <a:pt x="488" y="488"/>
                  </a:cubicBezTo>
                  <a:cubicBezTo>
                    <a:pt x="483" y="503"/>
                    <a:pt x="485" y="499"/>
                    <a:pt x="485" y="495"/>
                  </a:cubicBezTo>
                  <a:cubicBezTo>
                    <a:pt x="486" y="464"/>
                    <a:pt x="482" y="459"/>
                    <a:pt x="483" y="454"/>
                  </a:cubicBezTo>
                  <a:cubicBezTo>
                    <a:pt x="474" y="394"/>
                    <a:pt x="466" y="388"/>
                    <a:pt x="469" y="384"/>
                  </a:cubicBezTo>
                  <a:cubicBezTo>
                    <a:pt x="462" y="348"/>
                    <a:pt x="459" y="346"/>
                    <a:pt x="457" y="346"/>
                  </a:cubicBezTo>
                  <a:cubicBezTo>
                    <a:pt x="449" y="328"/>
                    <a:pt x="460" y="322"/>
                    <a:pt x="453" y="324"/>
                  </a:cubicBezTo>
                  <a:cubicBezTo>
                    <a:pt x="446" y="286"/>
                    <a:pt x="449" y="281"/>
                    <a:pt x="445" y="276"/>
                  </a:cubicBezTo>
                  <a:cubicBezTo>
                    <a:pt x="449" y="241"/>
                    <a:pt x="443" y="235"/>
                    <a:pt x="444" y="230"/>
                  </a:cubicBezTo>
                  <a:cubicBezTo>
                    <a:pt x="450" y="210"/>
                    <a:pt x="442" y="203"/>
                    <a:pt x="449" y="199"/>
                  </a:cubicBezTo>
                  <a:cubicBezTo>
                    <a:pt x="454" y="163"/>
                    <a:pt x="461" y="159"/>
                    <a:pt x="458" y="153"/>
                  </a:cubicBezTo>
                  <a:cubicBezTo>
                    <a:pt x="444" y="191"/>
                    <a:pt x="439" y="200"/>
                    <a:pt x="440" y="211"/>
                  </a:cubicBezTo>
                  <a:cubicBezTo>
                    <a:pt x="435" y="250"/>
                    <a:pt x="436" y="261"/>
                    <a:pt x="437" y="271"/>
                  </a:cubicBezTo>
                  <a:cubicBezTo>
                    <a:pt x="442" y="313"/>
                    <a:pt x="444" y="323"/>
                    <a:pt x="448" y="335"/>
                  </a:cubicBezTo>
                  <a:cubicBezTo>
                    <a:pt x="458" y="387"/>
                    <a:pt x="461" y="393"/>
                    <a:pt x="460" y="398"/>
                  </a:cubicBezTo>
                  <a:cubicBezTo>
                    <a:pt x="473" y="464"/>
                    <a:pt x="476" y="471"/>
                    <a:pt x="475" y="477"/>
                  </a:cubicBezTo>
                  <a:cubicBezTo>
                    <a:pt x="472" y="519"/>
                    <a:pt x="470" y="522"/>
                    <a:pt x="473" y="526"/>
                  </a:cubicBezTo>
                  <a:cubicBezTo>
                    <a:pt x="466" y="546"/>
                    <a:pt x="465" y="547"/>
                    <a:pt x="465" y="548"/>
                  </a:cubicBezTo>
                  <a:cubicBezTo>
                    <a:pt x="459" y="507"/>
                    <a:pt x="462" y="504"/>
                    <a:pt x="463" y="501"/>
                  </a:cubicBezTo>
                  <a:cubicBezTo>
                    <a:pt x="458" y="462"/>
                    <a:pt x="451" y="454"/>
                    <a:pt x="451" y="448"/>
                  </a:cubicBezTo>
                  <a:cubicBezTo>
                    <a:pt x="436" y="412"/>
                    <a:pt x="440" y="409"/>
                    <a:pt x="436" y="405"/>
                  </a:cubicBezTo>
                  <a:cubicBezTo>
                    <a:pt x="427" y="372"/>
                    <a:pt x="429" y="369"/>
                    <a:pt x="426" y="365"/>
                  </a:cubicBezTo>
                  <a:cubicBezTo>
                    <a:pt x="421" y="351"/>
                    <a:pt x="423" y="350"/>
                    <a:pt x="421" y="347"/>
                  </a:cubicBezTo>
                  <a:cubicBezTo>
                    <a:pt x="417" y="313"/>
                    <a:pt x="414" y="309"/>
                    <a:pt x="415" y="305"/>
                  </a:cubicBezTo>
                  <a:cubicBezTo>
                    <a:pt x="416" y="260"/>
                    <a:pt x="418" y="257"/>
                    <a:pt x="414" y="253"/>
                  </a:cubicBezTo>
                  <a:cubicBezTo>
                    <a:pt x="416" y="237"/>
                    <a:pt x="416" y="229"/>
                    <a:pt x="414" y="222"/>
                  </a:cubicBezTo>
                  <a:cubicBezTo>
                    <a:pt x="416" y="200"/>
                    <a:pt x="418" y="197"/>
                    <a:pt x="418" y="194"/>
                  </a:cubicBezTo>
                  <a:cubicBezTo>
                    <a:pt x="414" y="206"/>
                    <a:pt x="410" y="211"/>
                    <a:pt x="412" y="216"/>
                  </a:cubicBezTo>
                  <a:cubicBezTo>
                    <a:pt x="409" y="236"/>
                    <a:pt x="410" y="242"/>
                    <a:pt x="410" y="247"/>
                  </a:cubicBezTo>
                  <a:cubicBezTo>
                    <a:pt x="407" y="327"/>
                    <a:pt x="412" y="332"/>
                    <a:pt x="410" y="335"/>
                  </a:cubicBezTo>
                  <a:cubicBezTo>
                    <a:pt x="414" y="368"/>
                    <a:pt x="422" y="373"/>
                    <a:pt x="420" y="377"/>
                  </a:cubicBezTo>
                  <a:cubicBezTo>
                    <a:pt x="438" y="439"/>
                    <a:pt x="445" y="459"/>
                    <a:pt x="448" y="477"/>
                  </a:cubicBezTo>
                  <a:cubicBezTo>
                    <a:pt x="451" y="509"/>
                    <a:pt x="452" y="514"/>
                    <a:pt x="453" y="518"/>
                  </a:cubicBezTo>
                  <a:cubicBezTo>
                    <a:pt x="449" y="518"/>
                    <a:pt x="452" y="515"/>
                    <a:pt x="448" y="512"/>
                  </a:cubicBezTo>
                  <a:cubicBezTo>
                    <a:pt x="443" y="484"/>
                    <a:pt x="442" y="477"/>
                    <a:pt x="441" y="470"/>
                  </a:cubicBezTo>
                  <a:cubicBezTo>
                    <a:pt x="432" y="436"/>
                    <a:pt x="429" y="432"/>
                    <a:pt x="428" y="428"/>
                  </a:cubicBezTo>
                  <a:cubicBezTo>
                    <a:pt x="416" y="393"/>
                    <a:pt x="413" y="389"/>
                    <a:pt x="414" y="386"/>
                  </a:cubicBezTo>
                  <a:cubicBezTo>
                    <a:pt x="407" y="359"/>
                    <a:pt x="405" y="356"/>
                    <a:pt x="403" y="350"/>
                  </a:cubicBezTo>
                  <a:cubicBezTo>
                    <a:pt x="401" y="334"/>
                    <a:pt x="403" y="333"/>
                    <a:pt x="403" y="333"/>
                  </a:cubicBezTo>
                  <a:cubicBezTo>
                    <a:pt x="401" y="321"/>
                    <a:pt x="400" y="317"/>
                    <a:pt x="399" y="314"/>
                  </a:cubicBezTo>
                  <a:cubicBezTo>
                    <a:pt x="395" y="298"/>
                    <a:pt x="397" y="295"/>
                    <a:pt x="396" y="293"/>
                  </a:cubicBezTo>
                  <a:cubicBezTo>
                    <a:pt x="390" y="256"/>
                    <a:pt x="396" y="250"/>
                    <a:pt x="392" y="243"/>
                  </a:cubicBezTo>
                  <a:cubicBezTo>
                    <a:pt x="394" y="217"/>
                    <a:pt x="395" y="215"/>
                    <a:pt x="395" y="213"/>
                  </a:cubicBezTo>
                  <a:cubicBezTo>
                    <a:pt x="388" y="211"/>
                    <a:pt x="391" y="212"/>
                    <a:pt x="391" y="214"/>
                  </a:cubicBezTo>
                  <a:cubicBezTo>
                    <a:pt x="386" y="231"/>
                    <a:pt x="389" y="235"/>
                    <a:pt x="386" y="237"/>
                  </a:cubicBezTo>
                  <a:cubicBezTo>
                    <a:pt x="387" y="268"/>
                    <a:pt x="385" y="271"/>
                    <a:pt x="388" y="275"/>
                  </a:cubicBezTo>
                  <a:cubicBezTo>
                    <a:pt x="391" y="325"/>
                    <a:pt x="397" y="338"/>
                    <a:pt x="393" y="350"/>
                  </a:cubicBezTo>
                  <a:cubicBezTo>
                    <a:pt x="405" y="382"/>
                    <a:pt x="403" y="390"/>
                    <a:pt x="408" y="398"/>
                  </a:cubicBezTo>
                  <a:cubicBezTo>
                    <a:pt x="419" y="430"/>
                    <a:pt x="421" y="438"/>
                    <a:pt x="423" y="446"/>
                  </a:cubicBezTo>
                  <a:cubicBezTo>
                    <a:pt x="436" y="483"/>
                    <a:pt x="432" y="487"/>
                    <a:pt x="436" y="491"/>
                  </a:cubicBezTo>
                  <a:cubicBezTo>
                    <a:pt x="440" y="554"/>
                    <a:pt x="443" y="558"/>
                    <a:pt x="443" y="562"/>
                  </a:cubicBezTo>
                  <a:cubicBezTo>
                    <a:pt x="428" y="572"/>
                    <a:pt x="429" y="568"/>
                    <a:pt x="430" y="564"/>
                  </a:cubicBezTo>
                  <a:cubicBezTo>
                    <a:pt x="417" y="498"/>
                    <a:pt x="416" y="485"/>
                    <a:pt x="415" y="472"/>
                  </a:cubicBezTo>
                  <a:cubicBezTo>
                    <a:pt x="409" y="449"/>
                    <a:pt x="405" y="442"/>
                    <a:pt x="406" y="436"/>
                  </a:cubicBezTo>
                  <a:cubicBezTo>
                    <a:pt x="401" y="421"/>
                    <a:pt x="398" y="415"/>
                    <a:pt x="398" y="411"/>
                  </a:cubicBezTo>
                  <a:cubicBezTo>
                    <a:pt x="393" y="374"/>
                    <a:pt x="387" y="375"/>
                    <a:pt x="389" y="372"/>
                  </a:cubicBezTo>
                  <a:cubicBezTo>
                    <a:pt x="382" y="312"/>
                    <a:pt x="377" y="293"/>
                    <a:pt x="381" y="275"/>
                  </a:cubicBezTo>
                  <a:cubicBezTo>
                    <a:pt x="385" y="244"/>
                    <a:pt x="380" y="238"/>
                    <a:pt x="383" y="234"/>
                  </a:cubicBezTo>
                  <a:cubicBezTo>
                    <a:pt x="377" y="239"/>
                    <a:pt x="376" y="242"/>
                    <a:pt x="376" y="244"/>
                  </a:cubicBezTo>
                  <a:cubicBezTo>
                    <a:pt x="375" y="300"/>
                    <a:pt x="373" y="312"/>
                    <a:pt x="372" y="324"/>
                  </a:cubicBezTo>
                  <a:cubicBezTo>
                    <a:pt x="386" y="402"/>
                    <a:pt x="389" y="407"/>
                    <a:pt x="389" y="412"/>
                  </a:cubicBezTo>
                  <a:cubicBezTo>
                    <a:pt x="411" y="512"/>
                    <a:pt x="416" y="522"/>
                    <a:pt x="416" y="532"/>
                  </a:cubicBezTo>
                  <a:cubicBezTo>
                    <a:pt x="418" y="573"/>
                    <a:pt x="419" y="584"/>
                    <a:pt x="420" y="595"/>
                  </a:cubicBezTo>
                  <a:cubicBezTo>
                    <a:pt x="411" y="622"/>
                    <a:pt x="419" y="616"/>
                    <a:pt x="413" y="608"/>
                  </a:cubicBezTo>
                  <a:cubicBezTo>
                    <a:pt x="406" y="541"/>
                    <a:pt x="407" y="534"/>
                    <a:pt x="403" y="527"/>
                  </a:cubicBezTo>
                  <a:cubicBezTo>
                    <a:pt x="394" y="499"/>
                    <a:pt x="398" y="493"/>
                    <a:pt x="395" y="486"/>
                  </a:cubicBezTo>
                  <a:cubicBezTo>
                    <a:pt x="376" y="417"/>
                    <a:pt x="378" y="413"/>
                    <a:pt x="374" y="408"/>
                  </a:cubicBezTo>
                  <a:cubicBezTo>
                    <a:pt x="370" y="378"/>
                    <a:pt x="365" y="372"/>
                    <a:pt x="367" y="369"/>
                  </a:cubicBezTo>
                  <a:cubicBezTo>
                    <a:pt x="363" y="308"/>
                    <a:pt x="356" y="298"/>
                    <a:pt x="360" y="290"/>
                  </a:cubicBezTo>
                  <a:cubicBezTo>
                    <a:pt x="362" y="248"/>
                    <a:pt x="362" y="244"/>
                    <a:pt x="362" y="239"/>
                  </a:cubicBezTo>
                  <a:cubicBezTo>
                    <a:pt x="363" y="220"/>
                    <a:pt x="361" y="223"/>
                    <a:pt x="360" y="226"/>
                  </a:cubicBezTo>
                  <a:cubicBezTo>
                    <a:pt x="358" y="241"/>
                    <a:pt x="353" y="244"/>
                    <a:pt x="357" y="248"/>
                  </a:cubicBezTo>
                  <a:cubicBezTo>
                    <a:pt x="352" y="267"/>
                    <a:pt x="356" y="270"/>
                    <a:pt x="351" y="272"/>
                  </a:cubicBezTo>
                  <a:cubicBezTo>
                    <a:pt x="350" y="303"/>
                    <a:pt x="355" y="306"/>
                    <a:pt x="353" y="308"/>
                  </a:cubicBezTo>
                  <a:cubicBezTo>
                    <a:pt x="351" y="332"/>
                    <a:pt x="356" y="338"/>
                    <a:pt x="353" y="342"/>
                  </a:cubicBezTo>
                  <a:cubicBezTo>
                    <a:pt x="363" y="389"/>
                    <a:pt x="362" y="393"/>
                    <a:pt x="367" y="398"/>
                  </a:cubicBezTo>
                  <a:cubicBezTo>
                    <a:pt x="367" y="433"/>
                    <a:pt x="379" y="443"/>
                    <a:pt x="375" y="451"/>
                  </a:cubicBezTo>
                  <a:cubicBezTo>
                    <a:pt x="395" y="536"/>
                    <a:pt x="399" y="541"/>
                    <a:pt x="399" y="545"/>
                  </a:cubicBezTo>
                  <a:cubicBezTo>
                    <a:pt x="400" y="576"/>
                    <a:pt x="402" y="581"/>
                    <a:pt x="406" y="586"/>
                  </a:cubicBezTo>
                  <a:cubicBezTo>
                    <a:pt x="406" y="605"/>
                    <a:pt x="405" y="608"/>
                    <a:pt x="404" y="610"/>
                  </a:cubicBezTo>
                  <a:cubicBezTo>
                    <a:pt x="402" y="627"/>
                    <a:pt x="408" y="632"/>
                    <a:pt x="403" y="635"/>
                  </a:cubicBezTo>
                  <a:cubicBezTo>
                    <a:pt x="396" y="601"/>
                    <a:pt x="401" y="597"/>
                    <a:pt x="398" y="592"/>
                  </a:cubicBezTo>
                  <a:cubicBezTo>
                    <a:pt x="383" y="512"/>
                    <a:pt x="375" y="506"/>
                    <a:pt x="377" y="501"/>
                  </a:cubicBezTo>
                  <a:cubicBezTo>
                    <a:pt x="354" y="435"/>
                    <a:pt x="354" y="416"/>
                    <a:pt x="344" y="395"/>
                  </a:cubicBezTo>
                  <a:cubicBezTo>
                    <a:pt x="338" y="338"/>
                    <a:pt x="338" y="335"/>
                    <a:pt x="339" y="333"/>
                  </a:cubicBezTo>
                  <a:cubicBezTo>
                    <a:pt x="340" y="299"/>
                    <a:pt x="336" y="293"/>
                    <a:pt x="338" y="287"/>
                  </a:cubicBezTo>
                  <a:cubicBezTo>
                    <a:pt x="331" y="289"/>
                    <a:pt x="332" y="300"/>
                    <a:pt x="330" y="310"/>
                  </a:cubicBezTo>
                  <a:cubicBezTo>
                    <a:pt x="334" y="336"/>
                    <a:pt x="329" y="338"/>
                    <a:pt x="333" y="342"/>
                  </a:cubicBezTo>
                  <a:cubicBezTo>
                    <a:pt x="337" y="378"/>
                    <a:pt x="335" y="383"/>
                    <a:pt x="337" y="388"/>
                  </a:cubicBezTo>
                  <a:cubicBezTo>
                    <a:pt x="337" y="409"/>
                    <a:pt x="345" y="415"/>
                    <a:pt x="343" y="420"/>
                  </a:cubicBezTo>
                  <a:cubicBezTo>
                    <a:pt x="357" y="454"/>
                    <a:pt x="351" y="461"/>
                    <a:pt x="357" y="467"/>
                  </a:cubicBezTo>
                  <a:cubicBezTo>
                    <a:pt x="369" y="497"/>
                    <a:pt x="364" y="504"/>
                    <a:pt x="368" y="506"/>
                  </a:cubicBezTo>
                  <a:cubicBezTo>
                    <a:pt x="379" y="543"/>
                    <a:pt x="382" y="551"/>
                    <a:pt x="384" y="558"/>
                  </a:cubicBezTo>
                  <a:cubicBezTo>
                    <a:pt x="390" y="600"/>
                    <a:pt x="393" y="605"/>
                    <a:pt x="388" y="609"/>
                  </a:cubicBezTo>
                  <a:cubicBezTo>
                    <a:pt x="376" y="559"/>
                    <a:pt x="371" y="556"/>
                    <a:pt x="373" y="554"/>
                  </a:cubicBezTo>
                  <a:cubicBezTo>
                    <a:pt x="357" y="504"/>
                    <a:pt x="350" y="497"/>
                    <a:pt x="350" y="491"/>
                  </a:cubicBezTo>
                  <a:cubicBezTo>
                    <a:pt x="323" y="433"/>
                    <a:pt x="327" y="431"/>
                    <a:pt x="324" y="427"/>
                  </a:cubicBezTo>
                  <a:cubicBezTo>
                    <a:pt x="313" y="386"/>
                    <a:pt x="309" y="374"/>
                    <a:pt x="308" y="362"/>
                  </a:cubicBezTo>
                  <a:cubicBezTo>
                    <a:pt x="306" y="320"/>
                    <a:pt x="303" y="314"/>
                    <a:pt x="304" y="308"/>
                  </a:cubicBezTo>
                  <a:cubicBezTo>
                    <a:pt x="303" y="284"/>
                    <a:pt x="306" y="279"/>
                    <a:pt x="306" y="273"/>
                  </a:cubicBezTo>
                  <a:cubicBezTo>
                    <a:pt x="300" y="263"/>
                    <a:pt x="301" y="273"/>
                    <a:pt x="300" y="282"/>
                  </a:cubicBezTo>
                  <a:cubicBezTo>
                    <a:pt x="298" y="301"/>
                    <a:pt x="297" y="305"/>
                    <a:pt x="295" y="310"/>
                  </a:cubicBezTo>
                  <a:cubicBezTo>
                    <a:pt x="307" y="382"/>
                    <a:pt x="302" y="391"/>
                    <a:pt x="310" y="402"/>
                  </a:cubicBezTo>
                  <a:cubicBezTo>
                    <a:pt x="317" y="439"/>
                    <a:pt x="325" y="446"/>
                    <a:pt x="323" y="450"/>
                  </a:cubicBezTo>
                  <a:cubicBezTo>
                    <a:pt x="337" y="478"/>
                    <a:pt x="337" y="489"/>
                    <a:pt x="345" y="500"/>
                  </a:cubicBezTo>
                  <a:cubicBezTo>
                    <a:pt x="352" y="526"/>
                    <a:pt x="359" y="530"/>
                    <a:pt x="355" y="532"/>
                  </a:cubicBezTo>
                  <a:cubicBezTo>
                    <a:pt x="378" y="589"/>
                    <a:pt x="373" y="597"/>
                    <a:pt x="377" y="600"/>
                  </a:cubicBezTo>
                  <a:cubicBezTo>
                    <a:pt x="374" y="595"/>
                    <a:pt x="367" y="591"/>
                    <a:pt x="366" y="588"/>
                  </a:cubicBezTo>
                  <a:cubicBezTo>
                    <a:pt x="355" y="552"/>
                    <a:pt x="348" y="544"/>
                    <a:pt x="350" y="538"/>
                  </a:cubicBezTo>
                  <a:cubicBezTo>
                    <a:pt x="324" y="484"/>
                    <a:pt x="321" y="468"/>
                    <a:pt x="311" y="451"/>
                  </a:cubicBezTo>
                  <a:cubicBezTo>
                    <a:pt x="301" y="423"/>
                    <a:pt x="301" y="419"/>
                    <a:pt x="300" y="415"/>
                  </a:cubicBezTo>
                  <a:cubicBezTo>
                    <a:pt x="290" y="374"/>
                    <a:pt x="287" y="369"/>
                    <a:pt x="289" y="366"/>
                  </a:cubicBezTo>
                  <a:cubicBezTo>
                    <a:pt x="286" y="345"/>
                    <a:pt x="285" y="337"/>
                    <a:pt x="285" y="330"/>
                  </a:cubicBezTo>
                  <a:cubicBezTo>
                    <a:pt x="278" y="309"/>
                    <a:pt x="280" y="316"/>
                    <a:pt x="280" y="319"/>
                  </a:cubicBezTo>
                  <a:cubicBezTo>
                    <a:pt x="279" y="330"/>
                    <a:pt x="279" y="333"/>
                    <a:pt x="279" y="334"/>
                  </a:cubicBezTo>
                  <a:cubicBezTo>
                    <a:pt x="276" y="357"/>
                    <a:pt x="284" y="362"/>
                    <a:pt x="281" y="365"/>
                  </a:cubicBezTo>
                  <a:cubicBezTo>
                    <a:pt x="287" y="400"/>
                    <a:pt x="290" y="404"/>
                    <a:pt x="290" y="407"/>
                  </a:cubicBezTo>
                  <a:cubicBezTo>
                    <a:pt x="314" y="477"/>
                    <a:pt x="313" y="479"/>
                    <a:pt x="313" y="481"/>
                  </a:cubicBezTo>
                  <a:cubicBezTo>
                    <a:pt x="324" y="507"/>
                    <a:pt x="331" y="514"/>
                    <a:pt x="329" y="519"/>
                  </a:cubicBezTo>
                  <a:cubicBezTo>
                    <a:pt x="359" y="601"/>
                    <a:pt x="365" y="601"/>
                    <a:pt x="364" y="609"/>
                  </a:cubicBezTo>
                  <a:cubicBezTo>
                    <a:pt x="371" y="640"/>
                    <a:pt x="372" y="643"/>
                    <a:pt x="374" y="646"/>
                  </a:cubicBezTo>
                  <a:cubicBezTo>
                    <a:pt x="376" y="667"/>
                    <a:pt x="377" y="669"/>
                    <a:pt x="374" y="671"/>
                  </a:cubicBezTo>
                  <a:cubicBezTo>
                    <a:pt x="375" y="687"/>
                    <a:pt x="374" y="690"/>
                    <a:pt x="375" y="692"/>
                  </a:cubicBezTo>
                  <a:cubicBezTo>
                    <a:pt x="370" y="713"/>
                    <a:pt x="369" y="717"/>
                    <a:pt x="367" y="715"/>
                  </a:cubicBezTo>
                  <a:cubicBezTo>
                    <a:pt x="363" y="675"/>
                    <a:pt x="362" y="670"/>
                    <a:pt x="363" y="666"/>
                  </a:cubicBezTo>
                  <a:cubicBezTo>
                    <a:pt x="352" y="608"/>
                    <a:pt x="345" y="610"/>
                    <a:pt x="346" y="605"/>
                  </a:cubicBezTo>
                  <a:cubicBezTo>
                    <a:pt x="334" y="572"/>
                    <a:pt x="329" y="574"/>
                    <a:pt x="329" y="568"/>
                  </a:cubicBezTo>
                  <a:cubicBezTo>
                    <a:pt x="310" y="526"/>
                    <a:pt x="303" y="521"/>
                    <a:pt x="305" y="517"/>
                  </a:cubicBezTo>
                  <a:cubicBezTo>
                    <a:pt x="290" y="492"/>
                    <a:pt x="293" y="489"/>
                    <a:pt x="289" y="484"/>
                  </a:cubicBezTo>
                  <a:cubicBezTo>
                    <a:pt x="272" y="442"/>
                    <a:pt x="272" y="433"/>
                    <a:pt x="267" y="424"/>
                  </a:cubicBezTo>
                  <a:cubicBezTo>
                    <a:pt x="263" y="382"/>
                    <a:pt x="261" y="377"/>
                    <a:pt x="262" y="373"/>
                  </a:cubicBezTo>
                  <a:cubicBezTo>
                    <a:pt x="263" y="332"/>
                    <a:pt x="259" y="327"/>
                    <a:pt x="260" y="323"/>
                  </a:cubicBezTo>
                  <a:cubicBezTo>
                    <a:pt x="255" y="324"/>
                    <a:pt x="255" y="328"/>
                    <a:pt x="258" y="332"/>
                  </a:cubicBezTo>
                  <a:cubicBezTo>
                    <a:pt x="253" y="357"/>
                    <a:pt x="255" y="358"/>
                    <a:pt x="255" y="359"/>
                  </a:cubicBezTo>
                  <a:cubicBezTo>
                    <a:pt x="256" y="372"/>
                    <a:pt x="254" y="373"/>
                    <a:pt x="255" y="376"/>
                  </a:cubicBezTo>
                  <a:cubicBezTo>
                    <a:pt x="262" y="413"/>
                    <a:pt x="257" y="421"/>
                    <a:pt x="262" y="430"/>
                  </a:cubicBezTo>
                  <a:cubicBezTo>
                    <a:pt x="271" y="463"/>
                    <a:pt x="270" y="468"/>
                    <a:pt x="276" y="474"/>
                  </a:cubicBezTo>
                  <a:cubicBezTo>
                    <a:pt x="293" y="525"/>
                    <a:pt x="305" y="537"/>
                    <a:pt x="308" y="549"/>
                  </a:cubicBezTo>
                  <a:cubicBezTo>
                    <a:pt x="326" y="593"/>
                    <a:pt x="338" y="598"/>
                    <a:pt x="333" y="600"/>
                  </a:cubicBezTo>
                  <a:cubicBezTo>
                    <a:pt x="344" y="639"/>
                    <a:pt x="350" y="643"/>
                    <a:pt x="348" y="645"/>
                  </a:cubicBezTo>
                  <a:cubicBezTo>
                    <a:pt x="360" y="675"/>
                    <a:pt x="349" y="681"/>
                    <a:pt x="356" y="679"/>
                  </a:cubicBezTo>
                  <a:cubicBezTo>
                    <a:pt x="356" y="718"/>
                    <a:pt x="357" y="722"/>
                    <a:pt x="358" y="727"/>
                  </a:cubicBezTo>
                  <a:cubicBezTo>
                    <a:pt x="355" y="728"/>
                    <a:pt x="353" y="720"/>
                    <a:pt x="355" y="712"/>
                  </a:cubicBezTo>
                  <a:cubicBezTo>
                    <a:pt x="344" y="656"/>
                    <a:pt x="337" y="650"/>
                    <a:pt x="339" y="647"/>
                  </a:cubicBezTo>
                  <a:cubicBezTo>
                    <a:pt x="327" y="614"/>
                    <a:pt x="329" y="612"/>
                    <a:pt x="327" y="609"/>
                  </a:cubicBezTo>
                  <a:cubicBezTo>
                    <a:pt x="296" y="547"/>
                    <a:pt x="292" y="535"/>
                    <a:pt x="286" y="521"/>
                  </a:cubicBezTo>
                  <a:cubicBezTo>
                    <a:pt x="264" y="475"/>
                    <a:pt x="265" y="471"/>
                    <a:pt x="260" y="465"/>
                  </a:cubicBezTo>
                  <a:cubicBezTo>
                    <a:pt x="247" y="411"/>
                    <a:pt x="246" y="405"/>
                    <a:pt x="244" y="399"/>
                  </a:cubicBezTo>
                  <a:cubicBezTo>
                    <a:pt x="237" y="392"/>
                    <a:pt x="243" y="396"/>
                    <a:pt x="240" y="399"/>
                  </a:cubicBezTo>
                  <a:cubicBezTo>
                    <a:pt x="245" y="450"/>
                    <a:pt x="252" y="456"/>
                    <a:pt x="251" y="460"/>
                  </a:cubicBezTo>
                  <a:cubicBezTo>
                    <a:pt x="278" y="524"/>
                    <a:pt x="284" y="536"/>
                    <a:pt x="288" y="548"/>
                  </a:cubicBezTo>
                  <a:cubicBezTo>
                    <a:pt x="302" y="574"/>
                    <a:pt x="305" y="577"/>
                    <a:pt x="303" y="579"/>
                  </a:cubicBezTo>
                  <a:cubicBezTo>
                    <a:pt x="316" y="612"/>
                    <a:pt x="323" y="618"/>
                    <a:pt x="323" y="624"/>
                  </a:cubicBezTo>
                  <a:cubicBezTo>
                    <a:pt x="325" y="635"/>
                    <a:pt x="328" y="634"/>
                    <a:pt x="329" y="635"/>
                  </a:cubicBezTo>
                  <a:cubicBezTo>
                    <a:pt x="329" y="647"/>
                    <a:pt x="332" y="649"/>
                    <a:pt x="330" y="651"/>
                  </a:cubicBezTo>
                  <a:cubicBezTo>
                    <a:pt x="342" y="695"/>
                    <a:pt x="341" y="702"/>
                    <a:pt x="346" y="710"/>
                  </a:cubicBezTo>
                  <a:cubicBezTo>
                    <a:pt x="344" y="729"/>
                    <a:pt x="346" y="732"/>
                    <a:pt x="343" y="730"/>
                  </a:cubicBezTo>
                  <a:cubicBezTo>
                    <a:pt x="342" y="696"/>
                    <a:pt x="336" y="691"/>
                    <a:pt x="340" y="688"/>
                  </a:cubicBezTo>
                  <a:cubicBezTo>
                    <a:pt x="322" y="644"/>
                    <a:pt x="323" y="635"/>
                    <a:pt x="319" y="625"/>
                  </a:cubicBezTo>
                  <a:cubicBezTo>
                    <a:pt x="304" y="603"/>
                    <a:pt x="309" y="596"/>
                    <a:pt x="304" y="598"/>
                  </a:cubicBezTo>
                  <a:cubicBezTo>
                    <a:pt x="283" y="562"/>
                    <a:pt x="281" y="562"/>
                    <a:pt x="280" y="557"/>
                  </a:cubicBezTo>
                  <a:cubicBezTo>
                    <a:pt x="239" y="483"/>
                    <a:pt x="234" y="468"/>
                    <a:pt x="227" y="453"/>
                  </a:cubicBezTo>
                  <a:cubicBezTo>
                    <a:pt x="222" y="406"/>
                    <a:pt x="214" y="401"/>
                    <a:pt x="217" y="399"/>
                  </a:cubicBezTo>
                  <a:cubicBezTo>
                    <a:pt x="210" y="368"/>
                    <a:pt x="206" y="371"/>
                    <a:pt x="209" y="374"/>
                  </a:cubicBezTo>
                  <a:cubicBezTo>
                    <a:pt x="211" y="412"/>
                    <a:pt x="214" y="416"/>
                    <a:pt x="212" y="419"/>
                  </a:cubicBezTo>
                  <a:cubicBezTo>
                    <a:pt x="217" y="447"/>
                    <a:pt x="220" y="451"/>
                    <a:pt x="218" y="454"/>
                  </a:cubicBezTo>
                  <a:cubicBezTo>
                    <a:pt x="237" y="486"/>
                    <a:pt x="228" y="488"/>
                    <a:pt x="233" y="492"/>
                  </a:cubicBezTo>
                  <a:cubicBezTo>
                    <a:pt x="243" y="506"/>
                    <a:pt x="241" y="507"/>
                    <a:pt x="243" y="510"/>
                  </a:cubicBezTo>
                  <a:cubicBezTo>
                    <a:pt x="273" y="563"/>
                    <a:pt x="281" y="573"/>
                    <a:pt x="290" y="592"/>
                  </a:cubicBezTo>
                  <a:cubicBezTo>
                    <a:pt x="313" y="641"/>
                    <a:pt x="320" y="646"/>
                    <a:pt x="317" y="650"/>
                  </a:cubicBezTo>
                  <a:cubicBezTo>
                    <a:pt x="324" y="674"/>
                    <a:pt x="328" y="677"/>
                    <a:pt x="326" y="679"/>
                  </a:cubicBezTo>
                  <a:cubicBezTo>
                    <a:pt x="331" y="728"/>
                    <a:pt x="335" y="734"/>
                    <a:pt x="335" y="739"/>
                  </a:cubicBezTo>
                  <a:cubicBezTo>
                    <a:pt x="329" y="772"/>
                    <a:pt x="335" y="778"/>
                    <a:pt x="329" y="782"/>
                  </a:cubicBezTo>
                  <a:cubicBezTo>
                    <a:pt x="329" y="760"/>
                    <a:pt x="324" y="756"/>
                    <a:pt x="326" y="754"/>
                  </a:cubicBezTo>
                  <a:cubicBezTo>
                    <a:pt x="316" y="694"/>
                    <a:pt x="311" y="688"/>
                    <a:pt x="312" y="684"/>
                  </a:cubicBezTo>
                  <a:cubicBezTo>
                    <a:pt x="303" y="664"/>
                    <a:pt x="300" y="660"/>
                    <a:pt x="297" y="655"/>
                  </a:cubicBezTo>
                  <a:cubicBezTo>
                    <a:pt x="277" y="614"/>
                    <a:pt x="276" y="603"/>
                    <a:pt x="266" y="592"/>
                  </a:cubicBezTo>
                  <a:cubicBezTo>
                    <a:pt x="229" y="512"/>
                    <a:pt x="224" y="509"/>
                    <a:pt x="226" y="507"/>
                  </a:cubicBezTo>
                  <a:cubicBezTo>
                    <a:pt x="219" y="487"/>
                    <a:pt x="218" y="484"/>
                    <a:pt x="215" y="481"/>
                  </a:cubicBezTo>
                  <a:cubicBezTo>
                    <a:pt x="207" y="434"/>
                    <a:pt x="204" y="427"/>
                    <a:pt x="203" y="421"/>
                  </a:cubicBezTo>
                  <a:cubicBezTo>
                    <a:pt x="200" y="407"/>
                    <a:pt x="202" y="403"/>
                    <a:pt x="198" y="400"/>
                  </a:cubicBezTo>
                  <a:cubicBezTo>
                    <a:pt x="196" y="424"/>
                    <a:pt x="202" y="423"/>
                    <a:pt x="200" y="426"/>
                  </a:cubicBezTo>
                  <a:cubicBezTo>
                    <a:pt x="204" y="466"/>
                    <a:pt x="207" y="469"/>
                    <a:pt x="205" y="471"/>
                  </a:cubicBezTo>
                  <a:cubicBezTo>
                    <a:pt x="232" y="535"/>
                    <a:pt x="234" y="550"/>
                    <a:pt x="247" y="566"/>
                  </a:cubicBezTo>
                  <a:cubicBezTo>
                    <a:pt x="301" y="688"/>
                    <a:pt x="306" y="693"/>
                    <a:pt x="305" y="698"/>
                  </a:cubicBezTo>
                  <a:cubicBezTo>
                    <a:pt x="318" y="764"/>
                    <a:pt x="321" y="768"/>
                    <a:pt x="316" y="771"/>
                  </a:cubicBezTo>
                  <a:cubicBezTo>
                    <a:pt x="320" y="797"/>
                    <a:pt x="318" y="798"/>
                    <a:pt x="320" y="800"/>
                  </a:cubicBezTo>
                  <a:cubicBezTo>
                    <a:pt x="311" y="765"/>
                    <a:pt x="308" y="755"/>
                    <a:pt x="311" y="746"/>
                  </a:cubicBezTo>
                  <a:cubicBezTo>
                    <a:pt x="292" y="699"/>
                    <a:pt x="295" y="695"/>
                    <a:pt x="291" y="689"/>
                  </a:cubicBezTo>
                  <a:cubicBezTo>
                    <a:pt x="279" y="664"/>
                    <a:pt x="281" y="659"/>
                    <a:pt x="274" y="652"/>
                  </a:cubicBezTo>
                  <a:cubicBezTo>
                    <a:pt x="272" y="634"/>
                    <a:pt x="265" y="630"/>
                    <a:pt x="264" y="627"/>
                  </a:cubicBezTo>
                  <a:cubicBezTo>
                    <a:pt x="258" y="606"/>
                    <a:pt x="250" y="601"/>
                    <a:pt x="253" y="598"/>
                  </a:cubicBezTo>
                  <a:cubicBezTo>
                    <a:pt x="219" y="535"/>
                    <a:pt x="210" y="531"/>
                    <a:pt x="213" y="526"/>
                  </a:cubicBezTo>
                  <a:cubicBezTo>
                    <a:pt x="196" y="496"/>
                    <a:pt x="200" y="495"/>
                    <a:pt x="199" y="493"/>
                  </a:cubicBezTo>
                  <a:cubicBezTo>
                    <a:pt x="188" y="444"/>
                    <a:pt x="183" y="435"/>
                    <a:pt x="184" y="427"/>
                  </a:cubicBezTo>
                  <a:cubicBezTo>
                    <a:pt x="176" y="409"/>
                    <a:pt x="175" y="415"/>
                    <a:pt x="176" y="421"/>
                  </a:cubicBezTo>
                  <a:cubicBezTo>
                    <a:pt x="180" y="443"/>
                    <a:pt x="180" y="448"/>
                    <a:pt x="180" y="452"/>
                  </a:cubicBezTo>
                  <a:cubicBezTo>
                    <a:pt x="181" y="498"/>
                    <a:pt x="184" y="526"/>
                    <a:pt x="195" y="545"/>
                  </a:cubicBezTo>
                  <a:cubicBezTo>
                    <a:pt x="206" y="572"/>
                    <a:pt x="208" y="569"/>
                    <a:pt x="211" y="577"/>
                  </a:cubicBezTo>
                  <a:cubicBezTo>
                    <a:pt x="236" y="627"/>
                    <a:pt x="240" y="630"/>
                    <a:pt x="238" y="632"/>
                  </a:cubicBezTo>
                  <a:cubicBezTo>
                    <a:pt x="260" y="671"/>
                    <a:pt x="263" y="679"/>
                    <a:pt x="270" y="687"/>
                  </a:cubicBezTo>
                  <a:cubicBezTo>
                    <a:pt x="277" y="703"/>
                    <a:pt x="278" y="705"/>
                    <a:pt x="280" y="707"/>
                  </a:cubicBezTo>
                  <a:cubicBezTo>
                    <a:pt x="284" y="736"/>
                    <a:pt x="293" y="745"/>
                    <a:pt x="290" y="751"/>
                  </a:cubicBezTo>
                  <a:cubicBezTo>
                    <a:pt x="300" y="786"/>
                    <a:pt x="298" y="788"/>
                    <a:pt x="301" y="790"/>
                  </a:cubicBezTo>
                  <a:cubicBezTo>
                    <a:pt x="285" y="760"/>
                    <a:pt x="280" y="751"/>
                    <a:pt x="281" y="743"/>
                  </a:cubicBezTo>
                  <a:cubicBezTo>
                    <a:pt x="267" y="717"/>
                    <a:pt x="263" y="712"/>
                    <a:pt x="264" y="709"/>
                  </a:cubicBezTo>
                  <a:cubicBezTo>
                    <a:pt x="248" y="682"/>
                    <a:pt x="246" y="670"/>
                    <a:pt x="242" y="658"/>
                  </a:cubicBezTo>
                  <a:cubicBezTo>
                    <a:pt x="179" y="534"/>
                    <a:pt x="172" y="518"/>
                    <a:pt x="162" y="502"/>
                  </a:cubicBezTo>
                  <a:cubicBezTo>
                    <a:pt x="145" y="444"/>
                    <a:pt x="148" y="430"/>
                    <a:pt x="143" y="415"/>
                  </a:cubicBezTo>
                  <a:cubicBezTo>
                    <a:pt x="140" y="444"/>
                    <a:pt x="143" y="452"/>
                    <a:pt x="143" y="459"/>
                  </a:cubicBezTo>
                  <a:cubicBezTo>
                    <a:pt x="153" y="499"/>
                    <a:pt x="156" y="503"/>
                    <a:pt x="155" y="507"/>
                  </a:cubicBezTo>
                  <a:cubicBezTo>
                    <a:pt x="184" y="563"/>
                    <a:pt x="185" y="565"/>
                    <a:pt x="185" y="569"/>
                  </a:cubicBezTo>
                  <a:cubicBezTo>
                    <a:pt x="202" y="603"/>
                    <a:pt x="208" y="605"/>
                    <a:pt x="207" y="612"/>
                  </a:cubicBezTo>
                  <a:cubicBezTo>
                    <a:pt x="217" y="641"/>
                    <a:pt x="230" y="639"/>
                    <a:pt x="224" y="644"/>
                  </a:cubicBezTo>
                  <a:cubicBezTo>
                    <a:pt x="287" y="796"/>
                    <a:pt x="292" y="802"/>
                    <a:pt x="291" y="807"/>
                  </a:cubicBezTo>
                  <a:cubicBezTo>
                    <a:pt x="298" y="844"/>
                    <a:pt x="299" y="847"/>
                    <a:pt x="297" y="849"/>
                  </a:cubicBezTo>
                  <a:cubicBezTo>
                    <a:pt x="295" y="844"/>
                    <a:pt x="294" y="840"/>
                    <a:pt x="292" y="836"/>
                  </a:cubicBezTo>
                  <a:cubicBezTo>
                    <a:pt x="285" y="809"/>
                    <a:pt x="281" y="804"/>
                    <a:pt x="278" y="799"/>
                  </a:cubicBezTo>
                  <a:cubicBezTo>
                    <a:pt x="255" y="746"/>
                    <a:pt x="249" y="747"/>
                    <a:pt x="250" y="741"/>
                  </a:cubicBezTo>
                  <a:cubicBezTo>
                    <a:pt x="223" y="694"/>
                    <a:pt x="225" y="692"/>
                    <a:pt x="223" y="689"/>
                  </a:cubicBezTo>
                  <a:cubicBezTo>
                    <a:pt x="216" y="674"/>
                    <a:pt x="215" y="671"/>
                    <a:pt x="212" y="667"/>
                  </a:cubicBezTo>
                  <a:cubicBezTo>
                    <a:pt x="201" y="644"/>
                    <a:pt x="195" y="640"/>
                    <a:pt x="198" y="638"/>
                  </a:cubicBezTo>
                  <a:cubicBezTo>
                    <a:pt x="149" y="549"/>
                    <a:pt x="156" y="559"/>
                    <a:pt x="157" y="567"/>
                  </a:cubicBezTo>
                  <a:cubicBezTo>
                    <a:pt x="160" y="580"/>
                    <a:pt x="164" y="583"/>
                    <a:pt x="165" y="586"/>
                  </a:cubicBezTo>
                  <a:cubicBezTo>
                    <a:pt x="177" y="613"/>
                    <a:pt x="172" y="614"/>
                    <a:pt x="179" y="618"/>
                  </a:cubicBezTo>
                  <a:cubicBezTo>
                    <a:pt x="187" y="642"/>
                    <a:pt x="191" y="644"/>
                    <a:pt x="192" y="647"/>
                  </a:cubicBezTo>
                  <a:cubicBezTo>
                    <a:pt x="208" y="677"/>
                    <a:pt x="206" y="681"/>
                    <a:pt x="209" y="680"/>
                  </a:cubicBezTo>
                  <a:cubicBezTo>
                    <a:pt x="229" y="715"/>
                    <a:pt x="236" y="735"/>
                    <a:pt x="245" y="754"/>
                  </a:cubicBezTo>
                  <a:cubicBezTo>
                    <a:pt x="265" y="789"/>
                    <a:pt x="268" y="793"/>
                    <a:pt x="268" y="796"/>
                  </a:cubicBezTo>
                  <a:cubicBezTo>
                    <a:pt x="284" y="831"/>
                    <a:pt x="281" y="834"/>
                    <a:pt x="283" y="837"/>
                  </a:cubicBezTo>
                  <a:cubicBezTo>
                    <a:pt x="287" y="855"/>
                    <a:pt x="283" y="857"/>
                    <a:pt x="287" y="859"/>
                  </a:cubicBezTo>
                  <a:cubicBezTo>
                    <a:pt x="285" y="886"/>
                    <a:pt x="282" y="878"/>
                    <a:pt x="285" y="870"/>
                  </a:cubicBezTo>
                  <a:cubicBezTo>
                    <a:pt x="268" y="821"/>
                    <a:pt x="270" y="819"/>
                    <a:pt x="268" y="816"/>
                  </a:cubicBezTo>
                  <a:cubicBezTo>
                    <a:pt x="259" y="786"/>
                    <a:pt x="252" y="782"/>
                    <a:pt x="251" y="779"/>
                  </a:cubicBezTo>
                  <a:cubicBezTo>
                    <a:pt x="234" y="751"/>
                    <a:pt x="238" y="749"/>
                    <a:pt x="234" y="745"/>
                  </a:cubicBezTo>
                  <a:cubicBezTo>
                    <a:pt x="205" y="692"/>
                    <a:pt x="202" y="688"/>
                    <a:pt x="199" y="684"/>
                  </a:cubicBezTo>
                  <a:cubicBezTo>
                    <a:pt x="177" y="630"/>
                    <a:pt x="166" y="611"/>
                    <a:pt x="158" y="593"/>
                  </a:cubicBezTo>
                  <a:cubicBezTo>
                    <a:pt x="147" y="546"/>
                    <a:pt x="142" y="548"/>
                    <a:pt x="140" y="540"/>
                  </a:cubicBezTo>
                  <a:cubicBezTo>
                    <a:pt x="140" y="522"/>
                    <a:pt x="138" y="522"/>
                    <a:pt x="136" y="521"/>
                  </a:cubicBezTo>
                  <a:cubicBezTo>
                    <a:pt x="130" y="496"/>
                    <a:pt x="129" y="493"/>
                    <a:pt x="131" y="490"/>
                  </a:cubicBezTo>
                  <a:cubicBezTo>
                    <a:pt x="122" y="493"/>
                    <a:pt x="128" y="497"/>
                    <a:pt x="125" y="499"/>
                  </a:cubicBezTo>
                  <a:cubicBezTo>
                    <a:pt x="131" y="527"/>
                    <a:pt x="132" y="536"/>
                    <a:pt x="136" y="545"/>
                  </a:cubicBezTo>
                  <a:cubicBezTo>
                    <a:pt x="139" y="569"/>
                    <a:pt x="140" y="574"/>
                    <a:pt x="139" y="580"/>
                  </a:cubicBezTo>
                  <a:cubicBezTo>
                    <a:pt x="160" y="639"/>
                    <a:pt x="161" y="642"/>
                    <a:pt x="159" y="645"/>
                  </a:cubicBezTo>
                  <a:cubicBezTo>
                    <a:pt x="169" y="668"/>
                    <a:pt x="176" y="672"/>
                    <a:pt x="172" y="674"/>
                  </a:cubicBezTo>
                  <a:cubicBezTo>
                    <a:pt x="200" y="724"/>
                    <a:pt x="201" y="738"/>
                    <a:pt x="214" y="755"/>
                  </a:cubicBezTo>
                  <a:cubicBezTo>
                    <a:pt x="236" y="805"/>
                    <a:pt x="246" y="814"/>
                    <a:pt x="247" y="821"/>
                  </a:cubicBezTo>
                  <a:cubicBezTo>
                    <a:pt x="268" y="868"/>
                    <a:pt x="261" y="870"/>
                    <a:pt x="266" y="874"/>
                  </a:cubicBezTo>
                  <a:cubicBezTo>
                    <a:pt x="224" y="800"/>
                    <a:pt x="220" y="795"/>
                    <a:pt x="217" y="789"/>
                  </a:cubicBezTo>
                  <a:cubicBezTo>
                    <a:pt x="185" y="740"/>
                    <a:pt x="190" y="733"/>
                    <a:pt x="185" y="736"/>
                  </a:cubicBezTo>
                  <a:cubicBezTo>
                    <a:pt x="171" y="702"/>
                    <a:pt x="168" y="697"/>
                    <a:pt x="166" y="693"/>
                  </a:cubicBezTo>
                  <a:cubicBezTo>
                    <a:pt x="134" y="606"/>
                    <a:pt x="125" y="601"/>
                    <a:pt x="129" y="597"/>
                  </a:cubicBezTo>
                  <a:cubicBezTo>
                    <a:pt x="119" y="542"/>
                    <a:pt x="118" y="540"/>
                    <a:pt x="116" y="538"/>
                  </a:cubicBezTo>
                  <a:cubicBezTo>
                    <a:pt x="111" y="539"/>
                    <a:pt x="113" y="558"/>
                    <a:pt x="117" y="576"/>
                  </a:cubicBezTo>
                  <a:cubicBezTo>
                    <a:pt x="141" y="650"/>
                    <a:pt x="140" y="667"/>
                    <a:pt x="151" y="685"/>
                  </a:cubicBezTo>
                  <a:cubicBezTo>
                    <a:pt x="194" y="767"/>
                    <a:pt x="201" y="774"/>
                    <a:pt x="207" y="789"/>
                  </a:cubicBezTo>
                  <a:cubicBezTo>
                    <a:pt x="228" y="836"/>
                    <a:pt x="240" y="840"/>
                    <a:pt x="235" y="842"/>
                  </a:cubicBezTo>
                  <a:cubicBezTo>
                    <a:pt x="251" y="882"/>
                    <a:pt x="258" y="889"/>
                    <a:pt x="255" y="894"/>
                  </a:cubicBezTo>
                  <a:cubicBezTo>
                    <a:pt x="228" y="846"/>
                    <a:pt x="227" y="844"/>
                    <a:pt x="225" y="842"/>
                  </a:cubicBezTo>
                  <a:cubicBezTo>
                    <a:pt x="212" y="821"/>
                    <a:pt x="210" y="822"/>
                    <a:pt x="209" y="820"/>
                  </a:cubicBezTo>
                  <a:cubicBezTo>
                    <a:pt x="166" y="769"/>
                    <a:pt x="157" y="757"/>
                    <a:pt x="144" y="743"/>
                  </a:cubicBezTo>
                  <a:cubicBezTo>
                    <a:pt x="123" y="700"/>
                    <a:pt x="116" y="696"/>
                    <a:pt x="115" y="693"/>
                  </a:cubicBezTo>
                  <a:cubicBezTo>
                    <a:pt x="107" y="669"/>
                    <a:pt x="105" y="663"/>
                    <a:pt x="101" y="657"/>
                  </a:cubicBezTo>
                  <a:cubicBezTo>
                    <a:pt x="96" y="630"/>
                    <a:pt x="93" y="623"/>
                    <a:pt x="91" y="615"/>
                  </a:cubicBezTo>
                  <a:cubicBezTo>
                    <a:pt x="87" y="604"/>
                    <a:pt x="82" y="608"/>
                    <a:pt x="85" y="614"/>
                  </a:cubicBezTo>
                  <a:cubicBezTo>
                    <a:pt x="95" y="654"/>
                    <a:pt x="92" y="660"/>
                    <a:pt x="95" y="666"/>
                  </a:cubicBezTo>
                  <a:cubicBezTo>
                    <a:pt x="154" y="770"/>
                    <a:pt x="155" y="771"/>
                    <a:pt x="161" y="778"/>
                  </a:cubicBezTo>
                  <a:cubicBezTo>
                    <a:pt x="204" y="829"/>
                    <a:pt x="208" y="830"/>
                    <a:pt x="211" y="836"/>
                  </a:cubicBezTo>
                  <a:cubicBezTo>
                    <a:pt x="249" y="919"/>
                    <a:pt x="255" y="928"/>
                    <a:pt x="253" y="935"/>
                  </a:cubicBezTo>
                  <a:cubicBezTo>
                    <a:pt x="253" y="956"/>
                    <a:pt x="256" y="954"/>
                    <a:pt x="252" y="951"/>
                  </a:cubicBezTo>
                  <a:cubicBezTo>
                    <a:pt x="255" y="941"/>
                    <a:pt x="249" y="937"/>
                    <a:pt x="247" y="934"/>
                  </a:cubicBezTo>
                  <a:cubicBezTo>
                    <a:pt x="223" y="877"/>
                    <a:pt x="219" y="872"/>
                    <a:pt x="216" y="866"/>
                  </a:cubicBezTo>
                  <a:cubicBezTo>
                    <a:pt x="166" y="796"/>
                    <a:pt x="160" y="792"/>
                    <a:pt x="155" y="782"/>
                  </a:cubicBezTo>
                  <a:cubicBezTo>
                    <a:pt x="107" y="716"/>
                    <a:pt x="103" y="719"/>
                    <a:pt x="103" y="714"/>
                  </a:cubicBezTo>
                  <a:cubicBezTo>
                    <a:pt x="85" y="675"/>
                    <a:pt x="83" y="673"/>
                    <a:pt x="82" y="671"/>
                  </a:cubicBezTo>
                  <a:cubicBezTo>
                    <a:pt x="79" y="658"/>
                    <a:pt x="74" y="655"/>
                    <a:pt x="76" y="653"/>
                  </a:cubicBezTo>
                  <a:cubicBezTo>
                    <a:pt x="72" y="651"/>
                    <a:pt x="73" y="653"/>
                    <a:pt x="70" y="654"/>
                  </a:cubicBezTo>
                  <a:cubicBezTo>
                    <a:pt x="78" y="674"/>
                    <a:pt x="75" y="677"/>
                    <a:pt x="80" y="682"/>
                  </a:cubicBezTo>
                  <a:cubicBezTo>
                    <a:pt x="93" y="713"/>
                    <a:pt x="99" y="721"/>
                    <a:pt x="102" y="730"/>
                  </a:cubicBezTo>
                  <a:cubicBezTo>
                    <a:pt x="168" y="818"/>
                    <a:pt x="173" y="816"/>
                    <a:pt x="176" y="821"/>
                  </a:cubicBezTo>
                  <a:cubicBezTo>
                    <a:pt x="206" y="868"/>
                    <a:pt x="208" y="871"/>
                    <a:pt x="210" y="875"/>
                  </a:cubicBezTo>
                  <a:cubicBezTo>
                    <a:pt x="237" y="926"/>
                    <a:pt x="238" y="934"/>
                    <a:pt x="240" y="942"/>
                  </a:cubicBezTo>
                  <a:cubicBezTo>
                    <a:pt x="254" y="974"/>
                    <a:pt x="251" y="976"/>
                    <a:pt x="252" y="978"/>
                  </a:cubicBezTo>
                  <a:cubicBezTo>
                    <a:pt x="244" y="978"/>
                    <a:pt x="245" y="972"/>
                    <a:pt x="245" y="965"/>
                  </a:cubicBezTo>
                  <a:cubicBezTo>
                    <a:pt x="220" y="909"/>
                    <a:pt x="215" y="897"/>
                    <a:pt x="207" y="885"/>
                  </a:cubicBezTo>
                  <a:cubicBezTo>
                    <a:pt x="195" y="866"/>
                    <a:pt x="195" y="864"/>
                    <a:pt x="193" y="865"/>
                  </a:cubicBezTo>
                  <a:cubicBezTo>
                    <a:pt x="179" y="855"/>
                    <a:pt x="185" y="844"/>
                    <a:pt x="180" y="848"/>
                  </a:cubicBezTo>
                  <a:cubicBezTo>
                    <a:pt x="148" y="807"/>
                    <a:pt x="140" y="795"/>
                    <a:pt x="131" y="783"/>
                  </a:cubicBezTo>
                  <a:cubicBezTo>
                    <a:pt x="118" y="762"/>
                    <a:pt x="110" y="755"/>
                    <a:pt x="106" y="749"/>
                  </a:cubicBezTo>
                  <a:cubicBezTo>
                    <a:pt x="80" y="696"/>
                    <a:pt x="80" y="694"/>
                    <a:pt x="80" y="692"/>
                  </a:cubicBezTo>
                  <a:cubicBezTo>
                    <a:pt x="71" y="664"/>
                    <a:pt x="69" y="658"/>
                    <a:pt x="65" y="661"/>
                  </a:cubicBezTo>
                  <a:cubicBezTo>
                    <a:pt x="71" y="688"/>
                    <a:pt x="73" y="693"/>
                    <a:pt x="76" y="697"/>
                  </a:cubicBezTo>
                  <a:cubicBezTo>
                    <a:pt x="113" y="772"/>
                    <a:pt x="120" y="781"/>
                    <a:pt x="125" y="789"/>
                  </a:cubicBezTo>
                  <a:cubicBezTo>
                    <a:pt x="135" y="803"/>
                    <a:pt x="136" y="809"/>
                    <a:pt x="140" y="813"/>
                  </a:cubicBezTo>
                  <a:cubicBezTo>
                    <a:pt x="178" y="859"/>
                    <a:pt x="181" y="858"/>
                    <a:pt x="179" y="860"/>
                  </a:cubicBezTo>
                  <a:cubicBezTo>
                    <a:pt x="193" y="881"/>
                    <a:pt x="195" y="882"/>
                    <a:pt x="198" y="889"/>
                  </a:cubicBezTo>
                  <a:cubicBezTo>
                    <a:pt x="227" y="944"/>
                    <a:pt x="231" y="952"/>
                    <a:pt x="235" y="961"/>
                  </a:cubicBezTo>
                  <a:cubicBezTo>
                    <a:pt x="244" y="999"/>
                    <a:pt x="243" y="1002"/>
                    <a:pt x="242" y="1005"/>
                  </a:cubicBezTo>
                  <a:cubicBezTo>
                    <a:pt x="238" y="996"/>
                    <a:pt x="233" y="991"/>
                    <a:pt x="234" y="988"/>
                  </a:cubicBezTo>
                  <a:cubicBezTo>
                    <a:pt x="225" y="962"/>
                    <a:pt x="224" y="959"/>
                    <a:pt x="222" y="957"/>
                  </a:cubicBezTo>
                  <a:cubicBezTo>
                    <a:pt x="210" y="930"/>
                    <a:pt x="207" y="921"/>
                    <a:pt x="204" y="912"/>
                  </a:cubicBezTo>
                  <a:cubicBezTo>
                    <a:pt x="190" y="898"/>
                    <a:pt x="190" y="892"/>
                    <a:pt x="189" y="891"/>
                  </a:cubicBezTo>
                  <a:cubicBezTo>
                    <a:pt x="171" y="869"/>
                    <a:pt x="172" y="868"/>
                    <a:pt x="171" y="866"/>
                  </a:cubicBezTo>
                  <a:cubicBezTo>
                    <a:pt x="166" y="860"/>
                    <a:pt x="165" y="861"/>
                    <a:pt x="164" y="859"/>
                  </a:cubicBezTo>
                  <a:cubicBezTo>
                    <a:pt x="156" y="850"/>
                    <a:pt x="152" y="845"/>
                    <a:pt x="148" y="841"/>
                  </a:cubicBezTo>
                  <a:cubicBezTo>
                    <a:pt x="65" y="711"/>
                    <a:pt x="53" y="694"/>
                    <a:pt x="50" y="678"/>
                  </a:cubicBezTo>
                  <a:cubicBezTo>
                    <a:pt x="50" y="701"/>
                    <a:pt x="55" y="704"/>
                    <a:pt x="53" y="706"/>
                  </a:cubicBezTo>
                  <a:cubicBezTo>
                    <a:pt x="169" y="875"/>
                    <a:pt x="172" y="884"/>
                    <a:pt x="197" y="919"/>
                  </a:cubicBezTo>
                  <a:cubicBezTo>
                    <a:pt x="218" y="976"/>
                    <a:pt x="221" y="979"/>
                    <a:pt x="224" y="983"/>
                  </a:cubicBezTo>
                  <a:cubicBezTo>
                    <a:pt x="228" y="1009"/>
                    <a:pt x="232" y="1014"/>
                    <a:pt x="228" y="1017"/>
                  </a:cubicBezTo>
                  <a:cubicBezTo>
                    <a:pt x="224" y="1004"/>
                    <a:pt x="219" y="996"/>
                    <a:pt x="221" y="990"/>
                  </a:cubicBezTo>
                  <a:cubicBezTo>
                    <a:pt x="201" y="949"/>
                    <a:pt x="198" y="938"/>
                    <a:pt x="196" y="934"/>
                  </a:cubicBezTo>
                  <a:cubicBezTo>
                    <a:pt x="166" y="892"/>
                    <a:pt x="165" y="887"/>
                    <a:pt x="163" y="885"/>
                  </a:cubicBezTo>
                  <a:cubicBezTo>
                    <a:pt x="129" y="843"/>
                    <a:pt x="120" y="840"/>
                    <a:pt x="115" y="826"/>
                  </a:cubicBezTo>
                  <a:cubicBezTo>
                    <a:pt x="95" y="810"/>
                    <a:pt x="100" y="803"/>
                    <a:pt x="95" y="801"/>
                  </a:cubicBezTo>
                  <a:cubicBezTo>
                    <a:pt x="58" y="746"/>
                    <a:pt x="61" y="750"/>
                    <a:pt x="63" y="753"/>
                  </a:cubicBezTo>
                  <a:cubicBezTo>
                    <a:pt x="73" y="778"/>
                    <a:pt x="76" y="782"/>
                    <a:pt x="79" y="786"/>
                  </a:cubicBezTo>
                  <a:cubicBezTo>
                    <a:pt x="96" y="817"/>
                    <a:pt x="95" y="817"/>
                    <a:pt x="101" y="826"/>
                  </a:cubicBezTo>
                  <a:cubicBezTo>
                    <a:pt x="112" y="844"/>
                    <a:pt x="119" y="843"/>
                    <a:pt x="118" y="851"/>
                  </a:cubicBezTo>
                  <a:cubicBezTo>
                    <a:pt x="187" y="941"/>
                    <a:pt x="193" y="948"/>
                    <a:pt x="198" y="955"/>
                  </a:cubicBezTo>
                  <a:cubicBezTo>
                    <a:pt x="206" y="972"/>
                    <a:pt x="204" y="974"/>
                    <a:pt x="206" y="976"/>
                  </a:cubicBezTo>
                  <a:cubicBezTo>
                    <a:pt x="210" y="996"/>
                    <a:pt x="210" y="999"/>
                    <a:pt x="212" y="1001"/>
                  </a:cubicBezTo>
                  <a:cubicBezTo>
                    <a:pt x="219" y="1030"/>
                    <a:pt x="221" y="1035"/>
                    <a:pt x="219" y="1038"/>
                  </a:cubicBezTo>
                  <a:cubicBezTo>
                    <a:pt x="213" y="1023"/>
                    <a:pt x="208" y="1019"/>
                    <a:pt x="207" y="1015"/>
                  </a:cubicBezTo>
                  <a:cubicBezTo>
                    <a:pt x="176" y="958"/>
                    <a:pt x="173" y="948"/>
                    <a:pt x="164" y="941"/>
                  </a:cubicBezTo>
                  <a:cubicBezTo>
                    <a:pt x="138" y="898"/>
                    <a:pt x="141" y="893"/>
                    <a:pt x="136" y="892"/>
                  </a:cubicBezTo>
                  <a:cubicBezTo>
                    <a:pt x="80" y="806"/>
                    <a:pt x="75" y="794"/>
                    <a:pt x="68" y="781"/>
                  </a:cubicBezTo>
                  <a:cubicBezTo>
                    <a:pt x="55" y="735"/>
                    <a:pt x="49" y="731"/>
                    <a:pt x="52" y="729"/>
                  </a:cubicBezTo>
                  <a:cubicBezTo>
                    <a:pt x="46" y="719"/>
                    <a:pt x="43" y="724"/>
                    <a:pt x="46" y="731"/>
                  </a:cubicBezTo>
                  <a:cubicBezTo>
                    <a:pt x="61" y="773"/>
                    <a:pt x="58" y="778"/>
                    <a:pt x="63" y="785"/>
                  </a:cubicBezTo>
                  <a:cubicBezTo>
                    <a:pt x="108" y="861"/>
                    <a:pt x="106" y="867"/>
                    <a:pt x="113" y="874"/>
                  </a:cubicBezTo>
                  <a:cubicBezTo>
                    <a:pt x="153" y="937"/>
                    <a:pt x="160" y="950"/>
                    <a:pt x="170" y="963"/>
                  </a:cubicBezTo>
                  <a:cubicBezTo>
                    <a:pt x="201" y="1018"/>
                    <a:pt x="197" y="1023"/>
                    <a:pt x="203" y="1030"/>
                  </a:cubicBezTo>
                  <a:cubicBezTo>
                    <a:pt x="212" y="1054"/>
                    <a:pt x="211" y="1060"/>
                    <a:pt x="215" y="1066"/>
                  </a:cubicBezTo>
                  <a:cubicBezTo>
                    <a:pt x="213" y="1076"/>
                    <a:pt x="211" y="1072"/>
                    <a:pt x="209" y="1068"/>
                  </a:cubicBezTo>
                  <a:cubicBezTo>
                    <a:pt x="192" y="1018"/>
                    <a:pt x="185" y="1004"/>
                    <a:pt x="179" y="986"/>
                  </a:cubicBezTo>
                  <a:cubicBezTo>
                    <a:pt x="167" y="965"/>
                    <a:pt x="163" y="959"/>
                    <a:pt x="162" y="959"/>
                  </a:cubicBezTo>
                  <a:cubicBezTo>
                    <a:pt x="150" y="943"/>
                    <a:pt x="146" y="939"/>
                    <a:pt x="143" y="936"/>
                  </a:cubicBezTo>
                  <a:cubicBezTo>
                    <a:pt x="94" y="874"/>
                    <a:pt x="79" y="852"/>
                    <a:pt x="64" y="833"/>
                  </a:cubicBezTo>
                  <a:cubicBezTo>
                    <a:pt x="39" y="757"/>
                    <a:pt x="29" y="752"/>
                    <a:pt x="35" y="749"/>
                  </a:cubicBezTo>
                  <a:cubicBezTo>
                    <a:pt x="29" y="755"/>
                    <a:pt x="31" y="759"/>
                    <a:pt x="33" y="763"/>
                  </a:cubicBezTo>
                  <a:cubicBezTo>
                    <a:pt x="44" y="793"/>
                    <a:pt x="39" y="799"/>
                    <a:pt x="45" y="807"/>
                  </a:cubicBezTo>
                  <a:cubicBezTo>
                    <a:pt x="89" y="874"/>
                    <a:pt x="113" y="915"/>
                    <a:pt x="129" y="931"/>
                  </a:cubicBezTo>
                  <a:cubicBezTo>
                    <a:pt x="153" y="967"/>
                    <a:pt x="164" y="977"/>
                    <a:pt x="170" y="987"/>
                  </a:cubicBezTo>
                  <a:cubicBezTo>
                    <a:pt x="186" y="1036"/>
                    <a:pt x="176" y="1025"/>
                    <a:pt x="171" y="1012"/>
                  </a:cubicBezTo>
                  <a:cubicBezTo>
                    <a:pt x="150" y="985"/>
                    <a:pt x="142" y="980"/>
                    <a:pt x="145" y="976"/>
                  </a:cubicBezTo>
                  <a:cubicBezTo>
                    <a:pt x="89" y="910"/>
                    <a:pt x="75" y="887"/>
                    <a:pt x="51" y="850"/>
                  </a:cubicBezTo>
                  <a:cubicBezTo>
                    <a:pt x="32" y="802"/>
                    <a:pt x="32" y="799"/>
                    <a:pt x="33" y="797"/>
                  </a:cubicBezTo>
                  <a:cubicBezTo>
                    <a:pt x="29" y="798"/>
                    <a:pt x="29" y="800"/>
                    <a:pt x="29" y="802"/>
                  </a:cubicBezTo>
                  <a:cubicBezTo>
                    <a:pt x="34" y="829"/>
                    <a:pt x="41" y="834"/>
                    <a:pt x="38" y="838"/>
                  </a:cubicBezTo>
                  <a:cubicBezTo>
                    <a:pt x="56" y="874"/>
                    <a:pt x="56" y="876"/>
                    <a:pt x="56" y="876"/>
                  </a:cubicBezTo>
                  <a:cubicBezTo>
                    <a:pt x="77" y="905"/>
                    <a:pt x="93" y="930"/>
                    <a:pt x="103" y="938"/>
                  </a:cubicBezTo>
                  <a:cubicBezTo>
                    <a:pt x="143" y="990"/>
                    <a:pt x="145" y="993"/>
                    <a:pt x="147" y="997"/>
                  </a:cubicBezTo>
                  <a:cubicBezTo>
                    <a:pt x="170" y="1023"/>
                    <a:pt x="170" y="1030"/>
                    <a:pt x="170" y="1032"/>
                  </a:cubicBezTo>
                  <a:cubicBezTo>
                    <a:pt x="192" y="1072"/>
                    <a:pt x="200" y="1081"/>
                    <a:pt x="202" y="1090"/>
                  </a:cubicBezTo>
                  <a:cubicBezTo>
                    <a:pt x="202" y="1098"/>
                    <a:pt x="196" y="1094"/>
                    <a:pt x="199" y="1092"/>
                  </a:cubicBezTo>
                  <a:cubicBezTo>
                    <a:pt x="171" y="1039"/>
                    <a:pt x="164" y="1029"/>
                    <a:pt x="160" y="1024"/>
                  </a:cubicBezTo>
                  <a:cubicBezTo>
                    <a:pt x="153" y="1014"/>
                    <a:pt x="150" y="1010"/>
                    <a:pt x="146" y="1005"/>
                  </a:cubicBezTo>
                  <a:cubicBezTo>
                    <a:pt x="40" y="864"/>
                    <a:pt x="36" y="858"/>
                    <a:pt x="31" y="852"/>
                  </a:cubicBezTo>
                  <a:cubicBezTo>
                    <a:pt x="22" y="845"/>
                    <a:pt x="25" y="854"/>
                    <a:pt x="29" y="863"/>
                  </a:cubicBezTo>
                  <a:cubicBezTo>
                    <a:pt x="50" y="911"/>
                    <a:pt x="48" y="916"/>
                    <a:pt x="54" y="922"/>
                  </a:cubicBezTo>
                  <a:cubicBezTo>
                    <a:pt x="84" y="967"/>
                    <a:pt x="81" y="972"/>
                    <a:pt x="86" y="972"/>
                  </a:cubicBezTo>
                  <a:cubicBezTo>
                    <a:pt x="97" y="985"/>
                    <a:pt x="95" y="988"/>
                    <a:pt x="95" y="988"/>
                  </a:cubicBezTo>
                  <a:cubicBezTo>
                    <a:pt x="134" y="1039"/>
                    <a:pt x="133" y="1041"/>
                    <a:pt x="134" y="1043"/>
                  </a:cubicBezTo>
                  <a:cubicBezTo>
                    <a:pt x="154" y="1066"/>
                    <a:pt x="152" y="1068"/>
                    <a:pt x="153" y="1069"/>
                  </a:cubicBezTo>
                  <a:cubicBezTo>
                    <a:pt x="163" y="1084"/>
                    <a:pt x="168" y="1094"/>
                    <a:pt x="176" y="1104"/>
                  </a:cubicBezTo>
                  <a:cubicBezTo>
                    <a:pt x="193" y="1150"/>
                    <a:pt x="191" y="1152"/>
                    <a:pt x="193" y="1155"/>
                  </a:cubicBezTo>
                  <a:cubicBezTo>
                    <a:pt x="174" y="1126"/>
                    <a:pt x="178" y="1120"/>
                    <a:pt x="173" y="1121"/>
                  </a:cubicBezTo>
                  <a:cubicBezTo>
                    <a:pt x="150" y="1085"/>
                    <a:pt x="146" y="1076"/>
                    <a:pt x="137" y="1068"/>
                  </a:cubicBezTo>
                  <a:cubicBezTo>
                    <a:pt x="122" y="1043"/>
                    <a:pt x="118" y="1038"/>
                    <a:pt x="116" y="1034"/>
                  </a:cubicBezTo>
                  <a:cubicBezTo>
                    <a:pt x="107" y="1023"/>
                    <a:pt x="105" y="1016"/>
                    <a:pt x="100" y="1009"/>
                  </a:cubicBezTo>
                  <a:cubicBezTo>
                    <a:pt x="90" y="998"/>
                    <a:pt x="92" y="997"/>
                    <a:pt x="89" y="997"/>
                  </a:cubicBezTo>
                  <a:cubicBezTo>
                    <a:pt x="85" y="986"/>
                    <a:pt x="82" y="987"/>
                    <a:pt x="82" y="987"/>
                  </a:cubicBezTo>
                  <a:cubicBezTo>
                    <a:pt x="53" y="952"/>
                    <a:pt x="52" y="942"/>
                    <a:pt x="49" y="942"/>
                  </a:cubicBezTo>
                  <a:cubicBezTo>
                    <a:pt x="31" y="899"/>
                    <a:pt x="22" y="894"/>
                    <a:pt x="26" y="890"/>
                  </a:cubicBezTo>
                  <a:cubicBezTo>
                    <a:pt x="40" y="944"/>
                    <a:pt x="46" y="951"/>
                    <a:pt x="50" y="957"/>
                  </a:cubicBezTo>
                  <a:cubicBezTo>
                    <a:pt x="55" y="964"/>
                    <a:pt x="54" y="966"/>
                    <a:pt x="55" y="967"/>
                  </a:cubicBezTo>
                  <a:cubicBezTo>
                    <a:pt x="62" y="976"/>
                    <a:pt x="63" y="974"/>
                    <a:pt x="64" y="976"/>
                  </a:cubicBezTo>
                  <a:cubicBezTo>
                    <a:pt x="71" y="991"/>
                    <a:pt x="75" y="992"/>
                    <a:pt x="75" y="992"/>
                  </a:cubicBezTo>
                  <a:cubicBezTo>
                    <a:pt x="87" y="1006"/>
                    <a:pt x="91" y="1013"/>
                    <a:pt x="94" y="1018"/>
                  </a:cubicBezTo>
                  <a:cubicBezTo>
                    <a:pt x="102" y="1029"/>
                    <a:pt x="101" y="1031"/>
                    <a:pt x="102" y="1032"/>
                  </a:cubicBezTo>
                  <a:cubicBezTo>
                    <a:pt x="136" y="1079"/>
                    <a:pt x="145" y="1091"/>
                    <a:pt x="153" y="1103"/>
                  </a:cubicBezTo>
                  <a:cubicBezTo>
                    <a:pt x="187" y="1163"/>
                    <a:pt x="182" y="1168"/>
                    <a:pt x="186" y="1173"/>
                  </a:cubicBezTo>
                  <a:cubicBezTo>
                    <a:pt x="178" y="1170"/>
                    <a:pt x="174" y="1167"/>
                    <a:pt x="173" y="1165"/>
                  </a:cubicBezTo>
                  <a:cubicBezTo>
                    <a:pt x="155" y="1142"/>
                    <a:pt x="146" y="1120"/>
                    <a:pt x="135" y="1111"/>
                  </a:cubicBezTo>
                  <a:cubicBezTo>
                    <a:pt x="110" y="1078"/>
                    <a:pt x="102" y="1080"/>
                    <a:pt x="106" y="1076"/>
                  </a:cubicBezTo>
                  <a:cubicBezTo>
                    <a:pt x="83" y="1057"/>
                    <a:pt x="75" y="1040"/>
                    <a:pt x="65" y="1032"/>
                  </a:cubicBezTo>
                  <a:cubicBezTo>
                    <a:pt x="32" y="978"/>
                    <a:pt x="31" y="976"/>
                    <a:pt x="24" y="965"/>
                  </a:cubicBezTo>
                  <a:cubicBezTo>
                    <a:pt x="9" y="949"/>
                    <a:pt x="15" y="952"/>
                    <a:pt x="15" y="957"/>
                  </a:cubicBezTo>
                  <a:cubicBezTo>
                    <a:pt x="47" y="1023"/>
                    <a:pt x="52" y="1028"/>
                    <a:pt x="57" y="1035"/>
                  </a:cubicBezTo>
                  <a:cubicBezTo>
                    <a:pt x="102" y="1083"/>
                    <a:pt x="107" y="1092"/>
                    <a:pt x="113" y="1095"/>
                  </a:cubicBezTo>
                  <a:cubicBezTo>
                    <a:pt x="149" y="1143"/>
                    <a:pt x="150" y="1151"/>
                    <a:pt x="154" y="1149"/>
                  </a:cubicBezTo>
                  <a:cubicBezTo>
                    <a:pt x="174" y="1202"/>
                    <a:pt x="185" y="1210"/>
                    <a:pt x="182" y="1215"/>
                  </a:cubicBezTo>
                  <a:cubicBezTo>
                    <a:pt x="168" y="1179"/>
                    <a:pt x="159" y="1180"/>
                    <a:pt x="162" y="1177"/>
                  </a:cubicBezTo>
                  <a:cubicBezTo>
                    <a:pt x="140" y="1153"/>
                    <a:pt x="142" y="1142"/>
                    <a:pt x="135" y="1136"/>
                  </a:cubicBezTo>
                  <a:cubicBezTo>
                    <a:pt x="98" y="1090"/>
                    <a:pt x="95" y="1086"/>
                    <a:pt x="92" y="1086"/>
                  </a:cubicBezTo>
                  <a:cubicBezTo>
                    <a:pt x="82" y="1073"/>
                    <a:pt x="82" y="1071"/>
                    <a:pt x="82" y="1069"/>
                  </a:cubicBezTo>
                  <a:cubicBezTo>
                    <a:pt x="44" y="1034"/>
                    <a:pt x="41" y="1030"/>
                    <a:pt x="39" y="1026"/>
                  </a:cubicBezTo>
                  <a:cubicBezTo>
                    <a:pt x="13" y="992"/>
                    <a:pt x="16" y="996"/>
                    <a:pt x="17" y="1000"/>
                  </a:cubicBezTo>
                  <a:cubicBezTo>
                    <a:pt x="48" y="1041"/>
                    <a:pt x="46" y="1053"/>
                    <a:pt x="55" y="1056"/>
                  </a:cubicBezTo>
                  <a:cubicBezTo>
                    <a:pt x="80" y="1083"/>
                    <a:pt x="81" y="1085"/>
                    <a:pt x="83" y="1087"/>
                  </a:cubicBezTo>
                  <a:cubicBezTo>
                    <a:pt x="89" y="1101"/>
                    <a:pt x="103" y="1099"/>
                    <a:pt x="97" y="1104"/>
                  </a:cubicBezTo>
                  <a:cubicBezTo>
                    <a:pt x="125" y="1140"/>
                    <a:pt x="131" y="1145"/>
                    <a:pt x="130" y="1149"/>
                  </a:cubicBezTo>
                  <a:cubicBezTo>
                    <a:pt x="93" y="1107"/>
                    <a:pt x="89" y="1106"/>
                    <a:pt x="86" y="1102"/>
                  </a:cubicBezTo>
                  <a:cubicBezTo>
                    <a:pt x="63" y="1079"/>
                    <a:pt x="59" y="1075"/>
                    <a:pt x="55" y="1073"/>
                  </a:cubicBezTo>
                  <a:cubicBezTo>
                    <a:pt x="0" y="1009"/>
                    <a:pt x="9" y="1016"/>
                    <a:pt x="8" y="1021"/>
                  </a:cubicBezTo>
                  <a:cubicBezTo>
                    <a:pt x="27" y="1050"/>
                    <a:pt x="29" y="1050"/>
                    <a:pt x="30" y="1052"/>
                  </a:cubicBezTo>
                  <a:cubicBezTo>
                    <a:pt x="33" y="1062"/>
                    <a:pt x="38" y="1060"/>
                    <a:pt x="41" y="1066"/>
                  </a:cubicBezTo>
                  <a:cubicBezTo>
                    <a:pt x="86" y="1110"/>
                    <a:pt x="90" y="1120"/>
                    <a:pt x="96" y="1122"/>
                  </a:cubicBezTo>
                  <a:cubicBezTo>
                    <a:pt x="118" y="1149"/>
                    <a:pt x="127" y="1163"/>
                    <a:pt x="137" y="1176"/>
                  </a:cubicBezTo>
                  <a:cubicBezTo>
                    <a:pt x="148" y="1204"/>
                    <a:pt x="162" y="1211"/>
                    <a:pt x="158" y="1215"/>
                  </a:cubicBezTo>
                  <a:cubicBezTo>
                    <a:pt x="165" y="1240"/>
                    <a:pt x="164" y="1234"/>
                    <a:pt x="163" y="1229"/>
                  </a:cubicBezTo>
                  <a:cubicBezTo>
                    <a:pt x="151" y="1205"/>
                    <a:pt x="144" y="1201"/>
                    <a:pt x="143" y="1199"/>
                  </a:cubicBezTo>
                  <a:cubicBezTo>
                    <a:pt x="118" y="1171"/>
                    <a:pt x="122" y="1166"/>
                    <a:pt x="116" y="1164"/>
                  </a:cubicBezTo>
                  <a:cubicBezTo>
                    <a:pt x="82" y="1123"/>
                    <a:pt x="68" y="1114"/>
                    <a:pt x="60" y="1107"/>
                  </a:cubicBezTo>
                  <a:cubicBezTo>
                    <a:pt x="19" y="1050"/>
                    <a:pt x="22" y="1042"/>
                    <a:pt x="13" y="1042"/>
                  </a:cubicBezTo>
                  <a:cubicBezTo>
                    <a:pt x="62" y="1117"/>
                    <a:pt x="74" y="1136"/>
                    <a:pt x="95" y="1152"/>
                  </a:cubicBezTo>
                  <a:cubicBezTo>
                    <a:pt x="135" y="1204"/>
                    <a:pt x="140" y="1211"/>
                    <a:pt x="145" y="1217"/>
                  </a:cubicBezTo>
                  <a:cubicBezTo>
                    <a:pt x="170" y="1269"/>
                    <a:pt x="166" y="1271"/>
                    <a:pt x="171" y="1274"/>
                  </a:cubicBezTo>
                  <a:cubicBezTo>
                    <a:pt x="178" y="1302"/>
                    <a:pt x="178" y="1304"/>
                    <a:pt x="177" y="1307"/>
                  </a:cubicBezTo>
                  <a:cubicBezTo>
                    <a:pt x="169" y="1297"/>
                    <a:pt x="173" y="1295"/>
                    <a:pt x="168" y="1291"/>
                  </a:cubicBezTo>
                  <a:cubicBezTo>
                    <a:pt x="133" y="1236"/>
                    <a:pt x="128" y="1228"/>
                    <a:pt x="116" y="1208"/>
                  </a:cubicBezTo>
                  <a:cubicBezTo>
                    <a:pt x="41" y="1115"/>
                    <a:pt x="40" y="1112"/>
                    <a:pt x="37" y="1109"/>
                  </a:cubicBezTo>
                  <a:cubicBezTo>
                    <a:pt x="25" y="1086"/>
                    <a:pt x="30" y="1079"/>
                    <a:pt x="24" y="1081"/>
                  </a:cubicBezTo>
                  <a:cubicBezTo>
                    <a:pt x="59" y="1159"/>
                    <a:pt x="64" y="1161"/>
                    <a:pt x="69" y="1166"/>
                  </a:cubicBezTo>
                  <a:cubicBezTo>
                    <a:pt x="116" y="1220"/>
                    <a:pt x="123" y="1241"/>
                    <a:pt x="133" y="1245"/>
                  </a:cubicBezTo>
                  <a:cubicBezTo>
                    <a:pt x="146" y="1275"/>
                    <a:pt x="149" y="1274"/>
                    <a:pt x="153" y="1283"/>
                  </a:cubicBezTo>
                  <a:cubicBezTo>
                    <a:pt x="167" y="1322"/>
                    <a:pt x="173" y="1328"/>
                    <a:pt x="172" y="1333"/>
                  </a:cubicBezTo>
                  <a:cubicBezTo>
                    <a:pt x="172" y="1344"/>
                    <a:pt x="171" y="1342"/>
                    <a:pt x="167" y="1341"/>
                  </a:cubicBezTo>
                  <a:cubicBezTo>
                    <a:pt x="163" y="1322"/>
                    <a:pt x="155" y="1318"/>
                    <a:pt x="159" y="1315"/>
                  </a:cubicBezTo>
                  <a:cubicBezTo>
                    <a:pt x="128" y="1261"/>
                    <a:pt x="129" y="1259"/>
                    <a:pt x="117" y="1247"/>
                  </a:cubicBezTo>
                  <a:cubicBezTo>
                    <a:pt x="67" y="1189"/>
                    <a:pt x="67" y="1186"/>
                    <a:pt x="62" y="1181"/>
                  </a:cubicBezTo>
                  <a:cubicBezTo>
                    <a:pt x="50" y="1165"/>
                    <a:pt x="47" y="1166"/>
                    <a:pt x="49" y="1163"/>
                  </a:cubicBezTo>
                  <a:cubicBezTo>
                    <a:pt x="12" y="1111"/>
                    <a:pt x="15" y="1107"/>
                    <a:pt x="9" y="1101"/>
                  </a:cubicBezTo>
                  <a:cubicBezTo>
                    <a:pt x="13" y="1122"/>
                    <a:pt x="19" y="1126"/>
                    <a:pt x="16" y="1128"/>
                  </a:cubicBezTo>
                  <a:cubicBezTo>
                    <a:pt x="47" y="1180"/>
                    <a:pt x="52" y="1178"/>
                    <a:pt x="54" y="1184"/>
                  </a:cubicBezTo>
                  <a:cubicBezTo>
                    <a:pt x="108" y="1249"/>
                    <a:pt x="110" y="1258"/>
                    <a:pt x="114" y="1257"/>
                  </a:cubicBezTo>
                  <a:cubicBezTo>
                    <a:pt x="108" y="1251"/>
                    <a:pt x="101" y="1249"/>
                    <a:pt x="97" y="1247"/>
                  </a:cubicBezTo>
                  <a:cubicBezTo>
                    <a:pt x="70" y="1217"/>
                    <a:pt x="67" y="1206"/>
                    <a:pt x="63" y="1203"/>
                  </a:cubicBezTo>
                  <a:cubicBezTo>
                    <a:pt x="43" y="1184"/>
                    <a:pt x="42" y="1180"/>
                    <a:pt x="40" y="1177"/>
                  </a:cubicBezTo>
                  <a:cubicBezTo>
                    <a:pt x="2" y="1139"/>
                    <a:pt x="9" y="1144"/>
                    <a:pt x="8" y="1147"/>
                  </a:cubicBezTo>
                  <a:cubicBezTo>
                    <a:pt x="31" y="1180"/>
                    <a:pt x="28" y="1183"/>
                    <a:pt x="34" y="1187"/>
                  </a:cubicBezTo>
                  <a:cubicBezTo>
                    <a:pt x="104" y="1266"/>
                    <a:pt x="106" y="1270"/>
                    <a:pt x="109" y="1273"/>
                  </a:cubicBezTo>
                  <a:cubicBezTo>
                    <a:pt x="130" y="1308"/>
                    <a:pt x="136" y="1314"/>
                    <a:pt x="138" y="1320"/>
                  </a:cubicBezTo>
                  <a:cubicBezTo>
                    <a:pt x="148" y="1353"/>
                    <a:pt x="160" y="1358"/>
                    <a:pt x="154" y="1360"/>
                  </a:cubicBezTo>
                  <a:cubicBezTo>
                    <a:pt x="143" y="1349"/>
                    <a:pt x="143" y="1342"/>
                    <a:pt x="136" y="1334"/>
                  </a:cubicBezTo>
                  <a:cubicBezTo>
                    <a:pt x="102" y="1286"/>
                    <a:pt x="93" y="1279"/>
                    <a:pt x="95" y="1275"/>
                  </a:cubicBezTo>
                  <a:cubicBezTo>
                    <a:pt x="30" y="1202"/>
                    <a:pt x="24" y="1194"/>
                    <a:pt x="18" y="1185"/>
                  </a:cubicBezTo>
                  <a:cubicBezTo>
                    <a:pt x="17" y="1202"/>
                    <a:pt x="20" y="1204"/>
                    <a:pt x="22" y="1205"/>
                  </a:cubicBezTo>
                  <a:cubicBezTo>
                    <a:pt x="28" y="1233"/>
                    <a:pt x="31" y="1245"/>
                    <a:pt x="36" y="1247"/>
                  </a:cubicBezTo>
                  <a:cubicBezTo>
                    <a:pt x="44" y="1265"/>
                    <a:pt x="42" y="1268"/>
                    <a:pt x="45" y="1267"/>
                  </a:cubicBezTo>
                  <a:cubicBezTo>
                    <a:pt x="78" y="1315"/>
                    <a:pt x="77" y="1317"/>
                    <a:pt x="84" y="1325"/>
                  </a:cubicBezTo>
                  <a:cubicBezTo>
                    <a:pt x="106" y="1353"/>
                    <a:pt x="114" y="1357"/>
                    <a:pt x="107" y="1360"/>
                  </a:cubicBezTo>
                  <a:cubicBezTo>
                    <a:pt x="74" y="1315"/>
                    <a:pt x="69" y="1314"/>
                    <a:pt x="66" y="1306"/>
                  </a:cubicBezTo>
                  <a:cubicBezTo>
                    <a:pt x="42" y="1273"/>
                    <a:pt x="39" y="1262"/>
                    <a:pt x="33" y="1256"/>
                  </a:cubicBezTo>
                  <a:cubicBezTo>
                    <a:pt x="26" y="1249"/>
                    <a:pt x="31" y="1241"/>
                    <a:pt x="27" y="1238"/>
                  </a:cubicBezTo>
                  <a:cubicBezTo>
                    <a:pt x="23" y="1255"/>
                    <a:pt x="30" y="1264"/>
                    <a:pt x="33" y="1273"/>
                  </a:cubicBezTo>
                  <a:cubicBezTo>
                    <a:pt x="72" y="1327"/>
                    <a:pt x="77" y="1337"/>
                    <a:pt x="86" y="1343"/>
                  </a:cubicBezTo>
                  <a:cubicBezTo>
                    <a:pt x="91" y="1356"/>
                    <a:pt x="95" y="1356"/>
                    <a:pt x="95" y="1356"/>
                  </a:cubicBezTo>
                  <a:cubicBezTo>
                    <a:pt x="113" y="1378"/>
                    <a:pt x="122" y="1391"/>
                    <a:pt x="131" y="1399"/>
                  </a:cubicBezTo>
                  <a:cubicBezTo>
                    <a:pt x="141" y="1414"/>
                    <a:pt x="144" y="1416"/>
                    <a:pt x="146" y="1420"/>
                  </a:cubicBezTo>
                  <a:cubicBezTo>
                    <a:pt x="142" y="1419"/>
                    <a:pt x="139" y="1422"/>
                    <a:pt x="137" y="1417"/>
                  </a:cubicBezTo>
                  <a:cubicBezTo>
                    <a:pt x="104" y="1393"/>
                    <a:pt x="99" y="1389"/>
                    <a:pt x="94" y="1389"/>
                  </a:cubicBezTo>
                  <a:cubicBezTo>
                    <a:pt x="39" y="1357"/>
                    <a:pt x="44" y="1357"/>
                    <a:pt x="47" y="1361"/>
                  </a:cubicBezTo>
                  <a:cubicBezTo>
                    <a:pt x="73" y="1381"/>
                    <a:pt x="77" y="1386"/>
                    <a:pt x="82" y="1385"/>
                  </a:cubicBezTo>
                  <a:cubicBezTo>
                    <a:pt x="123" y="1414"/>
                    <a:pt x="127" y="1423"/>
                    <a:pt x="131" y="1423"/>
                  </a:cubicBezTo>
                  <a:cubicBezTo>
                    <a:pt x="163" y="1460"/>
                    <a:pt x="167" y="1459"/>
                    <a:pt x="169" y="1462"/>
                  </a:cubicBezTo>
                  <a:cubicBezTo>
                    <a:pt x="183" y="1480"/>
                    <a:pt x="180" y="1489"/>
                    <a:pt x="185" y="1495"/>
                  </a:cubicBezTo>
                  <a:cubicBezTo>
                    <a:pt x="198" y="1470"/>
                    <a:pt x="199" y="1467"/>
                    <a:pt x="200" y="1465"/>
                  </a:cubicBezTo>
                  <a:cubicBezTo>
                    <a:pt x="239" y="1447"/>
                    <a:pt x="243" y="1445"/>
                    <a:pt x="246" y="1443"/>
                  </a:cubicBezTo>
                  <a:cubicBezTo>
                    <a:pt x="237" y="1440"/>
                    <a:pt x="233" y="1441"/>
                    <a:pt x="230" y="1441"/>
                  </a:cubicBezTo>
                  <a:cubicBezTo>
                    <a:pt x="214" y="1443"/>
                    <a:pt x="212" y="1436"/>
                    <a:pt x="217" y="1430"/>
                  </a:cubicBezTo>
                  <a:cubicBezTo>
                    <a:pt x="295" y="1389"/>
                    <a:pt x="303" y="1382"/>
                    <a:pt x="310" y="1385"/>
                  </a:cubicBezTo>
                  <a:cubicBezTo>
                    <a:pt x="381" y="1375"/>
                    <a:pt x="383" y="1379"/>
                    <a:pt x="388" y="1373"/>
                  </a:cubicBezTo>
                  <a:cubicBezTo>
                    <a:pt x="426" y="1368"/>
                    <a:pt x="430" y="1366"/>
                    <a:pt x="433" y="1365"/>
                  </a:cubicBezTo>
                  <a:cubicBezTo>
                    <a:pt x="449" y="1360"/>
                    <a:pt x="453" y="1363"/>
                    <a:pt x="457" y="1358"/>
                  </a:cubicBezTo>
                  <a:cubicBezTo>
                    <a:pt x="441" y="1356"/>
                    <a:pt x="440" y="1359"/>
                    <a:pt x="438" y="1359"/>
                  </a:cubicBezTo>
                  <a:cubicBezTo>
                    <a:pt x="426" y="1362"/>
                    <a:pt x="425" y="1358"/>
                    <a:pt x="421" y="1362"/>
                  </a:cubicBezTo>
                  <a:cubicBezTo>
                    <a:pt x="371" y="1366"/>
                    <a:pt x="364" y="1369"/>
                    <a:pt x="357" y="1369"/>
                  </a:cubicBezTo>
                  <a:cubicBezTo>
                    <a:pt x="338" y="1375"/>
                    <a:pt x="337" y="1371"/>
                    <a:pt x="335" y="1372"/>
                  </a:cubicBezTo>
                  <a:cubicBezTo>
                    <a:pt x="307" y="1376"/>
                    <a:pt x="306" y="1372"/>
                    <a:pt x="303" y="1376"/>
                  </a:cubicBezTo>
                  <a:cubicBezTo>
                    <a:pt x="270" y="1383"/>
                    <a:pt x="263" y="1389"/>
                    <a:pt x="258" y="1388"/>
                  </a:cubicBezTo>
                  <a:cubicBezTo>
                    <a:pt x="202" y="1433"/>
                    <a:pt x="200" y="1437"/>
                    <a:pt x="196" y="1441"/>
                  </a:cubicBezTo>
                  <a:cubicBezTo>
                    <a:pt x="185" y="1441"/>
                    <a:pt x="190" y="1433"/>
                    <a:pt x="197" y="1425"/>
                  </a:cubicBezTo>
                  <a:cubicBezTo>
                    <a:pt x="279" y="1366"/>
                    <a:pt x="282" y="1364"/>
                    <a:pt x="284" y="1362"/>
                  </a:cubicBezTo>
                  <a:cubicBezTo>
                    <a:pt x="315" y="1356"/>
                    <a:pt x="324" y="1356"/>
                    <a:pt x="334" y="1353"/>
                  </a:cubicBezTo>
                  <a:cubicBezTo>
                    <a:pt x="381" y="1350"/>
                    <a:pt x="385" y="1350"/>
                    <a:pt x="390" y="1350"/>
                  </a:cubicBezTo>
                  <a:cubicBezTo>
                    <a:pt x="436" y="1341"/>
                    <a:pt x="441" y="1339"/>
                    <a:pt x="446" y="1339"/>
                  </a:cubicBezTo>
                  <a:cubicBezTo>
                    <a:pt x="489" y="1324"/>
                    <a:pt x="486" y="1320"/>
                    <a:pt x="481" y="1326"/>
                  </a:cubicBezTo>
                  <a:cubicBezTo>
                    <a:pt x="445" y="1330"/>
                    <a:pt x="442" y="1333"/>
                    <a:pt x="438" y="1335"/>
                  </a:cubicBezTo>
                  <a:cubicBezTo>
                    <a:pt x="414" y="1334"/>
                    <a:pt x="409" y="1345"/>
                    <a:pt x="406" y="1338"/>
                  </a:cubicBezTo>
                  <a:cubicBezTo>
                    <a:pt x="436" y="1330"/>
                    <a:pt x="444" y="1327"/>
                    <a:pt x="451" y="1328"/>
                  </a:cubicBezTo>
                  <a:cubicBezTo>
                    <a:pt x="502" y="1292"/>
                    <a:pt x="500" y="1297"/>
                    <a:pt x="495" y="1301"/>
                  </a:cubicBezTo>
                  <a:cubicBezTo>
                    <a:pt x="463" y="1311"/>
                    <a:pt x="458" y="1319"/>
                    <a:pt x="455" y="1320"/>
                  </a:cubicBezTo>
                  <a:cubicBezTo>
                    <a:pt x="410" y="1329"/>
                    <a:pt x="405" y="1329"/>
                    <a:pt x="400" y="1333"/>
                  </a:cubicBezTo>
                  <a:cubicBezTo>
                    <a:pt x="380" y="1333"/>
                    <a:pt x="378" y="1331"/>
                    <a:pt x="376" y="1333"/>
                  </a:cubicBezTo>
                  <a:cubicBezTo>
                    <a:pt x="356" y="1334"/>
                    <a:pt x="353" y="1333"/>
                    <a:pt x="355" y="1331"/>
                  </a:cubicBezTo>
                  <a:cubicBezTo>
                    <a:pt x="400" y="1320"/>
                    <a:pt x="402" y="1322"/>
                    <a:pt x="405" y="1319"/>
                  </a:cubicBezTo>
                  <a:cubicBezTo>
                    <a:pt x="429" y="1309"/>
                    <a:pt x="438" y="1305"/>
                    <a:pt x="450" y="1297"/>
                  </a:cubicBezTo>
                  <a:cubicBezTo>
                    <a:pt x="498" y="1254"/>
                    <a:pt x="508" y="1256"/>
                    <a:pt x="503" y="1248"/>
                  </a:cubicBezTo>
                  <a:cubicBezTo>
                    <a:pt x="391" y="1316"/>
                    <a:pt x="387" y="1317"/>
                    <a:pt x="384" y="1317"/>
                  </a:cubicBezTo>
                  <a:cubicBezTo>
                    <a:pt x="365" y="1320"/>
                    <a:pt x="363" y="1321"/>
                    <a:pt x="360" y="1322"/>
                  </a:cubicBezTo>
                  <a:cubicBezTo>
                    <a:pt x="345" y="1324"/>
                    <a:pt x="344" y="1319"/>
                    <a:pt x="342" y="1323"/>
                  </a:cubicBezTo>
                  <a:cubicBezTo>
                    <a:pt x="303" y="1328"/>
                    <a:pt x="296" y="1326"/>
                    <a:pt x="290" y="1326"/>
                  </a:cubicBezTo>
                  <a:cubicBezTo>
                    <a:pt x="244" y="1332"/>
                    <a:pt x="240" y="1335"/>
                    <a:pt x="237" y="1335"/>
                  </a:cubicBezTo>
                  <a:cubicBezTo>
                    <a:pt x="200" y="1351"/>
                    <a:pt x="199" y="1362"/>
                    <a:pt x="193" y="1356"/>
                  </a:cubicBezTo>
                  <a:cubicBezTo>
                    <a:pt x="222" y="1332"/>
                    <a:pt x="227" y="1334"/>
                    <a:pt x="232" y="1328"/>
                  </a:cubicBezTo>
                  <a:cubicBezTo>
                    <a:pt x="257" y="1323"/>
                    <a:pt x="260" y="1322"/>
                    <a:pt x="262" y="1322"/>
                  </a:cubicBezTo>
                  <a:cubicBezTo>
                    <a:pt x="340" y="1309"/>
                    <a:pt x="350" y="1304"/>
                    <a:pt x="360" y="1305"/>
                  </a:cubicBezTo>
                  <a:cubicBezTo>
                    <a:pt x="414" y="1282"/>
                    <a:pt x="428" y="1278"/>
                    <a:pt x="443" y="1270"/>
                  </a:cubicBezTo>
                  <a:cubicBezTo>
                    <a:pt x="485" y="1238"/>
                    <a:pt x="488" y="1241"/>
                    <a:pt x="493" y="1236"/>
                  </a:cubicBezTo>
                  <a:cubicBezTo>
                    <a:pt x="503" y="1226"/>
                    <a:pt x="507" y="1224"/>
                    <a:pt x="512" y="1220"/>
                  </a:cubicBezTo>
                  <a:cubicBezTo>
                    <a:pt x="513" y="1206"/>
                    <a:pt x="509" y="1214"/>
                    <a:pt x="502" y="1222"/>
                  </a:cubicBezTo>
                  <a:cubicBezTo>
                    <a:pt x="460" y="1250"/>
                    <a:pt x="445" y="1261"/>
                    <a:pt x="435" y="1266"/>
                  </a:cubicBezTo>
                  <a:cubicBezTo>
                    <a:pt x="399" y="1282"/>
                    <a:pt x="395" y="1285"/>
                    <a:pt x="392" y="1284"/>
                  </a:cubicBezTo>
                  <a:cubicBezTo>
                    <a:pt x="323" y="1300"/>
                    <a:pt x="316" y="1303"/>
                    <a:pt x="308" y="1308"/>
                  </a:cubicBezTo>
                  <a:cubicBezTo>
                    <a:pt x="286" y="1307"/>
                    <a:pt x="284" y="1307"/>
                    <a:pt x="281" y="1308"/>
                  </a:cubicBezTo>
                  <a:cubicBezTo>
                    <a:pt x="265" y="1315"/>
                    <a:pt x="263" y="1313"/>
                    <a:pt x="260" y="1316"/>
                  </a:cubicBezTo>
                  <a:cubicBezTo>
                    <a:pt x="276" y="1302"/>
                    <a:pt x="278" y="1307"/>
                    <a:pt x="282" y="1305"/>
                  </a:cubicBezTo>
                  <a:cubicBezTo>
                    <a:pt x="318" y="1297"/>
                    <a:pt x="324" y="1295"/>
                    <a:pt x="330" y="1297"/>
                  </a:cubicBezTo>
                  <a:cubicBezTo>
                    <a:pt x="385" y="1284"/>
                    <a:pt x="390" y="1272"/>
                    <a:pt x="392" y="1277"/>
                  </a:cubicBezTo>
                  <a:cubicBezTo>
                    <a:pt x="458" y="1239"/>
                    <a:pt x="469" y="1229"/>
                    <a:pt x="477" y="1218"/>
                  </a:cubicBezTo>
                  <a:cubicBezTo>
                    <a:pt x="489" y="1197"/>
                    <a:pt x="479" y="1209"/>
                    <a:pt x="469" y="1221"/>
                  </a:cubicBezTo>
                  <a:cubicBezTo>
                    <a:pt x="433" y="1250"/>
                    <a:pt x="428" y="1253"/>
                    <a:pt x="424" y="1257"/>
                  </a:cubicBezTo>
                  <a:cubicBezTo>
                    <a:pt x="379" y="1272"/>
                    <a:pt x="373" y="1275"/>
                    <a:pt x="368" y="1275"/>
                  </a:cubicBezTo>
                  <a:cubicBezTo>
                    <a:pt x="317" y="1286"/>
                    <a:pt x="313" y="1290"/>
                    <a:pt x="308" y="1294"/>
                  </a:cubicBezTo>
                  <a:cubicBezTo>
                    <a:pt x="276" y="1296"/>
                    <a:pt x="268" y="1298"/>
                    <a:pt x="259" y="1301"/>
                  </a:cubicBezTo>
                  <a:cubicBezTo>
                    <a:pt x="226" y="1315"/>
                    <a:pt x="218" y="1314"/>
                    <a:pt x="210" y="1318"/>
                  </a:cubicBezTo>
                  <a:cubicBezTo>
                    <a:pt x="188" y="1324"/>
                    <a:pt x="198" y="1326"/>
                    <a:pt x="196" y="1323"/>
                  </a:cubicBezTo>
                  <a:cubicBezTo>
                    <a:pt x="245" y="1292"/>
                    <a:pt x="250" y="1296"/>
                    <a:pt x="257" y="1291"/>
                  </a:cubicBezTo>
                  <a:cubicBezTo>
                    <a:pt x="286" y="1281"/>
                    <a:pt x="297" y="1283"/>
                    <a:pt x="309" y="1278"/>
                  </a:cubicBezTo>
                  <a:cubicBezTo>
                    <a:pt x="360" y="1270"/>
                    <a:pt x="377" y="1254"/>
                    <a:pt x="392" y="1257"/>
                  </a:cubicBezTo>
                  <a:cubicBezTo>
                    <a:pt x="464" y="1216"/>
                    <a:pt x="478" y="1201"/>
                    <a:pt x="492" y="1188"/>
                  </a:cubicBezTo>
                  <a:cubicBezTo>
                    <a:pt x="510" y="1153"/>
                    <a:pt x="511" y="1156"/>
                    <a:pt x="505" y="1158"/>
                  </a:cubicBezTo>
                  <a:cubicBezTo>
                    <a:pt x="490" y="1176"/>
                    <a:pt x="487" y="1180"/>
                    <a:pt x="487" y="1184"/>
                  </a:cubicBezTo>
                  <a:cubicBezTo>
                    <a:pt x="443" y="1223"/>
                    <a:pt x="444" y="1226"/>
                    <a:pt x="442" y="1224"/>
                  </a:cubicBezTo>
                  <a:cubicBezTo>
                    <a:pt x="413" y="1237"/>
                    <a:pt x="407" y="1243"/>
                    <a:pt x="403" y="1242"/>
                  </a:cubicBezTo>
                  <a:cubicBezTo>
                    <a:pt x="325" y="1267"/>
                    <a:pt x="322" y="1265"/>
                    <a:pt x="318" y="1267"/>
                  </a:cubicBezTo>
                  <a:cubicBezTo>
                    <a:pt x="273" y="1273"/>
                    <a:pt x="263" y="1283"/>
                    <a:pt x="256" y="1279"/>
                  </a:cubicBezTo>
                  <a:cubicBezTo>
                    <a:pt x="295" y="1265"/>
                    <a:pt x="305" y="1261"/>
                    <a:pt x="314" y="1262"/>
                  </a:cubicBezTo>
                  <a:cubicBezTo>
                    <a:pt x="363" y="1241"/>
                    <a:pt x="375" y="1239"/>
                    <a:pt x="387" y="1234"/>
                  </a:cubicBezTo>
                  <a:cubicBezTo>
                    <a:pt x="479" y="1164"/>
                    <a:pt x="483" y="1161"/>
                    <a:pt x="485" y="1158"/>
                  </a:cubicBezTo>
                  <a:cubicBezTo>
                    <a:pt x="512" y="1124"/>
                    <a:pt x="513" y="1117"/>
                    <a:pt x="520" y="1111"/>
                  </a:cubicBezTo>
                  <a:cubicBezTo>
                    <a:pt x="509" y="1116"/>
                    <a:pt x="505" y="1120"/>
                    <a:pt x="502" y="1124"/>
                  </a:cubicBezTo>
                  <a:cubicBezTo>
                    <a:pt x="478" y="1160"/>
                    <a:pt x="470" y="1160"/>
                    <a:pt x="471" y="1166"/>
                  </a:cubicBezTo>
                  <a:cubicBezTo>
                    <a:pt x="431" y="1191"/>
                    <a:pt x="426" y="1200"/>
                    <a:pt x="421" y="1202"/>
                  </a:cubicBezTo>
                  <a:cubicBezTo>
                    <a:pt x="378" y="1227"/>
                    <a:pt x="371" y="1230"/>
                    <a:pt x="363" y="1234"/>
                  </a:cubicBezTo>
                  <a:cubicBezTo>
                    <a:pt x="322" y="1251"/>
                    <a:pt x="307" y="1250"/>
                    <a:pt x="290" y="1259"/>
                  </a:cubicBezTo>
                  <a:cubicBezTo>
                    <a:pt x="246" y="1271"/>
                    <a:pt x="237" y="1279"/>
                    <a:pt x="231" y="1275"/>
                  </a:cubicBezTo>
                  <a:cubicBezTo>
                    <a:pt x="290" y="1254"/>
                    <a:pt x="296" y="1241"/>
                    <a:pt x="298" y="1246"/>
                  </a:cubicBezTo>
                  <a:cubicBezTo>
                    <a:pt x="362" y="1221"/>
                    <a:pt x="377" y="1211"/>
                    <a:pt x="391" y="1204"/>
                  </a:cubicBezTo>
                  <a:cubicBezTo>
                    <a:pt x="515" y="1103"/>
                    <a:pt x="512" y="1098"/>
                    <a:pt x="518" y="1095"/>
                  </a:cubicBezTo>
                  <a:cubicBezTo>
                    <a:pt x="532" y="1075"/>
                    <a:pt x="536" y="1073"/>
                    <a:pt x="535" y="1071"/>
                  </a:cubicBezTo>
                  <a:cubicBezTo>
                    <a:pt x="539" y="1064"/>
                    <a:pt x="536" y="1067"/>
                    <a:pt x="532" y="1070"/>
                  </a:cubicBezTo>
                  <a:cubicBezTo>
                    <a:pt x="497" y="1109"/>
                    <a:pt x="495" y="1119"/>
                    <a:pt x="485" y="1121"/>
                  </a:cubicBezTo>
                  <a:cubicBezTo>
                    <a:pt x="453" y="1152"/>
                    <a:pt x="442" y="1160"/>
                    <a:pt x="431" y="1168"/>
                  </a:cubicBezTo>
                  <a:cubicBezTo>
                    <a:pt x="397" y="1193"/>
                    <a:pt x="389" y="1191"/>
                    <a:pt x="388" y="1197"/>
                  </a:cubicBezTo>
                  <a:cubicBezTo>
                    <a:pt x="367" y="1206"/>
                    <a:pt x="360" y="1215"/>
                    <a:pt x="356" y="1210"/>
                  </a:cubicBezTo>
                  <a:cubicBezTo>
                    <a:pt x="315" y="1230"/>
                    <a:pt x="305" y="1233"/>
                    <a:pt x="294" y="1240"/>
                  </a:cubicBezTo>
                  <a:cubicBezTo>
                    <a:pt x="262" y="1252"/>
                    <a:pt x="260" y="1251"/>
                    <a:pt x="257" y="1254"/>
                  </a:cubicBezTo>
                  <a:cubicBezTo>
                    <a:pt x="237" y="1263"/>
                    <a:pt x="233" y="1265"/>
                    <a:pt x="229" y="1267"/>
                  </a:cubicBezTo>
                  <a:cubicBezTo>
                    <a:pt x="218" y="1271"/>
                    <a:pt x="214" y="1278"/>
                    <a:pt x="211" y="1275"/>
                  </a:cubicBezTo>
                  <a:cubicBezTo>
                    <a:pt x="241" y="1245"/>
                    <a:pt x="262" y="1234"/>
                    <a:pt x="291" y="1222"/>
                  </a:cubicBezTo>
                  <a:cubicBezTo>
                    <a:pt x="352" y="1187"/>
                    <a:pt x="356" y="1194"/>
                    <a:pt x="360" y="1189"/>
                  </a:cubicBezTo>
                  <a:cubicBezTo>
                    <a:pt x="397" y="1173"/>
                    <a:pt x="401" y="1169"/>
                    <a:pt x="405" y="1169"/>
                  </a:cubicBezTo>
                  <a:cubicBezTo>
                    <a:pt x="461" y="1128"/>
                    <a:pt x="482" y="1115"/>
                    <a:pt x="495" y="1100"/>
                  </a:cubicBezTo>
                  <a:cubicBezTo>
                    <a:pt x="532" y="1063"/>
                    <a:pt x="536" y="1059"/>
                    <a:pt x="536" y="1055"/>
                  </a:cubicBezTo>
                  <a:cubicBezTo>
                    <a:pt x="492" y="1093"/>
                    <a:pt x="491" y="1097"/>
                    <a:pt x="486" y="1101"/>
                  </a:cubicBezTo>
                  <a:cubicBezTo>
                    <a:pt x="470" y="1111"/>
                    <a:pt x="468" y="1118"/>
                    <a:pt x="461" y="1121"/>
                  </a:cubicBezTo>
                  <a:cubicBezTo>
                    <a:pt x="441" y="1135"/>
                    <a:pt x="439" y="1138"/>
                    <a:pt x="438" y="1141"/>
                  </a:cubicBezTo>
                  <a:cubicBezTo>
                    <a:pt x="395" y="1165"/>
                    <a:pt x="389" y="1166"/>
                    <a:pt x="384" y="1167"/>
                  </a:cubicBezTo>
                  <a:cubicBezTo>
                    <a:pt x="366" y="1175"/>
                    <a:pt x="360" y="1181"/>
                    <a:pt x="354" y="1181"/>
                  </a:cubicBezTo>
                  <a:cubicBezTo>
                    <a:pt x="336" y="1190"/>
                    <a:pt x="330" y="1193"/>
                    <a:pt x="324" y="1196"/>
                  </a:cubicBezTo>
                  <a:cubicBezTo>
                    <a:pt x="289" y="1212"/>
                    <a:pt x="274" y="1219"/>
                    <a:pt x="259" y="1226"/>
                  </a:cubicBezTo>
                  <a:cubicBezTo>
                    <a:pt x="235" y="1240"/>
                    <a:pt x="227" y="1244"/>
                    <a:pt x="224" y="1249"/>
                  </a:cubicBezTo>
                  <a:cubicBezTo>
                    <a:pt x="202" y="1270"/>
                    <a:pt x="193" y="1272"/>
                    <a:pt x="192" y="1269"/>
                  </a:cubicBezTo>
                  <a:cubicBezTo>
                    <a:pt x="215" y="1249"/>
                    <a:pt x="212" y="1245"/>
                    <a:pt x="217" y="1243"/>
                  </a:cubicBezTo>
                  <a:cubicBezTo>
                    <a:pt x="243" y="1226"/>
                    <a:pt x="244" y="1223"/>
                    <a:pt x="250" y="1220"/>
                  </a:cubicBezTo>
                  <a:cubicBezTo>
                    <a:pt x="326" y="1181"/>
                    <a:pt x="340" y="1175"/>
                    <a:pt x="358" y="1169"/>
                  </a:cubicBezTo>
                  <a:cubicBezTo>
                    <a:pt x="494" y="1080"/>
                    <a:pt x="512" y="1077"/>
                    <a:pt x="512" y="1063"/>
                  </a:cubicBezTo>
                  <a:cubicBezTo>
                    <a:pt x="460" y="1106"/>
                    <a:pt x="454" y="1105"/>
                    <a:pt x="447" y="1112"/>
                  </a:cubicBezTo>
                  <a:cubicBezTo>
                    <a:pt x="401" y="1139"/>
                    <a:pt x="397" y="1141"/>
                    <a:pt x="392" y="1144"/>
                  </a:cubicBezTo>
                  <a:cubicBezTo>
                    <a:pt x="299" y="1182"/>
                    <a:pt x="278" y="1194"/>
                    <a:pt x="258" y="1204"/>
                  </a:cubicBezTo>
                  <a:cubicBezTo>
                    <a:pt x="222" y="1232"/>
                    <a:pt x="219" y="1228"/>
                    <a:pt x="215" y="1233"/>
                  </a:cubicBezTo>
                  <a:cubicBezTo>
                    <a:pt x="191" y="1248"/>
                    <a:pt x="198" y="1246"/>
                    <a:pt x="198" y="1243"/>
                  </a:cubicBezTo>
                  <a:cubicBezTo>
                    <a:pt x="210" y="1232"/>
                    <a:pt x="218" y="1227"/>
                    <a:pt x="221" y="1221"/>
                  </a:cubicBezTo>
                  <a:cubicBezTo>
                    <a:pt x="275" y="1187"/>
                    <a:pt x="293" y="1174"/>
                    <a:pt x="310" y="1167"/>
                  </a:cubicBezTo>
                  <a:cubicBezTo>
                    <a:pt x="378" y="1137"/>
                    <a:pt x="377" y="1130"/>
                    <a:pt x="382" y="1132"/>
                  </a:cubicBezTo>
                  <a:cubicBezTo>
                    <a:pt x="433" y="1103"/>
                    <a:pt x="436" y="1100"/>
                    <a:pt x="437" y="1102"/>
                  </a:cubicBezTo>
                  <a:cubicBezTo>
                    <a:pt x="461" y="1086"/>
                    <a:pt x="465" y="1087"/>
                    <a:pt x="471" y="1080"/>
                  </a:cubicBezTo>
                  <a:cubicBezTo>
                    <a:pt x="502" y="1058"/>
                    <a:pt x="506" y="1058"/>
                    <a:pt x="511" y="1054"/>
                  </a:cubicBezTo>
                  <a:cubicBezTo>
                    <a:pt x="567" y="1001"/>
                    <a:pt x="569" y="996"/>
                    <a:pt x="573" y="991"/>
                  </a:cubicBezTo>
                  <a:cubicBezTo>
                    <a:pt x="512" y="1042"/>
                    <a:pt x="492" y="1060"/>
                    <a:pt x="472" y="1069"/>
                  </a:cubicBezTo>
                  <a:cubicBezTo>
                    <a:pt x="445" y="1085"/>
                    <a:pt x="440" y="1093"/>
                    <a:pt x="436" y="1090"/>
                  </a:cubicBezTo>
                  <a:cubicBezTo>
                    <a:pt x="383" y="1123"/>
                    <a:pt x="380" y="1120"/>
                    <a:pt x="375" y="1125"/>
                  </a:cubicBezTo>
                  <a:cubicBezTo>
                    <a:pt x="301" y="1163"/>
                    <a:pt x="285" y="1166"/>
                    <a:pt x="266" y="1181"/>
                  </a:cubicBezTo>
                  <a:cubicBezTo>
                    <a:pt x="238" y="1199"/>
                    <a:pt x="226" y="1210"/>
                    <a:pt x="218" y="1211"/>
                  </a:cubicBezTo>
                  <a:cubicBezTo>
                    <a:pt x="195" y="1226"/>
                    <a:pt x="199" y="1221"/>
                    <a:pt x="198" y="1216"/>
                  </a:cubicBezTo>
                  <a:cubicBezTo>
                    <a:pt x="230" y="1183"/>
                    <a:pt x="233" y="1182"/>
                    <a:pt x="238" y="1177"/>
                  </a:cubicBezTo>
                  <a:cubicBezTo>
                    <a:pt x="319" y="1129"/>
                    <a:pt x="328" y="1123"/>
                    <a:pt x="336" y="1121"/>
                  </a:cubicBezTo>
                  <a:cubicBezTo>
                    <a:pt x="493" y="1012"/>
                    <a:pt x="511" y="1000"/>
                    <a:pt x="526" y="986"/>
                  </a:cubicBezTo>
                  <a:cubicBezTo>
                    <a:pt x="552" y="958"/>
                    <a:pt x="551" y="956"/>
                    <a:pt x="554" y="954"/>
                  </a:cubicBezTo>
                  <a:cubicBezTo>
                    <a:pt x="522" y="977"/>
                    <a:pt x="521" y="987"/>
                    <a:pt x="507" y="995"/>
                  </a:cubicBezTo>
                  <a:cubicBezTo>
                    <a:pt x="490" y="1009"/>
                    <a:pt x="487" y="1013"/>
                    <a:pt x="482" y="1018"/>
                  </a:cubicBezTo>
                  <a:cubicBezTo>
                    <a:pt x="358" y="1100"/>
                    <a:pt x="341" y="1103"/>
                    <a:pt x="333" y="1113"/>
                  </a:cubicBezTo>
                  <a:cubicBezTo>
                    <a:pt x="251" y="1161"/>
                    <a:pt x="227" y="1171"/>
                    <a:pt x="214" y="1187"/>
                  </a:cubicBezTo>
                  <a:cubicBezTo>
                    <a:pt x="211" y="1186"/>
                    <a:pt x="210" y="1183"/>
                    <a:pt x="213" y="1180"/>
                  </a:cubicBezTo>
                  <a:cubicBezTo>
                    <a:pt x="242" y="1151"/>
                    <a:pt x="248" y="1147"/>
                    <a:pt x="259" y="1137"/>
                  </a:cubicBezTo>
                  <a:cubicBezTo>
                    <a:pt x="360" y="1078"/>
                    <a:pt x="373" y="1070"/>
                    <a:pt x="393" y="1055"/>
                  </a:cubicBezTo>
                  <a:cubicBezTo>
                    <a:pt x="452" y="1010"/>
                    <a:pt x="460" y="1010"/>
                    <a:pt x="463" y="1005"/>
                  </a:cubicBezTo>
                  <a:cubicBezTo>
                    <a:pt x="524" y="947"/>
                    <a:pt x="530" y="944"/>
                    <a:pt x="532" y="940"/>
                  </a:cubicBezTo>
                  <a:cubicBezTo>
                    <a:pt x="561" y="903"/>
                    <a:pt x="566" y="896"/>
                    <a:pt x="574" y="890"/>
                  </a:cubicBezTo>
                  <a:cubicBezTo>
                    <a:pt x="547" y="899"/>
                    <a:pt x="543" y="903"/>
                    <a:pt x="537" y="907"/>
                  </a:cubicBezTo>
                  <a:cubicBezTo>
                    <a:pt x="522" y="918"/>
                    <a:pt x="523" y="921"/>
                    <a:pt x="519" y="922"/>
                  </a:cubicBezTo>
                  <a:cubicBezTo>
                    <a:pt x="491" y="945"/>
                    <a:pt x="485" y="954"/>
                    <a:pt x="474" y="962"/>
                  </a:cubicBezTo>
                  <a:cubicBezTo>
                    <a:pt x="396" y="1023"/>
                    <a:pt x="387" y="1030"/>
                    <a:pt x="378" y="1037"/>
                  </a:cubicBezTo>
                  <a:cubicBezTo>
                    <a:pt x="323" y="1067"/>
                    <a:pt x="317" y="1067"/>
                    <a:pt x="311" y="1070"/>
                  </a:cubicBezTo>
                  <a:cubicBezTo>
                    <a:pt x="262" y="1102"/>
                    <a:pt x="259" y="1103"/>
                    <a:pt x="256" y="1103"/>
                  </a:cubicBezTo>
                  <a:cubicBezTo>
                    <a:pt x="244" y="1115"/>
                    <a:pt x="236" y="1116"/>
                    <a:pt x="239" y="1120"/>
                  </a:cubicBezTo>
                  <a:cubicBezTo>
                    <a:pt x="222" y="1136"/>
                    <a:pt x="217" y="1144"/>
                    <a:pt x="214" y="1140"/>
                  </a:cubicBezTo>
                  <a:cubicBezTo>
                    <a:pt x="260" y="1090"/>
                    <a:pt x="271" y="1086"/>
                    <a:pt x="296" y="1066"/>
                  </a:cubicBezTo>
                  <a:cubicBezTo>
                    <a:pt x="418" y="989"/>
                    <a:pt x="425" y="977"/>
                    <a:pt x="430" y="979"/>
                  </a:cubicBezTo>
                  <a:cubicBezTo>
                    <a:pt x="451" y="961"/>
                    <a:pt x="456" y="956"/>
                    <a:pt x="465" y="947"/>
                  </a:cubicBezTo>
                  <a:cubicBezTo>
                    <a:pt x="540" y="892"/>
                    <a:pt x="549" y="886"/>
                    <a:pt x="560" y="878"/>
                  </a:cubicBezTo>
                  <a:cubicBezTo>
                    <a:pt x="587" y="870"/>
                    <a:pt x="592" y="858"/>
                    <a:pt x="594" y="863"/>
                  </a:cubicBezTo>
                  <a:cubicBezTo>
                    <a:pt x="625" y="848"/>
                    <a:pt x="636" y="854"/>
                    <a:pt x="633" y="845"/>
                  </a:cubicBezTo>
                  <a:cubicBezTo>
                    <a:pt x="574" y="858"/>
                    <a:pt x="566" y="857"/>
                    <a:pt x="557" y="863"/>
                  </a:cubicBezTo>
                  <a:cubicBezTo>
                    <a:pt x="523" y="876"/>
                    <a:pt x="515" y="880"/>
                    <a:pt x="508" y="884"/>
                  </a:cubicBezTo>
                  <a:cubicBezTo>
                    <a:pt x="420" y="945"/>
                    <a:pt x="411" y="951"/>
                    <a:pt x="402" y="958"/>
                  </a:cubicBezTo>
                  <a:cubicBezTo>
                    <a:pt x="299" y="1027"/>
                    <a:pt x="297" y="1029"/>
                    <a:pt x="295" y="1030"/>
                  </a:cubicBezTo>
                  <a:cubicBezTo>
                    <a:pt x="255" y="1062"/>
                    <a:pt x="252" y="1067"/>
                    <a:pt x="244" y="1072"/>
                  </a:cubicBezTo>
                  <a:cubicBezTo>
                    <a:pt x="230" y="1081"/>
                    <a:pt x="230" y="1077"/>
                    <a:pt x="232" y="1073"/>
                  </a:cubicBezTo>
                  <a:cubicBezTo>
                    <a:pt x="251" y="1057"/>
                    <a:pt x="253" y="1055"/>
                    <a:pt x="257" y="1053"/>
                  </a:cubicBezTo>
                  <a:cubicBezTo>
                    <a:pt x="293" y="1015"/>
                    <a:pt x="296" y="1017"/>
                    <a:pt x="300" y="1014"/>
                  </a:cubicBezTo>
                  <a:cubicBezTo>
                    <a:pt x="333" y="985"/>
                    <a:pt x="335" y="986"/>
                    <a:pt x="336" y="986"/>
                  </a:cubicBezTo>
                  <a:cubicBezTo>
                    <a:pt x="380" y="950"/>
                    <a:pt x="404" y="938"/>
                    <a:pt x="433" y="916"/>
                  </a:cubicBezTo>
                  <a:cubicBezTo>
                    <a:pt x="492" y="885"/>
                    <a:pt x="501" y="881"/>
                    <a:pt x="511" y="874"/>
                  </a:cubicBezTo>
                  <a:cubicBezTo>
                    <a:pt x="540" y="857"/>
                    <a:pt x="552" y="855"/>
                    <a:pt x="561" y="848"/>
                  </a:cubicBezTo>
                  <a:cubicBezTo>
                    <a:pt x="574" y="833"/>
                    <a:pt x="569" y="837"/>
                    <a:pt x="565" y="840"/>
                  </a:cubicBezTo>
                  <a:cubicBezTo>
                    <a:pt x="512" y="866"/>
                    <a:pt x="509" y="864"/>
                    <a:pt x="505" y="869"/>
                  </a:cubicBezTo>
                  <a:cubicBezTo>
                    <a:pt x="416" y="917"/>
                    <a:pt x="406" y="926"/>
                    <a:pt x="373" y="944"/>
                  </a:cubicBezTo>
                  <a:cubicBezTo>
                    <a:pt x="332" y="978"/>
                    <a:pt x="317" y="986"/>
                    <a:pt x="306" y="995"/>
                  </a:cubicBezTo>
                  <a:cubicBezTo>
                    <a:pt x="253" y="1040"/>
                    <a:pt x="256" y="1048"/>
                    <a:pt x="251" y="1045"/>
                  </a:cubicBezTo>
                  <a:cubicBezTo>
                    <a:pt x="235" y="1052"/>
                    <a:pt x="237" y="1048"/>
                    <a:pt x="241" y="1044"/>
                  </a:cubicBezTo>
                  <a:cubicBezTo>
                    <a:pt x="310" y="977"/>
                    <a:pt x="362" y="934"/>
                    <a:pt x="419" y="899"/>
                  </a:cubicBezTo>
                  <a:cubicBezTo>
                    <a:pt x="482" y="869"/>
                    <a:pt x="481" y="865"/>
                    <a:pt x="487" y="864"/>
                  </a:cubicBezTo>
                  <a:cubicBezTo>
                    <a:pt x="513" y="858"/>
                    <a:pt x="519" y="848"/>
                    <a:pt x="522" y="852"/>
                  </a:cubicBezTo>
                  <a:cubicBezTo>
                    <a:pt x="583" y="826"/>
                    <a:pt x="598" y="821"/>
                    <a:pt x="613" y="815"/>
                  </a:cubicBezTo>
                  <a:cubicBezTo>
                    <a:pt x="578" y="820"/>
                    <a:pt x="572" y="828"/>
                    <a:pt x="567" y="826"/>
                  </a:cubicBezTo>
                  <a:cubicBezTo>
                    <a:pt x="541" y="835"/>
                    <a:pt x="538" y="835"/>
                    <a:pt x="536" y="837"/>
                  </a:cubicBezTo>
                  <a:cubicBezTo>
                    <a:pt x="509" y="843"/>
                    <a:pt x="505" y="850"/>
                    <a:pt x="502" y="851"/>
                  </a:cubicBezTo>
                  <a:cubicBezTo>
                    <a:pt x="480" y="859"/>
                    <a:pt x="474" y="860"/>
                    <a:pt x="468" y="866"/>
                  </a:cubicBezTo>
                  <a:cubicBezTo>
                    <a:pt x="423" y="890"/>
                    <a:pt x="421" y="886"/>
                    <a:pt x="417" y="890"/>
                  </a:cubicBezTo>
                  <a:cubicBezTo>
                    <a:pt x="390" y="907"/>
                    <a:pt x="385" y="911"/>
                    <a:pt x="380" y="914"/>
                  </a:cubicBezTo>
                  <a:cubicBezTo>
                    <a:pt x="361" y="927"/>
                    <a:pt x="350" y="937"/>
                    <a:pt x="335" y="947"/>
                  </a:cubicBezTo>
                  <a:cubicBezTo>
                    <a:pt x="277" y="996"/>
                    <a:pt x="275" y="1001"/>
                    <a:pt x="266" y="1004"/>
                  </a:cubicBezTo>
                  <a:cubicBezTo>
                    <a:pt x="252" y="1019"/>
                    <a:pt x="249" y="1014"/>
                    <a:pt x="250" y="1013"/>
                  </a:cubicBezTo>
                  <a:cubicBezTo>
                    <a:pt x="261" y="1003"/>
                    <a:pt x="262" y="1003"/>
                    <a:pt x="262" y="1002"/>
                  </a:cubicBezTo>
                  <a:cubicBezTo>
                    <a:pt x="283" y="983"/>
                    <a:pt x="288" y="972"/>
                    <a:pt x="297" y="962"/>
                  </a:cubicBezTo>
                  <a:cubicBezTo>
                    <a:pt x="358" y="911"/>
                    <a:pt x="362" y="915"/>
                    <a:pt x="367" y="909"/>
                  </a:cubicBezTo>
                  <a:cubicBezTo>
                    <a:pt x="396" y="889"/>
                    <a:pt x="399" y="896"/>
                    <a:pt x="403" y="891"/>
                  </a:cubicBezTo>
                  <a:cubicBezTo>
                    <a:pt x="418" y="884"/>
                    <a:pt x="423" y="872"/>
                    <a:pt x="425" y="877"/>
                  </a:cubicBezTo>
                  <a:cubicBezTo>
                    <a:pt x="466" y="855"/>
                    <a:pt x="478" y="855"/>
                    <a:pt x="492" y="844"/>
                  </a:cubicBezTo>
                  <a:cubicBezTo>
                    <a:pt x="573" y="801"/>
                    <a:pt x="571" y="802"/>
                    <a:pt x="578" y="796"/>
                  </a:cubicBezTo>
                  <a:cubicBezTo>
                    <a:pt x="604" y="774"/>
                    <a:pt x="612" y="772"/>
                    <a:pt x="609" y="769"/>
                  </a:cubicBezTo>
                  <a:cubicBezTo>
                    <a:pt x="526" y="821"/>
                    <a:pt x="519" y="826"/>
                    <a:pt x="513" y="829"/>
                  </a:cubicBezTo>
                  <a:cubicBezTo>
                    <a:pt x="463" y="847"/>
                    <a:pt x="455" y="856"/>
                    <a:pt x="450" y="854"/>
                  </a:cubicBezTo>
                  <a:cubicBezTo>
                    <a:pt x="390" y="884"/>
                    <a:pt x="378" y="893"/>
                    <a:pt x="368" y="897"/>
                  </a:cubicBezTo>
                  <a:cubicBezTo>
                    <a:pt x="338" y="920"/>
                    <a:pt x="335" y="923"/>
                    <a:pt x="332" y="925"/>
                  </a:cubicBezTo>
                  <a:cubicBezTo>
                    <a:pt x="316" y="936"/>
                    <a:pt x="308" y="942"/>
                    <a:pt x="301" y="947"/>
                  </a:cubicBezTo>
                  <a:cubicBezTo>
                    <a:pt x="265" y="982"/>
                    <a:pt x="261" y="986"/>
                    <a:pt x="258" y="990"/>
                  </a:cubicBezTo>
                  <a:cubicBezTo>
                    <a:pt x="267" y="967"/>
                    <a:pt x="265" y="971"/>
                    <a:pt x="270" y="972"/>
                  </a:cubicBezTo>
                  <a:cubicBezTo>
                    <a:pt x="317" y="926"/>
                    <a:pt x="316" y="922"/>
                    <a:pt x="337" y="912"/>
                  </a:cubicBezTo>
                  <a:cubicBezTo>
                    <a:pt x="446" y="842"/>
                    <a:pt x="455" y="842"/>
                    <a:pt x="463" y="838"/>
                  </a:cubicBezTo>
                  <a:cubicBezTo>
                    <a:pt x="475" y="832"/>
                    <a:pt x="476" y="831"/>
                    <a:pt x="477" y="830"/>
                  </a:cubicBezTo>
                  <a:cubicBezTo>
                    <a:pt x="595" y="755"/>
                    <a:pt x="608" y="750"/>
                    <a:pt x="608" y="743"/>
                  </a:cubicBezTo>
                  <a:cubicBezTo>
                    <a:pt x="591" y="754"/>
                    <a:pt x="593" y="752"/>
                    <a:pt x="587" y="758"/>
                  </a:cubicBezTo>
                  <a:cubicBezTo>
                    <a:pt x="552" y="781"/>
                    <a:pt x="553" y="785"/>
                    <a:pt x="549" y="783"/>
                  </a:cubicBezTo>
                  <a:cubicBezTo>
                    <a:pt x="516" y="799"/>
                    <a:pt x="510" y="807"/>
                    <a:pt x="506" y="809"/>
                  </a:cubicBezTo>
                  <a:cubicBezTo>
                    <a:pt x="432" y="848"/>
                    <a:pt x="425" y="843"/>
                    <a:pt x="423" y="847"/>
                  </a:cubicBezTo>
                  <a:cubicBezTo>
                    <a:pt x="403" y="861"/>
                    <a:pt x="400" y="858"/>
                    <a:pt x="396" y="861"/>
                  </a:cubicBezTo>
                  <a:cubicBezTo>
                    <a:pt x="290" y="934"/>
                    <a:pt x="289" y="937"/>
                    <a:pt x="284" y="940"/>
                  </a:cubicBezTo>
                  <a:cubicBezTo>
                    <a:pt x="283" y="932"/>
                    <a:pt x="287" y="928"/>
                    <a:pt x="289" y="924"/>
                  </a:cubicBezTo>
                  <a:cubicBezTo>
                    <a:pt x="318" y="903"/>
                    <a:pt x="325" y="895"/>
                    <a:pt x="335" y="888"/>
                  </a:cubicBezTo>
                  <a:cubicBezTo>
                    <a:pt x="381" y="857"/>
                    <a:pt x="388" y="853"/>
                    <a:pt x="394" y="848"/>
                  </a:cubicBezTo>
                  <a:cubicBezTo>
                    <a:pt x="445" y="830"/>
                    <a:pt x="450" y="818"/>
                    <a:pt x="452" y="823"/>
                  </a:cubicBezTo>
                  <a:cubicBezTo>
                    <a:pt x="472" y="813"/>
                    <a:pt x="472" y="811"/>
                    <a:pt x="474" y="812"/>
                  </a:cubicBezTo>
                  <a:cubicBezTo>
                    <a:pt x="492" y="804"/>
                    <a:pt x="496" y="802"/>
                    <a:pt x="499" y="799"/>
                  </a:cubicBezTo>
                  <a:cubicBezTo>
                    <a:pt x="522" y="787"/>
                    <a:pt x="529" y="784"/>
                    <a:pt x="536" y="782"/>
                  </a:cubicBezTo>
                  <a:cubicBezTo>
                    <a:pt x="594" y="740"/>
                    <a:pt x="604" y="733"/>
                    <a:pt x="613" y="727"/>
                  </a:cubicBezTo>
                  <a:cubicBezTo>
                    <a:pt x="629" y="708"/>
                    <a:pt x="626" y="710"/>
                    <a:pt x="623" y="712"/>
                  </a:cubicBezTo>
                  <a:cubicBezTo>
                    <a:pt x="614" y="719"/>
                    <a:pt x="612" y="720"/>
                    <a:pt x="611" y="720"/>
                  </a:cubicBezTo>
                  <a:cubicBezTo>
                    <a:pt x="602" y="727"/>
                    <a:pt x="602" y="731"/>
                    <a:pt x="598" y="733"/>
                  </a:cubicBezTo>
                  <a:cubicBezTo>
                    <a:pt x="578" y="747"/>
                    <a:pt x="571" y="752"/>
                    <a:pt x="564" y="757"/>
                  </a:cubicBezTo>
                  <a:cubicBezTo>
                    <a:pt x="528" y="774"/>
                    <a:pt x="524" y="782"/>
                    <a:pt x="521" y="779"/>
                  </a:cubicBezTo>
                  <a:cubicBezTo>
                    <a:pt x="466" y="806"/>
                    <a:pt x="462" y="809"/>
                    <a:pt x="459" y="809"/>
                  </a:cubicBezTo>
                  <a:cubicBezTo>
                    <a:pt x="423" y="827"/>
                    <a:pt x="420" y="825"/>
                    <a:pt x="416" y="827"/>
                  </a:cubicBezTo>
                  <a:cubicBezTo>
                    <a:pt x="347" y="870"/>
                    <a:pt x="336" y="878"/>
                    <a:pt x="325" y="885"/>
                  </a:cubicBezTo>
                  <a:cubicBezTo>
                    <a:pt x="302" y="902"/>
                    <a:pt x="299" y="905"/>
                    <a:pt x="297" y="904"/>
                  </a:cubicBezTo>
                  <a:cubicBezTo>
                    <a:pt x="342" y="859"/>
                    <a:pt x="352" y="856"/>
                    <a:pt x="352" y="851"/>
                  </a:cubicBezTo>
                  <a:cubicBezTo>
                    <a:pt x="384" y="833"/>
                    <a:pt x="390" y="829"/>
                    <a:pt x="403" y="820"/>
                  </a:cubicBezTo>
                  <a:cubicBezTo>
                    <a:pt x="434" y="799"/>
                    <a:pt x="448" y="797"/>
                    <a:pt x="456" y="791"/>
                  </a:cubicBezTo>
                  <a:cubicBezTo>
                    <a:pt x="491" y="772"/>
                    <a:pt x="498" y="776"/>
                    <a:pt x="509" y="765"/>
                  </a:cubicBezTo>
                  <a:cubicBezTo>
                    <a:pt x="550" y="750"/>
                    <a:pt x="561" y="743"/>
                    <a:pt x="571" y="740"/>
                  </a:cubicBezTo>
                  <a:cubicBezTo>
                    <a:pt x="650" y="685"/>
                    <a:pt x="651" y="680"/>
                    <a:pt x="658" y="677"/>
                  </a:cubicBezTo>
                  <a:cubicBezTo>
                    <a:pt x="663" y="670"/>
                    <a:pt x="651" y="676"/>
                    <a:pt x="643" y="686"/>
                  </a:cubicBezTo>
                  <a:cubicBezTo>
                    <a:pt x="557" y="738"/>
                    <a:pt x="549" y="738"/>
                    <a:pt x="541" y="745"/>
                  </a:cubicBezTo>
                  <a:cubicBezTo>
                    <a:pt x="457" y="783"/>
                    <a:pt x="447" y="787"/>
                    <a:pt x="438" y="789"/>
                  </a:cubicBezTo>
                  <a:cubicBezTo>
                    <a:pt x="417" y="807"/>
                    <a:pt x="409" y="804"/>
                    <a:pt x="401" y="811"/>
                  </a:cubicBezTo>
                  <a:cubicBezTo>
                    <a:pt x="339" y="851"/>
                    <a:pt x="338" y="856"/>
                    <a:pt x="329" y="860"/>
                  </a:cubicBezTo>
                  <a:cubicBezTo>
                    <a:pt x="311" y="871"/>
                    <a:pt x="311" y="863"/>
                    <a:pt x="308" y="866"/>
                  </a:cubicBezTo>
                  <a:cubicBezTo>
                    <a:pt x="324" y="849"/>
                    <a:pt x="327" y="851"/>
                    <a:pt x="327" y="847"/>
                  </a:cubicBezTo>
                  <a:cubicBezTo>
                    <a:pt x="429" y="785"/>
                    <a:pt x="430" y="783"/>
                    <a:pt x="438" y="779"/>
                  </a:cubicBezTo>
                  <a:cubicBezTo>
                    <a:pt x="489" y="753"/>
                    <a:pt x="491" y="753"/>
                    <a:pt x="494" y="751"/>
                  </a:cubicBezTo>
                  <a:cubicBezTo>
                    <a:pt x="546" y="730"/>
                    <a:pt x="551" y="722"/>
                    <a:pt x="554" y="725"/>
                  </a:cubicBezTo>
                  <a:cubicBezTo>
                    <a:pt x="553" y="723"/>
                    <a:pt x="551" y="717"/>
                    <a:pt x="547" y="723"/>
                  </a:cubicBezTo>
                  <a:cubicBezTo>
                    <a:pt x="515" y="736"/>
                    <a:pt x="513" y="732"/>
                    <a:pt x="509" y="735"/>
                  </a:cubicBezTo>
                  <a:cubicBezTo>
                    <a:pt x="487" y="740"/>
                    <a:pt x="482" y="748"/>
                    <a:pt x="479" y="745"/>
                  </a:cubicBezTo>
                  <a:cubicBezTo>
                    <a:pt x="397" y="793"/>
                    <a:pt x="390" y="796"/>
                    <a:pt x="382" y="800"/>
                  </a:cubicBezTo>
                  <a:cubicBezTo>
                    <a:pt x="344" y="825"/>
                    <a:pt x="339" y="829"/>
                    <a:pt x="334" y="833"/>
                  </a:cubicBezTo>
                  <a:cubicBezTo>
                    <a:pt x="346" y="804"/>
                    <a:pt x="361" y="789"/>
                    <a:pt x="375" y="781"/>
                  </a:cubicBezTo>
                  <a:cubicBezTo>
                    <a:pt x="397" y="767"/>
                    <a:pt x="400" y="765"/>
                    <a:pt x="404" y="763"/>
                  </a:cubicBezTo>
                  <a:cubicBezTo>
                    <a:pt x="478" y="727"/>
                    <a:pt x="484" y="727"/>
                    <a:pt x="492" y="721"/>
                  </a:cubicBezTo>
                  <a:cubicBezTo>
                    <a:pt x="514" y="719"/>
                    <a:pt x="521" y="711"/>
                    <a:pt x="527" y="713"/>
                  </a:cubicBezTo>
                  <a:cubicBezTo>
                    <a:pt x="573" y="696"/>
                    <a:pt x="580" y="692"/>
                    <a:pt x="587" y="689"/>
                  </a:cubicBezTo>
                  <a:cubicBezTo>
                    <a:pt x="627" y="664"/>
                    <a:pt x="637" y="667"/>
                    <a:pt x="634" y="660"/>
                  </a:cubicBezTo>
                  <a:cubicBezTo>
                    <a:pt x="534" y="701"/>
                    <a:pt x="528" y="701"/>
                    <a:pt x="521" y="705"/>
                  </a:cubicBezTo>
                  <a:cubicBezTo>
                    <a:pt x="490" y="707"/>
                    <a:pt x="495" y="713"/>
                    <a:pt x="501" y="707"/>
                  </a:cubicBezTo>
                  <a:cubicBezTo>
                    <a:pt x="543" y="697"/>
                    <a:pt x="550" y="686"/>
                    <a:pt x="556" y="687"/>
                  </a:cubicBezTo>
                  <a:cubicBezTo>
                    <a:pt x="578" y="682"/>
                    <a:pt x="584" y="677"/>
                    <a:pt x="590" y="677"/>
                  </a:cubicBezTo>
                  <a:cubicBezTo>
                    <a:pt x="643" y="648"/>
                    <a:pt x="657" y="643"/>
                    <a:pt x="673" y="629"/>
                  </a:cubicBezTo>
                  <a:cubicBezTo>
                    <a:pt x="647" y="645"/>
                    <a:pt x="643" y="645"/>
                    <a:pt x="641" y="645"/>
                  </a:cubicBezTo>
                  <a:cubicBezTo>
                    <a:pt x="611" y="659"/>
                    <a:pt x="604" y="666"/>
                    <a:pt x="597" y="667"/>
                  </a:cubicBezTo>
                  <a:cubicBezTo>
                    <a:pt x="556" y="675"/>
                    <a:pt x="551" y="687"/>
                    <a:pt x="549" y="682"/>
                  </a:cubicBezTo>
                  <a:cubicBezTo>
                    <a:pt x="516" y="695"/>
                    <a:pt x="514" y="691"/>
                    <a:pt x="510" y="696"/>
                  </a:cubicBezTo>
                  <a:cubicBezTo>
                    <a:pt x="487" y="704"/>
                    <a:pt x="483" y="706"/>
                    <a:pt x="480" y="705"/>
                  </a:cubicBezTo>
                  <a:cubicBezTo>
                    <a:pt x="454" y="716"/>
                    <a:pt x="446" y="720"/>
                    <a:pt x="441" y="723"/>
                  </a:cubicBezTo>
                  <a:cubicBezTo>
                    <a:pt x="430" y="731"/>
                    <a:pt x="427" y="727"/>
                    <a:pt x="423" y="731"/>
                  </a:cubicBezTo>
                  <a:cubicBezTo>
                    <a:pt x="386" y="755"/>
                    <a:pt x="382" y="753"/>
                    <a:pt x="377" y="757"/>
                  </a:cubicBezTo>
                  <a:cubicBezTo>
                    <a:pt x="347" y="769"/>
                    <a:pt x="358" y="764"/>
                    <a:pt x="366" y="758"/>
                  </a:cubicBezTo>
                  <a:cubicBezTo>
                    <a:pt x="409" y="728"/>
                    <a:pt x="417" y="725"/>
                    <a:pt x="425" y="718"/>
                  </a:cubicBezTo>
                  <a:cubicBezTo>
                    <a:pt x="571" y="656"/>
                    <a:pt x="601" y="640"/>
                    <a:pt x="630" y="626"/>
                  </a:cubicBezTo>
                  <a:cubicBezTo>
                    <a:pt x="661" y="605"/>
                    <a:pt x="663" y="601"/>
                    <a:pt x="664" y="599"/>
                  </a:cubicBezTo>
                  <a:cubicBezTo>
                    <a:pt x="642" y="607"/>
                    <a:pt x="637" y="615"/>
                    <a:pt x="632" y="617"/>
                  </a:cubicBezTo>
                  <a:cubicBezTo>
                    <a:pt x="575" y="644"/>
                    <a:pt x="557" y="653"/>
                    <a:pt x="540" y="659"/>
                  </a:cubicBezTo>
                  <a:cubicBezTo>
                    <a:pt x="479" y="687"/>
                    <a:pt x="471" y="684"/>
                    <a:pt x="462" y="691"/>
                  </a:cubicBezTo>
                  <a:cubicBezTo>
                    <a:pt x="418" y="713"/>
                    <a:pt x="415" y="715"/>
                    <a:pt x="412" y="717"/>
                  </a:cubicBezTo>
                  <a:cubicBezTo>
                    <a:pt x="381" y="734"/>
                    <a:pt x="377" y="737"/>
                    <a:pt x="373" y="740"/>
                  </a:cubicBezTo>
                  <a:cubicBezTo>
                    <a:pt x="385" y="720"/>
                    <a:pt x="404" y="707"/>
                    <a:pt x="421" y="696"/>
                  </a:cubicBezTo>
                  <a:cubicBezTo>
                    <a:pt x="473" y="672"/>
                    <a:pt x="478" y="677"/>
                    <a:pt x="484" y="670"/>
                  </a:cubicBezTo>
                  <a:cubicBezTo>
                    <a:pt x="519" y="657"/>
                    <a:pt x="524" y="659"/>
                    <a:pt x="529" y="654"/>
                  </a:cubicBezTo>
                  <a:cubicBezTo>
                    <a:pt x="603" y="622"/>
                    <a:pt x="611" y="619"/>
                    <a:pt x="619" y="615"/>
                  </a:cubicBezTo>
                  <a:cubicBezTo>
                    <a:pt x="667" y="570"/>
                    <a:pt x="677" y="568"/>
                    <a:pt x="675" y="564"/>
                  </a:cubicBezTo>
                  <a:cubicBezTo>
                    <a:pt x="719" y="542"/>
                    <a:pt x="725" y="539"/>
                    <a:pt x="730" y="537"/>
                  </a:cubicBezTo>
                  <a:cubicBezTo>
                    <a:pt x="742" y="527"/>
                    <a:pt x="737" y="530"/>
                    <a:pt x="732" y="533"/>
                  </a:cubicBezTo>
                  <a:cubicBezTo>
                    <a:pt x="706" y="538"/>
                    <a:pt x="703" y="542"/>
                    <a:pt x="700" y="544"/>
                  </a:cubicBezTo>
                  <a:cubicBezTo>
                    <a:pt x="637" y="575"/>
                    <a:pt x="629" y="578"/>
                    <a:pt x="622" y="585"/>
                  </a:cubicBezTo>
                  <a:cubicBezTo>
                    <a:pt x="557" y="616"/>
                    <a:pt x="550" y="611"/>
                    <a:pt x="543" y="615"/>
                  </a:cubicBezTo>
                  <a:cubicBezTo>
                    <a:pt x="514" y="623"/>
                    <a:pt x="507" y="625"/>
                    <a:pt x="499" y="630"/>
                  </a:cubicBezTo>
                  <a:cubicBezTo>
                    <a:pt x="469" y="641"/>
                    <a:pt x="463" y="637"/>
                    <a:pt x="455" y="644"/>
                  </a:cubicBezTo>
                  <a:cubicBezTo>
                    <a:pt x="432" y="653"/>
                    <a:pt x="426" y="659"/>
                    <a:pt x="422" y="658"/>
                  </a:cubicBezTo>
                  <a:cubicBezTo>
                    <a:pt x="410" y="660"/>
                    <a:pt x="410" y="653"/>
                    <a:pt x="416" y="648"/>
                  </a:cubicBezTo>
                  <a:cubicBezTo>
                    <a:pt x="439" y="640"/>
                    <a:pt x="445" y="628"/>
                    <a:pt x="447" y="633"/>
                  </a:cubicBezTo>
                  <a:cubicBezTo>
                    <a:pt x="502" y="611"/>
                    <a:pt x="513" y="606"/>
                    <a:pt x="523" y="605"/>
                  </a:cubicBezTo>
                  <a:cubicBezTo>
                    <a:pt x="597" y="583"/>
                    <a:pt x="606" y="581"/>
                    <a:pt x="615" y="576"/>
                  </a:cubicBezTo>
                  <a:cubicBezTo>
                    <a:pt x="655" y="561"/>
                    <a:pt x="660" y="548"/>
                    <a:pt x="663" y="553"/>
                  </a:cubicBezTo>
                  <a:cubicBezTo>
                    <a:pt x="715" y="530"/>
                    <a:pt x="721" y="528"/>
                    <a:pt x="727" y="527"/>
                  </a:cubicBezTo>
                  <a:cubicBezTo>
                    <a:pt x="736" y="512"/>
                    <a:pt x="727" y="524"/>
                    <a:pt x="720" y="520"/>
                  </a:cubicBezTo>
                  <a:cubicBezTo>
                    <a:pt x="677" y="533"/>
                    <a:pt x="673" y="536"/>
                    <a:pt x="668" y="537"/>
                  </a:cubicBezTo>
                  <a:cubicBezTo>
                    <a:pt x="603" y="571"/>
                    <a:pt x="600" y="575"/>
                    <a:pt x="598" y="573"/>
                  </a:cubicBezTo>
                  <a:cubicBezTo>
                    <a:pt x="555" y="592"/>
                    <a:pt x="552" y="588"/>
                    <a:pt x="549" y="589"/>
                  </a:cubicBezTo>
                  <a:cubicBezTo>
                    <a:pt x="507" y="600"/>
                    <a:pt x="504" y="601"/>
                    <a:pt x="501" y="601"/>
                  </a:cubicBezTo>
                  <a:cubicBezTo>
                    <a:pt x="462" y="618"/>
                    <a:pt x="456" y="620"/>
                    <a:pt x="449" y="622"/>
                  </a:cubicBezTo>
                  <a:cubicBezTo>
                    <a:pt x="427" y="627"/>
                    <a:pt x="429" y="624"/>
                    <a:pt x="432" y="622"/>
                  </a:cubicBezTo>
                  <a:cubicBezTo>
                    <a:pt x="464" y="601"/>
                    <a:pt x="476" y="596"/>
                    <a:pt x="488" y="594"/>
                  </a:cubicBezTo>
                  <a:cubicBezTo>
                    <a:pt x="519" y="583"/>
                    <a:pt x="522" y="582"/>
                    <a:pt x="525" y="584"/>
                  </a:cubicBezTo>
                  <a:cubicBezTo>
                    <a:pt x="550" y="574"/>
                    <a:pt x="557" y="572"/>
                    <a:pt x="563" y="571"/>
                  </a:cubicBezTo>
                  <a:cubicBezTo>
                    <a:pt x="588" y="560"/>
                    <a:pt x="594" y="562"/>
                    <a:pt x="600" y="559"/>
                  </a:cubicBezTo>
                  <a:cubicBezTo>
                    <a:pt x="645" y="537"/>
                    <a:pt x="651" y="541"/>
                    <a:pt x="657" y="535"/>
                  </a:cubicBezTo>
                  <a:cubicBezTo>
                    <a:pt x="670" y="528"/>
                    <a:pt x="672" y="530"/>
                    <a:pt x="671" y="528"/>
                  </a:cubicBezTo>
                  <a:cubicBezTo>
                    <a:pt x="707" y="510"/>
                    <a:pt x="711" y="502"/>
                    <a:pt x="714" y="502"/>
                  </a:cubicBezTo>
                  <a:cubicBezTo>
                    <a:pt x="729" y="486"/>
                    <a:pt x="743" y="485"/>
                    <a:pt x="736" y="481"/>
                  </a:cubicBezTo>
                  <a:cubicBezTo>
                    <a:pt x="686" y="515"/>
                    <a:pt x="684" y="515"/>
                    <a:pt x="682" y="515"/>
                  </a:cubicBezTo>
                  <a:cubicBezTo>
                    <a:pt x="660" y="525"/>
                    <a:pt x="654" y="529"/>
                    <a:pt x="648" y="532"/>
                  </a:cubicBezTo>
                  <a:cubicBezTo>
                    <a:pt x="622" y="542"/>
                    <a:pt x="616" y="542"/>
                    <a:pt x="609" y="548"/>
                  </a:cubicBezTo>
                  <a:cubicBezTo>
                    <a:pt x="569" y="562"/>
                    <a:pt x="566" y="558"/>
                    <a:pt x="563" y="561"/>
                  </a:cubicBezTo>
                  <a:cubicBezTo>
                    <a:pt x="541" y="567"/>
                    <a:pt x="537" y="572"/>
                    <a:pt x="535" y="570"/>
                  </a:cubicBezTo>
                  <a:cubicBezTo>
                    <a:pt x="474" y="591"/>
                    <a:pt x="469" y="587"/>
                    <a:pt x="462" y="592"/>
                  </a:cubicBezTo>
                  <a:cubicBezTo>
                    <a:pt x="459" y="582"/>
                    <a:pt x="465" y="573"/>
                    <a:pt x="468" y="576"/>
                  </a:cubicBezTo>
                  <a:cubicBezTo>
                    <a:pt x="497" y="562"/>
                    <a:pt x="501" y="567"/>
                    <a:pt x="506" y="564"/>
                  </a:cubicBezTo>
                  <a:cubicBezTo>
                    <a:pt x="546" y="554"/>
                    <a:pt x="550" y="555"/>
                    <a:pt x="555" y="550"/>
                  </a:cubicBezTo>
                  <a:cubicBezTo>
                    <a:pt x="621" y="530"/>
                    <a:pt x="639" y="521"/>
                    <a:pt x="656" y="514"/>
                  </a:cubicBezTo>
                  <a:cubicBezTo>
                    <a:pt x="724" y="468"/>
                    <a:pt x="727" y="472"/>
                    <a:pt x="731" y="467"/>
                  </a:cubicBezTo>
                  <a:cubicBezTo>
                    <a:pt x="698" y="479"/>
                    <a:pt x="675" y="497"/>
                    <a:pt x="653" y="506"/>
                  </a:cubicBezTo>
                  <a:cubicBezTo>
                    <a:pt x="569" y="540"/>
                    <a:pt x="564" y="539"/>
                    <a:pt x="557" y="543"/>
                  </a:cubicBezTo>
                  <a:cubicBezTo>
                    <a:pt x="520" y="547"/>
                    <a:pt x="515" y="554"/>
                    <a:pt x="512" y="552"/>
                  </a:cubicBezTo>
                  <a:cubicBezTo>
                    <a:pt x="473" y="562"/>
                    <a:pt x="469" y="568"/>
                    <a:pt x="466" y="563"/>
                  </a:cubicBezTo>
                  <a:cubicBezTo>
                    <a:pt x="498" y="545"/>
                    <a:pt x="497" y="541"/>
                    <a:pt x="502" y="539"/>
                  </a:cubicBezTo>
                  <a:cubicBezTo>
                    <a:pt x="563" y="520"/>
                    <a:pt x="573" y="516"/>
                    <a:pt x="581" y="519"/>
                  </a:cubicBezTo>
                  <a:cubicBezTo>
                    <a:pt x="612" y="506"/>
                    <a:pt x="616" y="505"/>
                    <a:pt x="619" y="506"/>
                  </a:cubicBezTo>
                  <a:cubicBezTo>
                    <a:pt x="736" y="443"/>
                    <a:pt x="752" y="427"/>
                    <a:pt x="767" y="422"/>
                  </a:cubicBezTo>
                  <a:cubicBezTo>
                    <a:pt x="792" y="398"/>
                    <a:pt x="801" y="398"/>
                    <a:pt x="799" y="388"/>
                  </a:cubicBezTo>
                  <a:cubicBezTo>
                    <a:pt x="779" y="406"/>
                    <a:pt x="773" y="410"/>
                    <a:pt x="771" y="411"/>
                  </a:cubicBezTo>
                  <a:cubicBezTo>
                    <a:pt x="764" y="417"/>
                    <a:pt x="760" y="419"/>
                    <a:pt x="757" y="421"/>
                  </a:cubicBezTo>
                  <a:cubicBezTo>
                    <a:pt x="698" y="461"/>
                    <a:pt x="694" y="459"/>
                    <a:pt x="692" y="461"/>
                  </a:cubicBezTo>
                  <a:cubicBezTo>
                    <a:pt x="645" y="481"/>
                    <a:pt x="642" y="485"/>
                    <a:pt x="639" y="487"/>
                  </a:cubicBezTo>
                  <a:cubicBezTo>
                    <a:pt x="607" y="499"/>
                    <a:pt x="602" y="499"/>
                    <a:pt x="597" y="503"/>
                  </a:cubicBezTo>
                  <a:cubicBezTo>
                    <a:pt x="580" y="505"/>
                    <a:pt x="572" y="510"/>
                    <a:pt x="564" y="509"/>
                  </a:cubicBezTo>
                  <a:cubicBezTo>
                    <a:pt x="507" y="529"/>
                    <a:pt x="504" y="529"/>
                    <a:pt x="501" y="530"/>
                  </a:cubicBezTo>
                  <a:cubicBezTo>
                    <a:pt x="511" y="516"/>
                    <a:pt x="516" y="516"/>
                    <a:pt x="521" y="510"/>
                  </a:cubicBezTo>
                  <a:cubicBezTo>
                    <a:pt x="560" y="498"/>
                    <a:pt x="569" y="498"/>
                    <a:pt x="580" y="493"/>
                  </a:cubicBezTo>
                  <a:cubicBezTo>
                    <a:pt x="646" y="472"/>
                    <a:pt x="652" y="467"/>
                    <a:pt x="658" y="468"/>
                  </a:cubicBezTo>
                  <a:cubicBezTo>
                    <a:pt x="762" y="408"/>
                    <a:pt x="771" y="401"/>
                    <a:pt x="780" y="395"/>
                  </a:cubicBezTo>
                  <a:cubicBezTo>
                    <a:pt x="794" y="385"/>
                    <a:pt x="799" y="381"/>
                    <a:pt x="804" y="378"/>
                  </a:cubicBezTo>
                  <a:cubicBezTo>
                    <a:pt x="816" y="362"/>
                    <a:pt x="807" y="368"/>
                    <a:pt x="799" y="374"/>
                  </a:cubicBezTo>
                  <a:cubicBezTo>
                    <a:pt x="785" y="381"/>
                    <a:pt x="780" y="387"/>
                    <a:pt x="777" y="392"/>
                  </a:cubicBezTo>
                  <a:cubicBezTo>
                    <a:pt x="741" y="412"/>
                    <a:pt x="732" y="416"/>
                    <a:pt x="722" y="424"/>
                  </a:cubicBezTo>
                  <a:cubicBezTo>
                    <a:pt x="700" y="442"/>
                    <a:pt x="692" y="439"/>
                    <a:pt x="689" y="441"/>
                  </a:cubicBezTo>
                  <a:cubicBezTo>
                    <a:pt x="614" y="471"/>
                    <a:pt x="613" y="473"/>
                    <a:pt x="607" y="476"/>
                  </a:cubicBezTo>
                  <a:cubicBezTo>
                    <a:pt x="566" y="485"/>
                    <a:pt x="556" y="494"/>
                    <a:pt x="549" y="491"/>
                  </a:cubicBezTo>
                  <a:cubicBezTo>
                    <a:pt x="513" y="502"/>
                    <a:pt x="508" y="511"/>
                    <a:pt x="505" y="508"/>
                  </a:cubicBezTo>
                  <a:cubicBezTo>
                    <a:pt x="524" y="490"/>
                    <a:pt x="526" y="487"/>
                    <a:pt x="528" y="486"/>
                  </a:cubicBezTo>
                  <a:cubicBezTo>
                    <a:pt x="546" y="478"/>
                    <a:pt x="555" y="473"/>
                    <a:pt x="564" y="467"/>
                  </a:cubicBezTo>
                  <a:cubicBezTo>
                    <a:pt x="585" y="466"/>
                    <a:pt x="592" y="460"/>
                    <a:pt x="598" y="460"/>
                  </a:cubicBezTo>
                  <a:cubicBezTo>
                    <a:pt x="650" y="440"/>
                    <a:pt x="653" y="444"/>
                    <a:pt x="657" y="440"/>
                  </a:cubicBezTo>
                  <a:cubicBezTo>
                    <a:pt x="729" y="408"/>
                    <a:pt x="743" y="399"/>
                    <a:pt x="758" y="389"/>
                  </a:cubicBezTo>
                  <a:cubicBezTo>
                    <a:pt x="794" y="357"/>
                    <a:pt x="790" y="359"/>
                    <a:pt x="778" y="369"/>
                  </a:cubicBezTo>
                  <a:cubicBezTo>
                    <a:pt x="742" y="393"/>
                    <a:pt x="737" y="396"/>
                    <a:pt x="732" y="400"/>
                  </a:cubicBezTo>
                  <a:cubicBezTo>
                    <a:pt x="693" y="417"/>
                    <a:pt x="690" y="418"/>
                    <a:pt x="687" y="420"/>
                  </a:cubicBezTo>
                  <a:cubicBezTo>
                    <a:pt x="629" y="438"/>
                    <a:pt x="622" y="447"/>
                    <a:pt x="618" y="443"/>
                  </a:cubicBezTo>
                  <a:cubicBezTo>
                    <a:pt x="587" y="455"/>
                    <a:pt x="575" y="459"/>
                    <a:pt x="564" y="457"/>
                  </a:cubicBezTo>
                  <a:cubicBezTo>
                    <a:pt x="544" y="467"/>
                    <a:pt x="539" y="470"/>
                    <a:pt x="534" y="470"/>
                  </a:cubicBezTo>
                  <a:cubicBezTo>
                    <a:pt x="590" y="434"/>
                    <a:pt x="594" y="439"/>
                    <a:pt x="599" y="435"/>
                  </a:cubicBezTo>
                  <a:cubicBezTo>
                    <a:pt x="658" y="416"/>
                    <a:pt x="669" y="411"/>
                    <a:pt x="679" y="409"/>
                  </a:cubicBezTo>
                  <a:cubicBezTo>
                    <a:pt x="766" y="359"/>
                    <a:pt x="770" y="356"/>
                    <a:pt x="786" y="346"/>
                  </a:cubicBezTo>
                  <a:cubicBezTo>
                    <a:pt x="788" y="337"/>
                    <a:pt x="773" y="348"/>
                    <a:pt x="758" y="359"/>
                  </a:cubicBezTo>
                  <a:cubicBezTo>
                    <a:pt x="666" y="405"/>
                    <a:pt x="659" y="405"/>
                    <a:pt x="650" y="410"/>
                  </a:cubicBezTo>
                  <a:cubicBezTo>
                    <a:pt x="579" y="427"/>
                    <a:pt x="571" y="435"/>
                    <a:pt x="566" y="429"/>
                  </a:cubicBezTo>
                  <a:cubicBezTo>
                    <a:pt x="586" y="418"/>
                    <a:pt x="591" y="422"/>
                    <a:pt x="597" y="419"/>
                  </a:cubicBezTo>
                  <a:cubicBezTo>
                    <a:pt x="623" y="411"/>
                    <a:pt x="627" y="405"/>
                    <a:pt x="629" y="408"/>
                  </a:cubicBezTo>
                  <a:cubicBezTo>
                    <a:pt x="674" y="391"/>
                    <a:pt x="674" y="383"/>
                    <a:pt x="679" y="385"/>
                  </a:cubicBezTo>
                  <a:cubicBezTo>
                    <a:pt x="709" y="372"/>
                    <a:pt x="714" y="369"/>
                    <a:pt x="719" y="365"/>
                  </a:cubicBezTo>
                  <a:cubicBezTo>
                    <a:pt x="790" y="326"/>
                    <a:pt x="800" y="319"/>
                    <a:pt x="808" y="316"/>
                  </a:cubicBezTo>
                  <a:cubicBezTo>
                    <a:pt x="851" y="294"/>
                    <a:pt x="848" y="291"/>
                    <a:pt x="852" y="289"/>
                  </a:cubicBezTo>
                  <a:cubicBezTo>
                    <a:pt x="847" y="287"/>
                    <a:pt x="848" y="290"/>
                    <a:pt x="845" y="292"/>
                  </a:cubicBezTo>
                  <a:cubicBezTo>
                    <a:pt x="796" y="312"/>
                    <a:pt x="785" y="320"/>
                    <a:pt x="775" y="325"/>
                  </a:cubicBezTo>
                  <a:cubicBezTo>
                    <a:pt x="686" y="371"/>
                    <a:pt x="681" y="378"/>
                    <a:pt x="677" y="376"/>
                  </a:cubicBezTo>
                  <a:cubicBezTo>
                    <a:pt x="647" y="386"/>
                    <a:pt x="644" y="390"/>
                    <a:pt x="642" y="391"/>
                  </a:cubicBezTo>
                  <a:cubicBezTo>
                    <a:pt x="602" y="407"/>
                    <a:pt x="598" y="406"/>
                    <a:pt x="593" y="409"/>
                  </a:cubicBezTo>
                  <a:cubicBezTo>
                    <a:pt x="585" y="406"/>
                    <a:pt x="586" y="411"/>
                    <a:pt x="589" y="407"/>
                  </a:cubicBezTo>
                  <a:cubicBezTo>
                    <a:pt x="637" y="379"/>
                    <a:pt x="661" y="368"/>
                    <a:pt x="684" y="361"/>
                  </a:cubicBezTo>
                  <a:cubicBezTo>
                    <a:pt x="714" y="348"/>
                    <a:pt x="717" y="344"/>
                    <a:pt x="720" y="343"/>
                  </a:cubicBezTo>
                  <a:cubicBezTo>
                    <a:pt x="761" y="318"/>
                    <a:pt x="780" y="313"/>
                    <a:pt x="794" y="303"/>
                  </a:cubicBezTo>
                  <a:cubicBezTo>
                    <a:pt x="837" y="288"/>
                    <a:pt x="847" y="283"/>
                    <a:pt x="845" y="279"/>
                  </a:cubicBezTo>
                  <a:cubicBezTo>
                    <a:pt x="748" y="324"/>
                    <a:pt x="743" y="322"/>
                    <a:pt x="738" y="327"/>
                  </a:cubicBezTo>
                  <a:cubicBezTo>
                    <a:pt x="712" y="340"/>
                    <a:pt x="702" y="341"/>
                    <a:pt x="692" y="348"/>
                  </a:cubicBezTo>
                  <a:cubicBezTo>
                    <a:pt x="671" y="360"/>
                    <a:pt x="667" y="355"/>
                    <a:pt x="661" y="360"/>
                  </a:cubicBezTo>
                  <a:cubicBezTo>
                    <a:pt x="628" y="371"/>
                    <a:pt x="625" y="375"/>
                    <a:pt x="623" y="373"/>
                  </a:cubicBezTo>
                  <a:cubicBezTo>
                    <a:pt x="602" y="380"/>
                    <a:pt x="603" y="375"/>
                    <a:pt x="608" y="379"/>
                  </a:cubicBezTo>
                  <a:cubicBezTo>
                    <a:pt x="635" y="363"/>
                    <a:pt x="640" y="358"/>
                    <a:pt x="645" y="355"/>
                  </a:cubicBezTo>
                  <a:cubicBezTo>
                    <a:pt x="690" y="337"/>
                    <a:pt x="695" y="339"/>
                    <a:pt x="702" y="336"/>
                  </a:cubicBezTo>
                  <a:cubicBezTo>
                    <a:pt x="778" y="299"/>
                    <a:pt x="789" y="291"/>
                    <a:pt x="800" y="284"/>
                  </a:cubicBezTo>
                  <a:cubicBezTo>
                    <a:pt x="823" y="265"/>
                    <a:pt x="817" y="270"/>
                    <a:pt x="810" y="275"/>
                  </a:cubicBezTo>
                  <a:cubicBezTo>
                    <a:pt x="745" y="308"/>
                    <a:pt x="744" y="312"/>
                    <a:pt x="735" y="317"/>
                  </a:cubicBezTo>
                  <a:cubicBezTo>
                    <a:pt x="706" y="325"/>
                    <a:pt x="698" y="329"/>
                    <a:pt x="692" y="328"/>
                  </a:cubicBezTo>
                  <a:cubicBezTo>
                    <a:pt x="631" y="353"/>
                    <a:pt x="625" y="359"/>
                    <a:pt x="621" y="355"/>
                  </a:cubicBezTo>
                  <a:cubicBezTo>
                    <a:pt x="645" y="341"/>
                    <a:pt x="649" y="339"/>
                    <a:pt x="654" y="336"/>
                  </a:cubicBezTo>
                  <a:cubicBezTo>
                    <a:pt x="697" y="321"/>
                    <a:pt x="705" y="316"/>
                    <a:pt x="713" y="313"/>
                  </a:cubicBezTo>
                  <a:cubicBezTo>
                    <a:pt x="745" y="297"/>
                    <a:pt x="753" y="295"/>
                    <a:pt x="761" y="291"/>
                  </a:cubicBezTo>
                  <a:cubicBezTo>
                    <a:pt x="803" y="262"/>
                    <a:pt x="807" y="264"/>
                    <a:pt x="806" y="261"/>
                  </a:cubicBezTo>
                  <a:cubicBezTo>
                    <a:pt x="839" y="233"/>
                    <a:pt x="843" y="230"/>
                    <a:pt x="847" y="226"/>
                  </a:cubicBezTo>
                  <a:cubicBezTo>
                    <a:pt x="796" y="261"/>
                    <a:pt x="788" y="266"/>
                    <a:pt x="779" y="272"/>
                  </a:cubicBezTo>
                  <a:cubicBezTo>
                    <a:pt x="668" y="319"/>
                    <a:pt x="661" y="325"/>
                    <a:pt x="655" y="325"/>
                  </a:cubicBezTo>
                  <a:cubicBezTo>
                    <a:pt x="643" y="332"/>
                    <a:pt x="643" y="326"/>
                    <a:pt x="646" y="322"/>
                  </a:cubicBezTo>
                  <a:cubicBezTo>
                    <a:pt x="668" y="316"/>
                    <a:pt x="674" y="313"/>
                    <a:pt x="679" y="313"/>
                  </a:cubicBezTo>
                  <a:cubicBezTo>
                    <a:pt x="789" y="253"/>
                    <a:pt x="800" y="245"/>
                    <a:pt x="811" y="238"/>
                  </a:cubicBezTo>
                  <a:cubicBezTo>
                    <a:pt x="830" y="217"/>
                    <a:pt x="839" y="215"/>
                    <a:pt x="836" y="212"/>
                  </a:cubicBezTo>
                  <a:cubicBezTo>
                    <a:pt x="826" y="221"/>
                    <a:pt x="818" y="219"/>
                    <a:pt x="815" y="227"/>
                  </a:cubicBezTo>
                  <a:cubicBezTo>
                    <a:pt x="759" y="262"/>
                    <a:pt x="739" y="275"/>
                    <a:pt x="719" y="284"/>
                  </a:cubicBezTo>
                  <a:cubicBezTo>
                    <a:pt x="673" y="305"/>
                    <a:pt x="671" y="306"/>
                    <a:pt x="668" y="306"/>
                  </a:cubicBezTo>
                  <a:cubicBezTo>
                    <a:pt x="711" y="282"/>
                    <a:pt x="719" y="273"/>
                    <a:pt x="727" y="271"/>
                  </a:cubicBezTo>
                  <a:cubicBezTo>
                    <a:pt x="797" y="226"/>
                    <a:pt x="805" y="220"/>
                    <a:pt x="813" y="214"/>
                  </a:cubicBezTo>
                  <a:cubicBezTo>
                    <a:pt x="850" y="175"/>
                    <a:pt x="861" y="172"/>
                    <a:pt x="859" y="168"/>
                  </a:cubicBezTo>
                  <a:close/>
                  <a:moveTo>
                    <a:pt x="743" y="232"/>
                  </a:moveTo>
                  <a:cubicBezTo>
                    <a:pt x="748" y="239"/>
                    <a:pt x="733" y="238"/>
                    <a:pt x="728" y="246"/>
                  </a:cubicBezTo>
                  <a:cubicBezTo>
                    <a:pt x="725" y="238"/>
                    <a:pt x="737" y="240"/>
                    <a:pt x="743" y="232"/>
                  </a:cubicBezTo>
                  <a:close/>
                  <a:moveTo>
                    <a:pt x="723" y="245"/>
                  </a:moveTo>
                  <a:cubicBezTo>
                    <a:pt x="723" y="251"/>
                    <a:pt x="713" y="252"/>
                    <a:pt x="710" y="254"/>
                  </a:cubicBezTo>
                  <a:cubicBezTo>
                    <a:pt x="709" y="248"/>
                    <a:pt x="719" y="247"/>
                    <a:pt x="723" y="245"/>
                  </a:cubicBezTo>
                  <a:close/>
                  <a:moveTo>
                    <a:pt x="265" y="659"/>
                  </a:moveTo>
                  <a:cubicBezTo>
                    <a:pt x="262" y="656"/>
                    <a:pt x="263" y="654"/>
                    <a:pt x="262" y="651"/>
                  </a:cubicBezTo>
                  <a:cubicBezTo>
                    <a:pt x="260" y="649"/>
                    <a:pt x="256" y="646"/>
                    <a:pt x="259" y="644"/>
                  </a:cubicBezTo>
                  <a:cubicBezTo>
                    <a:pt x="256" y="643"/>
                    <a:pt x="254" y="641"/>
                    <a:pt x="252" y="638"/>
                  </a:cubicBezTo>
                  <a:cubicBezTo>
                    <a:pt x="252" y="636"/>
                    <a:pt x="252" y="634"/>
                    <a:pt x="250" y="635"/>
                  </a:cubicBezTo>
                  <a:cubicBezTo>
                    <a:pt x="248" y="631"/>
                    <a:pt x="248" y="627"/>
                    <a:pt x="243" y="623"/>
                  </a:cubicBezTo>
                  <a:cubicBezTo>
                    <a:pt x="245" y="617"/>
                    <a:pt x="243" y="617"/>
                    <a:pt x="239" y="613"/>
                  </a:cubicBezTo>
                  <a:cubicBezTo>
                    <a:pt x="241" y="610"/>
                    <a:pt x="236" y="605"/>
                    <a:pt x="236" y="601"/>
                  </a:cubicBezTo>
                  <a:cubicBezTo>
                    <a:pt x="231" y="592"/>
                    <a:pt x="230" y="592"/>
                    <a:pt x="223" y="581"/>
                  </a:cubicBezTo>
                  <a:cubicBezTo>
                    <a:pt x="215" y="572"/>
                    <a:pt x="216" y="564"/>
                    <a:pt x="207" y="555"/>
                  </a:cubicBezTo>
                  <a:cubicBezTo>
                    <a:pt x="203" y="545"/>
                    <a:pt x="204" y="543"/>
                    <a:pt x="195" y="532"/>
                  </a:cubicBezTo>
                  <a:cubicBezTo>
                    <a:pt x="199" y="528"/>
                    <a:pt x="191" y="523"/>
                    <a:pt x="193" y="519"/>
                  </a:cubicBezTo>
                  <a:cubicBezTo>
                    <a:pt x="188" y="514"/>
                    <a:pt x="192" y="510"/>
                    <a:pt x="188" y="505"/>
                  </a:cubicBezTo>
                  <a:cubicBezTo>
                    <a:pt x="187" y="496"/>
                    <a:pt x="184" y="487"/>
                    <a:pt x="181" y="478"/>
                  </a:cubicBezTo>
                  <a:cubicBezTo>
                    <a:pt x="189" y="478"/>
                    <a:pt x="185" y="488"/>
                    <a:pt x="189" y="492"/>
                  </a:cubicBezTo>
                  <a:cubicBezTo>
                    <a:pt x="191" y="498"/>
                    <a:pt x="194" y="504"/>
                    <a:pt x="193" y="509"/>
                  </a:cubicBezTo>
                  <a:cubicBezTo>
                    <a:pt x="200" y="517"/>
                    <a:pt x="199" y="523"/>
                    <a:pt x="207" y="531"/>
                  </a:cubicBezTo>
                  <a:cubicBezTo>
                    <a:pt x="210" y="535"/>
                    <a:pt x="208" y="538"/>
                    <a:pt x="209" y="541"/>
                  </a:cubicBezTo>
                  <a:cubicBezTo>
                    <a:pt x="213" y="542"/>
                    <a:pt x="214" y="546"/>
                    <a:pt x="213" y="549"/>
                  </a:cubicBezTo>
                  <a:cubicBezTo>
                    <a:pt x="220" y="554"/>
                    <a:pt x="218" y="557"/>
                    <a:pt x="224" y="565"/>
                  </a:cubicBezTo>
                  <a:cubicBezTo>
                    <a:pt x="227" y="574"/>
                    <a:pt x="233" y="584"/>
                    <a:pt x="237" y="593"/>
                  </a:cubicBezTo>
                  <a:cubicBezTo>
                    <a:pt x="239" y="596"/>
                    <a:pt x="241" y="598"/>
                    <a:pt x="243" y="601"/>
                  </a:cubicBezTo>
                  <a:cubicBezTo>
                    <a:pt x="243" y="603"/>
                    <a:pt x="243" y="605"/>
                    <a:pt x="245" y="604"/>
                  </a:cubicBezTo>
                  <a:cubicBezTo>
                    <a:pt x="246" y="609"/>
                    <a:pt x="245" y="613"/>
                    <a:pt x="250" y="618"/>
                  </a:cubicBezTo>
                  <a:cubicBezTo>
                    <a:pt x="253" y="627"/>
                    <a:pt x="261" y="637"/>
                    <a:pt x="263" y="646"/>
                  </a:cubicBezTo>
                  <a:cubicBezTo>
                    <a:pt x="271" y="655"/>
                    <a:pt x="270" y="664"/>
                    <a:pt x="275" y="673"/>
                  </a:cubicBezTo>
                  <a:cubicBezTo>
                    <a:pt x="268" y="673"/>
                    <a:pt x="271" y="663"/>
                    <a:pt x="265" y="659"/>
                  </a:cubicBezTo>
                  <a:close/>
                  <a:moveTo>
                    <a:pt x="279" y="685"/>
                  </a:moveTo>
                  <a:cubicBezTo>
                    <a:pt x="279" y="692"/>
                    <a:pt x="278" y="682"/>
                    <a:pt x="274" y="679"/>
                  </a:cubicBezTo>
                  <a:cubicBezTo>
                    <a:pt x="273" y="676"/>
                    <a:pt x="276" y="678"/>
                    <a:pt x="277" y="679"/>
                  </a:cubicBezTo>
                  <a:cubicBezTo>
                    <a:pt x="278" y="681"/>
                    <a:pt x="279" y="683"/>
                    <a:pt x="281" y="684"/>
                  </a:cubicBezTo>
                  <a:cubicBezTo>
                    <a:pt x="280" y="685"/>
                    <a:pt x="280" y="685"/>
                    <a:pt x="279" y="685"/>
                  </a:cubicBezTo>
                  <a:close/>
                  <a:moveTo>
                    <a:pt x="166" y="634"/>
                  </a:moveTo>
                  <a:cubicBezTo>
                    <a:pt x="162" y="637"/>
                    <a:pt x="166" y="630"/>
                    <a:pt x="161" y="628"/>
                  </a:cubicBezTo>
                  <a:cubicBezTo>
                    <a:pt x="168" y="628"/>
                    <a:pt x="168" y="638"/>
                    <a:pt x="172" y="642"/>
                  </a:cubicBezTo>
                  <a:cubicBezTo>
                    <a:pt x="168" y="645"/>
                    <a:pt x="166" y="636"/>
                    <a:pt x="166" y="634"/>
                  </a:cubicBezTo>
                  <a:close/>
                  <a:moveTo>
                    <a:pt x="192" y="691"/>
                  </a:moveTo>
                  <a:cubicBezTo>
                    <a:pt x="192" y="690"/>
                    <a:pt x="191" y="690"/>
                    <a:pt x="190" y="691"/>
                  </a:cubicBezTo>
                  <a:cubicBezTo>
                    <a:pt x="187" y="685"/>
                    <a:pt x="184" y="679"/>
                    <a:pt x="184" y="673"/>
                  </a:cubicBezTo>
                  <a:cubicBezTo>
                    <a:pt x="190" y="669"/>
                    <a:pt x="184" y="681"/>
                    <a:pt x="189" y="677"/>
                  </a:cubicBezTo>
                  <a:cubicBezTo>
                    <a:pt x="189" y="682"/>
                    <a:pt x="193" y="688"/>
                    <a:pt x="194" y="693"/>
                  </a:cubicBezTo>
                  <a:cubicBezTo>
                    <a:pt x="195" y="695"/>
                    <a:pt x="196" y="696"/>
                    <a:pt x="197" y="698"/>
                  </a:cubicBezTo>
                  <a:cubicBezTo>
                    <a:pt x="200" y="705"/>
                    <a:pt x="188" y="693"/>
                    <a:pt x="192" y="691"/>
                  </a:cubicBezTo>
                  <a:close/>
                  <a:moveTo>
                    <a:pt x="259" y="828"/>
                  </a:moveTo>
                  <a:cubicBezTo>
                    <a:pt x="258" y="824"/>
                    <a:pt x="255" y="820"/>
                    <a:pt x="256" y="817"/>
                  </a:cubicBezTo>
                  <a:cubicBezTo>
                    <a:pt x="247" y="810"/>
                    <a:pt x="247" y="797"/>
                    <a:pt x="241" y="789"/>
                  </a:cubicBezTo>
                  <a:cubicBezTo>
                    <a:pt x="233" y="777"/>
                    <a:pt x="228" y="766"/>
                    <a:pt x="224" y="755"/>
                  </a:cubicBezTo>
                  <a:cubicBezTo>
                    <a:pt x="220" y="751"/>
                    <a:pt x="217" y="746"/>
                    <a:pt x="214" y="742"/>
                  </a:cubicBezTo>
                  <a:cubicBezTo>
                    <a:pt x="212" y="737"/>
                    <a:pt x="211" y="732"/>
                    <a:pt x="208" y="727"/>
                  </a:cubicBezTo>
                  <a:cubicBezTo>
                    <a:pt x="206" y="724"/>
                    <a:pt x="208" y="722"/>
                    <a:pt x="205" y="719"/>
                  </a:cubicBezTo>
                  <a:cubicBezTo>
                    <a:pt x="202" y="720"/>
                    <a:pt x="204" y="715"/>
                    <a:pt x="201" y="717"/>
                  </a:cubicBezTo>
                  <a:cubicBezTo>
                    <a:pt x="203" y="712"/>
                    <a:pt x="194" y="705"/>
                    <a:pt x="199" y="701"/>
                  </a:cubicBezTo>
                  <a:cubicBezTo>
                    <a:pt x="207" y="710"/>
                    <a:pt x="207" y="720"/>
                    <a:pt x="217" y="725"/>
                  </a:cubicBezTo>
                  <a:cubicBezTo>
                    <a:pt x="214" y="728"/>
                    <a:pt x="222" y="733"/>
                    <a:pt x="220" y="736"/>
                  </a:cubicBezTo>
                  <a:cubicBezTo>
                    <a:pt x="220" y="739"/>
                    <a:pt x="227" y="743"/>
                    <a:pt x="224" y="745"/>
                  </a:cubicBezTo>
                  <a:cubicBezTo>
                    <a:pt x="228" y="751"/>
                    <a:pt x="231" y="757"/>
                    <a:pt x="232" y="763"/>
                  </a:cubicBezTo>
                  <a:cubicBezTo>
                    <a:pt x="242" y="777"/>
                    <a:pt x="242" y="783"/>
                    <a:pt x="252" y="798"/>
                  </a:cubicBezTo>
                  <a:cubicBezTo>
                    <a:pt x="255" y="807"/>
                    <a:pt x="256" y="808"/>
                    <a:pt x="261" y="817"/>
                  </a:cubicBezTo>
                  <a:cubicBezTo>
                    <a:pt x="258" y="822"/>
                    <a:pt x="264" y="829"/>
                    <a:pt x="265" y="836"/>
                  </a:cubicBezTo>
                  <a:cubicBezTo>
                    <a:pt x="259" y="838"/>
                    <a:pt x="262" y="830"/>
                    <a:pt x="259" y="828"/>
                  </a:cubicBezTo>
                  <a:close/>
                  <a:moveTo>
                    <a:pt x="195" y="1053"/>
                  </a:moveTo>
                  <a:cubicBezTo>
                    <a:pt x="187" y="1053"/>
                    <a:pt x="194" y="1042"/>
                    <a:pt x="195" y="1053"/>
                  </a:cubicBezTo>
                  <a:close/>
                  <a:moveTo>
                    <a:pt x="139" y="1162"/>
                  </a:moveTo>
                  <a:cubicBezTo>
                    <a:pt x="139" y="1162"/>
                    <a:pt x="135" y="1161"/>
                    <a:pt x="135" y="1160"/>
                  </a:cubicBezTo>
                  <a:cubicBezTo>
                    <a:pt x="135" y="1160"/>
                    <a:pt x="137" y="1159"/>
                    <a:pt x="137" y="1159"/>
                  </a:cubicBezTo>
                  <a:cubicBezTo>
                    <a:pt x="135" y="1156"/>
                    <a:pt x="134" y="1152"/>
                    <a:pt x="136" y="1155"/>
                  </a:cubicBezTo>
                  <a:cubicBezTo>
                    <a:pt x="138" y="1157"/>
                    <a:pt x="136" y="1158"/>
                    <a:pt x="137" y="1159"/>
                  </a:cubicBezTo>
                  <a:cubicBezTo>
                    <a:pt x="137" y="1159"/>
                    <a:pt x="146" y="1164"/>
                    <a:pt x="139" y="1162"/>
                  </a:cubicBezTo>
                  <a:close/>
                  <a:moveTo>
                    <a:pt x="157" y="1194"/>
                  </a:moveTo>
                  <a:cubicBezTo>
                    <a:pt x="156" y="1188"/>
                    <a:pt x="151" y="1181"/>
                    <a:pt x="146" y="1175"/>
                  </a:cubicBezTo>
                  <a:cubicBezTo>
                    <a:pt x="148" y="1173"/>
                    <a:pt x="150" y="1179"/>
                    <a:pt x="153" y="1177"/>
                  </a:cubicBezTo>
                  <a:cubicBezTo>
                    <a:pt x="149" y="1182"/>
                    <a:pt x="165" y="1190"/>
                    <a:pt x="157" y="1194"/>
                  </a:cubicBezTo>
                  <a:close/>
                  <a:moveTo>
                    <a:pt x="160" y="1194"/>
                  </a:moveTo>
                  <a:cubicBezTo>
                    <a:pt x="165" y="1194"/>
                    <a:pt x="164" y="1204"/>
                    <a:pt x="167" y="1208"/>
                  </a:cubicBezTo>
                  <a:cubicBezTo>
                    <a:pt x="161" y="1208"/>
                    <a:pt x="161" y="1198"/>
                    <a:pt x="160" y="1194"/>
                  </a:cubicBezTo>
                  <a:close/>
                  <a:moveTo>
                    <a:pt x="120" y="1272"/>
                  </a:moveTo>
                  <a:cubicBezTo>
                    <a:pt x="122" y="1271"/>
                    <a:pt x="129" y="1274"/>
                    <a:pt x="125" y="1275"/>
                  </a:cubicBezTo>
                  <a:cubicBezTo>
                    <a:pt x="136" y="1289"/>
                    <a:pt x="127" y="1283"/>
                    <a:pt x="120" y="1272"/>
                  </a:cubicBezTo>
                  <a:close/>
                  <a:moveTo>
                    <a:pt x="25" y="1215"/>
                  </a:moveTo>
                  <a:cubicBezTo>
                    <a:pt x="26" y="1214"/>
                    <a:pt x="27" y="1214"/>
                    <a:pt x="28" y="1213"/>
                  </a:cubicBezTo>
                  <a:cubicBezTo>
                    <a:pt x="29" y="1214"/>
                    <a:pt x="31" y="1216"/>
                    <a:pt x="32" y="1218"/>
                  </a:cubicBezTo>
                  <a:cubicBezTo>
                    <a:pt x="31" y="1218"/>
                    <a:pt x="30" y="1219"/>
                    <a:pt x="29" y="1220"/>
                  </a:cubicBezTo>
                  <a:cubicBezTo>
                    <a:pt x="27" y="1218"/>
                    <a:pt x="26" y="1217"/>
                    <a:pt x="25" y="1215"/>
                  </a:cubicBezTo>
                  <a:close/>
                  <a:moveTo>
                    <a:pt x="121" y="1375"/>
                  </a:moveTo>
                  <a:cubicBezTo>
                    <a:pt x="117" y="1370"/>
                    <a:pt x="114" y="1365"/>
                    <a:pt x="110" y="1360"/>
                  </a:cubicBezTo>
                  <a:cubicBezTo>
                    <a:pt x="113" y="1358"/>
                    <a:pt x="116" y="1360"/>
                    <a:pt x="118" y="1364"/>
                  </a:cubicBezTo>
                  <a:cubicBezTo>
                    <a:pt x="122" y="1365"/>
                    <a:pt x="127" y="1372"/>
                    <a:pt x="121" y="1375"/>
                  </a:cubicBezTo>
                  <a:close/>
                  <a:moveTo>
                    <a:pt x="156" y="1400"/>
                  </a:moveTo>
                  <a:cubicBezTo>
                    <a:pt x="154" y="1401"/>
                    <a:pt x="156" y="1399"/>
                    <a:pt x="154" y="1397"/>
                  </a:cubicBezTo>
                  <a:cubicBezTo>
                    <a:pt x="129" y="1364"/>
                    <a:pt x="125" y="1355"/>
                    <a:pt x="120" y="1353"/>
                  </a:cubicBezTo>
                  <a:cubicBezTo>
                    <a:pt x="103" y="1335"/>
                    <a:pt x="105" y="1329"/>
                    <a:pt x="98" y="1330"/>
                  </a:cubicBezTo>
                  <a:cubicBezTo>
                    <a:pt x="80" y="1305"/>
                    <a:pt x="82" y="1304"/>
                    <a:pt x="82" y="1304"/>
                  </a:cubicBezTo>
                  <a:cubicBezTo>
                    <a:pt x="72" y="1293"/>
                    <a:pt x="73" y="1290"/>
                    <a:pt x="72" y="1290"/>
                  </a:cubicBezTo>
                  <a:cubicBezTo>
                    <a:pt x="60" y="1278"/>
                    <a:pt x="63" y="1277"/>
                    <a:pt x="61" y="1275"/>
                  </a:cubicBezTo>
                  <a:cubicBezTo>
                    <a:pt x="44" y="1247"/>
                    <a:pt x="37" y="1241"/>
                    <a:pt x="37" y="1236"/>
                  </a:cubicBezTo>
                  <a:cubicBezTo>
                    <a:pt x="33" y="1223"/>
                    <a:pt x="41" y="1230"/>
                    <a:pt x="45" y="1233"/>
                  </a:cubicBezTo>
                  <a:cubicBezTo>
                    <a:pt x="83" y="1280"/>
                    <a:pt x="94" y="1291"/>
                    <a:pt x="101" y="1303"/>
                  </a:cubicBezTo>
                  <a:cubicBezTo>
                    <a:pt x="106" y="1310"/>
                    <a:pt x="104" y="1311"/>
                    <a:pt x="105" y="1312"/>
                  </a:cubicBezTo>
                  <a:cubicBezTo>
                    <a:pt x="117" y="1329"/>
                    <a:pt x="118" y="1327"/>
                    <a:pt x="119" y="1329"/>
                  </a:cubicBezTo>
                  <a:cubicBezTo>
                    <a:pt x="159" y="1413"/>
                    <a:pt x="159" y="1403"/>
                    <a:pt x="156" y="1400"/>
                  </a:cubicBezTo>
                  <a:close/>
                  <a:moveTo>
                    <a:pt x="217" y="1325"/>
                  </a:moveTo>
                  <a:cubicBezTo>
                    <a:pt x="220" y="1327"/>
                    <a:pt x="210" y="1334"/>
                    <a:pt x="210" y="1328"/>
                  </a:cubicBezTo>
                  <a:cubicBezTo>
                    <a:pt x="212" y="1325"/>
                    <a:pt x="214" y="1327"/>
                    <a:pt x="217" y="1325"/>
                  </a:cubicBezTo>
                  <a:close/>
                  <a:moveTo>
                    <a:pt x="182" y="1218"/>
                  </a:moveTo>
                  <a:cubicBezTo>
                    <a:pt x="188" y="1216"/>
                    <a:pt x="184" y="1224"/>
                    <a:pt x="189" y="1227"/>
                  </a:cubicBezTo>
                  <a:cubicBezTo>
                    <a:pt x="183" y="1229"/>
                    <a:pt x="184" y="1220"/>
                    <a:pt x="182" y="1218"/>
                  </a:cubicBezTo>
                  <a:close/>
                  <a:moveTo>
                    <a:pt x="339" y="1330"/>
                  </a:moveTo>
                  <a:cubicBezTo>
                    <a:pt x="343" y="1334"/>
                    <a:pt x="348" y="1326"/>
                    <a:pt x="351" y="1333"/>
                  </a:cubicBezTo>
                  <a:cubicBezTo>
                    <a:pt x="345" y="1334"/>
                    <a:pt x="340" y="1333"/>
                    <a:pt x="334" y="1333"/>
                  </a:cubicBezTo>
                  <a:cubicBezTo>
                    <a:pt x="333" y="1331"/>
                    <a:pt x="337" y="1333"/>
                    <a:pt x="339" y="1330"/>
                  </a:cubicBezTo>
                  <a:close/>
                  <a:moveTo>
                    <a:pt x="334" y="1341"/>
                  </a:moveTo>
                  <a:cubicBezTo>
                    <a:pt x="336" y="1340"/>
                    <a:pt x="338" y="1342"/>
                    <a:pt x="340" y="1342"/>
                  </a:cubicBezTo>
                  <a:cubicBezTo>
                    <a:pt x="342" y="1341"/>
                    <a:pt x="344" y="1342"/>
                    <a:pt x="346" y="1340"/>
                  </a:cubicBezTo>
                  <a:cubicBezTo>
                    <a:pt x="357" y="1342"/>
                    <a:pt x="367" y="1347"/>
                    <a:pt x="379" y="1338"/>
                  </a:cubicBezTo>
                  <a:cubicBezTo>
                    <a:pt x="387" y="1341"/>
                    <a:pt x="395" y="1339"/>
                    <a:pt x="403" y="1338"/>
                  </a:cubicBezTo>
                  <a:cubicBezTo>
                    <a:pt x="406" y="1343"/>
                    <a:pt x="399" y="1338"/>
                    <a:pt x="397" y="1342"/>
                  </a:cubicBezTo>
                  <a:cubicBezTo>
                    <a:pt x="395" y="1339"/>
                    <a:pt x="391" y="1345"/>
                    <a:pt x="389" y="1341"/>
                  </a:cubicBezTo>
                  <a:cubicBezTo>
                    <a:pt x="383" y="1345"/>
                    <a:pt x="378" y="1341"/>
                    <a:pt x="372" y="1345"/>
                  </a:cubicBezTo>
                  <a:cubicBezTo>
                    <a:pt x="367" y="1342"/>
                    <a:pt x="362" y="1346"/>
                    <a:pt x="357" y="1344"/>
                  </a:cubicBezTo>
                  <a:cubicBezTo>
                    <a:pt x="352" y="1342"/>
                    <a:pt x="346" y="1348"/>
                    <a:pt x="341" y="1343"/>
                  </a:cubicBezTo>
                  <a:cubicBezTo>
                    <a:pt x="335" y="1345"/>
                    <a:pt x="329" y="1350"/>
                    <a:pt x="324" y="1343"/>
                  </a:cubicBezTo>
                  <a:cubicBezTo>
                    <a:pt x="328" y="1342"/>
                    <a:pt x="330" y="1346"/>
                    <a:pt x="334" y="1341"/>
                  </a:cubicBezTo>
                  <a:close/>
                  <a:moveTo>
                    <a:pt x="321" y="1343"/>
                  </a:moveTo>
                  <a:cubicBezTo>
                    <a:pt x="321" y="1351"/>
                    <a:pt x="310" y="1347"/>
                    <a:pt x="306" y="1349"/>
                  </a:cubicBezTo>
                  <a:cubicBezTo>
                    <a:pt x="300" y="1351"/>
                    <a:pt x="295" y="1352"/>
                    <a:pt x="290" y="1353"/>
                  </a:cubicBezTo>
                  <a:cubicBezTo>
                    <a:pt x="284" y="1355"/>
                    <a:pt x="278" y="1355"/>
                    <a:pt x="272" y="1359"/>
                  </a:cubicBezTo>
                  <a:cubicBezTo>
                    <a:pt x="267" y="1360"/>
                    <a:pt x="265" y="1364"/>
                    <a:pt x="258" y="1364"/>
                  </a:cubicBezTo>
                  <a:cubicBezTo>
                    <a:pt x="249" y="1371"/>
                    <a:pt x="241" y="1374"/>
                    <a:pt x="233" y="1377"/>
                  </a:cubicBezTo>
                  <a:cubicBezTo>
                    <a:pt x="216" y="1388"/>
                    <a:pt x="203" y="1400"/>
                    <a:pt x="192" y="1412"/>
                  </a:cubicBezTo>
                  <a:cubicBezTo>
                    <a:pt x="191" y="1414"/>
                    <a:pt x="190" y="1415"/>
                    <a:pt x="191" y="1417"/>
                  </a:cubicBezTo>
                  <a:cubicBezTo>
                    <a:pt x="188" y="1420"/>
                    <a:pt x="186" y="1418"/>
                    <a:pt x="188" y="1417"/>
                  </a:cubicBezTo>
                  <a:cubicBezTo>
                    <a:pt x="190" y="1412"/>
                    <a:pt x="191" y="1406"/>
                    <a:pt x="196" y="1401"/>
                  </a:cubicBezTo>
                  <a:cubicBezTo>
                    <a:pt x="197" y="1396"/>
                    <a:pt x="204" y="1391"/>
                    <a:pt x="205" y="1385"/>
                  </a:cubicBezTo>
                  <a:cubicBezTo>
                    <a:pt x="211" y="1384"/>
                    <a:pt x="216" y="1375"/>
                    <a:pt x="225" y="1370"/>
                  </a:cubicBezTo>
                  <a:cubicBezTo>
                    <a:pt x="235" y="1364"/>
                    <a:pt x="236" y="1365"/>
                    <a:pt x="246" y="1358"/>
                  </a:cubicBezTo>
                  <a:cubicBezTo>
                    <a:pt x="248" y="1361"/>
                    <a:pt x="252" y="1355"/>
                    <a:pt x="255" y="1356"/>
                  </a:cubicBezTo>
                  <a:cubicBezTo>
                    <a:pt x="258" y="1356"/>
                    <a:pt x="261" y="1355"/>
                    <a:pt x="264" y="1352"/>
                  </a:cubicBezTo>
                  <a:cubicBezTo>
                    <a:pt x="267" y="1356"/>
                    <a:pt x="272" y="1352"/>
                    <a:pt x="275" y="1354"/>
                  </a:cubicBezTo>
                  <a:cubicBezTo>
                    <a:pt x="291" y="1345"/>
                    <a:pt x="306" y="1348"/>
                    <a:pt x="321" y="1343"/>
                  </a:cubicBezTo>
                  <a:close/>
                  <a:moveTo>
                    <a:pt x="193" y="1379"/>
                  </a:moveTo>
                  <a:cubicBezTo>
                    <a:pt x="192" y="1377"/>
                    <a:pt x="196" y="1374"/>
                    <a:pt x="198" y="1376"/>
                  </a:cubicBezTo>
                  <a:cubicBezTo>
                    <a:pt x="198" y="1371"/>
                    <a:pt x="203" y="1367"/>
                    <a:pt x="205" y="1363"/>
                  </a:cubicBezTo>
                  <a:cubicBezTo>
                    <a:pt x="211" y="1359"/>
                    <a:pt x="216" y="1355"/>
                    <a:pt x="221" y="1351"/>
                  </a:cubicBezTo>
                  <a:cubicBezTo>
                    <a:pt x="230" y="1347"/>
                    <a:pt x="237" y="1348"/>
                    <a:pt x="246" y="1341"/>
                  </a:cubicBezTo>
                  <a:cubicBezTo>
                    <a:pt x="251" y="1345"/>
                    <a:pt x="256" y="1336"/>
                    <a:pt x="262" y="1339"/>
                  </a:cubicBezTo>
                  <a:cubicBezTo>
                    <a:pt x="267" y="1334"/>
                    <a:pt x="271" y="1340"/>
                    <a:pt x="277" y="1336"/>
                  </a:cubicBezTo>
                  <a:cubicBezTo>
                    <a:pt x="286" y="1336"/>
                    <a:pt x="296" y="1336"/>
                    <a:pt x="305" y="1335"/>
                  </a:cubicBezTo>
                  <a:cubicBezTo>
                    <a:pt x="306" y="1338"/>
                    <a:pt x="303" y="1337"/>
                    <a:pt x="301" y="1338"/>
                  </a:cubicBezTo>
                  <a:cubicBezTo>
                    <a:pt x="298" y="1342"/>
                    <a:pt x="296" y="1337"/>
                    <a:pt x="293" y="1338"/>
                  </a:cubicBezTo>
                  <a:cubicBezTo>
                    <a:pt x="291" y="1341"/>
                    <a:pt x="290" y="1339"/>
                    <a:pt x="287" y="1340"/>
                  </a:cubicBezTo>
                  <a:cubicBezTo>
                    <a:pt x="284" y="1339"/>
                    <a:pt x="280" y="1341"/>
                    <a:pt x="275" y="1344"/>
                  </a:cubicBezTo>
                  <a:cubicBezTo>
                    <a:pt x="268" y="1341"/>
                    <a:pt x="260" y="1348"/>
                    <a:pt x="252" y="1346"/>
                  </a:cubicBezTo>
                  <a:cubicBezTo>
                    <a:pt x="250" y="1348"/>
                    <a:pt x="248" y="1349"/>
                    <a:pt x="246" y="1348"/>
                  </a:cubicBezTo>
                  <a:cubicBezTo>
                    <a:pt x="236" y="1354"/>
                    <a:pt x="235" y="1357"/>
                    <a:pt x="226" y="1357"/>
                  </a:cubicBezTo>
                  <a:cubicBezTo>
                    <a:pt x="224" y="1364"/>
                    <a:pt x="216" y="1364"/>
                    <a:pt x="214" y="1368"/>
                  </a:cubicBezTo>
                  <a:cubicBezTo>
                    <a:pt x="207" y="1371"/>
                    <a:pt x="208" y="1375"/>
                    <a:pt x="200" y="1376"/>
                  </a:cubicBezTo>
                  <a:cubicBezTo>
                    <a:pt x="199" y="1380"/>
                    <a:pt x="194" y="1384"/>
                    <a:pt x="191" y="1387"/>
                  </a:cubicBezTo>
                  <a:cubicBezTo>
                    <a:pt x="188" y="1384"/>
                    <a:pt x="189" y="1381"/>
                    <a:pt x="193" y="1379"/>
                  </a:cubicBezTo>
                  <a:close/>
                  <a:moveTo>
                    <a:pt x="199" y="1139"/>
                  </a:moveTo>
                  <a:cubicBezTo>
                    <a:pt x="195" y="1136"/>
                    <a:pt x="199" y="1133"/>
                    <a:pt x="194" y="1130"/>
                  </a:cubicBezTo>
                  <a:cubicBezTo>
                    <a:pt x="196" y="1124"/>
                    <a:pt x="191" y="1118"/>
                    <a:pt x="192" y="1112"/>
                  </a:cubicBezTo>
                  <a:cubicBezTo>
                    <a:pt x="172" y="1082"/>
                    <a:pt x="156" y="1052"/>
                    <a:pt x="135" y="1027"/>
                  </a:cubicBezTo>
                  <a:cubicBezTo>
                    <a:pt x="131" y="1022"/>
                    <a:pt x="125" y="1019"/>
                    <a:pt x="121" y="1011"/>
                  </a:cubicBezTo>
                  <a:cubicBezTo>
                    <a:pt x="118" y="1006"/>
                    <a:pt x="120" y="1008"/>
                    <a:pt x="116" y="1004"/>
                  </a:cubicBezTo>
                  <a:cubicBezTo>
                    <a:pt x="114" y="1002"/>
                    <a:pt x="115" y="999"/>
                    <a:pt x="113" y="997"/>
                  </a:cubicBezTo>
                  <a:cubicBezTo>
                    <a:pt x="111" y="993"/>
                    <a:pt x="107" y="991"/>
                    <a:pt x="105" y="988"/>
                  </a:cubicBezTo>
                  <a:cubicBezTo>
                    <a:pt x="105" y="989"/>
                    <a:pt x="106" y="986"/>
                    <a:pt x="105" y="985"/>
                  </a:cubicBezTo>
                  <a:cubicBezTo>
                    <a:pt x="105" y="985"/>
                    <a:pt x="99" y="984"/>
                    <a:pt x="100" y="982"/>
                  </a:cubicBezTo>
                  <a:cubicBezTo>
                    <a:pt x="102" y="976"/>
                    <a:pt x="85" y="961"/>
                    <a:pt x="80" y="952"/>
                  </a:cubicBezTo>
                  <a:cubicBezTo>
                    <a:pt x="80" y="951"/>
                    <a:pt x="78" y="949"/>
                    <a:pt x="78" y="948"/>
                  </a:cubicBezTo>
                  <a:cubicBezTo>
                    <a:pt x="79" y="945"/>
                    <a:pt x="77" y="947"/>
                    <a:pt x="75" y="943"/>
                  </a:cubicBezTo>
                  <a:cubicBezTo>
                    <a:pt x="75" y="943"/>
                    <a:pt x="76" y="942"/>
                    <a:pt x="75" y="941"/>
                  </a:cubicBezTo>
                  <a:cubicBezTo>
                    <a:pt x="70" y="932"/>
                    <a:pt x="58" y="920"/>
                    <a:pt x="53" y="907"/>
                  </a:cubicBezTo>
                  <a:cubicBezTo>
                    <a:pt x="58" y="904"/>
                    <a:pt x="61" y="910"/>
                    <a:pt x="64" y="915"/>
                  </a:cubicBezTo>
                  <a:cubicBezTo>
                    <a:pt x="65" y="919"/>
                    <a:pt x="73" y="924"/>
                    <a:pt x="70" y="927"/>
                  </a:cubicBezTo>
                  <a:cubicBezTo>
                    <a:pt x="77" y="930"/>
                    <a:pt x="83" y="943"/>
                    <a:pt x="90" y="947"/>
                  </a:cubicBezTo>
                  <a:cubicBezTo>
                    <a:pt x="93" y="952"/>
                    <a:pt x="96" y="956"/>
                    <a:pt x="99" y="960"/>
                  </a:cubicBezTo>
                  <a:cubicBezTo>
                    <a:pt x="97" y="963"/>
                    <a:pt x="100" y="962"/>
                    <a:pt x="101" y="963"/>
                  </a:cubicBezTo>
                  <a:cubicBezTo>
                    <a:pt x="101" y="966"/>
                    <a:pt x="102" y="968"/>
                    <a:pt x="104" y="967"/>
                  </a:cubicBezTo>
                  <a:cubicBezTo>
                    <a:pt x="107" y="969"/>
                    <a:pt x="109" y="979"/>
                    <a:pt x="114" y="977"/>
                  </a:cubicBezTo>
                  <a:cubicBezTo>
                    <a:pt x="113" y="980"/>
                    <a:pt x="116" y="984"/>
                    <a:pt x="119" y="985"/>
                  </a:cubicBezTo>
                  <a:cubicBezTo>
                    <a:pt x="124" y="994"/>
                    <a:pt x="128" y="995"/>
                    <a:pt x="134" y="1006"/>
                  </a:cubicBezTo>
                  <a:cubicBezTo>
                    <a:pt x="140" y="1014"/>
                    <a:pt x="146" y="1022"/>
                    <a:pt x="152" y="1030"/>
                  </a:cubicBezTo>
                  <a:cubicBezTo>
                    <a:pt x="154" y="1034"/>
                    <a:pt x="156" y="1034"/>
                    <a:pt x="158" y="1035"/>
                  </a:cubicBezTo>
                  <a:cubicBezTo>
                    <a:pt x="159" y="1040"/>
                    <a:pt x="167" y="1051"/>
                    <a:pt x="174" y="1061"/>
                  </a:cubicBezTo>
                  <a:cubicBezTo>
                    <a:pt x="180" y="1075"/>
                    <a:pt x="188" y="1090"/>
                    <a:pt x="193" y="1104"/>
                  </a:cubicBezTo>
                  <a:cubicBezTo>
                    <a:pt x="196" y="1111"/>
                    <a:pt x="198" y="1118"/>
                    <a:pt x="198" y="1125"/>
                  </a:cubicBezTo>
                  <a:cubicBezTo>
                    <a:pt x="203" y="1132"/>
                    <a:pt x="203" y="1139"/>
                    <a:pt x="203" y="1145"/>
                  </a:cubicBezTo>
                  <a:cubicBezTo>
                    <a:pt x="199" y="1148"/>
                    <a:pt x="199" y="1140"/>
                    <a:pt x="199" y="1139"/>
                  </a:cubicBezTo>
                  <a:close/>
                  <a:moveTo>
                    <a:pt x="228" y="1142"/>
                  </a:moveTo>
                  <a:cubicBezTo>
                    <a:pt x="236" y="1134"/>
                    <a:pt x="246" y="1126"/>
                    <a:pt x="252" y="1118"/>
                  </a:cubicBezTo>
                  <a:cubicBezTo>
                    <a:pt x="300" y="1093"/>
                    <a:pt x="301" y="1085"/>
                    <a:pt x="309" y="1081"/>
                  </a:cubicBezTo>
                  <a:cubicBezTo>
                    <a:pt x="462" y="985"/>
                    <a:pt x="471" y="976"/>
                    <a:pt x="485" y="967"/>
                  </a:cubicBezTo>
                  <a:cubicBezTo>
                    <a:pt x="503" y="945"/>
                    <a:pt x="507" y="947"/>
                    <a:pt x="510" y="941"/>
                  </a:cubicBezTo>
                  <a:cubicBezTo>
                    <a:pt x="557" y="905"/>
                    <a:pt x="553" y="907"/>
                    <a:pt x="551" y="909"/>
                  </a:cubicBezTo>
                  <a:cubicBezTo>
                    <a:pt x="517" y="950"/>
                    <a:pt x="499" y="964"/>
                    <a:pt x="486" y="978"/>
                  </a:cubicBezTo>
                  <a:cubicBezTo>
                    <a:pt x="437" y="1016"/>
                    <a:pt x="427" y="1019"/>
                    <a:pt x="415" y="1030"/>
                  </a:cubicBezTo>
                  <a:cubicBezTo>
                    <a:pt x="412" y="1032"/>
                    <a:pt x="412" y="1035"/>
                    <a:pt x="411" y="1035"/>
                  </a:cubicBezTo>
                  <a:cubicBezTo>
                    <a:pt x="371" y="1063"/>
                    <a:pt x="358" y="1069"/>
                    <a:pt x="346" y="1077"/>
                  </a:cubicBezTo>
                  <a:cubicBezTo>
                    <a:pt x="251" y="1133"/>
                    <a:pt x="244" y="1138"/>
                    <a:pt x="238" y="1142"/>
                  </a:cubicBezTo>
                  <a:cubicBezTo>
                    <a:pt x="217" y="1159"/>
                    <a:pt x="213" y="1164"/>
                    <a:pt x="208" y="1169"/>
                  </a:cubicBezTo>
                  <a:close/>
                  <a:moveTo>
                    <a:pt x="223" y="1067"/>
                  </a:moveTo>
                  <a:cubicBezTo>
                    <a:pt x="223" y="1065"/>
                    <a:pt x="223" y="1063"/>
                    <a:pt x="221" y="1061"/>
                  </a:cubicBezTo>
                  <a:cubicBezTo>
                    <a:pt x="226" y="1059"/>
                    <a:pt x="229" y="1064"/>
                    <a:pt x="223" y="1067"/>
                  </a:cubicBezTo>
                  <a:close/>
                  <a:moveTo>
                    <a:pt x="232" y="1100"/>
                  </a:moveTo>
                  <a:cubicBezTo>
                    <a:pt x="230" y="1094"/>
                    <a:pt x="242" y="1090"/>
                    <a:pt x="243" y="1085"/>
                  </a:cubicBezTo>
                  <a:cubicBezTo>
                    <a:pt x="362" y="999"/>
                    <a:pt x="360" y="990"/>
                    <a:pt x="366" y="989"/>
                  </a:cubicBezTo>
                  <a:cubicBezTo>
                    <a:pt x="390" y="969"/>
                    <a:pt x="398" y="972"/>
                    <a:pt x="400" y="969"/>
                  </a:cubicBezTo>
                  <a:cubicBezTo>
                    <a:pt x="434" y="942"/>
                    <a:pt x="438" y="946"/>
                    <a:pt x="443" y="940"/>
                  </a:cubicBezTo>
                  <a:cubicBezTo>
                    <a:pt x="503" y="895"/>
                    <a:pt x="520" y="886"/>
                    <a:pt x="537" y="875"/>
                  </a:cubicBezTo>
                  <a:cubicBezTo>
                    <a:pt x="594" y="856"/>
                    <a:pt x="595" y="858"/>
                    <a:pt x="592" y="860"/>
                  </a:cubicBezTo>
                  <a:cubicBezTo>
                    <a:pt x="575" y="865"/>
                    <a:pt x="573" y="867"/>
                    <a:pt x="571" y="865"/>
                  </a:cubicBezTo>
                  <a:cubicBezTo>
                    <a:pt x="463" y="940"/>
                    <a:pt x="448" y="949"/>
                    <a:pt x="432" y="965"/>
                  </a:cubicBezTo>
                  <a:cubicBezTo>
                    <a:pt x="322" y="1042"/>
                    <a:pt x="316" y="1041"/>
                    <a:pt x="309" y="1047"/>
                  </a:cubicBezTo>
                  <a:cubicBezTo>
                    <a:pt x="287" y="1062"/>
                    <a:pt x="287" y="1060"/>
                    <a:pt x="285" y="1062"/>
                  </a:cubicBezTo>
                  <a:cubicBezTo>
                    <a:pt x="261" y="1080"/>
                    <a:pt x="257" y="1087"/>
                    <a:pt x="255" y="1084"/>
                  </a:cubicBezTo>
                  <a:close/>
                  <a:moveTo>
                    <a:pt x="231" y="1037"/>
                  </a:moveTo>
                  <a:cubicBezTo>
                    <a:pt x="230" y="1036"/>
                    <a:pt x="229" y="1035"/>
                    <a:pt x="228" y="1034"/>
                  </a:cubicBezTo>
                  <a:cubicBezTo>
                    <a:pt x="230" y="1033"/>
                    <a:pt x="231" y="1032"/>
                    <a:pt x="232" y="1032"/>
                  </a:cubicBezTo>
                  <a:cubicBezTo>
                    <a:pt x="232" y="1033"/>
                    <a:pt x="233" y="1034"/>
                    <a:pt x="234" y="1035"/>
                  </a:cubicBezTo>
                  <a:cubicBezTo>
                    <a:pt x="233" y="1036"/>
                    <a:pt x="232" y="1036"/>
                    <a:pt x="231" y="1037"/>
                  </a:cubicBezTo>
                  <a:close/>
                  <a:moveTo>
                    <a:pt x="269" y="855"/>
                  </a:moveTo>
                  <a:cubicBezTo>
                    <a:pt x="270" y="855"/>
                    <a:pt x="267" y="849"/>
                    <a:pt x="267" y="849"/>
                  </a:cubicBezTo>
                  <a:cubicBezTo>
                    <a:pt x="269" y="847"/>
                    <a:pt x="275" y="856"/>
                    <a:pt x="269" y="855"/>
                  </a:cubicBezTo>
                  <a:close/>
                  <a:moveTo>
                    <a:pt x="301" y="886"/>
                  </a:moveTo>
                  <a:cubicBezTo>
                    <a:pt x="298" y="882"/>
                    <a:pt x="298" y="880"/>
                    <a:pt x="302" y="877"/>
                  </a:cubicBezTo>
                  <a:cubicBezTo>
                    <a:pt x="305" y="881"/>
                    <a:pt x="305" y="884"/>
                    <a:pt x="301" y="886"/>
                  </a:cubicBezTo>
                  <a:close/>
                  <a:moveTo>
                    <a:pt x="301" y="817"/>
                  </a:moveTo>
                  <a:cubicBezTo>
                    <a:pt x="301" y="815"/>
                    <a:pt x="302" y="814"/>
                    <a:pt x="301" y="812"/>
                  </a:cubicBezTo>
                  <a:cubicBezTo>
                    <a:pt x="300" y="808"/>
                    <a:pt x="305" y="812"/>
                    <a:pt x="303" y="813"/>
                  </a:cubicBezTo>
                  <a:cubicBezTo>
                    <a:pt x="305" y="816"/>
                    <a:pt x="303" y="818"/>
                    <a:pt x="306" y="821"/>
                  </a:cubicBezTo>
                  <a:cubicBezTo>
                    <a:pt x="305" y="825"/>
                    <a:pt x="306" y="829"/>
                    <a:pt x="308" y="834"/>
                  </a:cubicBezTo>
                  <a:cubicBezTo>
                    <a:pt x="300" y="833"/>
                    <a:pt x="306" y="822"/>
                    <a:pt x="301" y="817"/>
                  </a:cubicBezTo>
                  <a:close/>
                  <a:moveTo>
                    <a:pt x="481" y="717"/>
                  </a:moveTo>
                  <a:cubicBezTo>
                    <a:pt x="482" y="721"/>
                    <a:pt x="472" y="722"/>
                    <a:pt x="468" y="723"/>
                  </a:cubicBezTo>
                  <a:cubicBezTo>
                    <a:pt x="467" y="719"/>
                    <a:pt x="478" y="718"/>
                    <a:pt x="481" y="717"/>
                  </a:cubicBezTo>
                  <a:close/>
                  <a:moveTo>
                    <a:pt x="463" y="722"/>
                  </a:moveTo>
                  <a:cubicBezTo>
                    <a:pt x="465" y="726"/>
                    <a:pt x="456" y="728"/>
                    <a:pt x="455" y="728"/>
                  </a:cubicBezTo>
                  <a:cubicBezTo>
                    <a:pt x="452" y="724"/>
                    <a:pt x="461" y="722"/>
                    <a:pt x="463" y="722"/>
                  </a:cubicBezTo>
                  <a:close/>
                  <a:moveTo>
                    <a:pt x="356" y="782"/>
                  </a:moveTo>
                  <a:cubicBezTo>
                    <a:pt x="358" y="781"/>
                    <a:pt x="359" y="780"/>
                    <a:pt x="361" y="778"/>
                  </a:cubicBezTo>
                  <a:cubicBezTo>
                    <a:pt x="368" y="777"/>
                    <a:pt x="358" y="783"/>
                    <a:pt x="356" y="785"/>
                  </a:cubicBezTo>
                  <a:cubicBezTo>
                    <a:pt x="353" y="786"/>
                    <a:pt x="354" y="783"/>
                    <a:pt x="356" y="782"/>
                  </a:cubicBezTo>
                  <a:close/>
                  <a:moveTo>
                    <a:pt x="393" y="618"/>
                  </a:moveTo>
                  <a:cubicBezTo>
                    <a:pt x="387" y="621"/>
                    <a:pt x="392" y="614"/>
                    <a:pt x="388" y="612"/>
                  </a:cubicBezTo>
                  <a:cubicBezTo>
                    <a:pt x="392" y="609"/>
                    <a:pt x="392" y="617"/>
                    <a:pt x="393" y="618"/>
                  </a:cubicBezTo>
                  <a:close/>
                  <a:moveTo>
                    <a:pt x="407" y="682"/>
                  </a:moveTo>
                  <a:cubicBezTo>
                    <a:pt x="410" y="678"/>
                    <a:pt x="412" y="674"/>
                    <a:pt x="418" y="671"/>
                  </a:cubicBezTo>
                  <a:cubicBezTo>
                    <a:pt x="450" y="660"/>
                    <a:pt x="454" y="654"/>
                    <a:pt x="457" y="653"/>
                  </a:cubicBezTo>
                  <a:cubicBezTo>
                    <a:pt x="483" y="644"/>
                    <a:pt x="490" y="641"/>
                    <a:pt x="496" y="639"/>
                  </a:cubicBezTo>
                  <a:cubicBezTo>
                    <a:pt x="536" y="628"/>
                    <a:pt x="539" y="625"/>
                    <a:pt x="543" y="625"/>
                  </a:cubicBezTo>
                  <a:cubicBezTo>
                    <a:pt x="574" y="618"/>
                    <a:pt x="580" y="613"/>
                    <a:pt x="586" y="614"/>
                  </a:cubicBezTo>
                  <a:cubicBezTo>
                    <a:pt x="673" y="563"/>
                    <a:pt x="672" y="564"/>
                    <a:pt x="671" y="565"/>
                  </a:cubicBezTo>
                  <a:cubicBezTo>
                    <a:pt x="622" y="601"/>
                    <a:pt x="616" y="610"/>
                    <a:pt x="597" y="618"/>
                  </a:cubicBezTo>
                  <a:cubicBezTo>
                    <a:pt x="544" y="639"/>
                    <a:pt x="541" y="643"/>
                    <a:pt x="537" y="644"/>
                  </a:cubicBezTo>
                  <a:cubicBezTo>
                    <a:pt x="519" y="649"/>
                    <a:pt x="512" y="654"/>
                    <a:pt x="505" y="655"/>
                  </a:cubicBezTo>
                  <a:cubicBezTo>
                    <a:pt x="445" y="679"/>
                    <a:pt x="427" y="685"/>
                    <a:pt x="408" y="693"/>
                  </a:cubicBezTo>
                  <a:cubicBezTo>
                    <a:pt x="383" y="709"/>
                    <a:pt x="384" y="706"/>
                    <a:pt x="383" y="704"/>
                  </a:cubicBezTo>
                  <a:cubicBezTo>
                    <a:pt x="397" y="688"/>
                    <a:pt x="401" y="686"/>
                    <a:pt x="403" y="684"/>
                  </a:cubicBezTo>
                  <a:close/>
                  <a:moveTo>
                    <a:pt x="532" y="454"/>
                  </a:moveTo>
                  <a:cubicBezTo>
                    <a:pt x="532" y="450"/>
                    <a:pt x="531" y="447"/>
                    <a:pt x="535" y="444"/>
                  </a:cubicBezTo>
                  <a:cubicBezTo>
                    <a:pt x="538" y="448"/>
                    <a:pt x="536" y="451"/>
                    <a:pt x="532" y="454"/>
                  </a:cubicBezTo>
                  <a:close/>
                  <a:moveTo>
                    <a:pt x="627" y="333"/>
                  </a:moveTo>
                  <a:cubicBezTo>
                    <a:pt x="626" y="331"/>
                    <a:pt x="628" y="329"/>
                    <a:pt x="627" y="326"/>
                  </a:cubicBezTo>
                  <a:cubicBezTo>
                    <a:pt x="631" y="324"/>
                    <a:pt x="631" y="332"/>
                    <a:pt x="627" y="333"/>
                  </a:cubicBezTo>
                  <a:close/>
                  <a:moveTo>
                    <a:pt x="722" y="53"/>
                  </a:moveTo>
                  <a:cubicBezTo>
                    <a:pt x="723" y="56"/>
                    <a:pt x="721" y="59"/>
                    <a:pt x="718" y="61"/>
                  </a:cubicBezTo>
                  <a:cubicBezTo>
                    <a:pt x="713" y="58"/>
                    <a:pt x="719" y="56"/>
                    <a:pt x="722" y="53"/>
                  </a:cubicBezTo>
                  <a:close/>
                  <a:moveTo>
                    <a:pt x="670" y="251"/>
                  </a:moveTo>
                  <a:cubicBezTo>
                    <a:pt x="668" y="255"/>
                    <a:pt x="668" y="260"/>
                    <a:pt x="668" y="264"/>
                  </a:cubicBezTo>
                  <a:cubicBezTo>
                    <a:pt x="664" y="281"/>
                    <a:pt x="657" y="284"/>
                    <a:pt x="658" y="289"/>
                  </a:cubicBezTo>
                  <a:cubicBezTo>
                    <a:pt x="652" y="296"/>
                    <a:pt x="652" y="292"/>
                    <a:pt x="653" y="288"/>
                  </a:cubicBezTo>
                  <a:cubicBezTo>
                    <a:pt x="661" y="245"/>
                    <a:pt x="661" y="237"/>
                    <a:pt x="665" y="230"/>
                  </a:cubicBezTo>
                  <a:cubicBezTo>
                    <a:pt x="666" y="215"/>
                    <a:pt x="662" y="210"/>
                    <a:pt x="666" y="207"/>
                  </a:cubicBezTo>
                  <a:cubicBezTo>
                    <a:pt x="670" y="171"/>
                    <a:pt x="675" y="168"/>
                    <a:pt x="674" y="164"/>
                  </a:cubicBezTo>
                  <a:cubicBezTo>
                    <a:pt x="679" y="136"/>
                    <a:pt x="684" y="129"/>
                    <a:pt x="685" y="122"/>
                  </a:cubicBezTo>
                  <a:cubicBezTo>
                    <a:pt x="704" y="89"/>
                    <a:pt x="704" y="75"/>
                    <a:pt x="716" y="63"/>
                  </a:cubicBezTo>
                  <a:cubicBezTo>
                    <a:pt x="709" y="86"/>
                    <a:pt x="708" y="91"/>
                    <a:pt x="704" y="96"/>
                  </a:cubicBezTo>
                  <a:cubicBezTo>
                    <a:pt x="684" y="166"/>
                    <a:pt x="687" y="171"/>
                    <a:pt x="684" y="174"/>
                  </a:cubicBezTo>
                  <a:cubicBezTo>
                    <a:pt x="678" y="204"/>
                    <a:pt x="677" y="208"/>
                    <a:pt x="678" y="213"/>
                  </a:cubicBezTo>
                  <a:cubicBezTo>
                    <a:pt x="672" y="242"/>
                    <a:pt x="669" y="246"/>
                    <a:pt x="670" y="251"/>
                  </a:cubicBezTo>
                  <a:close/>
                </a:path>
              </a:pathLst>
            </a:custGeom>
            <a:solidFill>
              <a:srgbClr val="d0cdbb">
                <a:alpha val="50000"/>
              </a:srgbClr>
            </a:solidFill>
            <a:ln w="0">
              <a:noFill/>
            </a:ln>
          </p:spPr>
          <p:style>
            <a:lnRef idx="0"/>
            <a:fillRef idx="0"/>
            <a:effectRef idx="0"/>
            <a:fontRef idx="minor"/>
          </p:style>
          <p:txBody>
            <a:bodyPr tIns="91440" bIns="91440" anchor="ctr">
              <a:noAutofit/>
            </a:bodyPr>
            <a:p>
              <a:pPr>
                <a:lnSpc>
                  <a:spcPct val="100000"/>
                </a:lnSpc>
                <a:tabLst>
                  <a:tab algn="l" pos="0"/>
                </a:tabLst>
              </a:pPr>
              <a:endParaRPr b="0" lang="en-US" sz="1400" spc="-1" strike="noStrike">
                <a:solidFill>
                  <a:srgbClr val="000000"/>
                </a:solidFill>
                <a:latin typeface="Arial"/>
                <a:ea typeface="Arial"/>
              </a:endParaRPr>
            </a:p>
          </p:txBody>
        </p:sp>
      </p:grpSp>
      <p:cxnSp>
        <p:nvCxnSpPr>
          <p:cNvPr id="62" name="Google Shape;59;p13"/>
          <p:cNvCxnSpPr/>
          <p:nvPr/>
        </p:nvCxnSpPr>
        <p:spPr>
          <a:xfrm>
            <a:off x="2199960" y="1631880"/>
            <a:ext cx="6578280" cy="360"/>
          </a:xfrm>
          <a:prstGeom prst="straightConnector1">
            <a:avLst/>
          </a:prstGeom>
          <a:ln w="38100">
            <a:solidFill>
              <a:srgbClr val="79a8a4"/>
            </a:solidFill>
            <a:round/>
          </a:ln>
        </p:spPr>
      </p:cxnSp>
      <p:cxnSp>
        <p:nvCxnSpPr>
          <p:cNvPr id="63" name="Google Shape;60;p13"/>
          <p:cNvCxnSpPr/>
          <p:nvPr/>
        </p:nvCxnSpPr>
        <p:spPr>
          <a:xfrm>
            <a:off x="2199960" y="1631880"/>
            <a:ext cx="6578280" cy="360"/>
          </a:xfrm>
          <a:prstGeom prst="straightConnector1">
            <a:avLst/>
          </a:prstGeom>
          <a:ln w="38100">
            <a:solidFill>
              <a:srgbClr val="79a8a4"/>
            </a:solidFill>
            <a:round/>
          </a:ln>
        </p:spPr>
      </p:cxnSp>
      <p:sp>
        <p:nvSpPr>
          <p:cNvPr id="64" name="PlaceHolder 1"/>
          <p:cNvSpPr>
            <a:spLocks noGrp="1"/>
          </p:cNvSpPr>
          <p:nvPr>
            <p:ph type="title"/>
          </p:nvPr>
        </p:nvSpPr>
        <p:spPr>
          <a:xfrm>
            <a:off x="2104920" y="426240"/>
            <a:ext cx="6672960" cy="1170000"/>
          </a:xfrm>
          <a:prstGeom prst="rect">
            <a:avLst/>
          </a:prstGeom>
          <a:noFill/>
          <a:ln w="0">
            <a:noFill/>
          </a:ln>
        </p:spPr>
        <p:txBody>
          <a:bodyPr lIns="91440" rIns="91440" tIns="45720" bIns="45720" anchor="t">
            <a:normAutofit fontScale="99177" lnSpcReduction="10000"/>
          </a:bodyPr>
          <a:p>
            <a:pPr indent="0">
              <a:buNone/>
            </a:pPr>
            <a:r>
              <a:rPr b="0" lang="en-US" sz="3800" spc="-1" strike="noStrike">
                <a:solidFill>
                  <a:srgbClr val="000000"/>
                </a:solidFill>
                <a:latin typeface="Arial"/>
              </a:rPr>
              <a:t>Click to edit the title text format</a:t>
            </a:r>
            <a:endParaRPr b="0" lang="en-US" sz="3800" spc="-1" strike="noStrike">
              <a:solidFill>
                <a:srgbClr val="000000"/>
              </a:solidFill>
              <a:latin typeface="Arial"/>
            </a:endParaRPr>
          </a:p>
        </p:txBody>
      </p:sp>
      <p:sp>
        <p:nvSpPr>
          <p:cNvPr id="65" name="PlaceHolder 2"/>
          <p:cNvSpPr>
            <a:spLocks noGrp="1"/>
          </p:cNvSpPr>
          <p:nvPr>
            <p:ph type="body"/>
          </p:nvPr>
        </p:nvSpPr>
        <p:spPr>
          <a:xfrm>
            <a:off x="2212560" y="1828800"/>
            <a:ext cx="3126960" cy="2742840"/>
          </a:xfrm>
          <a:prstGeom prst="rect">
            <a:avLst/>
          </a:prstGeom>
          <a:noFill/>
          <a:ln w="0">
            <a:noFill/>
          </a:ln>
        </p:spPr>
        <p:txBody>
          <a:bodyPr lIns="91440" rIns="91440" tIns="45720" bIns="45720" anchor="t">
            <a:normAutofit fontScale="24984"/>
          </a:bodyPr>
          <a:p>
            <a:pPr marL="432000" indent="-324000">
              <a:spcBef>
                <a:spcPts val="1417"/>
              </a:spcBef>
              <a:buClr>
                <a:srgbClr val="000000"/>
              </a:buClr>
              <a:buSzPct val="45000"/>
              <a:buFont typeface="Wingdings" charset="2"/>
              <a:buChar char=""/>
            </a:pPr>
            <a:r>
              <a:rPr b="0" lang="en-US" sz="2000" spc="-1" strike="noStrike">
                <a:solidFill>
                  <a:srgbClr val="000000"/>
                </a:solidFill>
                <a:latin typeface="Arial"/>
              </a:rPr>
              <a:t>Click to edit the outline text format</a:t>
            </a:r>
            <a:endParaRPr b="0" lang="en-US" sz="20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000" spc="-1" strike="noStrike">
                <a:solidFill>
                  <a:srgbClr val="000000"/>
                </a:solidFill>
                <a:latin typeface="Arial"/>
              </a:rPr>
              <a:t>Second Outline Level</a:t>
            </a:r>
            <a:endParaRPr b="0" lang="en-US" sz="20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000" spc="-1" strike="noStrike">
                <a:solidFill>
                  <a:srgbClr val="000000"/>
                </a:solidFill>
                <a:latin typeface="Arial"/>
              </a:rPr>
              <a:t>Third Outline Level</a:t>
            </a:r>
            <a:endParaRPr b="0" lang="en-US" sz="20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
        <p:nvSpPr>
          <p:cNvPr id="66" name="PlaceHolder 3"/>
          <p:cNvSpPr>
            <a:spLocks noGrp="1"/>
          </p:cNvSpPr>
          <p:nvPr>
            <p:ph type="body"/>
          </p:nvPr>
        </p:nvSpPr>
        <p:spPr>
          <a:xfrm>
            <a:off x="5650920" y="1828800"/>
            <a:ext cx="3126960" cy="2742840"/>
          </a:xfrm>
          <a:prstGeom prst="rect">
            <a:avLst/>
          </a:prstGeom>
          <a:noFill/>
          <a:ln w="0">
            <a:noFill/>
          </a:ln>
        </p:spPr>
        <p:txBody>
          <a:bodyPr lIns="91440" rIns="91440" tIns="45720" bIns="45720" anchor="t">
            <a:normAutofit fontScale="24984"/>
          </a:bodyPr>
          <a:p>
            <a:pPr marL="432000" indent="-324000">
              <a:spcBef>
                <a:spcPts val="1417"/>
              </a:spcBef>
              <a:buClr>
                <a:srgbClr val="000000"/>
              </a:buClr>
              <a:buSzPct val="45000"/>
              <a:buFont typeface="Wingdings" charset="2"/>
              <a:buChar char=""/>
            </a:pPr>
            <a:r>
              <a:rPr b="0" lang="en-US" sz="2000" spc="-1" strike="noStrike">
                <a:solidFill>
                  <a:srgbClr val="000000"/>
                </a:solidFill>
                <a:latin typeface="Arial"/>
              </a:rPr>
              <a:t>Click to edit the outline text format</a:t>
            </a:r>
            <a:endParaRPr b="0" lang="en-US" sz="20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000" spc="-1" strike="noStrike">
                <a:solidFill>
                  <a:srgbClr val="000000"/>
                </a:solidFill>
                <a:latin typeface="Arial"/>
              </a:rPr>
              <a:t>Second Outline Level</a:t>
            </a:r>
            <a:endParaRPr b="0" lang="en-US" sz="20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000" spc="-1" strike="noStrike">
                <a:solidFill>
                  <a:srgbClr val="000000"/>
                </a:solidFill>
                <a:latin typeface="Arial"/>
              </a:rPr>
              <a:t>Third Outline Level</a:t>
            </a:r>
            <a:endParaRPr b="0" lang="en-US" sz="20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
        <p:nvSpPr>
          <p:cNvPr id="67" name="PlaceHolder 4"/>
          <p:cNvSpPr>
            <a:spLocks noGrp="1"/>
          </p:cNvSpPr>
          <p:nvPr>
            <p:ph type="dt" idx="13"/>
          </p:nvPr>
        </p:nvSpPr>
        <p:spPr>
          <a:xfrm>
            <a:off x="6720840" y="4722480"/>
            <a:ext cx="2057040" cy="27360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68" name="PlaceHolder 5"/>
          <p:cNvSpPr>
            <a:spLocks noGrp="1"/>
          </p:cNvSpPr>
          <p:nvPr>
            <p:ph type="ftr" idx="14"/>
          </p:nvPr>
        </p:nvSpPr>
        <p:spPr>
          <a:xfrm>
            <a:off x="2200320" y="4722480"/>
            <a:ext cx="425016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9" name="PlaceHolder 6"/>
          <p:cNvSpPr>
            <a:spLocks noGrp="1"/>
          </p:cNvSpPr>
          <p:nvPr>
            <p:ph type="sldNum" idx="15"/>
          </p:nvPr>
        </p:nvSpPr>
        <p:spPr>
          <a:xfrm>
            <a:off x="285840" y="470880"/>
            <a:ext cx="1413000" cy="4528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 sz="3800" spc="-1" strike="noStrike">
                <a:solidFill>
                  <a:srgbClr val="464b56"/>
                </a:solidFill>
                <a:latin typeface="Century Schoolbook"/>
                <a:ea typeface="Century Schoolbook"/>
              </a:defRPr>
            </a:lvl1pPr>
          </a:lstStyle>
          <a:p>
            <a:pPr indent="0" algn="r">
              <a:lnSpc>
                <a:spcPct val="100000"/>
              </a:lnSpc>
              <a:buNone/>
              <a:tabLst>
                <a:tab algn="l" pos="0"/>
              </a:tabLst>
            </a:pPr>
            <a:fld id="{C75BE80A-66E4-4351-B6F9-58FB021683E4}" type="slidenum">
              <a:rPr b="0" lang="en" sz="3800" spc="-1" strike="noStrike">
                <a:solidFill>
                  <a:srgbClr val="464b56"/>
                </a:solidFill>
                <a:latin typeface="Century Schoolbook"/>
                <a:ea typeface="Century Schoolbook"/>
              </a:rPr>
              <a:t>&lt;number&gt;</a:t>
            </a:fld>
            <a:endParaRPr b="0" lang="en-US" sz="3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1"/>
        </a:solidFill>
      </p:bgPr>
    </p:bg>
    <p:spTree>
      <p:nvGrpSpPr>
        <p:cNvPr id="1" name=""/>
        <p:cNvGrpSpPr/>
        <p:nvPr/>
      </p:nvGrpSpPr>
      <p:grpSpPr>
        <a:xfrm>
          <a:off x="0" y="0"/>
          <a:ext cx="0" cy="0"/>
          <a:chOff x="0" y="0"/>
          <a:chExt cx="0" cy="0"/>
        </a:xfrm>
      </p:grpSpPr>
      <p:grpSp>
        <p:nvGrpSpPr>
          <p:cNvPr id="73" name="Google Shape;51;p13"/>
          <p:cNvGrpSpPr/>
          <p:nvPr/>
        </p:nvGrpSpPr>
        <p:grpSpPr>
          <a:xfrm>
            <a:off x="242280" y="542520"/>
            <a:ext cx="3173400" cy="4223520"/>
            <a:chOff x="242280" y="542520"/>
            <a:chExt cx="3173400" cy="4223520"/>
          </a:xfrm>
        </p:grpSpPr>
        <p:sp>
          <p:nvSpPr>
            <p:cNvPr id="74" name="Google Shape;52;p13"/>
            <p:cNvSpPr/>
            <p:nvPr/>
          </p:nvSpPr>
          <p:spPr>
            <a:xfrm>
              <a:off x="242280" y="542520"/>
              <a:ext cx="2013480" cy="4223520"/>
            </a:xfrm>
            <a:custGeom>
              <a:avLst/>
              <a:gdLst>
                <a:gd name="textAreaLeft" fmla="*/ 0 w 2013480"/>
                <a:gd name="textAreaRight" fmla="*/ 2013840 w 2013480"/>
                <a:gd name="textAreaTop" fmla="*/ 0 h 4223520"/>
                <a:gd name="textAreaBottom" fmla="*/ 4223880 h 4223520"/>
              </a:gdLst>
              <a:ahLst/>
              <a:rect l="textAreaLeft" t="textAreaTop" r="textAreaRight" b="textAreaBottom"/>
              <a:pathLst>
                <a:path w="697" h="1954">
                  <a:moveTo>
                    <a:pt x="251" y="1472"/>
                  </a:moveTo>
                  <a:cubicBezTo>
                    <a:pt x="258" y="1472"/>
                    <a:pt x="252" y="1463"/>
                    <a:pt x="251" y="1462"/>
                  </a:cubicBezTo>
                  <a:cubicBezTo>
                    <a:pt x="248" y="1422"/>
                    <a:pt x="241" y="1424"/>
                    <a:pt x="241" y="1419"/>
                  </a:cubicBezTo>
                  <a:cubicBezTo>
                    <a:pt x="227" y="1388"/>
                    <a:pt x="226" y="1380"/>
                    <a:pt x="221" y="1376"/>
                  </a:cubicBezTo>
                  <a:cubicBezTo>
                    <a:pt x="209" y="1355"/>
                    <a:pt x="209" y="1347"/>
                    <a:pt x="203" y="1344"/>
                  </a:cubicBezTo>
                  <a:cubicBezTo>
                    <a:pt x="169" y="1285"/>
                    <a:pt x="162" y="1275"/>
                    <a:pt x="156" y="1263"/>
                  </a:cubicBezTo>
                  <a:cubicBezTo>
                    <a:pt x="144" y="1242"/>
                    <a:pt x="141" y="1236"/>
                    <a:pt x="138" y="1231"/>
                  </a:cubicBezTo>
                  <a:cubicBezTo>
                    <a:pt x="107" y="1177"/>
                    <a:pt x="108" y="1168"/>
                    <a:pt x="103" y="1165"/>
                  </a:cubicBezTo>
                  <a:cubicBezTo>
                    <a:pt x="90" y="1142"/>
                    <a:pt x="83" y="1131"/>
                    <a:pt x="82" y="1127"/>
                  </a:cubicBezTo>
                  <a:cubicBezTo>
                    <a:pt x="66" y="1090"/>
                    <a:pt x="67" y="1081"/>
                    <a:pt x="62" y="1077"/>
                  </a:cubicBezTo>
                  <a:cubicBezTo>
                    <a:pt x="57" y="1049"/>
                    <a:pt x="51" y="1046"/>
                    <a:pt x="52" y="1037"/>
                  </a:cubicBezTo>
                  <a:cubicBezTo>
                    <a:pt x="48" y="1016"/>
                    <a:pt x="44" y="1007"/>
                    <a:pt x="42" y="1002"/>
                  </a:cubicBezTo>
                  <a:cubicBezTo>
                    <a:pt x="32" y="970"/>
                    <a:pt x="24" y="961"/>
                    <a:pt x="22" y="946"/>
                  </a:cubicBezTo>
                  <a:cubicBezTo>
                    <a:pt x="13" y="922"/>
                    <a:pt x="11" y="916"/>
                    <a:pt x="9" y="909"/>
                  </a:cubicBezTo>
                  <a:cubicBezTo>
                    <a:pt x="5" y="889"/>
                    <a:pt x="11" y="888"/>
                    <a:pt x="9" y="896"/>
                  </a:cubicBezTo>
                  <a:cubicBezTo>
                    <a:pt x="25" y="935"/>
                    <a:pt x="22" y="943"/>
                    <a:pt x="27" y="944"/>
                  </a:cubicBezTo>
                  <a:cubicBezTo>
                    <a:pt x="47" y="979"/>
                    <a:pt x="44" y="987"/>
                    <a:pt x="45" y="992"/>
                  </a:cubicBezTo>
                  <a:cubicBezTo>
                    <a:pt x="78" y="1045"/>
                    <a:pt x="85" y="1060"/>
                    <a:pt x="95" y="1072"/>
                  </a:cubicBezTo>
                  <a:cubicBezTo>
                    <a:pt x="141" y="1130"/>
                    <a:pt x="141" y="1136"/>
                    <a:pt x="140" y="1142"/>
                  </a:cubicBezTo>
                  <a:cubicBezTo>
                    <a:pt x="159" y="1162"/>
                    <a:pt x="156" y="1170"/>
                    <a:pt x="160" y="1170"/>
                  </a:cubicBezTo>
                  <a:cubicBezTo>
                    <a:pt x="198" y="1238"/>
                    <a:pt x="204" y="1243"/>
                    <a:pt x="206" y="1251"/>
                  </a:cubicBezTo>
                  <a:cubicBezTo>
                    <a:pt x="218" y="1278"/>
                    <a:pt x="219" y="1288"/>
                    <a:pt x="226" y="1291"/>
                  </a:cubicBezTo>
                  <a:cubicBezTo>
                    <a:pt x="231" y="1298"/>
                    <a:pt x="231" y="1292"/>
                    <a:pt x="228" y="1288"/>
                  </a:cubicBezTo>
                  <a:cubicBezTo>
                    <a:pt x="196" y="1218"/>
                    <a:pt x="198" y="1206"/>
                    <a:pt x="191" y="1203"/>
                  </a:cubicBezTo>
                  <a:cubicBezTo>
                    <a:pt x="168" y="1159"/>
                    <a:pt x="164" y="1153"/>
                    <a:pt x="160" y="1147"/>
                  </a:cubicBezTo>
                  <a:cubicBezTo>
                    <a:pt x="114" y="1068"/>
                    <a:pt x="104" y="1068"/>
                    <a:pt x="105" y="1057"/>
                  </a:cubicBezTo>
                  <a:cubicBezTo>
                    <a:pt x="67" y="1000"/>
                    <a:pt x="58" y="1000"/>
                    <a:pt x="57" y="992"/>
                  </a:cubicBezTo>
                  <a:cubicBezTo>
                    <a:pt x="80" y="1011"/>
                    <a:pt x="81" y="1021"/>
                    <a:pt x="87" y="1024"/>
                  </a:cubicBezTo>
                  <a:cubicBezTo>
                    <a:pt x="103" y="1041"/>
                    <a:pt x="100" y="1049"/>
                    <a:pt x="105" y="1049"/>
                  </a:cubicBezTo>
                  <a:cubicBezTo>
                    <a:pt x="129" y="1079"/>
                    <a:pt x="130" y="1087"/>
                    <a:pt x="135" y="1092"/>
                  </a:cubicBezTo>
                  <a:cubicBezTo>
                    <a:pt x="163" y="1128"/>
                    <a:pt x="159" y="1136"/>
                    <a:pt x="163" y="1137"/>
                  </a:cubicBezTo>
                  <a:cubicBezTo>
                    <a:pt x="199" y="1191"/>
                    <a:pt x="204" y="1205"/>
                    <a:pt x="211" y="1218"/>
                  </a:cubicBezTo>
                  <a:cubicBezTo>
                    <a:pt x="232" y="1237"/>
                    <a:pt x="226" y="1238"/>
                    <a:pt x="228" y="1230"/>
                  </a:cubicBezTo>
                  <a:cubicBezTo>
                    <a:pt x="202" y="1163"/>
                    <a:pt x="196" y="1163"/>
                    <a:pt x="198" y="1155"/>
                  </a:cubicBezTo>
                  <a:cubicBezTo>
                    <a:pt x="171" y="1106"/>
                    <a:pt x="167" y="1104"/>
                    <a:pt x="165" y="1100"/>
                  </a:cubicBezTo>
                  <a:cubicBezTo>
                    <a:pt x="140" y="1062"/>
                    <a:pt x="138" y="1052"/>
                    <a:pt x="133" y="1047"/>
                  </a:cubicBezTo>
                  <a:cubicBezTo>
                    <a:pt x="76" y="924"/>
                    <a:pt x="76" y="918"/>
                    <a:pt x="75" y="913"/>
                  </a:cubicBezTo>
                  <a:cubicBezTo>
                    <a:pt x="53" y="840"/>
                    <a:pt x="56" y="836"/>
                    <a:pt x="57" y="830"/>
                  </a:cubicBezTo>
                  <a:cubicBezTo>
                    <a:pt x="36" y="706"/>
                    <a:pt x="30" y="721"/>
                    <a:pt x="34" y="725"/>
                  </a:cubicBezTo>
                  <a:cubicBezTo>
                    <a:pt x="45" y="767"/>
                    <a:pt x="46" y="774"/>
                    <a:pt x="49" y="778"/>
                  </a:cubicBezTo>
                  <a:cubicBezTo>
                    <a:pt x="70" y="833"/>
                    <a:pt x="67" y="843"/>
                    <a:pt x="72" y="846"/>
                  </a:cubicBezTo>
                  <a:cubicBezTo>
                    <a:pt x="94" y="887"/>
                    <a:pt x="97" y="899"/>
                    <a:pt x="102" y="908"/>
                  </a:cubicBezTo>
                  <a:cubicBezTo>
                    <a:pt x="143" y="980"/>
                    <a:pt x="154" y="992"/>
                    <a:pt x="160" y="1007"/>
                  </a:cubicBezTo>
                  <a:cubicBezTo>
                    <a:pt x="212" y="1106"/>
                    <a:pt x="218" y="1122"/>
                    <a:pt x="223" y="1137"/>
                  </a:cubicBezTo>
                  <a:cubicBezTo>
                    <a:pt x="218" y="1115"/>
                    <a:pt x="222" y="1106"/>
                    <a:pt x="221" y="1102"/>
                  </a:cubicBezTo>
                  <a:cubicBezTo>
                    <a:pt x="210" y="1080"/>
                    <a:pt x="213" y="1072"/>
                    <a:pt x="208" y="1072"/>
                  </a:cubicBezTo>
                  <a:cubicBezTo>
                    <a:pt x="195" y="1023"/>
                    <a:pt x="188" y="1020"/>
                    <a:pt x="188" y="1012"/>
                  </a:cubicBezTo>
                  <a:cubicBezTo>
                    <a:pt x="149" y="930"/>
                    <a:pt x="144" y="927"/>
                    <a:pt x="145" y="918"/>
                  </a:cubicBezTo>
                  <a:cubicBezTo>
                    <a:pt x="125" y="876"/>
                    <a:pt x="120" y="873"/>
                    <a:pt x="117" y="868"/>
                  </a:cubicBezTo>
                  <a:cubicBezTo>
                    <a:pt x="102" y="832"/>
                    <a:pt x="100" y="833"/>
                    <a:pt x="100" y="830"/>
                  </a:cubicBezTo>
                  <a:cubicBezTo>
                    <a:pt x="80" y="793"/>
                    <a:pt x="77" y="788"/>
                    <a:pt x="75" y="783"/>
                  </a:cubicBezTo>
                  <a:cubicBezTo>
                    <a:pt x="45" y="730"/>
                    <a:pt x="43" y="716"/>
                    <a:pt x="34" y="710"/>
                  </a:cubicBezTo>
                  <a:cubicBezTo>
                    <a:pt x="25" y="678"/>
                    <a:pt x="34" y="684"/>
                    <a:pt x="32" y="690"/>
                  </a:cubicBezTo>
                  <a:cubicBezTo>
                    <a:pt x="50" y="733"/>
                    <a:pt x="60" y="733"/>
                    <a:pt x="59" y="745"/>
                  </a:cubicBezTo>
                  <a:cubicBezTo>
                    <a:pt x="80" y="780"/>
                    <a:pt x="81" y="783"/>
                    <a:pt x="85" y="785"/>
                  </a:cubicBezTo>
                  <a:cubicBezTo>
                    <a:pt x="113" y="833"/>
                    <a:pt x="115" y="842"/>
                    <a:pt x="117" y="851"/>
                  </a:cubicBezTo>
                  <a:cubicBezTo>
                    <a:pt x="147" y="899"/>
                    <a:pt x="151" y="907"/>
                    <a:pt x="153" y="916"/>
                  </a:cubicBezTo>
                  <a:cubicBezTo>
                    <a:pt x="168" y="945"/>
                    <a:pt x="171" y="952"/>
                    <a:pt x="173" y="961"/>
                  </a:cubicBezTo>
                  <a:cubicBezTo>
                    <a:pt x="190" y="999"/>
                    <a:pt x="200" y="1010"/>
                    <a:pt x="203" y="1029"/>
                  </a:cubicBezTo>
                  <a:cubicBezTo>
                    <a:pt x="198" y="998"/>
                    <a:pt x="198" y="994"/>
                    <a:pt x="196" y="994"/>
                  </a:cubicBezTo>
                  <a:cubicBezTo>
                    <a:pt x="175" y="911"/>
                    <a:pt x="168" y="909"/>
                    <a:pt x="170" y="898"/>
                  </a:cubicBezTo>
                  <a:cubicBezTo>
                    <a:pt x="131" y="811"/>
                    <a:pt x="131" y="802"/>
                    <a:pt x="125" y="800"/>
                  </a:cubicBezTo>
                  <a:cubicBezTo>
                    <a:pt x="105" y="747"/>
                    <a:pt x="103" y="742"/>
                    <a:pt x="100" y="740"/>
                  </a:cubicBezTo>
                  <a:cubicBezTo>
                    <a:pt x="82" y="701"/>
                    <a:pt x="78" y="699"/>
                    <a:pt x="77" y="695"/>
                  </a:cubicBezTo>
                  <a:cubicBezTo>
                    <a:pt x="67" y="672"/>
                    <a:pt x="60" y="674"/>
                    <a:pt x="62" y="667"/>
                  </a:cubicBezTo>
                  <a:cubicBezTo>
                    <a:pt x="44" y="641"/>
                    <a:pt x="39" y="635"/>
                    <a:pt x="34" y="629"/>
                  </a:cubicBezTo>
                  <a:cubicBezTo>
                    <a:pt x="21" y="597"/>
                    <a:pt x="29" y="609"/>
                    <a:pt x="37" y="622"/>
                  </a:cubicBezTo>
                  <a:cubicBezTo>
                    <a:pt x="75" y="681"/>
                    <a:pt x="85" y="681"/>
                    <a:pt x="85" y="692"/>
                  </a:cubicBezTo>
                  <a:cubicBezTo>
                    <a:pt x="108" y="731"/>
                    <a:pt x="109" y="735"/>
                    <a:pt x="110" y="740"/>
                  </a:cubicBezTo>
                  <a:cubicBezTo>
                    <a:pt x="123" y="777"/>
                    <a:pt x="130" y="775"/>
                    <a:pt x="130" y="780"/>
                  </a:cubicBezTo>
                  <a:cubicBezTo>
                    <a:pt x="151" y="822"/>
                    <a:pt x="153" y="840"/>
                    <a:pt x="163" y="851"/>
                  </a:cubicBezTo>
                  <a:cubicBezTo>
                    <a:pt x="179" y="903"/>
                    <a:pt x="184" y="907"/>
                    <a:pt x="185" y="916"/>
                  </a:cubicBezTo>
                  <a:cubicBezTo>
                    <a:pt x="203" y="963"/>
                    <a:pt x="199" y="973"/>
                    <a:pt x="201" y="976"/>
                  </a:cubicBezTo>
                  <a:cubicBezTo>
                    <a:pt x="236" y="1076"/>
                    <a:pt x="226" y="1071"/>
                    <a:pt x="228" y="1064"/>
                  </a:cubicBezTo>
                  <a:cubicBezTo>
                    <a:pt x="218" y="972"/>
                    <a:pt x="212" y="965"/>
                    <a:pt x="213" y="951"/>
                  </a:cubicBezTo>
                  <a:cubicBezTo>
                    <a:pt x="185" y="862"/>
                    <a:pt x="181" y="854"/>
                    <a:pt x="178" y="845"/>
                  </a:cubicBezTo>
                  <a:cubicBezTo>
                    <a:pt x="145" y="767"/>
                    <a:pt x="139" y="762"/>
                    <a:pt x="135" y="755"/>
                  </a:cubicBezTo>
                  <a:cubicBezTo>
                    <a:pt x="119" y="717"/>
                    <a:pt x="114" y="719"/>
                    <a:pt x="112" y="717"/>
                  </a:cubicBezTo>
                  <a:cubicBezTo>
                    <a:pt x="92" y="686"/>
                    <a:pt x="92" y="676"/>
                    <a:pt x="87" y="669"/>
                  </a:cubicBezTo>
                  <a:cubicBezTo>
                    <a:pt x="56" y="621"/>
                    <a:pt x="53" y="614"/>
                    <a:pt x="49" y="607"/>
                  </a:cubicBezTo>
                  <a:cubicBezTo>
                    <a:pt x="41" y="564"/>
                    <a:pt x="41" y="578"/>
                    <a:pt x="47" y="586"/>
                  </a:cubicBezTo>
                  <a:cubicBezTo>
                    <a:pt x="72" y="633"/>
                    <a:pt x="77" y="635"/>
                    <a:pt x="77" y="642"/>
                  </a:cubicBezTo>
                  <a:cubicBezTo>
                    <a:pt x="117" y="700"/>
                    <a:pt x="120" y="711"/>
                    <a:pt x="125" y="720"/>
                  </a:cubicBezTo>
                  <a:cubicBezTo>
                    <a:pt x="136" y="738"/>
                    <a:pt x="138" y="743"/>
                    <a:pt x="143" y="745"/>
                  </a:cubicBezTo>
                  <a:cubicBezTo>
                    <a:pt x="165" y="796"/>
                    <a:pt x="169" y="801"/>
                    <a:pt x="173" y="805"/>
                  </a:cubicBezTo>
                  <a:cubicBezTo>
                    <a:pt x="198" y="877"/>
                    <a:pt x="205" y="880"/>
                    <a:pt x="206" y="888"/>
                  </a:cubicBezTo>
                  <a:cubicBezTo>
                    <a:pt x="210" y="912"/>
                    <a:pt x="215" y="915"/>
                    <a:pt x="216" y="923"/>
                  </a:cubicBezTo>
                  <a:cubicBezTo>
                    <a:pt x="239" y="982"/>
                    <a:pt x="234" y="967"/>
                    <a:pt x="238" y="961"/>
                  </a:cubicBezTo>
                  <a:cubicBezTo>
                    <a:pt x="220" y="890"/>
                    <a:pt x="217" y="886"/>
                    <a:pt x="218" y="876"/>
                  </a:cubicBezTo>
                  <a:cubicBezTo>
                    <a:pt x="175" y="774"/>
                    <a:pt x="176" y="763"/>
                    <a:pt x="173" y="755"/>
                  </a:cubicBezTo>
                  <a:cubicBezTo>
                    <a:pt x="155" y="729"/>
                    <a:pt x="156" y="717"/>
                    <a:pt x="150" y="712"/>
                  </a:cubicBezTo>
                  <a:cubicBezTo>
                    <a:pt x="123" y="663"/>
                    <a:pt x="122" y="653"/>
                    <a:pt x="115" y="649"/>
                  </a:cubicBezTo>
                  <a:cubicBezTo>
                    <a:pt x="86" y="590"/>
                    <a:pt x="85" y="586"/>
                    <a:pt x="85" y="581"/>
                  </a:cubicBezTo>
                  <a:cubicBezTo>
                    <a:pt x="60" y="516"/>
                    <a:pt x="65" y="519"/>
                    <a:pt x="64" y="528"/>
                  </a:cubicBezTo>
                  <a:cubicBezTo>
                    <a:pt x="82" y="567"/>
                    <a:pt x="89" y="567"/>
                    <a:pt x="87" y="576"/>
                  </a:cubicBezTo>
                  <a:cubicBezTo>
                    <a:pt x="102" y="603"/>
                    <a:pt x="102" y="606"/>
                    <a:pt x="105" y="606"/>
                  </a:cubicBezTo>
                  <a:cubicBezTo>
                    <a:pt x="133" y="652"/>
                    <a:pt x="128" y="663"/>
                    <a:pt x="135" y="662"/>
                  </a:cubicBezTo>
                  <a:cubicBezTo>
                    <a:pt x="162" y="716"/>
                    <a:pt x="168" y="721"/>
                    <a:pt x="170" y="730"/>
                  </a:cubicBezTo>
                  <a:cubicBezTo>
                    <a:pt x="201" y="805"/>
                    <a:pt x="206" y="810"/>
                    <a:pt x="208" y="818"/>
                  </a:cubicBezTo>
                  <a:cubicBezTo>
                    <a:pt x="243" y="905"/>
                    <a:pt x="235" y="893"/>
                    <a:pt x="233" y="888"/>
                  </a:cubicBezTo>
                  <a:cubicBezTo>
                    <a:pt x="221" y="836"/>
                    <a:pt x="220" y="828"/>
                    <a:pt x="216" y="823"/>
                  </a:cubicBezTo>
                  <a:cubicBezTo>
                    <a:pt x="173" y="707"/>
                    <a:pt x="173" y="697"/>
                    <a:pt x="170" y="689"/>
                  </a:cubicBezTo>
                  <a:cubicBezTo>
                    <a:pt x="157" y="663"/>
                    <a:pt x="154" y="657"/>
                    <a:pt x="150" y="652"/>
                  </a:cubicBezTo>
                  <a:cubicBezTo>
                    <a:pt x="119" y="602"/>
                    <a:pt x="122" y="594"/>
                    <a:pt x="117" y="594"/>
                  </a:cubicBezTo>
                  <a:cubicBezTo>
                    <a:pt x="119" y="590"/>
                    <a:pt x="124" y="592"/>
                    <a:pt x="125" y="596"/>
                  </a:cubicBezTo>
                  <a:cubicBezTo>
                    <a:pt x="159" y="641"/>
                    <a:pt x="154" y="651"/>
                    <a:pt x="163" y="649"/>
                  </a:cubicBezTo>
                  <a:cubicBezTo>
                    <a:pt x="185" y="694"/>
                    <a:pt x="183" y="708"/>
                    <a:pt x="190" y="712"/>
                  </a:cubicBezTo>
                  <a:cubicBezTo>
                    <a:pt x="211" y="753"/>
                    <a:pt x="208" y="762"/>
                    <a:pt x="213" y="762"/>
                  </a:cubicBezTo>
                  <a:cubicBezTo>
                    <a:pt x="237" y="847"/>
                    <a:pt x="238" y="850"/>
                    <a:pt x="238" y="853"/>
                  </a:cubicBezTo>
                  <a:cubicBezTo>
                    <a:pt x="246" y="870"/>
                    <a:pt x="242" y="860"/>
                    <a:pt x="243" y="855"/>
                  </a:cubicBezTo>
                  <a:cubicBezTo>
                    <a:pt x="231" y="791"/>
                    <a:pt x="232" y="779"/>
                    <a:pt x="228" y="757"/>
                  </a:cubicBezTo>
                  <a:cubicBezTo>
                    <a:pt x="212" y="721"/>
                    <a:pt x="215" y="712"/>
                    <a:pt x="210" y="712"/>
                  </a:cubicBezTo>
                  <a:cubicBezTo>
                    <a:pt x="190" y="661"/>
                    <a:pt x="188" y="652"/>
                    <a:pt x="183" y="647"/>
                  </a:cubicBezTo>
                  <a:cubicBezTo>
                    <a:pt x="162" y="617"/>
                    <a:pt x="161" y="598"/>
                    <a:pt x="150" y="589"/>
                  </a:cubicBezTo>
                  <a:cubicBezTo>
                    <a:pt x="126" y="540"/>
                    <a:pt x="121" y="535"/>
                    <a:pt x="117" y="528"/>
                  </a:cubicBezTo>
                  <a:cubicBezTo>
                    <a:pt x="101" y="492"/>
                    <a:pt x="98" y="489"/>
                    <a:pt x="97" y="486"/>
                  </a:cubicBezTo>
                  <a:cubicBezTo>
                    <a:pt x="80" y="432"/>
                    <a:pt x="73" y="429"/>
                    <a:pt x="74" y="418"/>
                  </a:cubicBezTo>
                  <a:cubicBezTo>
                    <a:pt x="93" y="455"/>
                    <a:pt x="94" y="458"/>
                    <a:pt x="94" y="463"/>
                  </a:cubicBezTo>
                  <a:cubicBezTo>
                    <a:pt x="143" y="547"/>
                    <a:pt x="140" y="555"/>
                    <a:pt x="145" y="556"/>
                  </a:cubicBezTo>
                  <a:cubicBezTo>
                    <a:pt x="164" y="593"/>
                    <a:pt x="170" y="599"/>
                    <a:pt x="173" y="606"/>
                  </a:cubicBezTo>
                  <a:cubicBezTo>
                    <a:pt x="191" y="642"/>
                    <a:pt x="200" y="654"/>
                    <a:pt x="205" y="669"/>
                  </a:cubicBezTo>
                  <a:cubicBezTo>
                    <a:pt x="228" y="720"/>
                    <a:pt x="226" y="733"/>
                    <a:pt x="233" y="737"/>
                  </a:cubicBezTo>
                  <a:cubicBezTo>
                    <a:pt x="244" y="794"/>
                    <a:pt x="247" y="802"/>
                    <a:pt x="246" y="815"/>
                  </a:cubicBezTo>
                  <a:cubicBezTo>
                    <a:pt x="257" y="840"/>
                    <a:pt x="255" y="834"/>
                    <a:pt x="256" y="830"/>
                  </a:cubicBezTo>
                  <a:cubicBezTo>
                    <a:pt x="249" y="738"/>
                    <a:pt x="244" y="737"/>
                    <a:pt x="243" y="732"/>
                  </a:cubicBezTo>
                  <a:cubicBezTo>
                    <a:pt x="217" y="655"/>
                    <a:pt x="208" y="642"/>
                    <a:pt x="203" y="624"/>
                  </a:cubicBezTo>
                  <a:cubicBezTo>
                    <a:pt x="179" y="566"/>
                    <a:pt x="170" y="562"/>
                    <a:pt x="170" y="551"/>
                  </a:cubicBezTo>
                  <a:cubicBezTo>
                    <a:pt x="156" y="511"/>
                    <a:pt x="145" y="501"/>
                    <a:pt x="142" y="483"/>
                  </a:cubicBezTo>
                  <a:cubicBezTo>
                    <a:pt x="140" y="458"/>
                    <a:pt x="142" y="465"/>
                    <a:pt x="145" y="471"/>
                  </a:cubicBezTo>
                  <a:cubicBezTo>
                    <a:pt x="163" y="523"/>
                    <a:pt x="171" y="533"/>
                    <a:pt x="175" y="546"/>
                  </a:cubicBezTo>
                  <a:cubicBezTo>
                    <a:pt x="196" y="591"/>
                    <a:pt x="206" y="598"/>
                    <a:pt x="208" y="614"/>
                  </a:cubicBezTo>
                  <a:cubicBezTo>
                    <a:pt x="231" y="662"/>
                    <a:pt x="236" y="674"/>
                    <a:pt x="241" y="687"/>
                  </a:cubicBezTo>
                  <a:cubicBezTo>
                    <a:pt x="252" y="718"/>
                    <a:pt x="249" y="725"/>
                    <a:pt x="253" y="725"/>
                  </a:cubicBezTo>
                  <a:cubicBezTo>
                    <a:pt x="268" y="760"/>
                    <a:pt x="259" y="754"/>
                    <a:pt x="261" y="750"/>
                  </a:cubicBezTo>
                  <a:cubicBezTo>
                    <a:pt x="260" y="703"/>
                    <a:pt x="254" y="700"/>
                    <a:pt x="258" y="692"/>
                  </a:cubicBezTo>
                  <a:cubicBezTo>
                    <a:pt x="248" y="658"/>
                    <a:pt x="249" y="652"/>
                    <a:pt x="246" y="652"/>
                  </a:cubicBezTo>
                  <a:cubicBezTo>
                    <a:pt x="229" y="597"/>
                    <a:pt x="228" y="593"/>
                    <a:pt x="228" y="589"/>
                  </a:cubicBezTo>
                  <a:cubicBezTo>
                    <a:pt x="211" y="547"/>
                    <a:pt x="207" y="538"/>
                    <a:pt x="203" y="528"/>
                  </a:cubicBezTo>
                  <a:cubicBezTo>
                    <a:pt x="186" y="481"/>
                    <a:pt x="179" y="480"/>
                    <a:pt x="180" y="473"/>
                  </a:cubicBezTo>
                  <a:cubicBezTo>
                    <a:pt x="156" y="407"/>
                    <a:pt x="153" y="397"/>
                    <a:pt x="150" y="387"/>
                  </a:cubicBezTo>
                  <a:cubicBezTo>
                    <a:pt x="147" y="345"/>
                    <a:pt x="152" y="348"/>
                    <a:pt x="150" y="357"/>
                  </a:cubicBezTo>
                  <a:cubicBezTo>
                    <a:pt x="176" y="446"/>
                    <a:pt x="183" y="456"/>
                    <a:pt x="188" y="468"/>
                  </a:cubicBezTo>
                  <a:cubicBezTo>
                    <a:pt x="206" y="507"/>
                    <a:pt x="205" y="512"/>
                    <a:pt x="205" y="516"/>
                  </a:cubicBezTo>
                  <a:cubicBezTo>
                    <a:pt x="224" y="553"/>
                    <a:pt x="228" y="566"/>
                    <a:pt x="233" y="579"/>
                  </a:cubicBezTo>
                  <a:cubicBezTo>
                    <a:pt x="232" y="555"/>
                    <a:pt x="229" y="552"/>
                    <a:pt x="228" y="546"/>
                  </a:cubicBezTo>
                  <a:cubicBezTo>
                    <a:pt x="212" y="499"/>
                    <a:pt x="215" y="491"/>
                    <a:pt x="210" y="491"/>
                  </a:cubicBezTo>
                  <a:cubicBezTo>
                    <a:pt x="198" y="374"/>
                    <a:pt x="193" y="371"/>
                    <a:pt x="198" y="360"/>
                  </a:cubicBezTo>
                  <a:cubicBezTo>
                    <a:pt x="209" y="429"/>
                    <a:pt x="211" y="465"/>
                    <a:pt x="223" y="491"/>
                  </a:cubicBezTo>
                  <a:cubicBezTo>
                    <a:pt x="280" y="680"/>
                    <a:pt x="276" y="677"/>
                    <a:pt x="276" y="674"/>
                  </a:cubicBezTo>
                  <a:cubicBezTo>
                    <a:pt x="265" y="621"/>
                    <a:pt x="263" y="596"/>
                    <a:pt x="256" y="576"/>
                  </a:cubicBezTo>
                  <a:cubicBezTo>
                    <a:pt x="238" y="489"/>
                    <a:pt x="237" y="484"/>
                    <a:pt x="233" y="481"/>
                  </a:cubicBezTo>
                  <a:cubicBezTo>
                    <a:pt x="229" y="441"/>
                    <a:pt x="223" y="426"/>
                    <a:pt x="223" y="415"/>
                  </a:cubicBezTo>
                  <a:cubicBezTo>
                    <a:pt x="215" y="326"/>
                    <a:pt x="215" y="313"/>
                    <a:pt x="215" y="299"/>
                  </a:cubicBezTo>
                  <a:cubicBezTo>
                    <a:pt x="216" y="264"/>
                    <a:pt x="215" y="246"/>
                    <a:pt x="215" y="229"/>
                  </a:cubicBezTo>
                  <a:cubicBezTo>
                    <a:pt x="220" y="243"/>
                    <a:pt x="217" y="244"/>
                    <a:pt x="220" y="252"/>
                  </a:cubicBezTo>
                  <a:cubicBezTo>
                    <a:pt x="227" y="394"/>
                    <a:pt x="231" y="403"/>
                    <a:pt x="230" y="418"/>
                  </a:cubicBezTo>
                  <a:cubicBezTo>
                    <a:pt x="241" y="471"/>
                    <a:pt x="249" y="489"/>
                    <a:pt x="253" y="511"/>
                  </a:cubicBezTo>
                  <a:cubicBezTo>
                    <a:pt x="269" y="599"/>
                    <a:pt x="275" y="599"/>
                    <a:pt x="273" y="606"/>
                  </a:cubicBezTo>
                  <a:cubicBezTo>
                    <a:pt x="283" y="651"/>
                    <a:pt x="286" y="652"/>
                    <a:pt x="286" y="672"/>
                  </a:cubicBezTo>
                  <a:cubicBezTo>
                    <a:pt x="296" y="620"/>
                    <a:pt x="298" y="608"/>
                    <a:pt x="293" y="589"/>
                  </a:cubicBezTo>
                  <a:cubicBezTo>
                    <a:pt x="280" y="509"/>
                    <a:pt x="286" y="493"/>
                    <a:pt x="281" y="488"/>
                  </a:cubicBezTo>
                  <a:cubicBezTo>
                    <a:pt x="267" y="299"/>
                    <a:pt x="263" y="266"/>
                    <a:pt x="268" y="241"/>
                  </a:cubicBezTo>
                  <a:cubicBezTo>
                    <a:pt x="274" y="196"/>
                    <a:pt x="264" y="191"/>
                    <a:pt x="270" y="186"/>
                  </a:cubicBezTo>
                  <a:cubicBezTo>
                    <a:pt x="277" y="197"/>
                    <a:pt x="273" y="206"/>
                    <a:pt x="273" y="216"/>
                  </a:cubicBezTo>
                  <a:cubicBezTo>
                    <a:pt x="276" y="229"/>
                    <a:pt x="273" y="230"/>
                    <a:pt x="273" y="239"/>
                  </a:cubicBezTo>
                  <a:cubicBezTo>
                    <a:pt x="284" y="423"/>
                    <a:pt x="283" y="439"/>
                    <a:pt x="286" y="453"/>
                  </a:cubicBezTo>
                  <a:cubicBezTo>
                    <a:pt x="292" y="522"/>
                    <a:pt x="304" y="540"/>
                    <a:pt x="303" y="574"/>
                  </a:cubicBezTo>
                  <a:cubicBezTo>
                    <a:pt x="306" y="533"/>
                    <a:pt x="306" y="521"/>
                    <a:pt x="306" y="508"/>
                  </a:cubicBezTo>
                  <a:cubicBezTo>
                    <a:pt x="292" y="325"/>
                    <a:pt x="289" y="308"/>
                    <a:pt x="291" y="292"/>
                  </a:cubicBezTo>
                  <a:cubicBezTo>
                    <a:pt x="285" y="226"/>
                    <a:pt x="289" y="223"/>
                    <a:pt x="288" y="209"/>
                  </a:cubicBezTo>
                  <a:cubicBezTo>
                    <a:pt x="293" y="131"/>
                    <a:pt x="295" y="122"/>
                    <a:pt x="296" y="111"/>
                  </a:cubicBezTo>
                  <a:cubicBezTo>
                    <a:pt x="296" y="107"/>
                    <a:pt x="305" y="125"/>
                    <a:pt x="298" y="126"/>
                  </a:cubicBezTo>
                  <a:cubicBezTo>
                    <a:pt x="292" y="226"/>
                    <a:pt x="298" y="243"/>
                    <a:pt x="296" y="259"/>
                  </a:cubicBezTo>
                  <a:cubicBezTo>
                    <a:pt x="303" y="366"/>
                    <a:pt x="309" y="397"/>
                    <a:pt x="308" y="435"/>
                  </a:cubicBezTo>
                  <a:cubicBezTo>
                    <a:pt x="323" y="474"/>
                    <a:pt x="314" y="470"/>
                    <a:pt x="316" y="465"/>
                  </a:cubicBezTo>
                  <a:cubicBezTo>
                    <a:pt x="318" y="444"/>
                    <a:pt x="318" y="439"/>
                    <a:pt x="318" y="435"/>
                  </a:cubicBezTo>
                  <a:cubicBezTo>
                    <a:pt x="316" y="396"/>
                    <a:pt x="316" y="392"/>
                    <a:pt x="316" y="387"/>
                  </a:cubicBezTo>
                  <a:cubicBezTo>
                    <a:pt x="315" y="330"/>
                    <a:pt x="313" y="324"/>
                    <a:pt x="313" y="319"/>
                  </a:cubicBezTo>
                  <a:cubicBezTo>
                    <a:pt x="318" y="200"/>
                    <a:pt x="323" y="199"/>
                    <a:pt x="321" y="191"/>
                  </a:cubicBezTo>
                  <a:cubicBezTo>
                    <a:pt x="325" y="160"/>
                    <a:pt x="320" y="150"/>
                    <a:pt x="326" y="151"/>
                  </a:cubicBezTo>
                  <a:cubicBezTo>
                    <a:pt x="333" y="137"/>
                    <a:pt x="331" y="147"/>
                    <a:pt x="328" y="156"/>
                  </a:cubicBezTo>
                  <a:cubicBezTo>
                    <a:pt x="322" y="246"/>
                    <a:pt x="326" y="266"/>
                    <a:pt x="321" y="277"/>
                  </a:cubicBezTo>
                  <a:cubicBezTo>
                    <a:pt x="324" y="351"/>
                    <a:pt x="322" y="357"/>
                    <a:pt x="326" y="357"/>
                  </a:cubicBezTo>
                  <a:cubicBezTo>
                    <a:pt x="328" y="453"/>
                    <a:pt x="326" y="458"/>
                    <a:pt x="326" y="463"/>
                  </a:cubicBezTo>
                  <a:cubicBezTo>
                    <a:pt x="338" y="484"/>
                    <a:pt x="338" y="481"/>
                    <a:pt x="339" y="478"/>
                  </a:cubicBezTo>
                  <a:cubicBezTo>
                    <a:pt x="339" y="467"/>
                    <a:pt x="338" y="461"/>
                    <a:pt x="339" y="453"/>
                  </a:cubicBezTo>
                  <a:cubicBezTo>
                    <a:pt x="339" y="390"/>
                    <a:pt x="345" y="391"/>
                    <a:pt x="344" y="385"/>
                  </a:cubicBezTo>
                  <a:cubicBezTo>
                    <a:pt x="344" y="252"/>
                    <a:pt x="346" y="241"/>
                    <a:pt x="346" y="229"/>
                  </a:cubicBezTo>
                  <a:cubicBezTo>
                    <a:pt x="373" y="110"/>
                    <a:pt x="371" y="102"/>
                    <a:pt x="374" y="98"/>
                  </a:cubicBezTo>
                  <a:cubicBezTo>
                    <a:pt x="379" y="60"/>
                    <a:pt x="385" y="60"/>
                    <a:pt x="384" y="53"/>
                  </a:cubicBezTo>
                  <a:cubicBezTo>
                    <a:pt x="397" y="11"/>
                    <a:pt x="405" y="24"/>
                    <a:pt x="399" y="22"/>
                  </a:cubicBezTo>
                  <a:cubicBezTo>
                    <a:pt x="374" y="102"/>
                    <a:pt x="383" y="117"/>
                    <a:pt x="376" y="116"/>
                  </a:cubicBezTo>
                  <a:cubicBezTo>
                    <a:pt x="367" y="192"/>
                    <a:pt x="355" y="232"/>
                    <a:pt x="351" y="272"/>
                  </a:cubicBezTo>
                  <a:cubicBezTo>
                    <a:pt x="351" y="359"/>
                    <a:pt x="355" y="369"/>
                    <a:pt x="354" y="372"/>
                  </a:cubicBezTo>
                  <a:cubicBezTo>
                    <a:pt x="351" y="399"/>
                    <a:pt x="351" y="403"/>
                    <a:pt x="351" y="407"/>
                  </a:cubicBezTo>
                  <a:cubicBezTo>
                    <a:pt x="362" y="364"/>
                    <a:pt x="358" y="351"/>
                    <a:pt x="364" y="347"/>
                  </a:cubicBezTo>
                  <a:cubicBezTo>
                    <a:pt x="368" y="321"/>
                    <a:pt x="368" y="314"/>
                    <a:pt x="371" y="314"/>
                  </a:cubicBezTo>
                  <a:cubicBezTo>
                    <a:pt x="390" y="172"/>
                    <a:pt x="402" y="149"/>
                    <a:pt x="404" y="116"/>
                  </a:cubicBezTo>
                  <a:cubicBezTo>
                    <a:pt x="432" y="41"/>
                    <a:pt x="427" y="40"/>
                    <a:pt x="429" y="48"/>
                  </a:cubicBezTo>
                  <a:cubicBezTo>
                    <a:pt x="403" y="151"/>
                    <a:pt x="400" y="182"/>
                    <a:pt x="396" y="221"/>
                  </a:cubicBezTo>
                  <a:cubicBezTo>
                    <a:pt x="369" y="402"/>
                    <a:pt x="368" y="392"/>
                    <a:pt x="374" y="387"/>
                  </a:cubicBezTo>
                  <a:cubicBezTo>
                    <a:pt x="381" y="362"/>
                    <a:pt x="384" y="355"/>
                    <a:pt x="386" y="347"/>
                  </a:cubicBezTo>
                  <a:cubicBezTo>
                    <a:pt x="421" y="286"/>
                    <a:pt x="421" y="276"/>
                    <a:pt x="426" y="272"/>
                  </a:cubicBezTo>
                  <a:cubicBezTo>
                    <a:pt x="463" y="190"/>
                    <a:pt x="470" y="184"/>
                    <a:pt x="472" y="173"/>
                  </a:cubicBezTo>
                  <a:cubicBezTo>
                    <a:pt x="478" y="175"/>
                    <a:pt x="469" y="199"/>
                    <a:pt x="462" y="224"/>
                  </a:cubicBezTo>
                  <a:cubicBezTo>
                    <a:pt x="446" y="260"/>
                    <a:pt x="442" y="261"/>
                    <a:pt x="442" y="261"/>
                  </a:cubicBezTo>
                  <a:cubicBezTo>
                    <a:pt x="417" y="299"/>
                    <a:pt x="417" y="319"/>
                    <a:pt x="406" y="329"/>
                  </a:cubicBezTo>
                  <a:cubicBezTo>
                    <a:pt x="393" y="372"/>
                    <a:pt x="394" y="370"/>
                    <a:pt x="396" y="370"/>
                  </a:cubicBezTo>
                  <a:cubicBezTo>
                    <a:pt x="423" y="330"/>
                    <a:pt x="433" y="319"/>
                    <a:pt x="437" y="302"/>
                  </a:cubicBezTo>
                  <a:cubicBezTo>
                    <a:pt x="464" y="262"/>
                    <a:pt x="464" y="255"/>
                    <a:pt x="467" y="251"/>
                  </a:cubicBezTo>
                  <a:cubicBezTo>
                    <a:pt x="504" y="170"/>
                    <a:pt x="509" y="151"/>
                    <a:pt x="512" y="128"/>
                  </a:cubicBezTo>
                  <a:cubicBezTo>
                    <a:pt x="522" y="92"/>
                    <a:pt x="522" y="99"/>
                    <a:pt x="522" y="105"/>
                  </a:cubicBezTo>
                  <a:cubicBezTo>
                    <a:pt x="496" y="217"/>
                    <a:pt x="493" y="220"/>
                    <a:pt x="492" y="224"/>
                  </a:cubicBezTo>
                  <a:cubicBezTo>
                    <a:pt x="470" y="268"/>
                    <a:pt x="468" y="270"/>
                    <a:pt x="467" y="274"/>
                  </a:cubicBezTo>
                  <a:cubicBezTo>
                    <a:pt x="460" y="300"/>
                    <a:pt x="449" y="294"/>
                    <a:pt x="452" y="302"/>
                  </a:cubicBezTo>
                  <a:cubicBezTo>
                    <a:pt x="426" y="346"/>
                    <a:pt x="419" y="348"/>
                    <a:pt x="419" y="357"/>
                  </a:cubicBezTo>
                  <a:cubicBezTo>
                    <a:pt x="377" y="415"/>
                    <a:pt x="378" y="425"/>
                    <a:pt x="369" y="425"/>
                  </a:cubicBezTo>
                  <a:cubicBezTo>
                    <a:pt x="358" y="467"/>
                    <a:pt x="351" y="467"/>
                    <a:pt x="354" y="475"/>
                  </a:cubicBezTo>
                  <a:cubicBezTo>
                    <a:pt x="367" y="453"/>
                    <a:pt x="377" y="450"/>
                    <a:pt x="379" y="438"/>
                  </a:cubicBezTo>
                  <a:cubicBezTo>
                    <a:pt x="409" y="380"/>
                    <a:pt x="416" y="379"/>
                    <a:pt x="417" y="372"/>
                  </a:cubicBezTo>
                  <a:cubicBezTo>
                    <a:pt x="432" y="354"/>
                    <a:pt x="437" y="346"/>
                    <a:pt x="442" y="337"/>
                  </a:cubicBezTo>
                  <a:cubicBezTo>
                    <a:pt x="466" y="307"/>
                    <a:pt x="467" y="295"/>
                    <a:pt x="477" y="292"/>
                  </a:cubicBezTo>
                  <a:cubicBezTo>
                    <a:pt x="499" y="244"/>
                    <a:pt x="508" y="247"/>
                    <a:pt x="507" y="239"/>
                  </a:cubicBezTo>
                  <a:cubicBezTo>
                    <a:pt x="524" y="202"/>
                    <a:pt x="526" y="190"/>
                    <a:pt x="532" y="183"/>
                  </a:cubicBezTo>
                  <a:cubicBezTo>
                    <a:pt x="548" y="92"/>
                    <a:pt x="554" y="90"/>
                    <a:pt x="550" y="85"/>
                  </a:cubicBezTo>
                  <a:cubicBezTo>
                    <a:pt x="558" y="74"/>
                    <a:pt x="553" y="90"/>
                    <a:pt x="555" y="113"/>
                  </a:cubicBezTo>
                  <a:cubicBezTo>
                    <a:pt x="542" y="172"/>
                    <a:pt x="541" y="178"/>
                    <a:pt x="537" y="181"/>
                  </a:cubicBezTo>
                  <a:cubicBezTo>
                    <a:pt x="505" y="263"/>
                    <a:pt x="501" y="266"/>
                    <a:pt x="499" y="271"/>
                  </a:cubicBezTo>
                  <a:cubicBezTo>
                    <a:pt x="484" y="295"/>
                    <a:pt x="484" y="297"/>
                    <a:pt x="482" y="297"/>
                  </a:cubicBezTo>
                  <a:cubicBezTo>
                    <a:pt x="457" y="329"/>
                    <a:pt x="455" y="341"/>
                    <a:pt x="447" y="347"/>
                  </a:cubicBezTo>
                  <a:cubicBezTo>
                    <a:pt x="407" y="407"/>
                    <a:pt x="403" y="417"/>
                    <a:pt x="399" y="428"/>
                  </a:cubicBezTo>
                  <a:cubicBezTo>
                    <a:pt x="366" y="495"/>
                    <a:pt x="355" y="497"/>
                    <a:pt x="354" y="511"/>
                  </a:cubicBezTo>
                  <a:cubicBezTo>
                    <a:pt x="335" y="549"/>
                    <a:pt x="325" y="553"/>
                    <a:pt x="326" y="569"/>
                  </a:cubicBezTo>
                  <a:cubicBezTo>
                    <a:pt x="362" y="513"/>
                    <a:pt x="363" y="500"/>
                    <a:pt x="369" y="493"/>
                  </a:cubicBezTo>
                  <a:cubicBezTo>
                    <a:pt x="404" y="438"/>
                    <a:pt x="412" y="433"/>
                    <a:pt x="414" y="423"/>
                  </a:cubicBezTo>
                  <a:cubicBezTo>
                    <a:pt x="432" y="393"/>
                    <a:pt x="442" y="397"/>
                    <a:pt x="439" y="387"/>
                  </a:cubicBezTo>
                  <a:cubicBezTo>
                    <a:pt x="476" y="345"/>
                    <a:pt x="475" y="336"/>
                    <a:pt x="482" y="334"/>
                  </a:cubicBezTo>
                  <a:cubicBezTo>
                    <a:pt x="503" y="295"/>
                    <a:pt x="509" y="292"/>
                    <a:pt x="512" y="287"/>
                  </a:cubicBezTo>
                  <a:cubicBezTo>
                    <a:pt x="539" y="245"/>
                    <a:pt x="539" y="228"/>
                    <a:pt x="547" y="219"/>
                  </a:cubicBezTo>
                  <a:cubicBezTo>
                    <a:pt x="562" y="165"/>
                    <a:pt x="567" y="153"/>
                    <a:pt x="570" y="138"/>
                  </a:cubicBezTo>
                  <a:cubicBezTo>
                    <a:pt x="577" y="72"/>
                    <a:pt x="586" y="67"/>
                    <a:pt x="585" y="57"/>
                  </a:cubicBezTo>
                  <a:cubicBezTo>
                    <a:pt x="585" y="94"/>
                    <a:pt x="579" y="99"/>
                    <a:pt x="580" y="110"/>
                  </a:cubicBezTo>
                  <a:cubicBezTo>
                    <a:pt x="567" y="189"/>
                    <a:pt x="560" y="188"/>
                    <a:pt x="562" y="196"/>
                  </a:cubicBezTo>
                  <a:cubicBezTo>
                    <a:pt x="550" y="239"/>
                    <a:pt x="538" y="250"/>
                    <a:pt x="535" y="269"/>
                  </a:cubicBezTo>
                  <a:cubicBezTo>
                    <a:pt x="506" y="321"/>
                    <a:pt x="500" y="322"/>
                    <a:pt x="500" y="329"/>
                  </a:cubicBezTo>
                  <a:cubicBezTo>
                    <a:pt x="467" y="374"/>
                    <a:pt x="461" y="376"/>
                    <a:pt x="457" y="380"/>
                  </a:cubicBezTo>
                  <a:cubicBezTo>
                    <a:pt x="427" y="424"/>
                    <a:pt x="425" y="427"/>
                    <a:pt x="424" y="430"/>
                  </a:cubicBezTo>
                  <a:cubicBezTo>
                    <a:pt x="401" y="471"/>
                    <a:pt x="394" y="474"/>
                    <a:pt x="391" y="480"/>
                  </a:cubicBezTo>
                  <a:cubicBezTo>
                    <a:pt x="381" y="509"/>
                    <a:pt x="381" y="506"/>
                    <a:pt x="381" y="503"/>
                  </a:cubicBezTo>
                  <a:cubicBezTo>
                    <a:pt x="415" y="463"/>
                    <a:pt x="421" y="454"/>
                    <a:pt x="429" y="448"/>
                  </a:cubicBezTo>
                  <a:cubicBezTo>
                    <a:pt x="442" y="427"/>
                    <a:pt x="447" y="428"/>
                    <a:pt x="447" y="425"/>
                  </a:cubicBezTo>
                  <a:cubicBezTo>
                    <a:pt x="472" y="394"/>
                    <a:pt x="479" y="387"/>
                    <a:pt x="484" y="380"/>
                  </a:cubicBezTo>
                  <a:cubicBezTo>
                    <a:pt x="504" y="353"/>
                    <a:pt x="508" y="349"/>
                    <a:pt x="512" y="347"/>
                  </a:cubicBezTo>
                  <a:cubicBezTo>
                    <a:pt x="538" y="309"/>
                    <a:pt x="541" y="301"/>
                    <a:pt x="545" y="294"/>
                  </a:cubicBezTo>
                  <a:cubicBezTo>
                    <a:pt x="559" y="253"/>
                    <a:pt x="562" y="251"/>
                    <a:pt x="567" y="251"/>
                  </a:cubicBezTo>
                  <a:cubicBezTo>
                    <a:pt x="523" y="343"/>
                    <a:pt x="520" y="354"/>
                    <a:pt x="512" y="360"/>
                  </a:cubicBezTo>
                  <a:cubicBezTo>
                    <a:pt x="483" y="397"/>
                    <a:pt x="482" y="399"/>
                    <a:pt x="482" y="402"/>
                  </a:cubicBezTo>
                  <a:cubicBezTo>
                    <a:pt x="463" y="420"/>
                    <a:pt x="460" y="424"/>
                    <a:pt x="459" y="430"/>
                  </a:cubicBezTo>
                  <a:cubicBezTo>
                    <a:pt x="433" y="460"/>
                    <a:pt x="432" y="462"/>
                    <a:pt x="429" y="463"/>
                  </a:cubicBezTo>
                  <a:cubicBezTo>
                    <a:pt x="403" y="503"/>
                    <a:pt x="395" y="502"/>
                    <a:pt x="394" y="508"/>
                  </a:cubicBezTo>
                  <a:cubicBezTo>
                    <a:pt x="360" y="548"/>
                    <a:pt x="356" y="558"/>
                    <a:pt x="351" y="566"/>
                  </a:cubicBezTo>
                  <a:cubicBezTo>
                    <a:pt x="315" y="653"/>
                    <a:pt x="316" y="649"/>
                    <a:pt x="319" y="649"/>
                  </a:cubicBezTo>
                  <a:cubicBezTo>
                    <a:pt x="332" y="628"/>
                    <a:pt x="333" y="622"/>
                    <a:pt x="336" y="619"/>
                  </a:cubicBezTo>
                  <a:cubicBezTo>
                    <a:pt x="367" y="582"/>
                    <a:pt x="371" y="575"/>
                    <a:pt x="376" y="568"/>
                  </a:cubicBezTo>
                  <a:cubicBezTo>
                    <a:pt x="394" y="542"/>
                    <a:pt x="402" y="543"/>
                    <a:pt x="402" y="536"/>
                  </a:cubicBezTo>
                  <a:cubicBezTo>
                    <a:pt x="438" y="505"/>
                    <a:pt x="438" y="494"/>
                    <a:pt x="447" y="490"/>
                  </a:cubicBezTo>
                  <a:cubicBezTo>
                    <a:pt x="471" y="464"/>
                    <a:pt x="471" y="452"/>
                    <a:pt x="479" y="448"/>
                  </a:cubicBezTo>
                  <a:cubicBezTo>
                    <a:pt x="500" y="419"/>
                    <a:pt x="504" y="411"/>
                    <a:pt x="510" y="405"/>
                  </a:cubicBezTo>
                  <a:cubicBezTo>
                    <a:pt x="544" y="340"/>
                    <a:pt x="544" y="334"/>
                    <a:pt x="547" y="332"/>
                  </a:cubicBezTo>
                  <a:cubicBezTo>
                    <a:pt x="576" y="260"/>
                    <a:pt x="573" y="249"/>
                    <a:pt x="577" y="244"/>
                  </a:cubicBezTo>
                  <a:cubicBezTo>
                    <a:pt x="586" y="197"/>
                    <a:pt x="588" y="164"/>
                    <a:pt x="595" y="135"/>
                  </a:cubicBezTo>
                  <a:cubicBezTo>
                    <a:pt x="594" y="196"/>
                    <a:pt x="589" y="206"/>
                    <a:pt x="590" y="224"/>
                  </a:cubicBezTo>
                  <a:cubicBezTo>
                    <a:pt x="572" y="286"/>
                    <a:pt x="575" y="297"/>
                    <a:pt x="570" y="299"/>
                  </a:cubicBezTo>
                  <a:cubicBezTo>
                    <a:pt x="537" y="378"/>
                    <a:pt x="533" y="389"/>
                    <a:pt x="525" y="397"/>
                  </a:cubicBezTo>
                  <a:cubicBezTo>
                    <a:pt x="506" y="431"/>
                    <a:pt x="503" y="431"/>
                    <a:pt x="502" y="435"/>
                  </a:cubicBezTo>
                  <a:cubicBezTo>
                    <a:pt x="485" y="464"/>
                    <a:pt x="476" y="464"/>
                    <a:pt x="477" y="473"/>
                  </a:cubicBezTo>
                  <a:cubicBezTo>
                    <a:pt x="452" y="503"/>
                    <a:pt x="446" y="505"/>
                    <a:pt x="442" y="508"/>
                  </a:cubicBezTo>
                  <a:cubicBezTo>
                    <a:pt x="424" y="523"/>
                    <a:pt x="427" y="534"/>
                    <a:pt x="419" y="533"/>
                  </a:cubicBezTo>
                  <a:cubicBezTo>
                    <a:pt x="337" y="645"/>
                    <a:pt x="338" y="641"/>
                    <a:pt x="341" y="641"/>
                  </a:cubicBezTo>
                  <a:cubicBezTo>
                    <a:pt x="357" y="630"/>
                    <a:pt x="354" y="622"/>
                    <a:pt x="359" y="621"/>
                  </a:cubicBezTo>
                  <a:cubicBezTo>
                    <a:pt x="419" y="562"/>
                    <a:pt x="442" y="543"/>
                    <a:pt x="459" y="518"/>
                  </a:cubicBezTo>
                  <a:cubicBezTo>
                    <a:pt x="475" y="496"/>
                    <a:pt x="482" y="498"/>
                    <a:pt x="482" y="493"/>
                  </a:cubicBezTo>
                  <a:cubicBezTo>
                    <a:pt x="501" y="474"/>
                    <a:pt x="503" y="471"/>
                    <a:pt x="505" y="468"/>
                  </a:cubicBezTo>
                  <a:cubicBezTo>
                    <a:pt x="547" y="407"/>
                    <a:pt x="552" y="402"/>
                    <a:pt x="557" y="397"/>
                  </a:cubicBezTo>
                  <a:cubicBezTo>
                    <a:pt x="585" y="334"/>
                    <a:pt x="592" y="336"/>
                    <a:pt x="590" y="329"/>
                  </a:cubicBezTo>
                  <a:cubicBezTo>
                    <a:pt x="604" y="294"/>
                    <a:pt x="606" y="286"/>
                    <a:pt x="610" y="281"/>
                  </a:cubicBezTo>
                  <a:cubicBezTo>
                    <a:pt x="629" y="217"/>
                    <a:pt x="627" y="222"/>
                    <a:pt x="628" y="226"/>
                  </a:cubicBezTo>
                  <a:cubicBezTo>
                    <a:pt x="614" y="259"/>
                    <a:pt x="624" y="266"/>
                    <a:pt x="618" y="269"/>
                  </a:cubicBezTo>
                  <a:cubicBezTo>
                    <a:pt x="600" y="334"/>
                    <a:pt x="592" y="341"/>
                    <a:pt x="590" y="354"/>
                  </a:cubicBezTo>
                  <a:cubicBezTo>
                    <a:pt x="569" y="389"/>
                    <a:pt x="569" y="396"/>
                    <a:pt x="565" y="400"/>
                  </a:cubicBezTo>
                  <a:cubicBezTo>
                    <a:pt x="539" y="449"/>
                    <a:pt x="528" y="446"/>
                    <a:pt x="530" y="455"/>
                  </a:cubicBezTo>
                  <a:cubicBezTo>
                    <a:pt x="494" y="498"/>
                    <a:pt x="491" y="501"/>
                    <a:pt x="487" y="505"/>
                  </a:cubicBezTo>
                  <a:cubicBezTo>
                    <a:pt x="467" y="523"/>
                    <a:pt x="465" y="536"/>
                    <a:pt x="454" y="541"/>
                  </a:cubicBezTo>
                  <a:cubicBezTo>
                    <a:pt x="435" y="560"/>
                    <a:pt x="434" y="562"/>
                    <a:pt x="434" y="566"/>
                  </a:cubicBezTo>
                  <a:cubicBezTo>
                    <a:pt x="409" y="593"/>
                    <a:pt x="397" y="589"/>
                    <a:pt x="399" y="599"/>
                  </a:cubicBezTo>
                  <a:cubicBezTo>
                    <a:pt x="371" y="623"/>
                    <a:pt x="367" y="627"/>
                    <a:pt x="364" y="631"/>
                  </a:cubicBezTo>
                  <a:cubicBezTo>
                    <a:pt x="347" y="653"/>
                    <a:pt x="344" y="654"/>
                    <a:pt x="341" y="654"/>
                  </a:cubicBezTo>
                  <a:cubicBezTo>
                    <a:pt x="306" y="715"/>
                    <a:pt x="304" y="720"/>
                    <a:pt x="301" y="722"/>
                  </a:cubicBezTo>
                  <a:cubicBezTo>
                    <a:pt x="296" y="747"/>
                    <a:pt x="297" y="745"/>
                    <a:pt x="299" y="745"/>
                  </a:cubicBezTo>
                  <a:cubicBezTo>
                    <a:pt x="318" y="708"/>
                    <a:pt x="325" y="704"/>
                    <a:pt x="329" y="697"/>
                  </a:cubicBezTo>
                  <a:cubicBezTo>
                    <a:pt x="354" y="669"/>
                    <a:pt x="351" y="661"/>
                    <a:pt x="356" y="662"/>
                  </a:cubicBezTo>
                  <a:cubicBezTo>
                    <a:pt x="380" y="634"/>
                    <a:pt x="389" y="622"/>
                    <a:pt x="399" y="611"/>
                  </a:cubicBezTo>
                  <a:cubicBezTo>
                    <a:pt x="461" y="555"/>
                    <a:pt x="469" y="552"/>
                    <a:pt x="472" y="543"/>
                  </a:cubicBezTo>
                  <a:cubicBezTo>
                    <a:pt x="512" y="507"/>
                    <a:pt x="513" y="503"/>
                    <a:pt x="520" y="503"/>
                  </a:cubicBezTo>
                  <a:cubicBezTo>
                    <a:pt x="550" y="469"/>
                    <a:pt x="557" y="461"/>
                    <a:pt x="565" y="455"/>
                  </a:cubicBezTo>
                  <a:cubicBezTo>
                    <a:pt x="598" y="394"/>
                    <a:pt x="603" y="386"/>
                    <a:pt x="610" y="380"/>
                  </a:cubicBezTo>
                  <a:cubicBezTo>
                    <a:pt x="617" y="354"/>
                    <a:pt x="618" y="350"/>
                    <a:pt x="623" y="349"/>
                  </a:cubicBezTo>
                  <a:cubicBezTo>
                    <a:pt x="643" y="301"/>
                    <a:pt x="640" y="315"/>
                    <a:pt x="638" y="317"/>
                  </a:cubicBezTo>
                  <a:cubicBezTo>
                    <a:pt x="614" y="376"/>
                    <a:pt x="614" y="391"/>
                    <a:pt x="605" y="397"/>
                  </a:cubicBezTo>
                  <a:cubicBezTo>
                    <a:pt x="571" y="455"/>
                    <a:pt x="568" y="462"/>
                    <a:pt x="565" y="470"/>
                  </a:cubicBezTo>
                  <a:cubicBezTo>
                    <a:pt x="543" y="489"/>
                    <a:pt x="545" y="498"/>
                    <a:pt x="537" y="495"/>
                  </a:cubicBezTo>
                  <a:cubicBezTo>
                    <a:pt x="520" y="516"/>
                    <a:pt x="516" y="518"/>
                    <a:pt x="512" y="521"/>
                  </a:cubicBezTo>
                  <a:cubicBezTo>
                    <a:pt x="488" y="541"/>
                    <a:pt x="485" y="549"/>
                    <a:pt x="477" y="553"/>
                  </a:cubicBezTo>
                  <a:cubicBezTo>
                    <a:pt x="451" y="584"/>
                    <a:pt x="445" y="583"/>
                    <a:pt x="444" y="589"/>
                  </a:cubicBezTo>
                  <a:cubicBezTo>
                    <a:pt x="416" y="615"/>
                    <a:pt x="402" y="624"/>
                    <a:pt x="392" y="636"/>
                  </a:cubicBezTo>
                  <a:cubicBezTo>
                    <a:pt x="369" y="660"/>
                    <a:pt x="366" y="668"/>
                    <a:pt x="359" y="672"/>
                  </a:cubicBezTo>
                  <a:cubicBezTo>
                    <a:pt x="326" y="726"/>
                    <a:pt x="315" y="734"/>
                    <a:pt x="309" y="747"/>
                  </a:cubicBezTo>
                  <a:cubicBezTo>
                    <a:pt x="299" y="770"/>
                    <a:pt x="301" y="766"/>
                    <a:pt x="304" y="762"/>
                  </a:cubicBezTo>
                  <a:cubicBezTo>
                    <a:pt x="323" y="737"/>
                    <a:pt x="326" y="734"/>
                    <a:pt x="329" y="730"/>
                  </a:cubicBezTo>
                  <a:cubicBezTo>
                    <a:pt x="353" y="695"/>
                    <a:pt x="356" y="695"/>
                    <a:pt x="359" y="694"/>
                  </a:cubicBezTo>
                  <a:cubicBezTo>
                    <a:pt x="373" y="674"/>
                    <a:pt x="377" y="671"/>
                    <a:pt x="379" y="667"/>
                  </a:cubicBezTo>
                  <a:cubicBezTo>
                    <a:pt x="427" y="618"/>
                    <a:pt x="427" y="612"/>
                    <a:pt x="432" y="611"/>
                  </a:cubicBezTo>
                  <a:cubicBezTo>
                    <a:pt x="465" y="583"/>
                    <a:pt x="468" y="575"/>
                    <a:pt x="477" y="573"/>
                  </a:cubicBezTo>
                  <a:cubicBezTo>
                    <a:pt x="532" y="525"/>
                    <a:pt x="537" y="523"/>
                    <a:pt x="540" y="521"/>
                  </a:cubicBezTo>
                  <a:cubicBezTo>
                    <a:pt x="572" y="493"/>
                    <a:pt x="577" y="488"/>
                    <a:pt x="583" y="483"/>
                  </a:cubicBezTo>
                  <a:cubicBezTo>
                    <a:pt x="603" y="467"/>
                    <a:pt x="601" y="462"/>
                    <a:pt x="603" y="460"/>
                  </a:cubicBezTo>
                  <a:cubicBezTo>
                    <a:pt x="640" y="421"/>
                    <a:pt x="644" y="403"/>
                    <a:pt x="656" y="392"/>
                  </a:cubicBezTo>
                  <a:cubicBezTo>
                    <a:pt x="677" y="336"/>
                    <a:pt x="684" y="332"/>
                    <a:pt x="686" y="322"/>
                  </a:cubicBezTo>
                  <a:cubicBezTo>
                    <a:pt x="694" y="312"/>
                    <a:pt x="693" y="316"/>
                    <a:pt x="691" y="319"/>
                  </a:cubicBezTo>
                  <a:cubicBezTo>
                    <a:pt x="672" y="371"/>
                    <a:pt x="672" y="380"/>
                    <a:pt x="666" y="385"/>
                  </a:cubicBezTo>
                  <a:cubicBezTo>
                    <a:pt x="638" y="427"/>
                    <a:pt x="637" y="437"/>
                    <a:pt x="630" y="440"/>
                  </a:cubicBezTo>
                  <a:cubicBezTo>
                    <a:pt x="614" y="466"/>
                    <a:pt x="617" y="473"/>
                    <a:pt x="613" y="473"/>
                  </a:cubicBezTo>
                  <a:cubicBezTo>
                    <a:pt x="599" y="501"/>
                    <a:pt x="588" y="506"/>
                    <a:pt x="585" y="521"/>
                  </a:cubicBezTo>
                  <a:cubicBezTo>
                    <a:pt x="536" y="580"/>
                    <a:pt x="527" y="580"/>
                    <a:pt x="527" y="589"/>
                  </a:cubicBezTo>
                  <a:cubicBezTo>
                    <a:pt x="498" y="618"/>
                    <a:pt x="489" y="617"/>
                    <a:pt x="490" y="626"/>
                  </a:cubicBezTo>
                  <a:cubicBezTo>
                    <a:pt x="455" y="659"/>
                    <a:pt x="447" y="668"/>
                    <a:pt x="437" y="674"/>
                  </a:cubicBezTo>
                  <a:cubicBezTo>
                    <a:pt x="408" y="701"/>
                    <a:pt x="406" y="706"/>
                    <a:pt x="404" y="709"/>
                  </a:cubicBezTo>
                  <a:cubicBezTo>
                    <a:pt x="384" y="728"/>
                    <a:pt x="380" y="730"/>
                    <a:pt x="377" y="732"/>
                  </a:cubicBezTo>
                  <a:cubicBezTo>
                    <a:pt x="365" y="749"/>
                    <a:pt x="359" y="754"/>
                    <a:pt x="354" y="760"/>
                  </a:cubicBezTo>
                  <a:cubicBezTo>
                    <a:pt x="309" y="824"/>
                    <a:pt x="309" y="830"/>
                    <a:pt x="304" y="830"/>
                  </a:cubicBezTo>
                  <a:cubicBezTo>
                    <a:pt x="289" y="858"/>
                    <a:pt x="285" y="858"/>
                    <a:pt x="286" y="863"/>
                  </a:cubicBezTo>
                  <a:cubicBezTo>
                    <a:pt x="270" y="881"/>
                    <a:pt x="270" y="888"/>
                    <a:pt x="266" y="891"/>
                  </a:cubicBezTo>
                  <a:cubicBezTo>
                    <a:pt x="252" y="942"/>
                    <a:pt x="260" y="953"/>
                    <a:pt x="253" y="961"/>
                  </a:cubicBezTo>
                  <a:cubicBezTo>
                    <a:pt x="275" y="924"/>
                    <a:pt x="276" y="916"/>
                    <a:pt x="281" y="913"/>
                  </a:cubicBezTo>
                  <a:cubicBezTo>
                    <a:pt x="296" y="889"/>
                    <a:pt x="296" y="885"/>
                    <a:pt x="296" y="881"/>
                  </a:cubicBezTo>
                  <a:cubicBezTo>
                    <a:pt x="328" y="826"/>
                    <a:pt x="337" y="820"/>
                    <a:pt x="341" y="808"/>
                  </a:cubicBezTo>
                  <a:cubicBezTo>
                    <a:pt x="391" y="746"/>
                    <a:pt x="402" y="741"/>
                    <a:pt x="407" y="730"/>
                  </a:cubicBezTo>
                  <a:cubicBezTo>
                    <a:pt x="466" y="676"/>
                    <a:pt x="464" y="669"/>
                    <a:pt x="472" y="672"/>
                  </a:cubicBezTo>
                  <a:cubicBezTo>
                    <a:pt x="497" y="651"/>
                    <a:pt x="495" y="644"/>
                    <a:pt x="500" y="644"/>
                  </a:cubicBezTo>
                  <a:cubicBezTo>
                    <a:pt x="524" y="614"/>
                    <a:pt x="532" y="607"/>
                    <a:pt x="540" y="599"/>
                  </a:cubicBezTo>
                  <a:cubicBezTo>
                    <a:pt x="560" y="577"/>
                    <a:pt x="562" y="575"/>
                    <a:pt x="563" y="578"/>
                  </a:cubicBezTo>
                  <a:cubicBezTo>
                    <a:pt x="532" y="621"/>
                    <a:pt x="526" y="621"/>
                    <a:pt x="525" y="626"/>
                  </a:cubicBezTo>
                  <a:cubicBezTo>
                    <a:pt x="515" y="645"/>
                    <a:pt x="502" y="643"/>
                    <a:pt x="502" y="654"/>
                  </a:cubicBezTo>
                  <a:cubicBezTo>
                    <a:pt x="477" y="678"/>
                    <a:pt x="473" y="681"/>
                    <a:pt x="467" y="682"/>
                  </a:cubicBezTo>
                  <a:cubicBezTo>
                    <a:pt x="440" y="699"/>
                    <a:pt x="454" y="709"/>
                    <a:pt x="442" y="707"/>
                  </a:cubicBezTo>
                  <a:cubicBezTo>
                    <a:pt x="411" y="729"/>
                    <a:pt x="426" y="737"/>
                    <a:pt x="417" y="737"/>
                  </a:cubicBezTo>
                  <a:cubicBezTo>
                    <a:pt x="405" y="760"/>
                    <a:pt x="394" y="754"/>
                    <a:pt x="397" y="762"/>
                  </a:cubicBezTo>
                  <a:cubicBezTo>
                    <a:pt x="340" y="837"/>
                    <a:pt x="330" y="837"/>
                    <a:pt x="331" y="848"/>
                  </a:cubicBezTo>
                  <a:cubicBezTo>
                    <a:pt x="298" y="899"/>
                    <a:pt x="301" y="909"/>
                    <a:pt x="294" y="911"/>
                  </a:cubicBezTo>
                  <a:cubicBezTo>
                    <a:pt x="276" y="946"/>
                    <a:pt x="271" y="948"/>
                    <a:pt x="271" y="956"/>
                  </a:cubicBezTo>
                  <a:cubicBezTo>
                    <a:pt x="289" y="939"/>
                    <a:pt x="287" y="927"/>
                    <a:pt x="294" y="923"/>
                  </a:cubicBezTo>
                  <a:cubicBezTo>
                    <a:pt x="324" y="876"/>
                    <a:pt x="325" y="872"/>
                    <a:pt x="329" y="871"/>
                  </a:cubicBezTo>
                  <a:cubicBezTo>
                    <a:pt x="345" y="847"/>
                    <a:pt x="350" y="842"/>
                    <a:pt x="351" y="833"/>
                  </a:cubicBezTo>
                  <a:cubicBezTo>
                    <a:pt x="391" y="775"/>
                    <a:pt x="403" y="777"/>
                    <a:pt x="404" y="767"/>
                  </a:cubicBezTo>
                  <a:cubicBezTo>
                    <a:pt x="425" y="740"/>
                    <a:pt x="432" y="742"/>
                    <a:pt x="434" y="740"/>
                  </a:cubicBezTo>
                  <a:cubicBezTo>
                    <a:pt x="450" y="719"/>
                    <a:pt x="452" y="717"/>
                    <a:pt x="455" y="714"/>
                  </a:cubicBezTo>
                  <a:cubicBezTo>
                    <a:pt x="479" y="688"/>
                    <a:pt x="486" y="686"/>
                    <a:pt x="490" y="682"/>
                  </a:cubicBezTo>
                  <a:cubicBezTo>
                    <a:pt x="517" y="654"/>
                    <a:pt x="523" y="652"/>
                    <a:pt x="525" y="646"/>
                  </a:cubicBezTo>
                  <a:cubicBezTo>
                    <a:pt x="547" y="627"/>
                    <a:pt x="547" y="624"/>
                    <a:pt x="548" y="621"/>
                  </a:cubicBezTo>
                  <a:cubicBezTo>
                    <a:pt x="574" y="586"/>
                    <a:pt x="584" y="581"/>
                    <a:pt x="588" y="571"/>
                  </a:cubicBezTo>
                  <a:cubicBezTo>
                    <a:pt x="602" y="554"/>
                    <a:pt x="603" y="558"/>
                    <a:pt x="603" y="561"/>
                  </a:cubicBezTo>
                  <a:cubicBezTo>
                    <a:pt x="564" y="608"/>
                    <a:pt x="562" y="624"/>
                    <a:pt x="553" y="631"/>
                  </a:cubicBezTo>
                  <a:cubicBezTo>
                    <a:pt x="533" y="653"/>
                    <a:pt x="531" y="655"/>
                    <a:pt x="527" y="656"/>
                  </a:cubicBezTo>
                  <a:cubicBezTo>
                    <a:pt x="489" y="688"/>
                    <a:pt x="491" y="694"/>
                    <a:pt x="487" y="694"/>
                  </a:cubicBezTo>
                  <a:cubicBezTo>
                    <a:pt x="459" y="725"/>
                    <a:pt x="455" y="729"/>
                    <a:pt x="450" y="732"/>
                  </a:cubicBezTo>
                  <a:cubicBezTo>
                    <a:pt x="414" y="777"/>
                    <a:pt x="409" y="779"/>
                    <a:pt x="404" y="782"/>
                  </a:cubicBezTo>
                  <a:cubicBezTo>
                    <a:pt x="368" y="827"/>
                    <a:pt x="367" y="833"/>
                    <a:pt x="364" y="838"/>
                  </a:cubicBezTo>
                  <a:cubicBezTo>
                    <a:pt x="347" y="861"/>
                    <a:pt x="347" y="865"/>
                    <a:pt x="344" y="865"/>
                  </a:cubicBezTo>
                  <a:cubicBezTo>
                    <a:pt x="316" y="902"/>
                    <a:pt x="318" y="908"/>
                    <a:pt x="314" y="908"/>
                  </a:cubicBezTo>
                  <a:cubicBezTo>
                    <a:pt x="297" y="944"/>
                    <a:pt x="292" y="947"/>
                    <a:pt x="289" y="951"/>
                  </a:cubicBezTo>
                  <a:cubicBezTo>
                    <a:pt x="272" y="991"/>
                    <a:pt x="265" y="999"/>
                    <a:pt x="264" y="1012"/>
                  </a:cubicBezTo>
                  <a:cubicBezTo>
                    <a:pt x="246" y="1070"/>
                    <a:pt x="247" y="1080"/>
                    <a:pt x="243" y="1084"/>
                  </a:cubicBezTo>
                  <a:cubicBezTo>
                    <a:pt x="275" y="1031"/>
                    <a:pt x="275" y="1019"/>
                    <a:pt x="281" y="1014"/>
                  </a:cubicBezTo>
                  <a:cubicBezTo>
                    <a:pt x="300" y="980"/>
                    <a:pt x="306" y="968"/>
                    <a:pt x="311" y="956"/>
                  </a:cubicBezTo>
                  <a:cubicBezTo>
                    <a:pt x="329" y="925"/>
                    <a:pt x="336" y="929"/>
                    <a:pt x="334" y="921"/>
                  </a:cubicBezTo>
                  <a:cubicBezTo>
                    <a:pt x="370" y="883"/>
                    <a:pt x="367" y="872"/>
                    <a:pt x="377" y="873"/>
                  </a:cubicBezTo>
                  <a:cubicBezTo>
                    <a:pt x="395" y="849"/>
                    <a:pt x="404" y="842"/>
                    <a:pt x="412" y="833"/>
                  </a:cubicBezTo>
                  <a:cubicBezTo>
                    <a:pt x="432" y="811"/>
                    <a:pt x="434" y="810"/>
                    <a:pt x="434" y="808"/>
                  </a:cubicBezTo>
                  <a:cubicBezTo>
                    <a:pt x="468" y="774"/>
                    <a:pt x="473" y="764"/>
                    <a:pt x="482" y="757"/>
                  </a:cubicBezTo>
                  <a:cubicBezTo>
                    <a:pt x="518" y="710"/>
                    <a:pt x="527" y="711"/>
                    <a:pt x="525" y="702"/>
                  </a:cubicBezTo>
                  <a:cubicBezTo>
                    <a:pt x="512" y="725"/>
                    <a:pt x="513" y="729"/>
                    <a:pt x="512" y="732"/>
                  </a:cubicBezTo>
                  <a:cubicBezTo>
                    <a:pt x="497" y="756"/>
                    <a:pt x="486" y="759"/>
                    <a:pt x="482" y="767"/>
                  </a:cubicBezTo>
                  <a:cubicBezTo>
                    <a:pt x="463" y="791"/>
                    <a:pt x="457" y="793"/>
                    <a:pt x="452" y="795"/>
                  </a:cubicBezTo>
                  <a:cubicBezTo>
                    <a:pt x="362" y="908"/>
                    <a:pt x="358" y="911"/>
                    <a:pt x="354" y="913"/>
                  </a:cubicBezTo>
                  <a:cubicBezTo>
                    <a:pt x="338" y="944"/>
                    <a:pt x="330" y="941"/>
                    <a:pt x="331" y="948"/>
                  </a:cubicBezTo>
                  <a:cubicBezTo>
                    <a:pt x="305" y="988"/>
                    <a:pt x="305" y="994"/>
                    <a:pt x="301" y="996"/>
                  </a:cubicBezTo>
                  <a:cubicBezTo>
                    <a:pt x="313" y="984"/>
                    <a:pt x="317" y="981"/>
                    <a:pt x="319" y="976"/>
                  </a:cubicBezTo>
                  <a:cubicBezTo>
                    <a:pt x="362" y="938"/>
                    <a:pt x="357" y="928"/>
                    <a:pt x="364" y="928"/>
                  </a:cubicBezTo>
                  <a:cubicBezTo>
                    <a:pt x="379" y="903"/>
                    <a:pt x="390" y="907"/>
                    <a:pt x="389" y="901"/>
                  </a:cubicBezTo>
                  <a:cubicBezTo>
                    <a:pt x="416" y="869"/>
                    <a:pt x="427" y="873"/>
                    <a:pt x="424" y="865"/>
                  </a:cubicBezTo>
                  <a:cubicBezTo>
                    <a:pt x="450" y="844"/>
                    <a:pt x="454" y="836"/>
                    <a:pt x="462" y="833"/>
                  </a:cubicBezTo>
                  <a:cubicBezTo>
                    <a:pt x="510" y="785"/>
                    <a:pt x="513" y="782"/>
                    <a:pt x="515" y="780"/>
                  </a:cubicBezTo>
                  <a:cubicBezTo>
                    <a:pt x="536" y="752"/>
                    <a:pt x="545" y="755"/>
                    <a:pt x="543" y="747"/>
                  </a:cubicBezTo>
                  <a:cubicBezTo>
                    <a:pt x="566" y="714"/>
                    <a:pt x="568" y="710"/>
                    <a:pt x="570" y="707"/>
                  </a:cubicBezTo>
                  <a:cubicBezTo>
                    <a:pt x="591" y="657"/>
                    <a:pt x="601" y="647"/>
                    <a:pt x="605" y="631"/>
                  </a:cubicBezTo>
                  <a:cubicBezTo>
                    <a:pt x="597" y="662"/>
                    <a:pt x="596" y="668"/>
                    <a:pt x="595" y="674"/>
                  </a:cubicBezTo>
                  <a:cubicBezTo>
                    <a:pt x="577" y="704"/>
                    <a:pt x="573" y="716"/>
                    <a:pt x="568" y="727"/>
                  </a:cubicBezTo>
                  <a:cubicBezTo>
                    <a:pt x="537" y="772"/>
                    <a:pt x="532" y="774"/>
                    <a:pt x="528" y="777"/>
                  </a:cubicBezTo>
                  <a:cubicBezTo>
                    <a:pt x="516" y="796"/>
                    <a:pt x="509" y="797"/>
                    <a:pt x="507" y="802"/>
                  </a:cubicBezTo>
                  <a:cubicBezTo>
                    <a:pt x="475" y="834"/>
                    <a:pt x="473" y="835"/>
                    <a:pt x="472" y="838"/>
                  </a:cubicBezTo>
                  <a:cubicBezTo>
                    <a:pt x="458" y="853"/>
                    <a:pt x="452" y="855"/>
                    <a:pt x="447" y="858"/>
                  </a:cubicBezTo>
                  <a:cubicBezTo>
                    <a:pt x="430" y="871"/>
                    <a:pt x="434" y="882"/>
                    <a:pt x="424" y="881"/>
                  </a:cubicBezTo>
                  <a:cubicBezTo>
                    <a:pt x="388" y="922"/>
                    <a:pt x="381" y="923"/>
                    <a:pt x="379" y="928"/>
                  </a:cubicBezTo>
                  <a:cubicBezTo>
                    <a:pt x="356" y="958"/>
                    <a:pt x="346" y="955"/>
                    <a:pt x="347" y="964"/>
                  </a:cubicBezTo>
                  <a:cubicBezTo>
                    <a:pt x="311" y="1003"/>
                    <a:pt x="313" y="1013"/>
                    <a:pt x="306" y="1014"/>
                  </a:cubicBezTo>
                  <a:cubicBezTo>
                    <a:pt x="282" y="1051"/>
                    <a:pt x="281" y="1054"/>
                    <a:pt x="281" y="1057"/>
                  </a:cubicBezTo>
                  <a:cubicBezTo>
                    <a:pt x="263" y="1076"/>
                    <a:pt x="266" y="1095"/>
                    <a:pt x="256" y="1100"/>
                  </a:cubicBezTo>
                  <a:cubicBezTo>
                    <a:pt x="251" y="1150"/>
                    <a:pt x="250" y="1138"/>
                    <a:pt x="256" y="1135"/>
                  </a:cubicBezTo>
                  <a:cubicBezTo>
                    <a:pt x="289" y="1070"/>
                    <a:pt x="297" y="1067"/>
                    <a:pt x="299" y="1059"/>
                  </a:cubicBezTo>
                  <a:cubicBezTo>
                    <a:pt x="316" y="1029"/>
                    <a:pt x="323" y="1031"/>
                    <a:pt x="321" y="1024"/>
                  </a:cubicBezTo>
                  <a:cubicBezTo>
                    <a:pt x="338" y="1004"/>
                    <a:pt x="340" y="996"/>
                    <a:pt x="344" y="991"/>
                  </a:cubicBezTo>
                  <a:cubicBezTo>
                    <a:pt x="361" y="971"/>
                    <a:pt x="363" y="965"/>
                    <a:pt x="369" y="961"/>
                  </a:cubicBezTo>
                  <a:cubicBezTo>
                    <a:pt x="436" y="888"/>
                    <a:pt x="448" y="891"/>
                    <a:pt x="447" y="880"/>
                  </a:cubicBezTo>
                  <a:cubicBezTo>
                    <a:pt x="469" y="858"/>
                    <a:pt x="474" y="859"/>
                    <a:pt x="475" y="855"/>
                  </a:cubicBezTo>
                  <a:cubicBezTo>
                    <a:pt x="505" y="824"/>
                    <a:pt x="511" y="822"/>
                    <a:pt x="512" y="815"/>
                  </a:cubicBezTo>
                  <a:cubicBezTo>
                    <a:pt x="568" y="753"/>
                    <a:pt x="565" y="741"/>
                    <a:pt x="573" y="739"/>
                  </a:cubicBezTo>
                  <a:cubicBezTo>
                    <a:pt x="584" y="730"/>
                    <a:pt x="582" y="734"/>
                    <a:pt x="580" y="737"/>
                  </a:cubicBezTo>
                  <a:cubicBezTo>
                    <a:pt x="561" y="775"/>
                    <a:pt x="553" y="785"/>
                    <a:pt x="545" y="795"/>
                  </a:cubicBezTo>
                  <a:cubicBezTo>
                    <a:pt x="516" y="828"/>
                    <a:pt x="510" y="830"/>
                    <a:pt x="507" y="838"/>
                  </a:cubicBezTo>
                  <a:cubicBezTo>
                    <a:pt x="443" y="909"/>
                    <a:pt x="435" y="906"/>
                    <a:pt x="435" y="911"/>
                  </a:cubicBezTo>
                  <a:cubicBezTo>
                    <a:pt x="419" y="924"/>
                    <a:pt x="417" y="927"/>
                    <a:pt x="417" y="931"/>
                  </a:cubicBezTo>
                  <a:cubicBezTo>
                    <a:pt x="381" y="966"/>
                    <a:pt x="371" y="974"/>
                    <a:pt x="364" y="986"/>
                  </a:cubicBezTo>
                  <a:cubicBezTo>
                    <a:pt x="347" y="1005"/>
                    <a:pt x="346" y="1013"/>
                    <a:pt x="339" y="1014"/>
                  </a:cubicBezTo>
                  <a:cubicBezTo>
                    <a:pt x="294" y="1085"/>
                    <a:pt x="293" y="1095"/>
                    <a:pt x="286" y="1100"/>
                  </a:cubicBezTo>
                  <a:cubicBezTo>
                    <a:pt x="259" y="1148"/>
                    <a:pt x="259" y="1154"/>
                    <a:pt x="256" y="1157"/>
                  </a:cubicBezTo>
                  <a:cubicBezTo>
                    <a:pt x="241" y="1199"/>
                    <a:pt x="246" y="1208"/>
                    <a:pt x="241" y="1218"/>
                  </a:cubicBezTo>
                  <a:cubicBezTo>
                    <a:pt x="260" y="1178"/>
                    <a:pt x="260" y="1172"/>
                    <a:pt x="264" y="1170"/>
                  </a:cubicBezTo>
                  <a:cubicBezTo>
                    <a:pt x="290" y="1114"/>
                    <a:pt x="297" y="1109"/>
                    <a:pt x="301" y="1102"/>
                  </a:cubicBezTo>
                  <a:cubicBezTo>
                    <a:pt x="336" y="1056"/>
                    <a:pt x="339" y="1048"/>
                    <a:pt x="344" y="1042"/>
                  </a:cubicBezTo>
                  <a:cubicBezTo>
                    <a:pt x="367" y="1006"/>
                    <a:pt x="373" y="1006"/>
                    <a:pt x="374" y="1001"/>
                  </a:cubicBezTo>
                  <a:cubicBezTo>
                    <a:pt x="410" y="964"/>
                    <a:pt x="416" y="964"/>
                    <a:pt x="417" y="959"/>
                  </a:cubicBezTo>
                  <a:cubicBezTo>
                    <a:pt x="453" y="919"/>
                    <a:pt x="467" y="910"/>
                    <a:pt x="475" y="896"/>
                  </a:cubicBezTo>
                  <a:cubicBezTo>
                    <a:pt x="505" y="865"/>
                    <a:pt x="517" y="863"/>
                    <a:pt x="520" y="850"/>
                  </a:cubicBezTo>
                  <a:cubicBezTo>
                    <a:pt x="554" y="810"/>
                    <a:pt x="558" y="807"/>
                    <a:pt x="560" y="802"/>
                  </a:cubicBezTo>
                  <a:cubicBezTo>
                    <a:pt x="584" y="766"/>
                    <a:pt x="596" y="762"/>
                    <a:pt x="598" y="750"/>
                  </a:cubicBezTo>
                  <a:cubicBezTo>
                    <a:pt x="627" y="704"/>
                    <a:pt x="632" y="702"/>
                    <a:pt x="633" y="697"/>
                  </a:cubicBezTo>
                  <a:cubicBezTo>
                    <a:pt x="623" y="720"/>
                    <a:pt x="626" y="728"/>
                    <a:pt x="621" y="727"/>
                  </a:cubicBezTo>
                  <a:cubicBezTo>
                    <a:pt x="597" y="761"/>
                    <a:pt x="596" y="771"/>
                    <a:pt x="588" y="772"/>
                  </a:cubicBezTo>
                  <a:cubicBezTo>
                    <a:pt x="575" y="802"/>
                    <a:pt x="566" y="803"/>
                    <a:pt x="565" y="812"/>
                  </a:cubicBezTo>
                  <a:cubicBezTo>
                    <a:pt x="538" y="856"/>
                    <a:pt x="525" y="854"/>
                    <a:pt x="525" y="865"/>
                  </a:cubicBezTo>
                  <a:cubicBezTo>
                    <a:pt x="510" y="886"/>
                    <a:pt x="501" y="883"/>
                    <a:pt x="500" y="888"/>
                  </a:cubicBezTo>
                  <a:cubicBezTo>
                    <a:pt x="481" y="905"/>
                    <a:pt x="479" y="907"/>
                    <a:pt x="477" y="911"/>
                  </a:cubicBezTo>
                  <a:cubicBezTo>
                    <a:pt x="449" y="935"/>
                    <a:pt x="452" y="943"/>
                    <a:pt x="447" y="943"/>
                  </a:cubicBezTo>
                  <a:cubicBezTo>
                    <a:pt x="429" y="962"/>
                    <a:pt x="427" y="963"/>
                    <a:pt x="425" y="966"/>
                  </a:cubicBezTo>
                  <a:cubicBezTo>
                    <a:pt x="401" y="992"/>
                    <a:pt x="398" y="995"/>
                    <a:pt x="394" y="996"/>
                  </a:cubicBezTo>
                  <a:cubicBezTo>
                    <a:pt x="379" y="1017"/>
                    <a:pt x="373" y="1015"/>
                    <a:pt x="374" y="1021"/>
                  </a:cubicBezTo>
                  <a:cubicBezTo>
                    <a:pt x="331" y="1077"/>
                    <a:pt x="326" y="1081"/>
                    <a:pt x="324" y="1089"/>
                  </a:cubicBezTo>
                  <a:cubicBezTo>
                    <a:pt x="309" y="1105"/>
                    <a:pt x="309" y="1109"/>
                    <a:pt x="309" y="1112"/>
                  </a:cubicBezTo>
                  <a:cubicBezTo>
                    <a:pt x="293" y="1133"/>
                    <a:pt x="293" y="1139"/>
                    <a:pt x="289" y="1142"/>
                  </a:cubicBezTo>
                  <a:cubicBezTo>
                    <a:pt x="272" y="1170"/>
                    <a:pt x="273" y="1176"/>
                    <a:pt x="271" y="1180"/>
                  </a:cubicBezTo>
                  <a:cubicBezTo>
                    <a:pt x="246" y="1241"/>
                    <a:pt x="246" y="1250"/>
                    <a:pt x="246" y="1258"/>
                  </a:cubicBezTo>
                  <a:cubicBezTo>
                    <a:pt x="257" y="1254"/>
                    <a:pt x="254" y="1246"/>
                    <a:pt x="259" y="1246"/>
                  </a:cubicBezTo>
                  <a:cubicBezTo>
                    <a:pt x="274" y="1211"/>
                    <a:pt x="275" y="1207"/>
                    <a:pt x="279" y="1205"/>
                  </a:cubicBezTo>
                  <a:cubicBezTo>
                    <a:pt x="320" y="1146"/>
                    <a:pt x="319" y="1135"/>
                    <a:pt x="327" y="1132"/>
                  </a:cubicBezTo>
                  <a:cubicBezTo>
                    <a:pt x="353" y="1085"/>
                    <a:pt x="363" y="1084"/>
                    <a:pt x="364" y="1074"/>
                  </a:cubicBezTo>
                  <a:cubicBezTo>
                    <a:pt x="392" y="1044"/>
                    <a:pt x="389" y="1036"/>
                    <a:pt x="394" y="1037"/>
                  </a:cubicBezTo>
                  <a:cubicBezTo>
                    <a:pt x="409" y="1021"/>
                    <a:pt x="409" y="1018"/>
                    <a:pt x="409" y="1016"/>
                  </a:cubicBezTo>
                  <a:cubicBezTo>
                    <a:pt x="421" y="1005"/>
                    <a:pt x="423" y="1003"/>
                    <a:pt x="427" y="1001"/>
                  </a:cubicBezTo>
                  <a:cubicBezTo>
                    <a:pt x="466" y="955"/>
                    <a:pt x="477" y="948"/>
                    <a:pt x="485" y="938"/>
                  </a:cubicBezTo>
                  <a:cubicBezTo>
                    <a:pt x="518" y="914"/>
                    <a:pt x="515" y="906"/>
                    <a:pt x="520" y="906"/>
                  </a:cubicBezTo>
                  <a:cubicBezTo>
                    <a:pt x="551" y="882"/>
                    <a:pt x="558" y="873"/>
                    <a:pt x="568" y="865"/>
                  </a:cubicBezTo>
                  <a:cubicBezTo>
                    <a:pt x="556" y="886"/>
                    <a:pt x="553" y="888"/>
                    <a:pt x="548" y="888"/>
                  </a:cubicBezTo>
                  <a:cubicBezTo>
                    <a:pt x="519" y="917"/>
                    <a:pt x="514" y="922"/>
                    <a:pt x="508" y="926"/>
                  </a:cubicBezTo>
                  <a:cubicBezTo>
                    <a:pt x="486" y="947"/>
                    <a:pt x="481" y="952"/>
                    <a:pt x="477" y="958"/>
                  </a:cubicBezTo>
                  <a:cubicBezTo>
                    <a:pt x="437" y="1004"/>
                    <a:pt x="435" y="1006"/>
                    <a:pt x="432" y="1009"/>
                  </a:cubicBezTo>
                  <a:cubicBezTo>
                    <a:pt x="378" y="1069"/>
                    <a:pt x="375" y="1086"/>
                    <a:pt x="362" y="1094"/>
                  </a:cubicBezTo>
                  <a:cubicBezTo>
                    <a:pt x="324" y="1152"/>
                    <a:pt x="326" y="1159"/>
                    <a:pt x="319" y="1157"/>
                  </a:cubicBezTo>
                  <a:cubicBezTo>
                    <a:pt x="305" y="1192"/>
                    <a:pt x="293" y="1190"/>
                    <a:pt x="294" y="1200"/>
                  </a:cubicBezTo>
                  <a:cubicBezTo>
                    <a:pt x="266" y="1260"/>
                    <a:pt x="259" y="1258"/>
                    <a:pt x="259" y="1263"/>
                  </a:cubicBezTo>
                  <a:cubicBezTo>
                    <a:pt x="251" y="1298"/>
                    <a:pt x="251" y="1292"/>
                    <a:pt x="246" y="1291"/>
                  </a:cubicBezTo>
                  <a:cubicBezTo>
                    <a:pt x="271" y="1295"/>
                    <a:pt x="258" y="1283"/>
                    <a:pt x="271" y="1283"/>
                  </a:cubicBezTo>
                  <a:cubicBezTo>
                    <a:pt x="326" y="1167"/>
                    <a:pt x="332" y="1165"/>
                    <a:pt x="334" y="1160"/>
                  </a:cubicBezTo>
                  <a:cubicBezTo>
                    <a:pt x="350" y="1123"/>
                    <a:pt x="361" y="1126"/>
                    <a:pt x="359" y="1117"/>
                  </a:cubicBezTo>
                  <a:cubicBezTo>
                    <a:pt x="387" y="1084"/>
                    <a:pt x="394" y="1076"/>
                    <a:pt x="399" y="1067"/>
                  </a:cubicBezTo>
                  <a:cubicBezTo>
                    <a:pt x="475" y="1001"/>
                    <a:pt x="472" y="992"/>
                    <a:pt x="480" y="994"/>
                  </a:cubicBezTo>
                  <a:cubicBezTo>
                    <a:pt x="497" y="981"/>
                    <a:pt x="502" y="975"/>
                    <a:pt x="510" y="971"/>
                  </a:cubicBezTo>
                  <a:cubicBezTo>
                    <a:pt x="532" y="952"/>
                    <a:pt x="534" y="948"/>
                    <a:pt x="540" y="948"/>
                  </a:cubicBezTo>
                  <a:cubicBezTo>
                    <a:pt x="553" y="931"/>
                    <a:pt x="556" y="931"/>
                    <a:pt x="558" y="931"/>
                  </a:cubicBezTo>
                  <a:cubicBezTo>
                    <a:pt x="594" y="891"/>
                    <a:pt x="607" y="882"/>
                    <a:pt x="613" y="865"/>
                  </a:cubicBezTo>
                  <a:cubicBezTo>
                    <a:pt x="599" y="896"/>
                    <a:pt x="595" y="896"/>
                    <a:pt x="596" y="901"/>
                  </a:cubicBezTo>
                  <a:cubicBezTo>
                    <a:pt x="577" y="920"/>
                    <a:pt x="574" y="924"/>
                    <a:pt x="568" y="926"/>
                  </a:cubicBezTo>
                  <a:cubicBezTo>
                    <a:pt x="544" y="951"/>
                    <a:pt x="537" y="951"/>
                    <a:pt x="538" y="958"/>
                  </a:cubicBezTo>
                  <a:cubicBezTo>
                    <a:pt x="508" y="985"/>
                    <a:pt x="498" y="990"/>
                    <a:pt x="490" y="996"/>
                  </a:cubicBezTo>
                  <a:cubicBezTo>
                    <a:pt x="458" y="1014"/>
                    <a:pt x="462" y="1026"/>
                    <a:pt x="455" y="1026"/>
                  </a:cubicBezTo>
                  <a:cubicBezTo>
                    <a:pt x="438" y="1046"/>
                    <a:pt x="433" y="1046"/>
                    <a:pt x="432" y="1049"/>
                  </a:cubicBezTo>
                  <a:cubicBezTo>
                    <a:pt x="398" y="1090"/>
                    <a:pt x="392" y="1088"/>
                    <a:pt x="392" y="1092"/>
                  </a:cubicBezTo>
                  <a:cubicBezTo>
                    <a:pt x="371" y="1115"/>
                    <a:pt x="368" y="1120"/>
                    <a:pt x="367" y="1127"/>
                  </a:cubicBezTo>
                  <a:cubicBezTo>
                    <a:pt x="343" y="1159"/>
                    <a:pt x="343" y="1167"/>
                    <a:pt x="339" y="1170"/>
                  </a:cubicBezTo>
                  <a:cubicBezTo>
                    <a:pt x="304" y="1239"/>
                    <a:pt x="296" y="1239"/>
                    <a:pt x="296" y="1248"/>
                  </a:cubicBezTo>
                  <a:cubicBezTo>
                    <a:pt x="278" y="1277"/>
                    <a:pt x="287" y="1279"/>
                    <a:pt x="281" y="1281"/>
                  </a:cubicBezTo>
                  <a:cubicBezTo>
                    <a:pt x="246" y="1371"/>
                    <a:pt x="256" y="1372"/>
                    <a:pt x="254" y="1386"/>
                  </a:cubicBezTo>
                  <a:cubicBezTo>
                    <a:pt x="266" y="1357"/>
                    <a:pt x="266" y="1353"/>
                    <a:pt x="266" y="1349"/>
                  </a:cubicBezTo>
                  <a:cubicBezTo>
                    <a:pt x="293" y="1281"/>
                    <a:pt x="296" y="1281"/>
                    <a:pt x="299" y="1281"/>
                  </a:cubicBezTo>
                  <a:cubicBezTo>
                    <a:pt x="308" y="1258"/>
                    <a:pt x="314" y="1259"/>
                    <a:pt x="312" y="1251"/>
                  </a:cubicBezTo>
                  <a:cubicBezTo>
                    <a:pt x="332" y="1226"/>
                    <a:pt x="333" y="1221"/>
                    <a:pt x="334" y="1215"/>
                  </a:cubicBezTo>
                  <a:cubicBezTo>
                    <a:pt x="360" y="1186"/>
                    <a:pt x="360" y="1174"/>
                    <a:pt x="367" y="1170"/>
                  </a:cubicBezTo>
                  <a:cubicBezTo>
                    <a:pt x="400" y="1124"/>
                    <a:pt x="404" y="1118"/>
                    <a:pt x="410" y="1112"/>
                  </a:cubicBezTo>
                  <a:cubicBezTo>
                    <a:pt x="423" y="1096"/>
                    <a:pt x="424" y="1094"/>
                    <a:pt x="427" y="1094"/>
                  </a:cubicBezTo>
                  <a:cubicBezTo>
                    <a:pt x="449" y="1060"/>
                    <a:pt x="460" y="1065"/>
                    <a:pt x="457" y="1057"/>
                  </a:cubicBezTo>
                  <a:cubicBezTo>
                    <a:pt x="497" y="1018"/>
                    <a:pt x="528" y="1004"/>
                    <a:pt x="548" y="979"/>
                  </a:cubicBezTo>
                  <a:cubicBezTo>
                    <a:pt x="588" y="940"/>
                    <a:pt x="590" y="931"/>
                    <a:pt x="596" y="926"/>
                  </a:cubicBezTo>
                  <a:cubicBezTo>
                    <a:pt x="623" y="900"/>
                    <a:pt x="616" y="899"/>
                    <a:pt x="618" y="906"/>
                  </a:cubicBezTo>
                  <a:cubicBezTo>
                    <a:pt x="606" y="925"/>
                    <a:pt x="604" y="927"/>
                    <a:pt x="601" y="928"/>
                  </a:cubicBezTo>
                  <a:cubicBezTo>
                    <a:pt x="563" y="980"/>
                    <a:pt x="555" y="982"/>
                    <a:pt x="553" y="989"/>
                  </a:cubicBezTo>
                  <a:cubicBezTo>
                    <a:pt x="513" y="1021"/>
                    <a:pt x="511" y="1023"/>
                    <a:pt x="508" y="1024"/>
                  </a:cubicBezTo>
                  <a:cubicBezTo>
                    <a:pt x="476" y="1056"/>
                    <a:pt x="471" y="1060"/>
                    <a:pt x="465" y="1062"/>
                  </a:cubicBezTo>
                  <a:cubicBezTo>
                    <a:pt x="439" y="1098"/>
                    <a:pt x="432" y="1100"/>
                    <a:pt x="427" y="1104"/>
                  </a:cubicBezTo>
                  <a:cubicBezTo>
                    <a:pt x="413" y="1124"/>
                    <a:pt x="407" y="1124"/>
                    <a:pt x="407" y="1132"/>
                  </a:cubicBezTo>
                  <a:cubicBezTo>
                    <a:pt x="374" y="1182"/>
                    <a:pt x="363" y="1186"/>
                    <a:pt x="359" y="1198"/>
                  </a:cubicBezTo>
                  <a:cubicBezTo>
                    <a:pt x="344" y="1221"/>
                    <a:pt x="342" y="1223"/>
                    <a:pt x="342" y="1225"/>
                  </a:cubicBezTo>
                  <a:cubicBezTo>
                    <a:pt x="314" y="1273"/>
                    <a:pt x="309" y="1276"/>
                    <a:pt x="309" y="1283"/>
                  </a:cubicBezTo>
                  <a:cubicBezTo>
                    <a:pt x="299" y="1304"/>
                    <a:pt x="294" y="1306"/>
                    <a:pt x="294" y="1313"/>
                  </a:cubicBezTo>
                  <a:cubicBezTo>
                    <a:pt x="281" y="1340"/>
                    <a:pt x="281" y="1342"/>
                    <a:pt x="279" y="1341"/>
                  </a:cubicBezTo>
                  <a:cubicBezTo>
                    <a:pt x="272" y="1377"/>
                    <a:pt x="264" y="1384"/>
                    <a:pt x="266" y="1402"/>
                  </a:cubicBezTo>
                  <a:cubicBezTo>
                    <a:pt x="266" y="1422"/>
                    <a:pt x="267" y="1407"/>
                    <a:pt x="274" y="1399"/>
                  </a:cubicBezTo>
                  <a:cubicBezTo>
                    <a:pt x="295" y="1345"/>
                    <a:pt x="300" y="1321"/>
                    <a:pt x="314" y="1306"/>
                  </a:cubicBezTo>
                  <a:cubicBezTo>
                    <a:pt x="332" y="1263"/>
                    <a:pt x="339" y="1255"/>
                    <a:pt x="347" y="1248"/>
                  </a:cubicBezTo>
                  <a:cubicBezTo>
                    <a:pt x="384" y="1190"/>
                    <a:pt x="386" y="1184"/>
                    <a:pt x="392" y="1182"/>
                  </a:cubicBezTo>
                  <a:cubicBezTo>
                    <a:pt x="430" y="1138"/>
                    <a:pt x="434" y="1127"/>
                    <a:pt x="445" y="1122"/>
                  </a:cubicBezTo>
                  <a:cubicBezTo>
                    <a:pt x="500" y="1074"/>
                    <a:pt x="508" y="1067"/>
                    <a:pt x="515" y="1059"/>
                  </a:cubicBezTo>
                  <a:cubicBezTo>
                    <a:pt x="543" y="1027"/>
                    <a:pt x="554" y="1024"/>
                    <a:pt x="558" y="1014"/>
                  </a:cubicBezTo>
                  <a:cubicBezTo>
                    <a:pt x="546" y="1032"/>
                    <a:pt x="548" y="1039"/>
                    <a:pt x="545" y="1041"/>
                  </a:cubicBezTo>
                  <a:cubicBezTo>
                    <a:pt x="519" y="1066"/>
                    <a:pt x="517" y="1068"/>
                    <a:pt x="515" y="1072"/>
                  </a:cubicBezTo>
                  <a:cubicBezTo>
                    <a:pt x="498" y="1090"/>
                    <a:pt x="490" y="1087"/>
                    <a:pt x="490" y="1092"/>
                  </a:cubicBezTo>
                  <a:cubicBezTo>
                    <a:pt x="467" y="1109"/>
                    <a:pt x="464" y="1117"/>
                    <a:pt x="457" y="1120"/>
                  </a:cubicBezTo>
                  <a:cubicBezTo>
                    <a:pt x="439" y="1141"/>
                    <a:pt x="434" y="1146"/>
                    <a:pt x="430" y="1152"/>
                  </a:cubicBezTo>
                  <a:cubicBezTo>
                    <a:pt x="407" y="1180"/>
                    <a:pt x="396" y="1189"/>
                    <a:pt x="389" y="1203"/>
                  </a:cubicBezTo>
                  <a:cubicBezTo>
                    <a:pt x="340" y="1277"/>
                    <a:pt x="340" y="1283"/>
                    <a:pt x="334" y="1283"/>
                  </a:cubicBezTo>
                  <a:cubicBezTo>
                    <a:pt x="311" y="1324"/>
                    <a:pt x="312" y="1337"/>
                    <a:pt x="304" y="1341"/>
                  </a:cubicBezTo>
                  <a:cubicBezTo>
                    <a:pt x="283" y="1403"/>
                    <a:pt x="280" y="1411"/>
                    <a:pt x="276" y="1419"/>
                  </a:cubicBezTo>
                  <a:cubicBezTo>
                    <a:pt x="267" y="1456"/>
                    <a:pt x="262" y="1466"/>
                    <a:pt x="264" y="1469"/>
                  </a:cubicBezTo>
                  <a:cubicBezTo>
                    <a:pt x="279" y="1429"/>
                    <a:pt x="286" y="1428"/>
                    <a:pt x="284" y="1419"/>
                  </a:cubicBezTo>
                  <a:cubicBezTo>
                    <a:pt x="311" y="1363"/>
                    <a:pt x="316" y="1353"/>
                    <a:pt x="322" y="1344"/>
                  </a:cubicBezTo>
                  <a:cubicBezTo>
                    <a:pt x="341" y="1299"/>
                    <a:pt x="344" y="1299"/>
                    <a:pt x="347" y="1298"/>
                  </a:cubicBezTo>
                  <a:cubicBezTo>
                    <a:pt x="377" y="1253"/>
                    <a:pt x="377" y="1246"/>
                    <a:pt x="382" y="1243"/>
                  </a:cubicBezTo>
                  <a:cubicBezTo>
                    <a:pt x="470" y="1149"/>
                    <a:pt x="469" y="1136"/>
                    <a:pt x="480" y="1135"/>
                  </a:cubicBezTo>
                  <a:cubicBezTo>
                    <a:pt x="514" y="1093"/>
                    <a:pt x="525" y="1097"/>
                    <a:pt x="523" y="1089"/>
                  </a:cubicBezTo>
                  <a:cubicBezTo>
                    <a:pt x="569" y="1039"/>
                    <a:pt x="577" y="1036"/>
                    <a:pt x="581" y="1029"/>
                  </a:cubicBezTo>
                  <a:cubicBezTo>
                    <a:pt x="617" y="976"/>
                    <a:pt x="617" y="985"/>
                    <a:pt x="613" y="989"/>
                  </a:cubicBezTo>
                  <a:cubicBezTo>
                    <a:pt x="598" y="1018"/>
                    <a:pt x="597" y="1023"/>
                    <a:pt x="596" y="1029"/>
                  </a:cubicBezTo>
                  <a:cubicBezTo>
                    <a:pt x="570" y="1050"/>
                    <a:pt x="572" y="1056"/>
                    <a:pt x="568" y="1057"/>
                  </a:cubicBezTo>
                  <a:cubicBezTo>
                    <a:pt x="549" y="1084"/>
                    <a:pt x="545" y="1084"/>
                    <a:pt x="545" y="1089"/>
                  </a:cubicBezTo>
                  <a:cubicBezTo>
                    <a:pt x="517" y="1111"/>
                    <a:pt x="509" y="1114"/>
                    <a:pt x="505" y="1122"/>
                  </a:cubicBezTo>
                  <a:cubicBezTo>
                    <a:pt x="448" y="1187"/>
                    <a:pt x="435" y="1186"/>
                    <a:pt x="435" y="1198"/>
                  </a:cubicBezTo>
                  <a:cubicBezTo>
                    <a:pt x="358" y="1294"/>
                    <a:pt x="359" y="1303"/>
                    <a:pt x="352" y="1303"/>
                  </a:cubicBezTo>
                  <a:cubicBezTo>
                    <a:pt x="338" y="1342"/>
                    <a:pt x="332" y="1344"/>
                    <a:pt x="329" y="1349"/>
                  </a:cubicBezTo>
                  <a:cubicBezTo>
                    <a:pt x="294" y="1419"/>
                    <a:pt x="294" y="1435"/>
                    <a:pt x="287" y="1442"/>
                  </a:cubicBezTo>
                  <a:cubicBezTo>
                    <a:pt x="275" y="1485"/>
                    <a:pt x="278" y="1489"/>
                    <a:pt x="279" y="1495"/>
                  </a:cubicBezTo>
                  <a:cubicBezTo>
                    <a:pt x="284" y="1538"/>
                    <a:pt x="280" y="1529"/>
                    <a:pt x="282" y="1525"/>
                  </a:cubicBezTo>
                  <a:cubicBezTo>
                    <a:pt x="295" y="1474"/>
                    <a:pt x="302" y="1461"/>
                    <a:pt x="307" y="1447"/>
                  </a:cubicBezTo>
                  <a:cubicBezTo>
                    <a:pt x="319" y="1424"/>
                    <a:pt x="316" y="1416"/>
                    <a:pt x="319" y="1414"/>
                  </a:cubicBezTo>
                  <a:cubicBezTo>
                    <a:pt x="344" y="1364"/>
                    <a:pt x="347" y="1363"/>
                    <a:pt x="347" y="1359"/>
                  </a:cubicBezTo>
                  <a:cubicBezTo>
                    <a:pt x="359" y="1339"/>
                    <a:pt x="361" y="1336"/>
                    <a:pt x="362" y="1334"/>
                  </a:cubicBezTo>
                  <a:cubicBezTo>
                    <a:pt x="386" y="1299"/>
                    <a:pt x="387" y="1292"/>
                    <a:pt x="392" y="1288"/>
                  </a:cubicBezTo>
                  <a:cubicBezTo>
                    <a:pt x="420" y="1249"/>
                    <a:pt x="427" y="1239"/>
                    <a:pt x="435" y="1230"/>
                  </a:cubicBezTo>
                  <a:cubicBezTo>
                    <a:pt x="468" y="1194"/>
                    <a:pt x="469" y="1191"/>
                    <a:pt x="473" y="1190"/>
                  </a:cubicBezTo>
                  <a:cubicBezTo>
                    <a:pt x="499" y="1158"/>
                    <a:pt x="504" y="1154"/>
                    <a:pt x="508" y="1150"/>
                  </a:cubicBezTo>
                  <a:cubicBezTo>
                    <a:pt x="538" y="1112"/>
                    <a:pt x="545" y="1102"/>
                    <a:pt x="553" y="1092"/>
                  </a:cubicBezTo>
                  <a:cubicBezTo>
                    <a:pt x="577" y="1069"/>
                    <a:pt x="569" y="1068"/>
                    <a:pt x="568" y="1074"/>
                  </a:cubicBezTo>
                  <a:cubicBezTo>
                    <a:pt x="540" y="1125"/>
                    <a:pt x="527" y="1138"/>
                    <a:pt x="518" y="1152"/>
                  </a:cubicBezTo>
                  <a:cubicBezTo>
                    <a:pt x="491" y="1186"/>
                    <a:pt x="486" y="1188"/>
                    <a:pt x="483" y="1190"/>
                  </a:cubicBezTo>
                  <a:cubicBezTo>
                    <a:pt x="445" y="1238"/>
                    <a:pt x="436" y="1241"/>
                    <a:pt x="432" y="1250"/>
                  </a:cubicBezTo>
                  <a:cubicBezTo>
                    <a:pt x="381" y="1320"/>
                    <a:pt x="378" y="1330"/>
                    <a:pt x="372" y="1336"/>
                  </a:cubicBezTo>
                  <a:cubicBezTo>
                    <a:pt x="342" y="1391"/>
                    <a:pt x="337" y="1398"/>
                    <a:pt x="332" y="1404"/>
                  </a:cubicBezTo>
                  <a:cubicBezTo>
                    <a:pt x="297" y="1512"/>
                    <a:pt x="299" y="1511"/>
                    <a:pt x="297" y="1517"/>
                  </a:cubicBezTo>
                  <a:cubicBezTo>
                    <a:pt x="285" y="1562"/>
                    <a:pt x="292" y="1562"/>
                    <a:pt x="292" y="1570"/>
                  </a:cubicBezTo>
                  <a:cubicBezTo>
                    <a:pt x="308" y="1526"/>
                    <a:pt x="315" y="1528"/>
                    <a:pt x="312" y="1520"/>
                  </a:cubicBezTo>
                  <a:cubicBezTo>
                    <a:pt x="334" y="1475"/>
                    <a:pt x="332" y="1464"/>
                    <a:pt x="339" y="1462"/>
                  </a:cubicBezTo>
                  <a:cubicBezTo>
                    <a:pt x="371" y="1397"/>
                    <a:pt x="376" y="1392"/>
                    <a:pt x="380" y="1386"/>
                  </a:cubicBezTo>
                  <a:cubicBezTo>
                    <a:pt x="418" y="1328"/>
                    <a:pt x="420" y="1321"/>
                    <a:pt x="425" y="1316"/>
                  </a:cubicBezTo>
                  <a:cubicBezTo>
                    <a:pt x="441" y="1283"/>
                    <a:pt x="447" y="1285"/>
                    <a:pt x="447" y="1281"/>
                  </a:cubicBezTo>
                  <a:cubicBezTo>
                    <a:pt x="479" y="1240"/>
                    <a:pt x="484" y="1230"/>
                    <a:pt x="493" y="1225"/>
                  </a:cubicBezTo>
                  <a:cubicBezTo>
                    <a:pt x="510" y="1208"/>
                    <a:pt x="509" y="1213"/>
                    <a:pt x="513" y="1213"/>
                  </a:cubicBezTo>
                  <a:cubicBezTo>
                    <a:pt x="523" y="1194"/>
                    <a:pt x="525" y="1193"/>
                    <a:pt x="525" y="1190"/>
                  </a:cubicBezTo>
                  <a:cubicBezTo>
                    <a:pt x="562" y="1144"/>
                    <a:pt x="564" y="1140"/>
                    <a:pt x="563" y="1135"/>
                  </a:cubicBezTo>
                  <a:cubicBezTo>
                    <a:pt x="582" y="1095"/>
                    <a:pt x="589" y="1084"/>
                    <a:pt x="596" y="1072"/>
                  </a:cubicBezTo>
                  <a:cubicBezTo>
                    <a:pt x="579" y="1116"/>
                    <a:pt x="576" y="1130"/>
                    <a:pt x="571" y="1142"/>
                  </a:cubicBezTo>
                  <a:cubicBezTo>
                    <a:pt x="549" y="1177"/>
                    <a:pt x="552" y="1188"/>
                    <a:pt x="545" y="1190"/>
                  </a:cubicBezTo>
                  <a:cubicBezTo>
                    <a:pt x="519" y="1245"/>
                    <a:pt x="511" y="1246"/>
                    <a:pt x="513" y="1255"/>
                  </a:cubicBezTo>
                  <a:cubicBezTo>
                    <a:pt x="489" y="1289"/>
                    <a:pt x="487" y="1295"/>
                    <a:pt x="485" y="1301"/>
                  </a:cubicBezTo>
                  <a:cubicBezTo>
                    <a:pt x="460" y="1334"/>
                    <a:pt x="463" y="1345"/>
                    <a:pt x="458" y="1349"/>
                  </a:cubicBezTo>
                  <a:cubicBezTo>
                    <a:pt x="437" y="1384"/>
                    <a:pt x="437" y="1392"/>
                    <a:pt x="432" y="1396"/>
                  </a:cubicBezTo>
                  <a:cubicBezTo>
                    <a:pt x="427" y="1433"/>
                    <a:pt x="425" y="1426"/>
                    <a:pt x="427" y="1424"/>
                  </a:cubicBezTo>
                  <a:cubicBezTo>
                    <a:pt x="443" y="1405"/>
                    <a:pt x="440" y="1397"/>
                    <a:pt x="445" y="1396"/>
                  </a:cubicBezTo>
                  <a:cubicBezTo>
                    <a:pt x="475" y="1348"/>
                    <a:pt x="476" y="1344"/>
                    <a:pt x="475" y="1338"/>
                  </a:cubicBezTo>
                  <a:cubicBezTo>
                    <a:pt x="497" y="1313"/>
                    <a:pt x="494" y="1305"/>
                    <a:pt x="498" y="1303"/>
                  </a:cubicBezTo>
                  <a:cubicBezTo>
                    <a:pt x="497" y="1315"/>
                    <a:pt x="494" y="1322"/>
                    <a:pt x="490" y="1328"/>
                  </a:cubicBezTo>
                  <a:cubicBezTo>
                    <a:pt x="462" y="1378"/>
                    <a:pt x="460" y="1382"/>
                    <a:pt x="460" y="1386"/>
                  </a:cubicBezTo>
                  <a:cubicBezTo>
                    <a:pt x="425" y="1445"/>
                    <a:pt x="428" y="1453"/>
                    <a:pt x="425" y="1454"/>
                  </a:cubicBezTo>
                  <a:cubicBezTo>
                    <a:pt x="405" y="1499"/>
                    <a:pt x="398" y="1512"/>
                    <a:pt x="392" y="1525"/>
                  </a:cubicBezTo>
                  <a:cubicBezTo>
                    <a:pt x="371" y="1599"/>
                    <a:pt x="365" y="1598"/>
                    <a:pt x="367" y="1605"/>
                  </a:cubicBezTo>
                  <a:cubicBezTo>
                    <a:pt x="354" y="1641"/>
                    <a:pt x="358" y="1653"/>
                    <a:pt x="352" y="1656"/>
                  </a:cubicBezTo>
                  <a:cubicBezTo>
                    <a:pt x="346" y="1759"/>
                    <a:pt x="343" y="1757"/>
                    <a:pt x="342" y="1754"/>
                  </a:cubicBezTo>
                  <a:cubicBezTo>
                    <a:pt x="349" y="1713"/>
                    <a:pt x="354" y="1702"/>
                    <a:pt x="357" y="1691"/>
                  </a:cubicBezTo>
                  <a:cubicBezTo>
                    <a:pt x="378" y="1637"/>
                    <a:pt x="375" y="1627"/>
                    <a:pt x="380" y="1625"/>
                  </a:cubicBezTo>
                  <a:cubicBezTo>
                    <a:pt x="393" y="1579"/>
                    <a:pt x="398" y="1569"/>
                    <a:pt x="402" y="1560"/>
                  </a:cubicBezTo>
                  <a:cubicBezTo>
                    <a:pt x="415" y="1520"/>
                    <a:pt x="417" y="1514"/>
                    <a:pt x="422" y="1512"/>
                  </a:cubicBezTo>
                  <a:cubicBezTo>
                    <a:pt x="438" y="1477"/>
                    <a:pt x="435" y="1466"/>
                    <a:pt x="440" y="1464"/>
                  </a:cubicBezTo>
                  <a:cubicBezTo>
                    <a:pt x="491" y="1374"/>
                    <a:pt x="493" y="1369"/>
                    <a:pt x="493" y="1361"/>
                  </a:cubicBezTo>
                  <a:cubicBezTo>
                    <a:pt x="533" y="1307"/>
                    <a:pt x="537" y="1281"/>
                    <a:pt x="551" y="1265"/>
                  </a:cubicBezTo>
                  <a:cubicBezTo>
                    <a:pt x="567" y="1213"/>
                    <a:pt x="572" y="1200"/>
                    <a:pt x="576" y="1187"/>
                  </a:cubicBezTo>
                  <a:cubicBezTo>
                    <a:pt x="570" y="1224"/>
                    <a:pt x="567" y="1232"/>
                    <a:pt x="566" y="1243"/>
                  </a:cubicBezTo>
                  <a:cubicBezTo>
                    <a:pt x="527" y="1322"/>
                    <a:pt x="522" y="1329"/>
                    <a:pt x="520" y="1338"/>
                  </a:cubicBezTo>
                  <a:cubicBezTo>
                    <a:pt x="499" y="1364"/>
                    <a:pt x="499" y="1376"/>
                    <a:pt x="493" y="1381"/>
                  </a:cubicBezTo>
                  <a:cubicBezTo>
                    <a:pt x="498" y="1392"/>
                    <a:pt x="498" y="1398"/>
                    <a:pt x="498" y="1404"/>
                  </a:cubicBezTo>
                  <a:cubicBezTo>
                    <a:pt x="532" y="1330"/>
                    <a:pt x="532" y="1345"/>
                    <a:pt x="528" y="1343"/>
                  </a:cubicBezTo>
                  <a:cubicBezTo>
                    <a:pt x="511" y="1391"/>
                    <a:pt x="508" y="1400"/>
                    <a:pt x="505" y="1409"/>
                  </a:cubicBezTo>
                  <a:cubicBezTo>
                    <a:pt x="497" y="1445"/>
                    <a:pt x="494" y="1455"/>
                    <a:pt x="493" y="1467"/>
                  </a:cubicBezTo>
                  <a:cubicBezTo>
                    <a:pt x="496" y="1535"/>
                    <a:pt x="492" y="1549"/>
                    <a:pt x="490" y="1567"/>
                  </a:cubicBezTo>
                  <a:cubicBezTo>
                    <a:pt x="476" y="1593"/>
                    <a:pt x="479" y="1606"/>
                    <a:pt x="473" y="1610"/>
                  </a:cubicBezTo>
                  <a:cubicBezTo>
                    <a:pt x="427" y="1706"/>
                    <a:pt x="422" y="1720"/>
                    <a:pt x="413" y="1731"/>
                  </a:cubicBezTo>
                  <a:cubicBezTo>
                    <a:pt x="408" y="1755"/>
                    <a:pt x="414" y="1746"/>
                    <a:pt x="415" y="1744"/>
                  </a:cubicBezTo>
                  <a:cubicBezTo>
                    <a:pt x="452" y="1724"/>
                    <a:pt x="461" y="1714"/>
                    <a:pt x="468" y="1718"/>
                  </a:cubicBezTo>
                  <a:cubicBezTo>
                    <a:pt x="439" y="1738"/>
                    <a:pt x="429" y="1744"/>
                    <a:pt x="423" y="1754"/>
                  </a:cubicBezTo>
                  <a:cubicBezTo>
                    <a:pt x="390" y="1807"/>
                    <a:pt x="394" y="1818"/>
                    <a:pt x="390" y="1819"/>
                  </a:cubicBezTo>
                  <a:cubicBezTo>
                    <a:pt x="387" y="1852"/>
                    <a:pt x="390" y="1857"/>
                    <a:pt x="393" y="1864"/>
                  </a:cubicBezTo>
                  <a:cubicBezTo>
                    <a:pt x="395" y="1893"/>
                    <a:pt x="401" y="1904"/>
                    <a:pt x="405" y="1917"/>
                  </a:cubicBezTo>
                  <a:cubicBezTo>
                    <a:pt x="418" y="1937"/>
                    <a:pt x="423" y="1944"/>
                    <a:pt x="418" y="1950"/>
                  </a:cubicBezTo>
                  <a:cubicBezTo>
                    <a:pt x="398" y="1927"/>
                    <a:pt x="390" y="1922"/>
                    <a:pt x="388" y="1912"/>
                  </a:cubicBezTo>
                  <a:cubicBezTo>
                    <a:pt x="371" y="1883"/>
                    <a:pt x="363" y="1883"/>
                    <a:pt x="357" y="1880"/>
                  </a:cubicBezTo>
                  <a:cubicBezTo>
                    <a:pt x="325" y="1849"/>
                    <a:pt x="317" y="1848"/>
                    <a:pt x="315" y="1842"/>
                  </a:cubicBezTo>
                  <a:cubicBezTo>
                    <a:pt x="284" y="1820"/>
                    <a:pt x="288" y="1832"/>
                    <a:pt x="299" y="1829"/>
                  </a:cubicBezTo>
                  <a:cubicBezTo>
                    <a:pt x="296" y="1823"/>
                    <a:pt x="286" y="1823"/>
                    <a:pt x="282" y="1817"/>
                  </a:cubicBezTo>
                  <a:cubicBezTo>
                    <a:pt x="235" y="1800"/>
                    <a:pt x="246" y="1796"/>
                    <a:pt x="252" y="1802"/>
                  </a:cubicBezTo>
                  <a:cubicBezTo>
                    <a:pt x="301" y="1810"/>
                    <a:pt x="324" y="1818"/>
                    <a:pt x="342" y="1829"/>
                  </a:cubicBezTo>
                  <a:cubicBezTo>
                    <a:pt x="332" y="1811"/>
                    <a:pt x="328" y="1807"/>
                    <a:pt x="325" y="1802"/>
                  </a:cubicBezTo>
                  <a:cubicBezTo>
                    <a:pt x="300" y="1767"/>
                    <a:pt x="291" y="1768"/>
                    <a:pt x="292" y="1759"/>
                  </a:cubicBezTo>
                  <a:cubicBezTo>
                    <a:pt x="254" y="1707"/>
                    <a:pt x="246" y="1698"/>
                    <a:pt x="239" y="1688"/>
                  </a:cubicBezTo>
                  <a:cubicBezTo>
                    <a:pt x="214" y="1649"/>
                    <a:pt x="204" y="1642"/>
                    <a:pt x="201" y="1628"/>
                  </a:cubicBezTo>
                  <a:cubicBezTo>
                    <a:pt x="178" y="1567"/>
                    <a:pt x="173" y="1562"/>
                    <a:pt x="168" y="1558"/>
                  </a:cubicBezTo>
                  <a:cubicBezTo>
                    <a:pt x="153" y="1520"/>
                    <a:pt x="151" y="1514"/>
                    <a:pt x="146" y="1512"/>
                  </a:cubicBezTo>
                  <a:cubicBezTo>
                    <a:pt x="133" y="1472"/>
                    <a:pt x="123" y="1469"/>
                    <a:pt x="123" y="1457"/>
                  </a:cubicBezTo>
                  <a:cubicBezTo>
                    <a:pt x="108" y="1419"/>
                    <a:pt x="98" y="1416"/>
                    <a:pt x="100" y="1402"/>
                  </a:cubicBezTo>
                  <a:cubicBezTo>
                    <a:pt x="109" y="1417"/>
                    <a:pt x="115" y="1416"/>
                    <a:pt x="113" y="1424"/>
                  </a:cubicBezTo>
                  <a:cubicBezTo>
                    <a:pt x="141" y="1468"/>
                    <a:pt x="143" y="1471"/>
                    <a:pt x="146" y="1475"/>
                  </a:cubicBezTo>
                  <a:cubicBezTo>
                    <a:pt x="184" y="1527"/>
                    <a:pt x="192" y="1530"/>
                    <a:pt x="196" y="1537"/>
                  </a:cubicBezTo>
                  <a:cubicBezTo>
                    <a:pt x="219" y="1559"/>
                    <a:pt x="223" y="1568"/>
                    <a:pt x="231" y="1573"/>
                  </a:cubicBezTo>
                  <a:cubicBezTo>
                    <a:pt x="246" y="1588"/>
                    <a:pt x="247" y="1590"/>
                    <a:pt x="249" y="1590"/>
                  </a:cubicBezTo>
                  <a:cubicBezTo>
                    <a:pt x="274" y="1624"/>
                    <a:pt x="278" y="1626"/>
                    <a:pt x="282" y="1628"/>
                  </a:cubicBezTo>
                  <a:cubicBezTo>
                    <a:pt x="265" y="1589"/>
                    <a:pt x="257" y="1590"/>
                    <a:pt x="259" y="1580"/>
                  </a:cubicBezTo>
                  <a:cubicBezTo>
                    <a:pt x="203" y="1511"/>
                    <a:pt x="196" y="1509"/>
                    <a:pt x="193" y="1502"/>
                  </a:cubicBezTo>
                  <a:cubicBezTo>
                    <a:pt x="172" y="1477"/>
                    <a:pt x="168" y="1477"/>
                    <a:pt x="168" y="1472"/>
                  </a:cubicBezTo>
                  <a:cubicBezTo>
                    <a:pt x="147" y="1441"/>
                    <a:pt x="145" y="1442"/>
                    <a:pt x="146" y="1439"/>
                  </a:cubicBezTo>
                  <a:cubicBezTo>
                    <a:pt x="127" y="1411"/>
                    <a:pt x="130" y="1404"/>
                    <a:pt x="125" y="1404"/>
                  </a:cubicBezTo>
                  <a:cubicBezTo>
                    <a:pt x="102" y="1363"/>
                    <a:pt x="100" y="1355"/>
                    <a:pt x="95" y="1351"/>
                  </a:cubicBezTo>
                  <a:cubicBezTo>
                    <a:pt x="61" y="1229"/>
                    <a:pt x="62" y="1234"/>
                    <a:pt x="62" y="1241"/>
                  </a:cubicBezTo>
                  <a:cubicBezTo>
                    <a:pt x="80" y="1283"/>
                    <a:pt x="77" y="1293"/>
                    <a:pt x="83" y="1293"/>
                  </a:cubicBezTo>
                  <a:cubicBezTo>
                    <a:pt x="100" y="1336"/>
                    <a:pt x="98" y="1345"/>
                    <a:pt x="105" y="1344"/>
                  </a:cubicBezTo>
                  <a:cubicBezTo>
                    <a:pt x="128" y="1387"/>
                    <a:pt x="129" y="1398"/>
                    <a:pt x="135" y="1404"/>
                  </a:cubicBezTo>
                  <a:cubicBezTo>
                    <a:pt x="148" y="1422"/>
                    <a:pt x="148" y="1425"/>
                    <a:pt x="148" y="1427"/>
                  </a:cubicBezTo>
                  <a:cubicBezTo>
                    <a:pt x="176" y="1460"/>
                    <a:pt x="173" y="1469"/>
                    <a:pt x="178" y="1470"/>
                  </a:cubicBezTo>
                  <a:cubicBezTo>
                    <a:pt x="203" y="1506"/>
                    <a:pt x="213" y="1502"/>
                    <a:pt x="211" y="1510"/>
                  </a:cubicBezTo>
                  <a:cubicBezTo>
                    <a:pt x="240" y="1542"/>
                    <a:pt x="244" y="1544"/>
                    <a:pt x="244" y="1550"/>
                  </a:cubicBezTo>
                  <a:cubicBezTo>
                    <a:pt x="270" y="1548"/>
                    <a:pt x="267" y="1546"/>
                    <a:pt x="264" y="1545"/>
                  </a:cubicBezTo>
                  <a:cubicBezTo>
                    <a:pt x="251" y="1520"/>
                    <a:pt x="247" y="1516"/>
                    <a:pt x="249" y="1507"/>
                  </a:cubicBezTo>
                  <a:cubicBezTo>
                    <a:pt x="229" y="1481"/>
                    <a:pt x="225" y="1479"/>
                    <a:pt x="221" y="1477"/>
                  </a:cubicBezTo>
                  <a:cubicBezTo>
                    <a:pt x="196" y="1426"/>
                    <a:pt x="189" y="1427"/>
                    <a:pt x="188" y="1422"/>
                  </a:cubicBezTo>
                  <a:cubicBezTo>
                    <a:pt x="166" y="1386"/>
                    <a:pt x="161" y="1384"/>
                    <a:pt x="161" y="1379"/>
                  </a:cubicBezTo>
                  <a:cubicBezTo>
                    <a:pt x="153" y="1363"/>
                    <a:pt x="149" y="1362"/>
                    <a:pt x="151" y="1354"/>
                  </a:cubicBezTo>
                  <a:cubicBezTo>
                    <a:pt x="119" y="1295"/>
                    <a:pt x="118" y="1290"/>
                    <a:pt x="113" y="1288"/>
                  </a:cubicBezTo>
                  <a:cubicBezTo>
                    <a:pt x="97" y="1255"/>
                    <a:pt x="100" y="1245"/>
                    <a:pt x="95" y="1243"/>
                  </a:cubicBezTo>
                  <a:cubicBezTo>
                    <a:pt x="70" y="1172"/>
                    <a:pt x="70" y="1159"/>
                    <a:pt x="62" y="1153"/>
                  </a:cubicBezTo>
                  <a:cubicBezTo>
                    <a:pt x="55" y="1121"/>
                    <a:pt x="45" y="1115"/>
                    <a:pt x="52" y="1112"/>
                  </a:cubicBezTo>
                  <a:cubicBezTo>
                    <a:pt x="42" y="1090"/>
                    <a:pt x="43" y="1087"/>
                    <a:pt x="42" y="1085"/>
                  </a:cubicBezTo>
                  <a:cubicBezTo>
                    <a:pt x="59" y="1118"/>
                    <a:pt x="61" y="1122"/>
                    <a:pt x="60" y="1127"/>
                  </a:cubicBezTo>
                  <a:cubicBezTo>
                    <a:pt x="83" y="1168"/>
                    <a:pt x="78" y="1179"/>
                    <a:pt x="85" y="1178"/>
                  </a:cubicBezTo>
                  <a:cubicBezTo>
                    <a:pt x="124" y="1262"/>
                    <a:pt x="134" y="1265"/>
                    <a:pt x="135" y="1276"/>
                  </a:cubicBezTo>
                  <a:cubicBezTo>
                    <a:pt x="156" y="1299"/>
                    <a:pt x="155" y="1305"/>
                    <a:pt x="161" y="1306"/>
                  </a:cubicBezTo>
                  <a:cubicBezTo>
                    <a:pt x="182" y="1344"/>
                    <a:pt x="191" y="1353"/>
                    <a:pt x="196" y="1366"/>
                  </a:cubicBezTo>
                  <a:cubicBezTo>
                    <a:pt x="224" y="1410"/>
                    <a:pt x="227" y="1424"/>
                    <a:pt x="236" y="1434"/>
                  </a:cubicBezTo>
                  <a:close/>
                  <a:moveTo>
                    <a:pt x="176" y="1565"/>
                  </a:moveTo>
                  <a:cubicBezTo>
                    <a:pt x="182" y="1568"/>
                    <a:pt x="180" y="1578"/>
                    <a:pt x="186" y="1580"/>
                  </a:cubicBezTo>
                  <a:cubicBezTo>
                    <a:pt x="184" y="1591"/>
                    <a:pt x="194" y="1591"/>
                    <a:pt x="194" y="1600"/>
                  </a:cubicBezTo>
                  <a:cubicBezTo>
                    <a:pt x="200" y="1612"/>
                    <a:pt x="206" y="1624"/>
                    <a:pt x="214" y="1633"/>
                  </a:cubicBezTo>
                  <a:cubicBezTo>
                    <a:pt x="215" y="1640"/>
                    <a:pt x="219" y="1645"/>
                    <a:pt x="224" y="1648"/>
                  </a:cubicBezTo>
                  <a:cubicBezTo>
                    <a:pt x="223" y="1658"/>
                    <a:pt x="232" y="1658"/>
                    <a:pt x="234" y="1666"/>
                  </a:cubicBezTo>
                  <a:cubicBezTo>
                    <a:pt x="240" y="1679"/>
                    <a:pt x="253" y="1684"/>
                    <a:pt x="257" y="1699"/>
                  </a:cubicBezTo>
                  <a:cubicBezTo>
                    <a:pt x="263" y="1700"/>
                    <a:pt x="262" y="1710"/>
                    <a:pt x="269" y="1711"/>
                  </a:cubicBezTo>
                  <a:cubicBezTo>
                    <a:pt x="268" y="1721"/>
                    <a:pt x="280" y="1719"/>
                    <a:pt x="279" y="1729"/>
                  </a:cubicBezTo>
                  <a:cubicBezTo>
                    <a:pt x="290" y="1736"/>
                    <a:pt x="296" y="1747"/>
                    <a:pt x="304" y="1756"/>
                  </a:cubicBezTo>
                  <a:cubicBezTo>
                    <a:pt x="310" y="1768"/>
                    <a:pt x="321" y="1775"/>
                    <a:pt x="327" y="1787"/>
                  </a:cubicBezTo>
                  <a:cubicBezTo>
                    <a:pt x="332" y="1791"/>
                    <a:pt x="334" y="1798"/>
                    <a:pt x="340" y="1802"/>
                  </a:cubicBezTo>
                  <a:cubicBezTo>
                    <a:pt x="340" y="1806"/>
                    <a:pt x="342" y="1808"/>
                    <a:pt x="345" y="1809"/>
                  </a:cubicBezTo>
                  <a:cubicBezTo>
                    <a:pt x="344" y="1812"/>
                    <a:pt x="352" y="1818"/>
                    <a:pt x="352" y="1812"/>
                  </a:cubicBezTo>
                  <a:cubicBezTo>
                    <a:pt x="345" y="1803"/>
                    <a:pt x="341" y="1791"/>
                    <a:pt x="337" y="1779"/>
                  </a:cubicBezTo>
                  <a:cubicBezTo>
                    <a:pt x="333" y="1767"/>
                    <a:pt x="322" y="1762"/>
                    <a:pt x="319" y="1749"/>
                  </a:cubicBezTo>
                  <a:cubicBezTo>
                    <a:pt x="311" y="1741"/>
                    <a:pt x="309" y="1727"/>
                    <a:pt x="299" y="1721"/>
                  </a:cubicBezTo>
                  <a:cubicBezTo>
                    <a:pt x="294" y="1710"/>
                    <a:pt x="284" y="1703"/>
                    <a:pt x="282" y="1688"/>
                  </a:cubicBezTo>
                  <a:cubicBezTo>
                    <a:pt x="273" y="1689"/>
                    <a:pt x="274" y="1681"/>
                    <a:pt x="269" y="1678"/>
                  </a:cubicBezTo>
                  <a:cubicBezTo>
                    <a:pt x="267" y="1672"/>
                    <a:pt x="260" y="1670"/>
                    <a:pt x="256" y="1666"/>
                  </a:cubicBezTo>
                  <a:cubicBezTo>
                    <a:pt x="257" y="1662"/>
                    <a:pt x="255" y="1660"/>
                    <a:pt x="254" y="1658"/>
                  </a:cubicBezTo>
                  <a:cubicBezTo>
                    <a:pt x="254" y="1654"/>
                    <a:pt x="248" y="1656"/>
                    <a:pt x="249" y="1651"/>
                  </a:cubicBezTo>
                  <a:cubicBezTo>
                    <a:pt x="242" y="1650"/>
                    <a:pt x="245" y="1640"/>
                    <a:pt x="236" y="1641"/>
                  </a:cubicBezTo>
                  <a:cubicBezTo>
                    <a:pt x="236" y="1638"/>
                    <a:pt x="236" y="1635"/>
                    <a:pt x="231" y="1636"/>
                  </a:cubicBezTo>
                  <a:cubicBezTo>
                    <a:pt x="231" y="1631"/>
                    <a:pt x="229" y="1629"/>
                    <a:pt x="226" y="1628"/>
                  </a:cubicBezTo>
                  <a:cubicBezTo>
                    <a:pt x="223" y="1623"/>
                    <a:pt x="218" y="1620"/>
                    <a:pt x="216" y="1613"/>
                  </a:cubicBezTo>
                  <a:cubicBezTo>
                    <a:pt x="209" y="1604"/>
                    <a:pt x="202" y="1595"/>
                    <a:pt x="196" y="1585"/>
                  </a:cubicBezTo>
                  <a:cubicBezTo>
                    <a:pt x="189" y="1576"/>
                    <a:pt x="185" y="1565"/>
                    <a:pt x="176" y="1558"/>
                  </a:cubicBezTo>
                  <a:cubicBezTo>
                    <a:pt x="176" y="1560"/>
                    <a:pt x="176" y="1563"/>
                    <a:pt x="176" y="1565"/>
                  </a:cubicBezTo>
                  <a:close/>
                  <a:moveTo>
                    <a:pt x="301" y="820"/>
                  </a:moveTo>
                  <a:cubicBezTo>
                    <a:pt x="302" y="810"/>
                    <a:pt x="310" y="806"/>
                    <a:pt x="311" y="795"/>
                  </a:cubicBezTo>
                  <a:cubicBezTo>
                    <a:pt x="358" y="743"/>
                    <a:pt x="361" y="735"/>
                    <a:pt x="366" y="730"/>
                  </a:cubicBezTo>
                  <a:cubicBezTo>
                    <a:pt x="397" y="702"/>
                    <a:pt x="399" y="697"/>
                    <a:pt x="402" y="694"/>
                  </a:cubicBezTo>
                  <a:cubicBezTo>
                    <a:pt x="437" y="662"/>
                    <a:pt x="439" y="659"/>
                    <a:pt x="442" y="657"/>
                  </a:cubicBezTo>
                  <a:cubicBezTo>
                    <a:pt x="480" y="626"/>
                    <a:pt x="475" y="615"/>
                    <a:pt x="485" y="619"/>
                  </a:cubicBezTo>
                  <a:cubicBezTo>
                    <a:pt x="521" y="575"/>
                    <a:pt x="530" y="573"/>
                    <a:pt x="535" y="566"/>
                  </a:cubicBezTo>
                  <a:cubicBezTo>
                    <a:pt x="554" y="538"/>
                    <a:pt x="566" y="538"/>
                    <a:pt x="568" y="528"/>
                  </a:cubicBezTo>
                  <a:cubicBezTo>
                    <a:pt x="581" y="513"/>
                    <a:pt x="584" y="512"/>
                    <a:pt x="583" y="508"/>
                  </a:cubicBezTo>
                  <a:cubicBezTo>
                    <a:pt x="609" y="476"/>
                    <a:pt x="605" y="465"/>
                    <a:pt x="613" y="468"/>
                  </a:cubicBezTo>
                  <a:cubicBezTo>
                    <a:pt x="604" y="479"/>
                    <a:pt x="593" y="475"/>
                    <a:pt x="595" y="483"/>
                  </a:cubicBezTo>
                  <a:cubicBezTo>
                    <a:pt x="573" y="503"/>
                    <a:pt x="570" y="506"/>
                    <a:pt x="568" y="510"/>
                  </a:cubicBezTo>
                  <a:cubicBezTo>
                    <a:pt x="482" y="577"/>
                    <a:pt x="482" y="583"/>
                    <a:pt x="477" y="584"/>
                  </a:cubicBezTo>
                  <a:cubicBezTo>
                    <a:pt x="464" y="596"/>
                    <a:pt x="458" y="596"/>
                    <a:pt x="457" y="601"/>
                  </a:cubicBezTo>
                  <a:cubicBezTo>
                    <a:pt x="421" y="633"/>
                    <a:pt x="418" y="642"/>
                    <a:pt x="412" y="649"/>
                  </a:cubicBezTo>
                  <a:cubicBezTo>
                    <a:pt x="371" y="689"/>
                    <a:pt x="369" y="694"/>
                    <a:pt x="366" y="697"/>
                  </a:cubicBezTo>
                  <a:cubicBezTo>
                    <a:pt x="338" y="737"/>
                    <a:pt x="331" y="742"/>
                    <a:pt x="326" y="750"/>
                  </a:cubicBezTo>
                  <a:cubicBezTo>
                    <a:pt x="309" y="785"/>
                    <a:pt x="297" y="788"/>
                    <a:pt x="296" y="803"/>
                  </a:cubicBezTo>
                  <a:cubicBezTo>
                    <a:pt x="266" y="851"/>
                    <a:pt x="266" y="857"/>
                    <a:pt x="266" y="863"/>
                  </a:cubicBezTo>
                  <a:close/>
                  <a:moveTo>
                    <a:pt x="318" y="526"/>
                  </a:moveTo>
                  <a:cubicBezTo>
                    <a:pt x="319" y="522"/>
                    <a:pt x="318" y="516"/>
                    <a:pt x="316" y="521"/>
                  </a:cubicBezTo>
                  <a:cubicBezTo>
                    <a:pt x="316" y="524"/>
                    <a:pt x="317" y="530"/>
                    <a:pt x="318" y="526"/>
                  </a:cubicBezTo>
                  <a:close/>
                  <a:moveTo>
                    <a:pt x="321" y="662"/>
                  </a:moveTo>
                  <a:cubicBezTo>
                    <a:pt x="322" y="667"/>
                    <a:pt x="309" y="673"/>
                    <a:pt x="316" y="677"/>
                  </a:cubicBezTo>
                  <a:cubicBezTo>
                    <a:pt x="320" y="673"/>
                    <a:pt x="322" y="665"/>
                    <a:pt x="326" y="662"/>
                  </a:cubicBezTo>
                  <a:cubicBezTo>
                    <a:pt x="326" y="656"/>
                    <a:pt x="338" y="651"/>
                    <a:pt x="331" y="647"/>
                  </a:cubicBezTo>
                  <a:cubicBezTo>
                    <a:pt x="328" y="652"/>
                    <a:pt x="325" y="658"/>
                    <a:pt x="321" y="662"/>
                  </a:cubicBezTo>
                  <a:close/>
                  <a:moveTo>
                    <a:pt x="276" y="745"/>
                  </a:moveTo>
                  <a:cubicBezTo>
                    <a:pt x="274" y="736"/>
                    <a:pt x="283" y="730"/>
                    <a:pt x="273" y="727"/>
                  </a:cubicBezTo>
                  <a:cubicBezTo>
                    <a:pt x="275" y="732"/>
                    <a:pt x="270" y="744"/>
                    <a:pt x="276" y="745"/>
                  </a:cubicBezTo>
                  <a:close/>
                  <a:moveTo>
                    <a:pt x="276" y="793"/>
                  </a:moveTo>
                  <a:cubicBezTo>
                    <a:pt x="277" y="785"/>
                    <a:pt x="285" y="771"/>
                    <a:pt x="278" y="765"/>
                  </a:cubicBezTo>
                  <a:cubicBezTo>
                    <a:pt x="281" y="776"/>
                    <a:pt x="270" y="787"/>
                    <a:pt x="276" y="793"/>
                  </a:cubicBezTo>
                  <a:close/>
                  <a:moveTo>
                    <a:pt x="271" y="830"/>
                  </a:moveTo>
                  <a:cubicBezTo>
                    <a:pt x="268" y="819"/>
                    <a:pt x="285" y="812"/>
                    <a:pt x="273" y="808"/>
                  </a:cubicBezTo>
                  <a:cubicBezTo>
                    <a:pt x="277" y="818"/>
                    <a:pt x="262" y="823"/>
                    <a:pt x="271" y="830"/>
                  </a:cubicBezTo>
                  <a:close/>
                  <a:moveTo>
                    <a:pt x="70" y="883"/>
                  </a:moveTo>
                  <a:cubicBezTo>
                    <a:pt x="75" y="887"/>
                    <a:pt x="73" y="896"/>
                    <a:pt x="77" y="901"/>
                  </a:cubicBezTo>
                  <a:cubicBezTo>
                    <a:pt x="117" y="1000"/>
                    <a:pt x="122" y="1004"/>
                    <a:pt x="123" y="1012"/>
                  </a:cubicBezTo>
                  <a:cubicBezTo>
                    <a:pt x="141" y="1040"/>
                    <a:pt x="140" y="1043"/>
                    <a:pt x="140" y="1044"/>
                  </a:cubicBezTo>
                  <a:cubicBezTo>
                    <a:pt x="173" y="1100"/>
                    <a:pt x="181" y="1101"/>
                    <a:pt x="181" y="1110"/>
                  </a:cubicBezTo>
                  <a:cubicBezTo>
                    <a:pt x="212" y="1160"/>
                    <a:pt x="210" y="1167"/>
                    <a:pt x="213" y="1168"/>
                  </a:cubicBezTo>
                  <a:cubicBezTo>
                    <a:pt x="227" y="1183"/>
                    <a:pt x="222" y="1175"/>
                    <a:pt x="218" y="1168"/>
                  </a:cubicBezTo>
                  <a:cubicBezTo>
                    <a:pt x="214" y="1136"/>
                    <a:pt x="209" y="1137"/>
                    <a:pt x="211" y="1130"/>
                  </a:cubicBezTo>
                  <a:cubicBezTo>
                    <a:pt x="190" y="1087"/>
                    <a:pt x="191" y="1077"/>
                    <a:pt x="186" y="1072"/>
                  </a:cubicBezTo>
                  <a:cubicBezTo>
                    <a:pt x="164" y="1046"/>
                    <a:pt x="172" y="1032"/>
                    <a:pt x="165" y="1034"/>
                  </a:cubicBezTo>
                  <a:cubicBezTo>
                    <a:pt x="130" y="971"/>
                    <a:pt x="123" y="968"/>
                    <a:pt x="123" y="959"/>
                  </a:cubicBezTo>
                  <a:cubicBezTo>
                    <a:pt x="98" y="914"/>
                    <a:pt x="92" y="910"/>
                    <a:pt x="90" y="903"/>
                  </a:cubicBezTo>
                  <a:cubicBezTo>
                    <a:pt x="61" y="859"/>
                    <a:pt x="68" y="868"/>
                    <a:pt x="70" y="883"/>
                  </a:cubicBezTo>
                  <a:close/>
                  <a:moveTo>
                    <a:pt x="266" y="976"/>
                  </a:moveTo>
                  <a:cubicBezTo>
                    <a:pt x="265" y="972"/>
                    <a:pt x="269" y="971"/>
                    <a:pt x="269" y="966"/>
                  </a:cubicBezTo>
                  <a:cubicBezTo>
                    <a:pt x="272" y="966"/>
                    <a:pt x="270" y="959"/>
                    <a:pt x="269" y="964"/>
                  </a:cubicBezTo>
                  <a:cubicBezTo>
                    <a:pt x="266" y="966"/>
                    <a:pt x="260" y="982"/>
                    <a:pt x="266" y="976"/>
                  </a:cubicBezTo>
                  <a:close/>
                  <a:moveTo>
                    <a:pt x="246" y="996"/>
                  </a:moveTo>
                  <a:cubicBezTo>
                    <a:pt x="243" y="988"/>
                    <a:pt x="256" y="983"/>
                    <a:pt x="248" y="979"/>
                  </a:cubicBezTo>
                  <a:cubicBezTo>
                    <a:pt x="246" y="981"/>
                    <a:pt x="239" y="993"/>
                    <a:pt x="246" y="996"/>
                  </a:cubicBezTo>
                  <a:close/>
                  <a:moveTo>
                    <a:pt x="62" y="1039"/>
                  </a:moveTo>
                  <a:cubicBezTo>
                    <a:pt x="61" y="1036"/>
                    <a:pt x="60" y="1034"/>
                    <a:pt x="57" y="1032"/>
                  </a:cubicBezTo>
                  <a:cubicBezTo>
                    <a:pt x="57" y="1035"/>
                    <a:pt x="61" y="1046"/>
                    <a:pt x="62" y="1039"/>
                  </a:cubicBezTo>
                  <a:close/>
                  <a:moveTo>
                    <a:pt x="77" y="1095"/>
                  </a:moveTo>
                  <a:cubicBezTo>
                    <a:pt x="82" y="1101"/>
                    <a:pt x="83" y="1111"/>
                    <a:pt x="87" y="1117"/>
                  </a:cubicBezTo>
                  <a:cubicBezTo>
                    <a:pt x="124" y="1184"/>
                    <a:pt x="126" y="1187"/>
                    <a:pt x="128" y="1190"/>
                  </a:cubicBezTo>
                  <a:cubicBezTo>
                    <a:pt x="146" y="1213"/>
                    <a:pt x="141" y="1224"/>
                    <a:pt x="145" y="1225"/>
                  </a:cubicBezTo>
                  <a:cubicBezTo>
                    <a:pt x="170" y="1271"/>
                    <a:pt x="171" y="1275"/>
                    <a:pt x="176" y="1276"/>
                  </a:cubicBezTo>
                  <a:cubicBezTo>
                    <a:pt x="198" y="1315"/>
                    <a:pt x="204" y="1320"/>
                    <a:pt x="206" y="1329"/>
                  </a:cubicBezTo>
                  <a:cubicBezTo>
                    <a:pt x="220" y="1358"/>
                    <a:pt x="231" y="1358"/>
                    <a:pt x="229" y="1371"/>
                  </a:cubicBezTo>
                  <a:cubicBezTo>
                    <a:pt x="241" y="1386"/>
                    <a:pt x="240" y="1376"/>
                    <a:pt x="239" y="1366"/>
                  </a:cubicBezTo>
                  <a:cubicBezTo>
                    <a:pt x="220" y="1308"/>
                    <a:pt x="214" y="1302"/>
                    <a:pt x="213" y="1291"/>
                  </a:cubicBezTo>
                  <a:cubicBezTo>
                    <a:pt x="199" y="1268"/>
                    <a:pt x="202" y="1260"/>
                    <a:pt x="198" y="1258"/>
                  </a:cubicBezTo>
                  <a:cubicBezTo>
                    <a:pt x="180" y="1215"/>
                    <a:pt x="168" y="1215"/>
                    <a:pt x="168" y="1203"/>
                  </a:cubicBezTo>
                  <a:cubicBezTo>
                    <a:pt x="145" y="1172"/>
                    <a:pt x="150" y="1162"/>
                    <a:pt x="143" y="1163"/>
                  </a:cubicBezTo>
                  <a:cubicBezTo>
                    <a:pt x="113" y="1114"/>
                    <a:pt x="107" y="1108"/>
                    <a:pt x="105" y="1100"/>
                  </a:cubicBezTo>
                  <a:cubicBezTo>
                    <a:pt x="89" y="1081"/>
                    <a:pt x="86" y="1078"/>
                    <a:pt x="85" y="1075"/>
                  </a:cubicBezTo>
                  <a:cubicBezTo>
                    <a:pt x="71" y="1059"/>
                    <a:pt x="73" y="1055"/>
                    <a:pt x="70" y="1054"/>
                  </a:cubicBezTo>
                  <a:close/>
                  <a:moveTo>
                    <a:pt x="332" y="1623"/>
                  </a:moveTo>
                  <a:cubicBezTo>
                    <a:pt x="339" y="1624"/>
                    <a:pt x="330" y="1609"/>
                    <a:pt x="337" y="1610"/>
                  </a:cubicBezTo>
                  <a:cubicBezTo>
                    <a:pt x="359" y="1560"/>
                    <a:pt x="356" y="1544"/>
                    <a:pt x="365" y="1540"/>
                  </a:cubicBezTo>
                  <a:cubicBezTo>
                    <a:pt x="401" y="1455"/>
                    <a:pt x="401" y="1449"/>
                    <a:pt x="402" y="1444"/>
                  </a:cubicBezTo>
                  <a:cubicBezTo>
                    <a:pt x="418" y="1396"/>
                    <a:pt x="424" y="1396"/>
                    <a:pt x="425" y="1391"/>
                  </a:cubicBezTo>
                  <a:cubicBezTo>
                    <a:pt x="450" y="1344"/>
                    <a:pt x="454" y="1335"/>
                    <a:pt x="458" y="1326"/>
                  </a:cubicBezTo>
                  <a:cubicBezTo>
                    <a:pt x="490" y="1276"/>
                    <a:pt x="490" y="1269"/>
                    <a:pt x="493" y="1265"/>
                  </a:cubicBezTo>
                  <a:cubicBezTo>
                    <a:pt x="508" y="1240"/>
                    <a:pt x="511" y="1239"/>
                    <a:pt x="513" y="1238"/>
                  </a:cubicBezTo>
                  <a:cubicBezTo>
                    <a:pt x="521" y="1225"/>
                    <a:pt x="520" y="1221"/>
                    <a:pt x="523" y="1220"/>
                  </a:cubicBezTo>
                  <a:cubicBezTo>
                    <a:pt x="527" y="1215"/>
                    <a:pt x="518" y="1212"/>
                    <a:pt x="520" y="1220"/>
                  </a:cubicBezTo>
                  <a:cubicBezTo>
                    <a:pt x="481" y="1266"/>
                    <a:pt x="469" y="1280"/>
                    <a:pt x="460" y="1296"/>
                  </a:cubicBezTo>
                  <a:cubicBezTo>
                    <a:pt x="412" y="1376"/>
                    <a:pt x="407" y="1384"/>
                    <a:pt x="405" y="1394"/>
                  </a:cubicBezTo>
                  <a:cubicBezTo>
                    <a:pt x="376" y="1447"/>
                    <a:pt x="378" y="1450"/>
                    <a:pt x="377" y="1452"/>
                  </a:cubicBezTo>
                  <a:cubicBezTo>
                    <a:pt x="371" y="1467"/>
                    <a:pt x="366" y="1465"/>
                    <a:pt x="367" y="1472"/>
                  </a:cubicBezTo>
                  <a:cubicBezTo>
                    <a:pt x="344" y="1511"/>
                    <a:pt x="348" y="1521"/>
                    <a:pt x="342" y="1522"/>
                  </a:cubicBezTo>
                  <a:cubicBezTo>
                    <a:pt x="323" y="1591"/>
                    <a:pt x="318" y="1593"/>
                    <a:pt x="317" y="1598"/>
                  </a:cubicBezTo>
                  <a:cubicBezTo>
                    <a:pt x="309" y="1646"/>
                    <a:pt x="309" y="1656"/>
                    <a:pt x="309" y="1666"/>
                  </a:cubicBezTo>
                  <a:close/>
                  <a:moveTo>
                    <a:pt x="115" y="1273"/>
                  </a:moveTo>
                  <a:cubicBezTo>
                    <a:pt x="122" y="1281"/>
                    <a:pt x="126" y="1292"/>
                    <a:pt x="130" y="1301"/>
                  </a:cubicBezTo>
                  <a:cubicBezTo>
                    <a:pt x="136" y="1302"/>
                    <a:pt x="130" y="1315"/>
                    <a:pt x="138" y="1314"/>
                  </a:cubicBezTo>
                  <a:cubicBezTo>
                    <a:pt x="137" y="1322"/>
                    <a:pt x="142" y="1324"/>
                    <a:pt x="145" y="1329"/>
                  </a:cubicBezTo>
                  <a:cubicBezTo>
                    <a:pt x="152" y="1351"/>
                    <a:pt x="166" y="1365"/>
                    <a:pt x="176" y="1384"/>
                  </a:cubicBezTo>
                  <a:cubicBezTo>
                    <a:pt x="182" y="1392"/>
                    <a:pt x="186" y="1402"/>
                    <a:pt x="193" y="1409"/>
                  </a:cubicBezTo>
                  <a:cubicBezTo>
                    <a:pt x="198" y="1412"/>
                    <a:pt x="198" y="1418"/>
                    <a:pt x="201" y="1422"/>
                  </a:cubicBezTo>
                  <a:cubicBezTo>
                    <a:pt x="204" y="1426"/>
                    <a:pt x="207" y="1431"/>
                    <a:pt x="211" y="1434"/>
                  </a:cubicBezTo>
                  <a:cubicBezTo>
                    <a:pt x="214" y="1446"/>
                    <a:pt x="223" y="1451"/>
                    <a:pt x="226" y="1462"/>
                  </a:cubicBezTo>
                  <a:cubicBezTo>
                    <a:pt x="229" y="1467"/>
                    <a:pt x="233" y="1470"/>
                    <a:pt x="236" y="1475"/>
                  </a:cubicBezTo>
                  <a:cubicBezTo>
                    <a:pt x="241" y="1475"/>
                    <a:pt x="241" y="1491"/>
                    <a:pt x="246" y="1482"/>
                  </a:cubicBezTo>
                  <a:cubicBezTo>
                    <a:pt x="241" y="1479"/>
                    <a:pt x="241" y="1471"/>
                    <a:pt x="239" y="1464"/>
                  </a:cubicBezTo>
                  <a:cubicBezTo>
                    <a:pt x="234" y="1460"/>
                    <a:pt x="231" y="1455"/>
                    <a:pt x="229" y="1449"/>
                  </a:cubicBezTo>
                  <a:cubicBezTo>
                    <a:pt x="229" y="1447"/>
                    <a:pt x="229" y="1444"/>
                    <a:pt x="229" y="1442"/>
                  </a:cubicBezTo>
                  <a:cubicBezTo>
                    <a:pt x="221" y="1436"/>
                    <a:pt x="220" y="1425"/>
                    <a:pt x="214" y="1419"/>
                  </a:cubicBezTo>
                  <a:cubicBezTo>
                    <a:pt x="216" y="1411"/>
                    <a:pt x="210" y="1411"/>
                    <a:pt x="208" y="1407"/>
                  </a:cubicBezTo>
                  <a:cubicBezTo>
                    <a:pt x="205" y="1404"/>
                    <a:pt x="205" y="1397"/>
                    <a:pt x="201" y="1394"/>
                  </a:cubicBezTo>
                  <a:cubicBezTo>
                    <a:pt x="197" y="1385"/>
                    <a:pt x="194" y="1376"/>
                    <a:pt x="186" y="1371"/>
                  </a:cubicBezTo>
                  <a:cubicBezTo>
                    <a:pt x="182" y="1362"/>
                    <a:pt x="179" y="1352"/>
                    <a:pt x="171" y="1346"/>
                  </a:cubicBezTo>
                  <a:cubicBezTo>
                    <a:pt x="166" y="1338"/>
                    <a:pt x="163" y="1329"/>
                    <a:pt x="156" y="1324"/>
                  </a:cubicBezTo>
                  <a:cubicBezTo>
                    <a:pt x="157" y="1316"/>
                    <a:pt x="149" y="1319"/>
                    <a:pt x="151" y="1311"/>
                  </a:cubicBezTo>
                  <a:cubicBezTo>
                    <a:pt x="147" y="1311"/>
                    <a:pt x="145" y="1310"/>
                    <a:pt x="145" y="1306"/>
                  </a:cubicBezTo>
                  <a:cubicBezTo>
                    <a:pt x="145" y="1303"/>
                    <a:pt x="141" y="1304"/>
                    <a:pt x="140" y="1301"/>
                  </a:cubicBezTo>
                  <a:cubicBezTo>
                    <a:pt x="139" y="1290"/>
                    <a:pt x="129" y="1287"/>
                    <a:pt x="128" y="1276"/>
                  </a:cubicBezTo>
                  <a:cubicBezTo>
                    <a:pt x="119" y="1278"/>
                    <a:pt x="126" y="1265"/>
                    <a:pt x="118" y="1266"/>
                  </a:cubicBezTo>
                  <a:cubicBezTo>
                    <a:pt x="118" y="1262"/>
                    <a:pt x="117" y="1260"/>
                    <a:pt x="115" y="1258"/>
                  </a:cubicBezTo>
                  <a:cubicBezTo>
                    <a:pt x="112" y="1258"/>
                    <a:pt x="111" y="1255"/>
                    <a:pt x="110" y="1258"/>
                  </a:cubicBezTo>
                  <a:cubicBezTo>
                    <a:pt x="114" y="1261"/>
                    <a:pt x="115" y="1267"/>
                    <a:pt x="115" y="1273"/>
                  </a:cubicBezTo>
                  <a:close/>
                  <a:moveTo>
                    <a:pt x="427" y="1331"/>
                  </a:moveTo>
                  <a:cubicBezTo>
                    <a:pt x="427" y="1327"/>
                    <a:pt x="436" y="1326"/>
                    <a:pt x="430" y="1323"/>
                  </a:cubicBezTo>
                  <a:cubicBezTo>
                    <a:pt x="422" y="1329"/>
                    <a:pt x="427" y="1338"/>
                    <a:pt x="427" y="1331"/>
                  </a:cubicBezTo>
                  <a:close/>
                  <a:moveTo>
                    <a:pt x="402" y="1371"/>
                  </a:moveTo>
                  <a:cubicBezTo>
                    <a:pt x="394" y="1377"/>
                    <a:pt x="392" y="1390"/>
                    <a:pt x="385" y="1396"/>
                  </a:cubicBezTo>
                  <a:cubicBezTo>
                    <a:pt x="374" y="1414"/>
                    <a:pt x="363" y="1432"/>
                    <a:pt x="357" y="1454"/>
                  </a:cubicBezTo>
                  <a:cubicBezTo>
                    <a:pt x="353" y="1459"/>
                    <a:pt x="347" y="1461"/>
                    <a:pt x="347" y="1469"/>
                  </a:cubicBezTo>
                  <a:cubicBezTo>
                    <a:pt x="342" y="1473"/>
                    <a:pt x="341" y="1480"/>
                    <a:pt x="337" y="1485"/>
                  </a:cubicBezTo>
                  <a:cubicBezTo>
                    <a:pt x="333" y="1498"/>
                    <a:pt x="325" y="1508"/>
                    <a:pt x="322" y="1522"/>
                  </a:cubicBezTo>
                  <a:cubicBezTo>
                    <a:pt x="321" y="1526"/>
                    <a:pt x="319" y="1527"/>
                    <a:pt x="322" y="1530"/>
                  </a:cubicBezTo>
                  <a:cubicBezTo>
                    <a:pt x="319" y="1531"/>
                    <a:pt x="317" y="1533"/>
                    <a:pt x="317" y="1537"/>
                  </a:cubicBezTo>
                  <a:cubicBezTo>
                    <a:pt x="313" y="1542"/>
                    <a:pt x="314" y="1551"/>
                    <a:pt x="309" y="1555"/>
                  </a:cubicBezTo>
                  <a:cubicBezTo>
                    <a:pt x="307" y="1561"/>
                    <a:pt x="308" y="1570"/>
                    <a:pt x="304" y="1575"/>
                  </a:cubicBezTo>
                  <a:cubicBezTo>
                    <a:pt x="303" y="1580"/>
                    <a:pt x="298" y="1594"/>
                    <a:pt x="304" y="1598"/>
                  </a:cubicBezTo>
                  <a:cubicBezTo>
                    <a:pt x="320" y="1574"/>
                    <a:pt x="321" y="1536"/>
                    <a:pt x="337" y="1512"/>
                  </a:cubicBezTo>
                  <a:cubicBezTo>
                    <a:pt x="341" y="1497"/>
                    <a:pt x="349" y="1486"/>
                    <a:pt x="354" y="1472"/>
                  </a:cubicBezTo>
                  <a:cubicBezTo>
                    <a:pt x="359" y="1472"/>
                    <a:pt x="356" y="1463"/>
                    <a:pt x="359" y="1462"/>
                  </a:cubicBezTo>
                  <a:cubicBezTo>
                    <a:pt x="361" y="1458"/>
                    <a:pt x="363" y="1456"/>
                    <a:pt x="365" y="1452"/>
                  </a:cubicBezTo>
                  <a:cubicBezTo>
                    <a:pt x="369" y="1446"/>
                    <a:pt x="371" y="1438"/>
                    <a:pt x="372" y="1429"/>
                  </a:cubicBezTo>
                  <a:cubicBezTo>
                    <a:pt x="377" y="1429"/>
                    <a:pt x="374" y="1421"/>
                    <a:pt x="380" y="1422"/>
                  </a:cubicBezTo>
                  <a:cubicBezTo>
                    <a:pt x="381" y="1417"/>
                    <a:pt x="381" y="1411"/>
                    <a:pt x="385" y="1409"/>
                  </a:cubicBezTo>
                  <a:cubicBezTo>
                    <a:pt x="388" y="1401"/>
                    <a:pt x="392" y="1393"/>
                    <a:pt x="395" y="1384"/>
                  </a:cubicBezTo>
                  <a:cubicBezTo>
                    <a:pt x="401" y="1379"/>
                    <a:pt x="404" y="1371"/>
                    <a:pt x="407" y="1364"/>
                  </a:cubicBezTo>
                  <a:cubicBezTo>
                    <a:pt x="411" y="1361"/>
                    <a:pt x="412" y="1357"/>
                    <a:pt x="415" y="1354"/>
                  </a:cubicBezTo>
                  <a:cubicBezTo>
                    <a:pt x="414" y="1350"/>
                    <a:pt x="423" y="1344"/>
                    <a:pt x="417" y="1344"/>
                  </a:cubicBezTo>
                  <a:cubicBezTo>
                    <a:pt x="414" y="1355"/>
                    <a:pt x="403" y="1358"/>
                    <a:pt x="402" y="1371"/>
                  </a:cubicBezTo>
                  <a:close/>
                  <a:moveTo>
                    <a:pt x="483" y="1406"/>
                  </a:moveTo>
                  <a:cubicBezTo>
                    <a:pt x="475" y="1408"/>
                    <a:pt x="479" y="1423"/>
                    <a:pt x="470" y="1424"/>
                  </a:cubicBezTo>
                  <a:cubicBezTo>
                    <a:pt x="466" y="1429"/>
                    <a:pt x="467" y="1440"/>
                    <a:pt x="460" y="1442"/>
                  </a:cubicBezTo>
                  <a:cubicBezTo>
                    <a:pt x="460" y="1452"/>
                    <a:pt x="454" y="1456"/>
                    <a:pt x="450" y="1462"/>
                  </a:cubicBezTo>
                  <a:cubicBezTo>
                    <a:pt x="449" y="1483"/>
                    <a:pt x="435" y="1492"/>
                    <a:pt x="433" y="1512"/>
                  </a:cubicBezTo>
                  <a:cubicBezTo>
                    <a:pt x="425" y="1516"/>
                    <a:pt x="426" y="1527"/>
                    <a:pt x="422" y="1535"/>
                  </a:cubicBezTo>
                  <a:cubicBezTo>
                    <a:pt x="425" y="1543"/>
                    <a:pt x="419" y="1543"/>
                    <a:pt x="417" y="1547"/>
                  </a:cubicBezTo>
                  <a:cubicBezTo>
                    <a:pt x="425" y="1550"/>
                    <a:pt x="412" y="1551"/>
                    <a:pt x="415" y="1557"/>
                  </a:cubicBezTo>
                  <a:cubicBezTo>
                    <a:pt x="410" y="1558"/>
                    <a:pt x="413" y="1566"/>
                    <a:pt x="410" y="1568"/>
                  </a:cubicBezTo>
                  <a:cubicBezTo>
                    <a:pt x="412" y="1575"/>
                    <a:pt x="403" y="1572"/>
                    <a:pt x="405" y="1580"/>
                  </a:cubicBezTo>
                  <a:cubicBezTo>
                    <a:pt x="402" y="1583"/>
                    <a:pt x="402" y="1589"/>
                    <a:pt x="400" y="1593"/>
                  </a:cubicBezTo>
                  <a:cubicBezTo>
                    <a:pt x="398" y="1597"/>
                    <a:pt x="399" y="1603"/>
                    <a:pt x="395" y="1605"/>
                  </a:cubicBezTo>
                  <a:cubicBezTo>
                    <a:pt x="395" y="1616"/>
                    <a:pt x="389" y="1621"/>
                    <a:pt x="387" y="1630"/>
                  </a:cubicBezTo>
                  <a:cubicBezTo>
                    <a:pt x="386" y="1635"/>
                    <a:pt x="386" y="1641"/>
                    <a:pt x="382" y="1643"/>
                  </a:cubicBezTo>
                  <a:cubicBezTo>
                    <a:pt x="384" y="1648"/>
                    <a:pt x="375" y="1654"/>
                    <a:pt x="382" y="1656"/>
                  </a:cubicBezTo>
                  <a:cubicBezTo>
                    <a:pt x="386" y="1646"/>
                    <a:pt x="390" y="1637"/>
                    <a:pt x="395" y="1628"/>
                  </a:cubicBezTo>
                  <a:cubicBezTo>
                    <a:pt x="397" y="1623"/>
                    <a:pt x="401" y="1621"/>
                    <a:pt x="402" y="1615"/>
                  </a:cubicBezTo>
                  <a:cubicBezTo>
                    <a:pt x="402" y="1608"/>
                    <a:pt x="410" y="1608"/>
                    <a:pt x="407" y="1598"/>
                  </a:cubicBezTo>
                  <a:cubicBezTo>
                    <a:pt x="417" y="1594"/>
                    <a:pt x="412" y="1576"/>
                    <a:pt x="422" y="1573"/>
                  </a:cubicBezTo>
                  <a:cubicBezTo>
                    <a:pt x="425" y="1568"/>
                    <a:pt x="422" y="1559"/>
                    <a:pt x="430" y="1560"/>
                  </a:cubicBezTo>
                  <a:cubicBezTo>
                    <a:pt x="430" y="1552"/>
                    <a:pt x="430" y="1545"/>
                    <a:pt x="438" y="1545"/>
                  </a:cubicBezTo>
                  <a:cubicBezTo>
                    <a:pt x="436" y="1537"/>
                    <a:pt x="439" y="1533"/>
                    <a:pt x="440" y="1527"/>
                  </a:cubicBezTo>
                  <a:cubicBezTo>
                    <a:pt x="446" y="1526"/>
                    <a:pt x="443" y="1516"/>
                    <a:pt x="448" y="1515"/>
                  </a:cubicBezTo>
                  <a:cubicBezTo>
                    <a:pt x="450" y="1503"/>
                    <a:pt x="457" y="1495"/>
                    <a:pt x="460" y="1484"/>
                  </a:cubicBezTo>
                  <a:cubicBezTo>
                    <a:pt x="465" y="1483"/>
                    <a:pt x="462" y="1473"/>
                    <a:pt x="468" y="1472"/>
                  </a:cubicBezTo>
                  <a:cubicBezTo>
                    <a:pt x="469" y="1465"/>
                    <a:pt x="471" y="1460"/>
                    <a:pt x="475" y="1457"/>
                  </a:cubicBezTo>
                  <a:cubicBezTo>
                    <a:pt x="478" y="1446"/>
                    <a:pt x="485" y="1438"/>
                    <a:pt x="488" y="1427"/>
                  </a:cubicBezTo>
                  <a:cubicBezTo>
                    <a:pt x="492" y="1421"/>
                    <a:pt x="490" y="1410"/>
                    <a:pt x="493" y="1404"/>
                  </a:cubicBezTo>
                  <a:cubicBezTo>
                    <a:pt x="491" y="1399"/>
                    <a:pt x="496" y="1387"/>
                    <a:pt x="490" y="1386"/>
                  </a:cubicBezTo>
                  <a:cubicBezTo>
                    <a:pt x="490" y="1395"/>
                    <a:pt x="483" y="1398"/>
                    <a:pt x="483" y="1406"/>
                  </a:cubicBezTo>
                  <a:close/>
                  <a:moveTo>
                    <a:pt x="415" y="1444"/>
                  </a:moveTo>
                  <a:cubicBezTo>
                    <a:pt x="417" y="1454"/>
                    <a:pt x="421" y="1430"/>
                    <a:pt x="417" y="1439"/>
                  </a:cubicBezTo>
                  <a:cubicBezTo>
                    <a:pt x="417" y="1441"/>
                    <a:pt x="414" y="1440"/>
                    <a:pt x="415" y="1444"/>
                  </a:cubicBezTo>
                  <a:close/>
                  <a:moveTo>
                    <a:pt x="402" y="1477"/>
                  </a:moveTo>
                  <a:cubicBezTo>
                    <a:pt x="397" y="1479"/>
                    <a:pt x="396" y="1484"/>
                    <a:pt x="395" y="1490"/>
                  </a:cubicBezTo>
                  <a:cubicBezTo>
                    <a:pt x="400" y="1488"/>
                    <a:pt x="398" y="1478"/>
                    <a:pt x="405" y="1477"/>
                  </a:cubicBezTo>
                  <a:cubicBezTo>
                    <a:pt x="403" y="1470"/>
                    <a:pt x="408" y="1470"/>
                    <a:pt x="407" y="1464"/>
                  </a:cubicBezTo>
                  <a:cubicBezTo>
                    <a:pt x="409" y="1464"/>
                    <a:pt x="410" y="1462"/>
                    <a:pt x="410" y="1459"/>
                  </a:cubicBezTo>
                  <a:cubicBezTo>
                    <a:pt x="410" y="1456"/>
                    <a:pt x="413" y="1455"/>
                    <a:pt x="410" y="1454"/>
                  </a:cubicBezTo>
                  <a:cubicBezTo>
                    <a:pt x="407" y="1461"/>
                    <a:pt x="402" y="1467"/>
                    <a:pt x="402" y="1477"/>
                  </a:cubicBezTo>
                  <a:close/>
                  <a:moveTo>
                    <a:pt x="470" y="1484"/>
                  </a:moveTo>
                  <a:cubicBezTo>
                    <a:pt x="470" y="1498"/>
                    <a:pt x="461" y="1502"/>
                    <a:pt x="460" y="1515"/>
                  </a:cubicBezTo>
                  <a:cubicBezTo>
                    <a:pt x="437" y="1576"/>
                    <a:pt x="431" y="1575"/>
                    <a:pt x="430" y="1580"/>
                  </a:cubicBezTo>
                  <a:cubicBezTo>
                    <a:pt x="411" y="1635"/>
                    <a:pt x="400" y="1637"/>
                    <a:pt x="397" y="1648"/>
                  </a:cubicBezTo>
                  <a:cubicBezTo>
                    <a:pt x="386" y="1684"/>
                    <a:pt x="383" y="1687"/>
                    <a:pt x="382" y="1693"/>
                  </a:cubicBezTo>
                  <a:cubicBezTo>
                    <a:pt x="371" y="1730"/>
                    <a:pt x="371" y="1738"/>
                    <a:pt x="367" y="1741"/>
                  </a:cubicBezTo>
                  <a:cubicBezTo>
                    <a:pt x="361" y="1788"/>
                    <a:pt x="357" y="1799"/>
                    <a:pt x="362" y="1799"/>
                  </a:cubicBezTo>
                  <a:cubicBezTo>
                    <a:pt x="379" y="1754"/>
                    <a:pt x="376" y="1747"/>
                    <a:pt x="380" y="1746"/>
                  </a:cubicBezTo>
                  <a:cubicBezTo>
                    <a:pt x="391" y="1697"/>
                    <a:pt x="403" y="1699"/>
                    <a:pt x="400" y="1688"/>
                  </a:cubicBezTo>
                  <a:cubicBezTo>
                    <a:pt x="430" y="1632"/>
                    <a:pt x="427" y="1621"/>
                    <a:pt x="433" y="1618"/>
                  </a:cubicBezTo>
                  <a:cubicBezTo>
                    <a:pt x="459" y="1557"/>
                    <a:pt x="462" y="1552"/>
                    <a:pt x="465" y="1547"/>
                  </a:cubicBezTo>
                  <a:cubicBezTo>
                    <a:pt x="482" y="1493"/>
                    <a:pt x="477" y="1484"/>
                    <a:pt x="483" y="1484"/>
                  </a:cubicBezTo>
                  <a:close/>
                  <a:moveTo>
                    <a:pt x="166" y="1522"/>
                  </a:moveTo>
                  <a:cubicBezTo>
                    <a:pt x="169" y="1533"/>
                    <a:pt x="177" y="1538"/>
                    <a:pt x="181" y="1548"/>
                  </a:cubicBezTo>
                  <a:cubicBezTo>
                    <a:pt x="187" y="1555"/>
                    <a:pt x="191" y="1564"/>
                    <a:pt x="199" y="1570"/>
                  </a:cubicBezTo>
                  <a:cubicBezTo>
                    <a:pt x="197" y="1578"/>
                    <a:pt x="205" y="1577"/>
                    <a:pt x="206" y="1583"/>
                  </a:cubicBezTo>
                  <a:cubicBezTo>
                    <a:pt x="209" y="1583"/>
                    <a:pt x="208" y="1587"/>
                    <a:pt x="211" y="1588"/>
                  </a:cubicBezTo>
                  <a:cubicBezTo>
                    <a:pt x="210" y="1593"/>
                    <a:pt x="215" y="1593"/>
                    <a:pt x="216" y="1595"/>
                  </a:cubicBezTo>
                  <a:cubicBezTo>
                    <a:pt x="220" y="1604"/>
                    <a:pt x="227" y="1611"/>
                    <a:pt x="234" y="1618"/>
                  </a:cubicBezTo>
                  <a:cubicBezTo>
                    <a:pt x="240" y="1626"/>
                    <a:pt x="247" y="1633"/>
                    <a:pt x="254" y="1641"/>
                  </a:cubicBezTo>
                  <a:cubicBezTo>
                    <a:pt x="260" y="1648"/>
                    <a:pt x="265" y="1657"/>
                    <a:pt x="272" y="1663"/>
                  </a:cubicBezTo>
                  <a:cubicBezTo>
                    <a:pt x="275" y="1667"/>
                    <a:pt x="278" y="1670"/>
                    <a:pt x="282" y="1673"/>
                  </a:cubicBezTo>
                  <a:cubicBezTo>
                    <a:pt x="283" y="1680"/>
                    <a:pt x="288" y="1682"/>
                    <a:pt x="292" y="1686"/>
                  </a:cubicBezTo>
                  <a:cubicBezTo>
                    <a:pt x="293" y="1695"/>
                    <a:pt x="300" y="1698"/>
                    <a:pt x="302" y="1706"/>
                  </a:cubicBezTo>
                  <a:cubicBezTo>
                    <a:pt x="309" y="1709"/>
                    <a:pt x="309" y="1719"/>
                    <a:pt x="317" y="1721"/>
                  </a:cubicBezTo>
                  <a:cubicBezTo>
                    <a:pt x="317" y="1715"/>
                    <a:pt x="317" y="1709"/>
                    <a:pt x="314" y="1706"/>
                  </a:cubicBezTo>
                  <a:cubicBezTo>
                    <a:pt x="311" y="1705"/>
                    <a:pt x="313" y="1703"/>
                    <a:pt x="314" y="1701"/>
                  </a:cubicBezTo>
                  <a:cubicBezTo>
                    <a:pt x="311" y="1701"/>
                    <a:pt x="312" y="1697"/>
                    <a:pt x="312" y="1693"/>
                  </a:cubicBezTo>
                  <a:cubicBezTo>
                    <a:pt x="303" y="1693"/>
                    <a:pt x="307" y="1680"/>
                    <a:pt x="299" y="1678"/>
                  </a:cubicBezTo>
                  <a:cubicBezTo>
                    <a:pt x="302" y="1670"/>
                    <a:pt x="291" y="1676"/>
                    <a:pt x="294" y="1668"/>
                  </a:cubicBezTo>
                  <a:cubicBezTo>
                    <a:pt x="293" y="1665"/>
                    <a:pt x="290" y="1662"/>
                    <a:pt x="287" y="1661"/>
                  </a:cubicBezTo>
                  <a:cubicBezTo>
                    <a:pt x="281" y="1646"/>
                    <a:pt x="269" y="1638"/>
                    <a:pt x="264" y="1623"/>
                  </a:cubicBezTo>
                  <a:cubicBezTo>
                    <a:pt x="254" y="1618"/>
                    <a:pt x="249" y="1607"/>
                    <a:pt x="241" y="1600"/>
                  </a:cubicBezTo>
                  <a:cubicBezTo>
                    <a:pt x="239" y="1595"/>
                    <a:pt x="235" y="1592"/>
                    <a:pt x="231" y="1588"/>
                  </a:cubicBezTo>
                  <a:cubicBezTo>
                    <a:pt x="227" y="1584"/>
                    <a:pt x="225" y="1577"/>
                    <a:pt x="219" y="1575"/>
                  </a:cubicBezTo>
                  <a:cubicBezTo>
                    <a:pt x="215" y="1571"/>
                    <a:pt x="210" y="1568"/>
                    <a:pt x="209" y="1563"/>
                  </a:cubicBezTo>
                  <a:cubicBezTo>
                    <a:pt x="203" y="1560"/>
                    <a:pt x="199" y="1555"/>
                    <a:pt x="196" y="1550"/>
                  </a:cubicBezTo>
                  <a:cubicBezTo>
                    <a:pt x="188" y="1542"/>
                    <a:pt x="180" y="1534"/>
                    <a:pt x="171" y="1527"/>
                  </a:cubicBezTo>
                  <a:cubicBezTo>
                    <a:pt x="171" y="1518"/>
                    <a:pt x="164" y="1516"/>
                    <a:pt x="161" y="1510"/>
                  </a:cubicBezTo>
                  <a:cubicBezTo>
                    <a:pt x="160" y="1506"/>
                    <a:pt x="157" y="1506"/>
                    <a:pt x="156" y="1502"/>
                  </a:cubicBezTo>
                  <a:cubicBezTo>
                    <a:pt x="152" y="1504"/>
                    <a:pt x="150" y="1492"/>
                    <a:pt x="148" y="1500"/>
                  </a:cubicBezTo>
                  <a:cubicBezTo>
                    <a:pt x="157" y="1504"/>
                    <a:pt x="157" y="1518"/>
                    <a:pt x="166" y="1522"/>
                  </a:cubicBezTo>
                  <a:close/>
                  <a:moveTo>
                    <a:pt x="465" y="1575"/>
                  </a:moveTo>
                  <a:cubicBezTo>
                    <a:pt x="457" y="1583"/>
                    <a:pt x="454" y="1598"/>
                    <a:pt x="448" y="1608"/>
                  </a:cubicBezTo>
                  <a:cubicBezTo>
                    <a:pt x="445" y="1613"/>
                    <a:pt x="444" y="1620"/>
                    <a:pt x="440" y="1625"/>
                  </a:cubicBezTo>
                  <a:cubicBezTo>
                    <a:pt x="437" y="1631"/>
                    <a:pt x="440" y="1642"/>
                    <a:pt x="433" y="1643"/>
                  </a:cubicBezTo>
                  <a:cubicBezTo>
                    <a:pt x="434" y="1653"/>
                    <a:pt x="426" y="1653"/>
                    <a:pt x="425" y="1661"/>
                  </a:cubicBezTo>
                  <a:cubicBezTo>
                    <a:pt x="424" y="1668"/>
                    <a:pt x="419" y="1671"/>
                    <a:pt x="418" y="1678"/>
                  </a:cubicBezTo>
                  <a:cubicBezTo>
                    <a:pt x="414" y="1683"/>
                    <a:pt x="413" y="1690"/>
                    <a:pt x="410" y="1696"/>
                  </a:cubicBezTo>
                  <a:cubicBezTo>
                    <a:pt x="405" y="1696"/>
                    <a:pt x="411" y="1700"/>
                    <a:pt x="407" y="1701"/>
                  </a:cubicBezTo>
                  <a:cubicBezTo>
                    <a:pt x="407" y="1704"/>
                    <a:pt x="404" y="1705"/>
                    <a:pt x="407" y="1708"/>
                  </a:cubicBezTo>
                  <a:cubicBezTo>
                    <a:pt x="401" y="1710"/>
                    <a:pt x="401" y="1719"/>
                    <a:pt x="397" y="1724"/>
                  </a:cubicBezTo>
                  <a:cubicBezTo>
                    <a:pt x="399" y="1734"/>
                    <a:pt x="389" y="1732"/>
                    <a:pt x="392" y="1744"/>
                  </a:cubicBezTo>
                  <a:cubicBezTo>
                    <a:pt x="390" y="1749"/>
                    <a:pt x="388" y="1756"/>
                    <a:pt x="385" y="1761"/>
                  </a:cubicBezTo>
                  <a:cubicBezTo>
                    <a:pt x="384" y="1766"/>
                    <a:pt x="376" y="1775"/>
                    <a:pt x="382" y="1779"/>
                  </a:cubicBezTo>
                  <a:cubicBezTo>
                    <a:pt x="389" y="1772"/>
                    <a:pt x="391" y="1760"/>
                    <a:pt x="395" y="1751"/>
                  </a:cubicBezTo>
                  <a:cubicBezTo>
                    <a:pt x="398" y="1741"/>
                    <a:pt x="404" y="1733"/>
                    <a:pt x="405" y="1721"/>
                  </a:cubicBezTo>
                  <a:cubicBezTo>
                    <a:pt x="421" y="1704"/>
                    <a:pt x="428" y="1679"/>
                    <a:pt x="443" y="1661"/>
                  </a:cubicBezTo>
                  <a:cubicBezTo>
                    <a:pt x="445" y="1648"/>
                    <a:pt x="451" y="1638"/>
                    <a:pt x="455" y="1628"/>
                  </a:cubicBezTo>
                  <a:cubicBezTo>
                    <a:pt x="459" y="1624"/>
                    <a:pt x="459" y="1616"/>
                    <a:pt x="463" y="1613"/>
                  </a:cubicBezTo>
                  <a:cubicBezTo>
                    <a:pt x="463" y="1609"/>
                    <a:pt x="464" y="1607"/>
                    <a:pt x="465" y="1605"/>
                  </a:cubicBezTo>
                  <a:cubicBezTo>
                    <a:pt x="469" y="1605"/>
                    <a:pt x="467" y="1598"/>
                    <a:pt x="470" y="1598"/>
                  </a:cubicBezTo>
                  <a:cubicBezTo>
                    <a:pt x="468" y="1588"/>
                    <a:pt x="478" y="1590"/>
                    <a:pt x="475" y="1580"/>
                  </a:cubicBezTo>
                  <a:cubicBezTo>
                    <a:pt x="476" y="1573"/>
                    <a:pt x="480" y="1570"/>
                    <a:pt x="480" y="1562"/>
                  </a:cubicBezTo>
                  <a:cubicBezTo>
                    <a:pt x="485" y="1559"/>
                    <a:pt x="482" y="1549"/>
                    <a:pt x="485" y="1545"/>
                  </a:cubicBezTo>
                  <a:cubicBezTo>
                    <a:pt x="489" y="1540"/>
                    <a:pt x="488" y="1530"/>
                    <a:pt x="490" y="1525"/>
                  </a:cubicBezTo>
                  <a:cubicBezTo>
                    <a:pt x="490" y="1522"/>
                    <a:pt x="490" y="1520"/>
                    <a:pt x="490" y="1517"/>
                  </a:cubicBezTo>
                  <a:cubicBezTo>
                    <a:pt x="490" y="1514"/>
                    <a:pt x="494" y="1513"/>
                    <a:pt x="490" y="1512"/>
                  </a:cubicBezTo>
                  <a:cubicBezTo>
                    <a:pt x="489" y="1508"/>
                    <a:pt x="493" y="1497"/>
                    <a:pt x="488" y="1497"/>
                  </a:cubicBezTo>
                  <a:cubicBezTo>
                    <a:pt x="484" y="1527"/>
                    <a:pt x="474" y="1550"/>
                    <a:pt x="465" y="1575"/>
                  </a:cubicBezTo>
                  <a:close/>
                  <a:moveTo>
                    <a:pt x="337" y="1693"/>
                  </a:moveTo>
                  <a:cubicBezTo>
                    <a:pt x="336" y="1689"/>
                    <a:pt x="340" y="1688"/>
                    <a:pt x="340" y="1683"/>
                  </a:cubicBezTo>
                  <a:cubicBezTo>
                    <a:pt x="340" y="1680"/>
                    <a:pt x="339" y="1674"/>
                    <a:pt x="342" y="1673"/>
                  </a:cubicBezTo>
                  <a:cubicBezTo>
                    <a:pt x="337" y="1663"/>
                    <a:pt x="347" y="1649"/>
                    <a:pt x="347" y="1636"/>
                  </a:cubicBezTo>
                  <a:cubicBezTo>
                    <a:pt x="350" y="1635"/>
                    <a:pt x="350" y="1632"/>
                    <a:pt x="350" y="1628"/>
                  </a:cubicBezTo>
                  <a:cubicBezTo>
                    <a:pt x="350" y="1625"/>
                    <a:pt x="353" y="1623"/>
                    <a:pt x="352" y="1618"/>
                  </a:cubicBezTo>
                  <a:cubicBezTo>
                    <a:pt x="356" y="1613"/>
                    <a:pt x="354" y="1604"/>
                    <a:pt x="357" y="1598"/>
                  </a:cubicBezTo>
                  <a:cubicBezTo>
                    <a:pt x="359" y="1591"/>
                    <a:pt x="360" y="1584"/>
                    <a:pt x="365" y="1580"/>
                  </a:cubicBezTo>
                  <a:cubicBezTo>
                    <a:pt x="369" y="1576"/>
                    <a:pt x="366" y="1565"/>
                    <a:pt x="372" y="1563"/>
                  </a:cubicBezTo>
                  <a:cubicBezTo>
                    <a:pt x="372" y="1557"/>
                    <a:pt x="372" y="1552"/>
                    <a:pt x="372" y="1547"/>
                  </a:cubicBezTo>
                  <a:cubicBezTo>
                    <a:pt x="380" y="1547"/>
                    <a:pt x="370" y="1537"/>
                    <a:pt x="372" y="1547"/>
                  </a:cubicBezTo>
                  <a:cubicBezTo>
                    <a:pt x="368" y="1551"/>
                    <a:pt x="369" y="1560"/>
                    <a:pt x="365" y="1563"/>
                  </a:cubicBezTo>
                  <a:cubicBezTo>
                    <a:pt x="363" y="1568"/>
                    <a:pt x="362" y="1575"/>
                    <a:pt x="360" y="1580"/>
                  </a:cubicBezTo>
                  <a:cubicBezTo>
                    <a:pt x="356" y="1584"/>
                    <a:pt x="357" y="1593"/>
                    <a:pt x="352" y="1595"/>
                  </a:cubicBezTo>
                  <a:cubicBezTo>
                    <a:pt x="352" y="1604"/>
                    <a:pt x="349" y="1609"/>
                    <a:pt x="345" y="1613"/>
                  </a:cubicBezTo>
                  <a:cubicBezTo>
                    <a:pt x="342" y="1647"/>
                    <a:pt x="327" y="1669"/>
                    <a:pt x="330" y="1708"/>
                  </a:cubicBezTo>
                  <a:cubicBezTo>
                    <a:pt x="338" y="1709"/>
                    <a:pt x="334" y="1698"/>
                    <a:pt x="337" y="1693"/>
                  </a:cubicBezTo>
                  <a:close/>
                  <a:moveTo>
                    <a:pt x="299" y="1623"/>
                  </a:moveTo>
                  <a:cubicBezTo>
                    <a:pt x="299" y="1618"/>
                    <a:pt x="306" y="1608"/>
                    <a:pt x="299" y="1605"/>
                  </a:cubicBezTo>
                  <a:cubicBezTo>
                    <a:pt x="299" y="1610"/>
                    <a:pt x="292" y="1620"/>
                    <a:pt x="299" y="1623"/>
                  </a:cubicBezTo>
                  <a:close/>
                  <a:moveTo>
                    <a:pt x="372" y="1678"/>
                  </a:moveTo>
                  <a:cubicBezTo>
                    <a:pt x="367" y="1681"/>
                    <a:pt x="371" y="1692"/>
                    <a:pt x="365" y="1693"/>
                  </a:cubicBezTo>
                  <a:cubicBezTo>
                    <a:pt x="366" y="1702"/>
                    <a:pt x="363" y="1705"/>
                    <a:pt x="362" y="1711"/>
                  </a:cubicBezTo>
                  <a:cubicBezTo>
                    <a:pt x="363" y="1715"/>
                    <a:pt x="355" y="1724"/>
                    <a:pt x="362" y="1726"/>
                  </a:cubicBezTo>
                  <a:cubicBezTo>
                    <a:pt x="367" y="1717"/>
                    <a:pt x="364" y="1701"/>
                    <a:pt x="372" y="1696"/>
                  </a:cubicBezTo>
                  <a:cubicBezTo>
                    <a:pt x="370" y="1686"/>
                    <a:pt x="375" y="1684"/>
                    <a:pt x="375" y="1676"/>
                  </a:cubicBezTo>
                  <a:cubicBezTo>
                    <a:pt x="375" y="1672"/>
                    <a:pt x="386" y="1660"/>
                    <a:pt x="375" y="1661"/>
                  </a:cubicBezTo>
                  <a:cubicBezTo>
                    <a:pt x="376" y="1669"/>
                    <a:pt x="370" y="1670"/>
                    <a:pt x="372" y="1678"/>
                  </a:cubicBezTo>
                  <a:close/>
                  <a:moveTo>
                    <a:pt x="352" y="1776"/>
                  </a:moveTo>
                  <a:cubicBezTo>
                    <a:pt x="352" y="1773"/>
                    <a:pt x="352" y="1770"/>
                    <a:pt x="352" y="1766"/>
                  </a:cubicBezTo>
                  <a:cubicBezTo>
                    <a:pt x="350" y="1766"/>
                    <a:pt x="347" y="1766"/>
                    <a:pt x="345" y="1766"/>
                  </a:cubicBezTo>
                  <a:cubicBezTo>
                    <a:pt x="346" y="1771"/>
                    <a:pt x="346" y="1777"/>
                    <a:pt x="352" y="1776"/>
                  </a:cubicBezTo>
                  <a:close/>
                  <a:moveTo>
                    <a:pt x="375" y="1804"/>
                  </a:moveTo>
                  <a:cubicBezTo>
                    <a:pt x="376" y="1799"/>
                    <a:pt x="383" y="1788"/>
                    <a:pt x="377" y="1784"/>
                  </a:cubicBezTo>
                  <a:cubicBezTo>
                    <a:pt x="378" y="1791"/>
                    <a:pt x="368" y="1799"/>
                    <a:pt x="375" y="1804"/>
                  </a:cubicBezTo>
                  <a:close/>
                </a:path>
              </a:pathLst>
            </a:custGeom>
            <a:solidFill>
              <a:srgbClr val="d0cdbb">
                <a:alpha val="75000"/>
              </a:srgbClr>
            </a:solidFill>
            <a:ln w="0">
              <a:noFill/>
            </a:ln>
          </p:spPr>
          <p:style>
            <a:lnRef idx="0"/>
            <a:fillRef idx="0"/>
            <a:effectRef idx="0"/>
            <a:fontRef idx="minor"/>
          </p:style>
          <p:txBody>
            <a:bodyPr tIns="91440" bIns="91440" anchor="ctr">
              <a:noAutofit/>
            </a:bodyPr>
            <a:p>
              <a:pPr>
                <a:lnSpc>
                  <a:spcPct val="100000"/>
                </a:lnSpc>
                <a:tabLst>
                  <a:tab algn="l" pos="0"/>
                </a:tabLst>
              </a:pPr>
              <a:endParaRPr b="0" lang="en-US" sz="1400" spc="-1" strike="noStrike">
                <a:solidFill>
                  <a:srgbClr val="000000"/>
                </a:solidFill>
                <a:latin typeface="Arial"/>
                <a:ea typeface="Arial"/>
              </a:endParaRPr>
            </a:p>
          </p:txBody>
        </p:sp>
        <p:sp>
          <p:nvSpPr>
            <p:cNvPr id="75" name="Google Shape;53;p13"/>
            <p:cNvSpPr/>
            <p:nvPr/>
          </p:nvSpPr>
          <p:spPr>
            <a:xfrm>
              <a:off x="907920" y="1528200"/>
              <a:ext cx="2507760" cy="3231000"/>
            </a:xfrm>
            <a:custGeom>
              <a:avLst/>
              <a:gdLst>
                <a:gd name="textAreaLeft" fmla="*/ 0 w 2507760"/>
                <a:gd name="textAreaRight" fmla="*/ 2508120 w 2507760"/>
                <a:gd name="textAreaTop" fmla="*/ 0 h 3231000"/>
                <a:gd name="textAreaBottom" fmla="*/ 3231360 h 3231000"/>
              </a:gdLst>
              <a:ahLst/>
              <a:rect l="textAreaLeft" t="textAreaTop" r="textAreaRight" b="textAreaBottom"/>
              <a:pathLst>
                <a:path w="869" h="1495">
                  <a:moveTo>
                    <a:pt x="865" y="156"/>
                  </a:moveTo>
                  <a:cubicBezTo>
                    <a:pt x="856" y="165"/>
                    <a:pt x="851" y="173"/>
                    <a:pt x="844" y="182"/>
                  </a:cubicBezTo>
                  <a:cubicBezTo>
                    <a:pt x="804" y="216"/>
                    <a:pt x="802" y="216"/>
                    <a:pt x="800" y="216"/>
                  </a:cubicBezTo>
                  <a:cubicBezTo>
                    <a:pt x="775" y="232"/>
                    <a:pt x="768" y="237"/>
                    <a:pt x="760" y="239"/>
                  </a:cubicBezTo>
                  <a:cubicBezTo>
                    <a:pt x="699" y="279"/>
                    <a:pt x="696" y="275"/>
                    <a:pt x="693" y="278"/>
                  </a:cubicBezTo>
                  <a:cubicBezTo>
                    <a:pt x="706" y="270"/>
                    <a:pt x="707" y="266"/>
                    <a:pt x="714" y="263"/>
                  </a:cubicBezTo>
                  <a:cubicBezTo>
                    <a:pt x="766" y="230"/>
                    <a:pt x="774" y="225"/>
                    <a:pt x="782" y="219"/>
                  </a:cubicBezTo>
                  <a:cubicBezTo>
                    <a:pt x="830" y="181"/>
                    <a:pt x="830" y="177"/>
                    <a:pt x="834" y="174"/>
                  </a:cubicBezTo>
                  <a:cubicBezTo>
                    <a:pt x="831" y="170"/>
                    <a:pt x="831" y="178"/>
                    <a:pt x="827" y="175"/>
                  </a:cubicBezTo>
                  <a:cubicBezTo>
                    <a:pt x="792" y="205"/>
                    <a:pt x="784" y="209"/>
                    <a:pt x="783" y="213"/>
                  </a:cubicBezTo>
                  <a:cubicBezTo>
                    <a:pt x="763" y="227"/>
                    <a:pt x="760" y="223"/>
                    <a:pt x="757" y="227"/>
                  </a:cubicBezTo>
                  <a:cubicBezTo>
                    <a:pt x="776" y="212"/>
                    <a:pt x="774" y="208"/>
                    <a:pt x="780" y="206"/>
                  </a:cubicBezTo>
                  <a:cubicBezTo>
                    <a:pt x="824" y="164"/>
                    <a:pt x="830" y="160"/>
                    <a:pt x="833" y="155"/>
                  </a:cubicBezTo>
                  <a:cubicBezTo>
                    <a:pt x="806" y="176"/>
                    <a:pt x="797" y="184"/>
                    <a:pt x="788" y="193"/>
                  </a:cubicBezTo>
                  <a:cubicBezTo>
                    <a:pt x="731" y="226"/>
                    <a:pt x="724" y="237"/>
                    <a:pt x="720" y="234"/>
                  </a:cubicBezTo>
                  <a:cubicBezTo>
                    <a:pt x="766" y="194"/>
                    <a:pt x="786" y="180"/>
                    <a:pt x="803" y="159"/>
                  </a:cubicBezTo>
                  <a:cubicBezTo>
                    <a:pt x="785" y="170"/>
                    <a:pt x="775" y="180"/>
                    <a:pt x="763" y="188"/>
                  </a:cubicBezTo>
                  <a:cubicBezTo>
                    <a:pt x="736" y="208"/>
                    <a:pt x="735" y="202"/>
                    <a:pt x="737" y="200"/>
                  </a:cubicBezTo>
                  <a:cubicBezTo>
                    <a:pt x="749" y="181"/>
                    <a:pt x="754" y="177"/>
                    <a:pt x="756" y="172"/>
                  </a:cubicBezTo>
                  <a:cubicBezTo>
                    <a:pt x="787" y="134"/>
                    <a:pt x="791" y="136"/>
                    <a:pt x="790" y="130"/>
                  </a:cubicBezTo>
                  <a:cubicBezTo>
                    <a:pt x="769" y="150"/>
                    <a:pt x="765" y="152"/>
                    <a:pt x="766" y="155"/>
                  </a:cubicBezTo>
                  <a:cubicBezTo>
                    <a:pt x="746" y="174"/>
                    <a:pt x="746" y="170"/>
                    <a:pt x="746" y="169"/>
                  </a:cubicBezTo>
                  <a:cubicBezTo>
                    <a:pt x="748" y="164"/>
                    <a:pt x="752" y="160"/>
                    <a:pt x="752" y="160"/>
                  </a:cubicBezTo>
                  <a:cubicBezTo>
                    <a:pt x="764" y="139"/>
                    <a:pt x="770" y="129"/>
                    <a:pt x="777" y="119"/>
                  </a:cubicBezTo>
                  <a:cubicBezTo>
                    <a:pt x="800" y="82"/>
                    <a:pt x="812" y="81"/>
                    <a:pt x="808" y="77"/>
                  </a:cubicBezTo>
                  <a:cubicBezTo>
                    <a:pt x="770" y="123"/>
                    <a:pt x="765" y="125"/>
                    <a:pt x="763" y="127"/>
                  </a:cubicBezTo>
                  <a:cubicBezTo>
                    <a:pt x="747" y="156"/>
                    <a:pt x="743" y="161"/>
                    <a:pt x="740" y="166"/>
                  </a:cubicBezTo>
                  <a:cubicBezTo>
                    <a:pt x="744" y="144"/>
                    <a:pt x="749" y="134"/>
                    <a:pt x="753" y="124"/>
                  </a:cubicBezTo>
                  <a:cubicBezTo>
                    <a:pt x="782" y="79"/>
                    <a:pt x="781" y="77"/>
                    <a:pt x="784" y="75"/>
                  </a:cubicBezTo>
                  <a:cubicBezTo>
                    <a:pt x="769" y="89"/>
                    <a:pt x="765" y="92"/>
                    <a:pt x="765" y="96"/>
                  </a:cubicBezTo>
                  <a:cubicBezTo>
                    <a:pt x="728" y="162"/>
                    <a:pt x="722" y="177"/>
                    <a:pt x="718" y="191"/>
                  </a:cubicBezTo>
                  <a:cubicBezTo>
                    <a:pt x="710" y="205"/>
                    <a:pt x="719" y="210"/>
                    <a:pt x="712" y="213"/>
                  </a:cubicBezTo>
                  <a:cubicBezTo>
                    <a:pt x="703" y="240"/>
                    <a:pt x="708" y="247"/>
                    <a:pt x="697" y="251"/>
                  </a:cubicBezTo>
                  <a:cubicBezTo>
                    <a:pt x="699" y="232"/>
                    <a:pt x="702" y="230"/>
                    <a:pt x="701" y="228"/>
                  </a:cubicBezTo>
                  <a:cubicBezTo>
                    <a:pt x="714" y="177"/>
                    <a:pt x="714" y="170"/>
                    <a:pt x="714" y="162"/>
                  </a:cubicBezTo>
                  <a:cubicBezTo>
                    <a:pt x="735" y="103"/>
                    <a:pt x="740" y="88"/>
                    <a:pt x="749" y="73"/>
                  </a:cubicBezTo>
                  <a:cubicBezTo>
                    <a:pt x="757" y="53"/>
                    <a:pt x="753" y="62"/>
                    <a:pt x="744" y="70"/>
                  </a:cubicBezTo>
                  <a:cubicBezTo>
                    <a:pt x="727" y="107"/>
                    <a:pt x="722" y="112"/>
                    <a:pt x="722" y="118"/>
                  </a:cubicBezTo>
                  <a:cubicBezTo>
                    <a:pt x="706" y="172"/>
                    <a:pt x="705" y="175"/>
                    <a:pt x="703" y="177"/>
                  </a:cubicBezTo>
                  <a:cubicBezTo>
                    <a:pt x="696" y="206"/>
                    <a:pt x="696" y="209"/>
                    <a:pt x="696" y="212"/>
                  </a:cubicBezTo>
                  <a:cubicBezTo>
                    <a:pt x="687" y="247"/>
                    <a:pt x="685" y="253"/>
                    <a:pt x="684" y="260"/>
                  </a:cubicBezTo>
                  <a:cubicBezTo>
                    <a:pt x="671" y="275"/>
                    <a:pt x="673" y="272"/>
                    <a:pt x="677" y="270"/>
                  </a:cubicBezTo>
                  <a:cubicBezTo>
                    <a:pt x="682" y="240"/>
                    <a:pt x="681" y="234"/>
                    <a:pt x="684" y="229"/>
                  </a:cubicBezTo>
                  <a:cubicBezTo>
                    <a:pt x="694" y="189"/>
                    <a:pt x="690" y="182"/>
                    <a:pt x="693" y="177"/>
                  </a:cubicBezTo>
                  <a:cubicBezTo>
                    <a:pt x="706" y="119"/>
                    <a:pt x="707" y="113"/>
                    <a:pt x="709" y="107"/>
                  </a:cubicBezTo>
                  <a:cubicBezTo>
                    <a:pt x="721" y="64"/>
                    <a:pt x="727" y="59"/>
                    <a:pt x="729" y="53"/>
                  </a:cubicBezTo>
                  <a:cubicBezTo>
                    <a:pt x="751" y="15"/>
                    <a:pt x="760" y="13"/>
                    <a:pt x="759" y="10"/>
                  </a:cubicBezTo>
                  <a:cubicBezTo>
                    <a:pt x="752" y="12"/>
                    <a:pt x="750" y="14"/>
                    <a:pt x="749" y="17"/>
                  </a:cubicBezTo>
                  <a:cubicBezTo>
                    <a:pt x="722" y="50"/>
                    <a:pt x="719" y="46"/>
                    <a:pt x="715" y="51"/>
                  </a:cubicBezTo>
                  <a:cubicBezTo>
                    <a:pt x="696" y="86"/>
                    <a:pt x="689" y="94"/>
                    <a:pt x="687" y="103"/>
                  </a:cubicBezTo>
                  <a:cubicBezTo>
                    <a:pt x="667" y="145"/>
                    <a:pt x="670" y="146"/>
                    <a:pt x="670" y="148"/>
                  </a:cubicBezTo>
                  <a:cubicBezTo>
                    <a:pt x="662" y="166"/>
                    <a:pt x="660" y="175"/>
                    <a:pt x="659" y="185"/>
                  </a:cubicBezTo>
                  <a:cubicBezTo>
                    <a:pt x="655" y="217"/>
                    <a:pt x="655" y="222"/>
                    <a:pt x="653" y="226"/>
                  </a:cubicBezTo>
                  <a:cubicBezTo>
                    <a:pt x="646" y="259"/>
                    <a:pt x="650" y="265"/>
                    <a:pt x="650" y="270"/>
                  </a:cubicBezTo>
                  <a:cubicBezTo>
                    <a:pt x="632" y="316"/>
                    <a:pt x="637" y="319"/>
                    <a:pt x="630" y="321"/>
                  </a:cubicBezTo>
                  <a:cubicBezTo>
                    <a:pt x="630" y="285"/>
                    <a:pt x="633" y="283"/>
                    <a:pt x="633" y="280"/>
                  </a:cubicBezTo>
                  <a:cubicBezTo>
                    <a:pt x="637" y="248"/>
                    <a:pt x="637" y="243"/>
                    <a:pt x="639" y="238"/>
                  </a:cubicBezTo>
                  <a:cubicBezTo>
                    <a:pt x="639" y="222"/>
                    <a:pt x="641" y="220"/>
                    <a:pt x="641" y="217"/>
                  </a:cubicBezTo>
                  <a:cubicBezTo>
                    <a:pt x="649" y="175"/>
                    <a:pt x="652" y="166"/>
                    <a:pt x="654" y="157"/>
                  </a:cubicBezTo>
                  <a:cubicBezTo>
                    <a:pt x="673" y="112"/>
                    <a:pt x="670" y="107"/>
                    <a:pt x="677" y="103"/>
                  </a:cubicBezTo>
                  <a:cubicBezTo>
                    <a:pt x="690" y="65"/>
                    <a:pt x="699" y="63"/>
                    <a:pt x="694" y="59"/>
                  </a:cubicBezTo>
                  <a:cubicBezTo>
                    <a:pt x="663" y="118"/>
                    <a:pt x="658" y="124"/>
                    <a:pt x="654" y="130"/>
                  </a:cubicBezTo>
                  <a:cubicBezTo>
                    <a:pt x="644" y="160"/>
                    <a:pt x="640" y="163"/>
                    <a:pt x="644" y="166"/>
                  </a:cubicBezTo>
                  <a:cubicBezTo>
                    <a:pt x="632" y="198"/>
                    <a:pt x="638" y="202"/>
                    <a:pt x="632" y="204"/>
                  </a:cubicBezTo>
                  <a:cubicBezTo>
                    <a:pt x="630" y="226"/>
                    <a:pt x="628" y="229"/>
                    <a:pt x="630" y="233"/>
                  </a:cubicBezTo>
                  <a:cubicBezTo>
                    <a:pt x="624" y="286"/>
                    <a:pt x="621" y="292"/>
                    <a:pt x="621" y="298"/>
                  </a:cubicBezTo>
                  <a:cubicBezTo>
                    <a:pt x="622" y="314"/>
                    <a:pt x="617" y="316"/>
                    <a:pt x="621" y="318"/>
                  </a:cubicBezTo>
                  <a:cubicBezTo>
                    <a:pt x="615" y="341"/>
                    <a:pt x="613" y="344"/>
                    <a:pt x="612" y="347"/>
                  </a:cubicBezTo>
                  <a:cubicBezTo>
                    <a:pt x="610" y="337"/>
                    <a:pt x="612" y="332"/>
                    <a:pt x="615" y="327"/>
                  </a:cubicBezTo>
                  <a:cubicBezTo>
                    <a:pt x="612" y="290"/>
                    <a:pt x="621" y="286"/>
                    <a:pt x="616" y="280"/>
                  </a:cubicBezTo>
                  <a:cubicBezTo>
                    <a:pt x="615" y="259"/>
                    <a:pt x="621" y="255"/>
                    <a:pt x="620" y="250"/>
                  </a:cubicBezTo>
                  <a:cubicBezTo>
                    <a:pt x="624" y="201"/>
                    <a:pt x="625" y="198"/>
                    <a:pt x="626" y="196"/>
                  </a:cubicBezTo>
                  <a:cubicBezTo>
                    <a:pt x="635" y="171"/>
                    <a:pt x="633" y="168"/>
                    <a:pt x="634" y="166"/>
                  </a:cubicBezTo>
                  <a:cubicBezTo>
                    <a:pt x="642" y="141"/>
                    <a:pt x="642" y="139"/>
                    <a:pt x="642" y="136"/>
                  </a:cubicBezTo>
                  <a:cubicBezTo>
                    <a:pt x="655" y="109"/>
                    <a:pt x="657" y="104"/>
                    <a:pt x="662" y="99"/>
                  </a:cubicBezTo>
                  <a:cubicBezTo>
                    <a:pt x="645" y="113"/>
                    <a:pt x="645" y="122"/>
                    <a:pt x="637" y="130"/>
                  </a:cubicBezTo>
                  <a:cubicBezTo>
                    <a:pt x="617" y="197"/>
                    <a:pt x="614" y="202"/>
                    <a:pt x="614" y="207"/>
                  </a:cubicBezTo>
                  <a:cubicBezTo>
                    <a:pt x="613" y="227"/>
                    <a:pt x="609" y="228"/>
                    <a:pt x="612" y="231"/>
                  </a:cubicBezTo>
                  <a:cubicBezTo>
                    <a:pt x="612" y="251"/>
                    <a:pt x="612" y="254"/>
                    <a:pt x="608" y="256"/>
                  </a:cubicBezTo>
                  <a:cubicBezTo>
                    <a:pt x="608" y="278"/>
                    <a:pt x="607" y="283"/>
                    <a:pt x="607" y="289"/>
                  </a:cubicBezTo>
                  <a:cubicBezTo>
                    <a:pt x="595" y="363"/>
                    <a:pt x="592" y="374"/>
                    <a:pt x="587" y="384"/>
                  </a:cubicBezTo>
                  <a:cubicBezTo>
                    <a:pt x="589" y="326"/>
                    <a:pt x="592" y="323"/>
                    <a:pt x="592" y="319"/>
                  </a:cubicBezTo>
                  <a:cubicBezTo>
                    <a:pt x="594" y="243"/>
                    <a:pt x="593" y="240"/>
                    <a:pt x="594" y="237"/>
                  </a:cubicBezTo>
                  <a:cubicBezTo>
                    <a:pt x="597" y="223"/>
                    <a:pt x="596" y="219"/>
                    <a:pt x="596" y="216"/>
                  </a:cubicBezTo>
                  <a:cubicBezTo>
                    <a:pt x="608" y="177"/>
                    <a:pt x="610" y="170"/>
                    <a:pt x="614" y="163"/>
                  </a:cubicBezTo>
                  <a:cubicBezTo>
                    <a:pt x="624" y="125"/>
                    <a:pt x="623" y="130"/>
                    <a:pt x="621" y="134"/>
                  </a:cubicBezTo>
                  <a:cubicBezTo>
                    <a:pt x="598" y="185"/>
                    <a:pt x="595" y="190"/>
                    <a:pt x="594" y="195"/>
                  </a:cubicBezTo>
                  <a:cubicBezTo>
                    <a:pt x="583" y="227"/>
                    <a:pt x="590" y="232"/>
                    <a:pt x="586" y="235"/>
                  </a:cubicBezTo>
                  <a:cubicBezTo>
                    <a:pt x="585" y="269"/>
                    <a:pt x="583" y="276"/>
                    <a:pt x="584" y="284"/>
                  </a:cubicBezTo>
                  <a:cubicBezTo>
                    <a:pt x="583" y="334"/>
                    <a:pt x="581" y="338"/>
                    <a:pt x="584" y="342"/>
                  </a:cubicBezTo>
                  <a:cubicBezTo>
                    <a:pt x="578" y="377"/>
                    <a:pt x="579" y="381"/>
                    <a:pt x="575" y="384"/>
                  </a:cubicBezTo>
                  <a:cubicBezTo>
                    <a:pt x="572" y="368"/>
                    <a:pt x="578" y="365"/>
                    <a:pt x="575" y="361"/>
                  </a:cubicBezTo>
                  <a:cubicBezTo>
                    <a:pt x="580" y="316"/>
                    <a:pt x="571" y="307"/>
                    <a:pt x="578" y="300"/>
                  </a:cubicBezTo>
                  <a:cubicBezTo>
                    <a:pt x="572" y="220"/>
                    <a:pt x="574" y="213"/>
                    <a:pt x="573" y="205"/>
                  </a:cubicBezTo>
                  <a:cubicBezTo>
                    <a:pt x="581" y="177"/>
                    <a:pt x="576" y="169"/>
                    <a:pt x="580" y="163"/>
                  </a:cubicBezTo>
                  <a:cubicBezTo>
                    <a:pt x="594" y="117"/>
                    <a:pt x="601" y="111"/>
                    <a:pt x="598" y="103"/>
                  </a:cubicBezTo>
                  <a:cubicBezTo>
                    <a:pt x="577" y="151"/>
                    <a:pt x="576" y="154"/>
                    <a:pt x="573" y="156"/>
                  </a:cubicBezTo>
                  <a:cubicBezTo>
                    <a:pt x="562" y="241"/>
                    <a:pt x="563" y="252"/>
                    <a:pt x="564" y="263"/>
                  </a:cubicBezTo>
                  <a:cubicBezTo>
                    <a:pt x="569" y="302"/>
                    <a:pt x="564" y="307"/>
                    <a:pt x="568" y="312"/>
                  </a:cubicBezTo>
                  <a:cubicBezTo>
                    <a:pt x="566" y="341"/>
                    <a:pt x="565" y="352"/>
                    <a:pt x="568" y="364"/>
                  </a:cubicBezTo>
                  <a:cubicBezTo>
                    <a:pt x="553" y="423"/>
                    <a:pt x="553" y="420"/>
                    <a:pt x="555" y="417"/>
                  </a:cubicBezTo>
                  <a:cubicBezTo>
                    <a:pt x="556" y="394"/>
                    <a:pt x="560" y="392"/>
                    <a:pt x="558" y="388"/>
                  </a:cubicBezTo>
                  <a:cubicBezTo>
                    <a:pt x="561" y="333"/>
                    <a:pt x="563" y="331"/>
                    <a:pt x="562" y="329"/>
                  </a:cubicBezTo>
                  <a:cubicBezTo>
                    <a:pt x="559" y="274"/>
                    <a:pt x="553" y="255"/>
                    <a:pt x="554" y="236"/>
                  </a:cubicBezTo>
                  <a:cubicBezTo>
                    <a:pt x="554" y="218"/>
                    <a:pt x="555" y="214"/>
                    <a:pt x="554" y="209"/>
                  </a:cubicBezTo>
                  <a:cubicBezTo>
                    <a:pt x="559" y="193"/>
                    <a:pt x="557" y="190"/>
                    <a:pt x="559" y="188"/>
                  </a:cubicBezTo>
                  <a:cubicBezTo>
                    <a:pt x="569" y="145"/>
                    <a:pt x="573" y="136"/>
                    <a:pt x="573" y="126"/>
                  </a:cubicBezTo>
                  <a:cubicBezTo>
                    <a:pt x="557" y="167"/>
                    <a:pt x="554" y="173"/>
                    <a:pt x="555" y="179"/>
                  </a:cubicBezTo>
                  <a:cubicBezTo>
                    <a:pt x="548" y="204"/>
                    <a:pt x="545" y="211"/>
                    <a:pt x="547" y="219"/>
                  </a:cubicBezTo>
                  <a:cubicBezTo>
                    <a:pt x="545" y="249"/>
                    <a:pt x="547" y="257"/>
                    <a:pt x="548" y="265"/>
                  </a:cubicBezTo>
                  <a:cubicBezTo>
                    <a:pt x="553" y="302"/>
                    <a:pt x="551" y="305"/>
                    <a:pt x="550" y="308"/>
                  </a:cubicBezTo>
                  <a:cubicBezTo>
                    <a:pt x="556" y="350"/>
                    <a:pt x="553" y="352"/>
                    <a:pt x="554" y="354"/>
                  </a:cubicBezTo>
                  <a:cubicBezTo>
                    <a:pt x="551" y="391"/>
                    <a:pt x="544" y="394"/>
                    <a:pt x="549" y="399"/>
                  </a:cubicBezTo>
                  <a:cubicBezTo>
                    <a:pt x="548" y="423"/>
                    <a:pt x="541" y="425"/>
                    <a:pt x="543" y="428"/>
                  </a:cubicBezTo>
                  <a:cubicBezTo>
                    <a:pt x="534" y="435"/>
                    <a:pt x="534" y="428"/>
                    <a:pt x="538" y="422"/>
                  </a:cubicBezTo>
                  <a:cubicBezTo>
                    <a:pt x="537" y="386"/>
                    <a:pt x="541" y="383"/>
                    <a:pt x="540" y="379"/>
                  </a:cubicBezTo>
                  <a:cubicBezTo>
                    <a:pt x="538" y="342"/>
                    <a:pt x="537" y="338"/>
                    <a:pt x="538" y="333"/>
                  </a:cubicBezTo>
                  <a:cubicBezTo>
                    <a:pt x="535" y="297"/>
                    <a:pt x="532" y="288"/>
                    <a:pt x="531" y="280"/>
                  </a:cubicBezTo>
                  <a:cubicBezTo>
                    <a:pt x="528" y="237"/>
                    <a:pt x="531" y="236"/>
                    <a:pt x="530" y="234"/>
                  </a:cubicBezTo>
                  <a:cubicBezTo>
                    <a:pt x="531" y="195"/>
                    <a:pt x="535" y="192"/>
                    <a:pt x="534" y="187"/>
                  </a:cubicBezTo>
                  <a:cubicBezTo>
                    <a:pt x="537" y="169"/>
                    <a:pt x="538" y="165"/>
                    <a:pt x="539" y="161"/>
                  </a:cubicBezTo>
                  <a:cubicBezTo>
                    <a:pt x="534" y="156"/>
                    <a:pt x="534" y="160"/>
                    <a:pt x="532" y="164"/>
                  </a:cubicBezTo>
                  <a:cubicBezTo>
                    <a:pt x="527" y="184"/>
                    <a:pt x="527" y="187"/>
                    <a:pt x="528" y="189"/>
                  </a:cubicBezTo>
                  <a:cubicBezTo>
                    <a:pt x="521" y="228"/>
                    <a:pt x="522" y="230"/>
                    <a:pt x="522" y="232"/>
                  </a:cubicBezTo>
                  <a:cubicBezTo>
                    <a:pt x="521" y="256"/>
                    <a:pt x="520" y="257"/>
                    <a:pt x="522" y="259"/>
                  </a:cubicBezTo>
                  <a:cubicBezTo>
                    <a:pt x="527" y="285"/>
                    <a:pt x="520" y="288"/>
                    <a:pt x="524" y="293"/>
                  </a:cubicBezTo>
                  <a:cubicBezTo>
                    <a:pt x="532" y="343"/>
                    <a:pt x="530" y="351"/>
                    <a:pt x="534" y="361"/>
                  </a:cubicBezTo>
                  <a:cubicBezTo>
                    <a:pt x="531" y="378"/>
                    <a:pt x="529" y="380"/>
                    <a:pt x="532" y="382"/>
                  </a:cubicBezTo>
                  <a:cubicBezTo>
                    <a:pt x="530" y="417"/>
                    <a:pt x="530" y="421"/>
                    <a:pt x="528" y="424"/>
                  </a:cubicBezTo>
                  <a:cubicBezTo>
                    <a:pt x="523" y="442"/>
                    <a:pt x="525" y="445"/>
                    <a:pt x="522" y="444"/>
                  </a:cubicBezTo>
                  <a:cubicBezTo>
                    <a:pt x="523" y="396"/>
                    <a:pt x="516" y="383"/>
                    <a:pt x="519" y="372"/>
                  </a:cubicBezTo>
                  <a:cubicBezTo>
                    <a:pt x="517" y="348"/>
                    <a:pt x="514" y="341"/>
                    <a:pt x="515" y="335"/>
                  </a:cubicBezTo>
                  <a:cubicBezTo>
                    <a:pt x="506" y="291"/>
                    <a:pt x="509" y="286"/>
                    <a:pt x="507" y="280"/>
                  </a:cubicBezTo>
                  <a:cubicBezTo>
                    <a:pt x="508" y="220"/>
                    <a:pt x="509" y="215"/>
                    <a:pt x="510" y="209"/>
                  </a:cubicBezTo>
                  <a:cubicBezTo>
                    <a:pt x="513" y="185"/>
                    <a:pt x="512" y="178"/>
                    <a:pt x="516" y="173"/>
                  </a:cubicBezTo>
                  <a:cubicBezTo>
                    <a:pt x="515" y="159"/>
                    <a:pt x="514" y="162"/>
                    <a:pt x="512" y="164"/>
                  </a:cubicBezTo>
                  <a:cubicBezTo>
                    <a:pt x="505" y="191"/>
                    <a:pt x="507" y="196"/>
                    <a:pt x="504" y="201"/>
                  </a:cubicBezTo>
                  <a:cubicBezTo>
                    <a:pt x="500" y="221"/>
                    <a:pt x="502" y="226"/>
                    <a:pt x="501" y="230"/>
                  </a:cubicBezTo>
                  <a:cubicBezTo>
                    <a:pt x="498" y="248"/>
                    <a:pt x="500" y="251"/>
                    <a:pt x="500" y="253"/>
                  </a:cubicBezTo>
                  <a:cubicBezTo>
                    <a:pt x="496" y="271"/>
                    <a:pt x="502" y="275"/>
                    <a:pt x="498" y="277"/>
                  </a:cubicBezTo>
                  <a:cubicBezTo>
                    <a:pt x="497" y="300"/>
                    <a:pt x="497" y="294"/>
                    <a:pt x="497" y="290"/>
                  </a:cubicBezTo>
                  <a:cubicBezTo>
                    <a:pt x="494" y="271"/>
                    <a:pt x="495" y="268"/>
                    <a:pt x="495" y="266"/>
                  </a:cubicBezTo>
                  <a:cubicBezTo>
                    <a:pt x="494" y="202"/>
                    <a:pt x="495" y="187"/>
                    <a:pt x="499" y="173"/>
                  </a:cubicBezTo>
                  <a:cubicBezTo>
                    <a:pt x="501" y="135"/>
                    <a:pt x="510" y="133"/>
                    <a:pt x="503" y="128"/>
                  </a:cubicBezTo>
                  <a:cubicBezTo>
                    <a:pt x="490" y="173"/>
                    <a:pt x="490" y="178"/>
                    <a:pt x="489" y="183"/>
                  </a:cubicBezTo>
                  <a:cubicBezTo>
                    <a:pt x="485" y="220"/>
                    <a:pt x="485" y="223"/>
                    <a:pt x="485" y="225"/>
                  </a:cubicBezTo>
                  <a:cubicBezTo>
                    <a:pt x="484" y="256"/>
                    <a:pt x="483" y="258"/>
                    <a:pt x="486" y="261"/>
                  </a:cubicBezTo>
                  <a:cubicBezTo>
                    <a:pt x="484" y="277"/>
                    <a:pt x="489" y="280"/>
                    <a:pt x="487" y="282"/>
                  </a:cubicBezTo>
                  <a:cubicBezTo>
                    <a:pt x="498" y="337"/>
                    <a:pt x="496" y="347"/>
                    <a:pt x="502" y="357"/>
                  </a:cubicBezTo>
                  <a:cubicBezTo>
                    <a:pt x="506" y="408"/>
                    <a:pt x="505" y="413"/>
                    <a:pt x="503" y="418"/>
                  </a:cubicBezTo>
                  <a:cubicBezTo>
                    <a:pt x="505" y="450"/>
                    <a:pt x="505" y="453"/>
                    <a:pt x="503" y="455"/>
                  </a:cubicBezTo>
                  <a:cubicBezTo>
                    <a:pt x="499" y="471"/>
                    <a:pt x="503" y="479"/>
                    <a:pt x="498" y="475"/>
                  </a:cubicBezTo>
                  <a:cubicBezTo>
                    <a:pt x="493" y="426"/>
                    <a:pt x="495" y="423"/>
                    <a:pt x="495" y="419"/>
                  </a:cubicBezTo>
                  <a:cubicBezTo>
                    <a:pt x="485" y="375"/>
                    <a:pt x="480" y="366"/>
                    <a:pt x="483" y="359"/>
                  </a:cubicBezTo>
                  <a:cubicBezTo>
                    <a:pt x="470" y="321"/>
                    <a:pt x="476" y="319"/>
                    <a:pt x="470" y="314"/>
                  </a:cubicBezTo>
                  <a:cubicBezTo>
                    <a:pt x="459" y="218"/>
                    <a:pt x="466" y="212"/>
                    <a:pt x="462" y="204"/>
                  </a:cubicBezTo>
                  <a:cubicBezTo>
                    <a:pt x="457" y="195"/>
                    <a:pt x="457" y="204"/>
                    <a:pt x="457" y="213"/>
                  </a:cubicBezTo>
                  <a:cubicBezTo>
                    <a:pt x="457" y="232"/>
                    <a:pt x="452" y="236"/>
                    <a:pt x="455" y="241"/>
                  </a:cubicBezTo>
                  <a:cubicBezTo>
                    <a:pt x="454" y="275"/>
                    <a:pt x="459" y="280"/>
                    <a:pt x="456" y="285"/>
                  </a:cubicBezTo>
                  <a:cubicBezTo>
                    <a:pt x="462" y="317"/>
                    <a:pt x="462" y="322"/>
                    <a:pt x="465" y="327"/>
                  </a:cubicBezTo>
                  <a:cubicBezTo>
                    <a:pt x="475" y="362"/>
                    <a:pt x="473" y="368"/>
                    <a:pt x="475" y="375"/>
                  </a:cubicBezTo>
                  <a:cubicBezTo>
                    <a:pt x="478" y="394"/>
                    <a:pt x="483" y="397"/>
                    <a:pt x="481" y="400"/>
                  </a:cubicBezTo>
                  <a:cubicBezTo>
                    <a:pt x="484" y="436"/>
                    <a:pt x="490" y="444"/>
                    <a:pt x="487" y="449"/>
                  </a:cubicBezTo>
                  <a:cubicBezTo>
                    <a:pt x="483" y="480"/>
                    <a:pt x="490" y="485"/>
                    <a:pt x="488" y="488"/>
                  </a:cubicBezTo>
                  <a:cubicBezTo>
                    <a:pt x="483" y="503"/>
                    <a:pt x="485" y="499"/>
                    <a:pt x="485" y="495"/>
                  </a:cubicBezTo>
                  <a:cubicBezTo>
                    <a:pt x="486" y="464"/>
                    <a:pt x="482" y="459"/>
                    <a:pt x="483" y="454"/>
                  </a:cubicBezTo>
                  <a:cubicBezTo>
                    <a:pt x="474" y="394"/>
                    <a:pt x="466" y="388"/>
                    <a:pt x="469" y="384"/>
                  </a:cubicBezTo>
                  <a:cubicBezTo>
                    <a:pt x="462" y="348"/>
                    <a:pt x="459" y="346"/>
                    <a:pt x="457" y="346"/>
                  </a:cubicBezTo>
                  <a:cubicBezTo>
                    <a:pt x="449" y="328"/>
                    <a:pt x="460" y="322"/>
                    <a:pt x="453" y="324"/>
                  </a:cubicBezTo>
                  <a:cubicBezTo>
                    <a:pt x="446" y="286"/>
                    <a:pt x="449" y="281"/>
                    <a:pt x="445" y="276"/>
                  </a:cubicBezTo>
                  <a:cubicBezTo>
                    <a:pt x="449" y="241"/>
                    <a:pt x="443" y="235"/>
                    <a:pt x="444" y="230"/>
                  </a:cubicBezTo>
                  <a:cubicBezTo>
                    <a:pt x="450" y="210"/>
                    <a:pt x="442" y="203"/>
                    <a:pt x="449" y="199"/>
                  </a:cubicBezTo>
                  <a:cubicBezTo>
                    <a:pt x="454" y="163"/>
                    <a:pt x="461" y="159"/>
                    <a:pt x="458" y="153"/>
                  </a:cubicBezTo>
                  <a:cubicBezTo>
                    <a:pt x="444" y="191"/>
                    <a:pt x="439" y="200"/>
                    <a:pt x="440" y="211"/>
                  </a:cubicBezTo>
                  <a:cubicBezTo>
                    <a:pt x="435" y="250"/>
                    <a:pt x="436" y="261"/>
                    <a:pt x="437" y="271"/>
                  </a:cubicBezTo>
                  <a:cubicBezTo>
                    <a:pt x="442" y="313"/>
                    <a:pt x="444" y="323"/>
                    <a:pt x="448" y="335"/>
                  </a:cubicBezTo>
                  <a:cubicBezTo>
                    <a:pt x="458" y="387"/>
                    <a:pt x="461" y="393"/>
                    <a:pt x="460" y="398"/>
                  </a:cubicBezTo>
                  <a:cubicBezTo>
                    <a:pt x="473" y="464"/>
                    <a:pt x="476" y="471"/>
                    <a:pt x="475" y="477"/>
                  </a:cubicBezTo>
                  <a:cubicBezTo>
                    <a:pt x="472" y="519"/>
                    <a:pt x="470" y="522"/>
                    <a:pt x="473" y="526"/>
                  </a:cubicBezTo>
                  <a:cubicBezTo>
                    <a:pt x="466" y="546"/>
                    <a:pt x="465" y="547"/>
                    <a:pt x="465" y="548"/>
                  </a:cubicBezTo>
                  <a:cubicBezTo>
                    <a:pt x="459" y="507"/>
                    <a:pt x="462" y="504"/>
                    <a:pt x="463" y="501"/>
                  </a:cubicBezTo>
                  <a:cubicBezTo>
                    <a:pt x="458" y="462"/>
                    <a:pt x="451" y="454"/>
                    <a:pt x="451" y="448"/>
                  </a:cubicBezTo>
                  <a:cubicBezTo>
                    <a:pt x="436" y="412"/>
                    <a:pt x="440" y="409"/>
                    <a:pt x="436" y="405"/>
                  </a:cubicBezTo>
                  <a:cubicBezTo>
                    <a:pt x="427" y="372"/>
                    <a:pt x="429" y="369"/>
                    <a:pt x="426" y="365"/>
                  </a:cubicBezTo>
                  <a:cubicBezTo>
                    <a:pt x="421" y="351"/>
                    <a:pt x="423" y="350"/>
                    <a:pt x="421" y="347"/>
                  </a:cubicBezTo>
                  <a:cubicBezTo>
                    <a:pt x="417" y="313"/>
                    <a:pt x="414" y="309"/>
                    <a:pt x="415" y="305"/>
                  </a:cubicBezTo>
                  <a:cubicBezTo>
                    <a:pt x="416" y="260"/>
                    <a:pt x="418" y="257"/>
                    <a:pt x="414" y="253"/>
                  </a:cubicBezTo>
                  <a:cubicBezTo>
                    <a:pt x="416" y="237"/>
                    <a:pt x="416" y="229"/>
                    <a:pt x="414" y="222"/>
                  </a:cubicBezTo>
                  <a:cubicBezTo>
                    <a:pt x="416" y="200"/>
                    <a:pt x="418" y="197"/>
                    <a:pt x="418" y="194"/>
                  </a:cubicBezTo>
                  <a:cubicBezTo>
                    <a:pt x="414" y="206"/>
                    <a:pt x="410" y="211"/>
                    <a:pt x="412" y="216"/>
                  </a:cubicBezTo>
                  <a:cubicBezTo>
                    <a:pt x="409" y="236"/>
                    <a:pt x="410" y="242"/>
                    <a:pt x="410" y="247"/>
                  </a:cubicBezTo>
                  <a:cubicBezTo>
                    <a:pt x="407" y="327"/>
                    <a:pt x="412" y="332"/>
                    <a:pt x="410" y="335"/>
                  </a:cubicBezTo>
                  <a:cubicBezTo>
                    <a:pt x="414" y="368"/>
                    <a:pt x="422" y="373"/>
                    <a:pt x="420" y="377"/>
                  </a:cubicBezTo>
                  <a:cubicBezTo>
                    <a:pt x="438" y="439"/>
                    <a:pt x="445" y="459"/>
                    <a:pt x="448" y="477"/>
                  </a:cubicBezTo>
                  <a:cubicBezTo>
                    <a:pt x="451" y="509"/>
                    <a:pt x="452" y="514"/>
                    <a:pt x="453" y="518"/>
                  </a:cubicBezTo>
                  <a:cubicBezTo>
                    <a:pt x="449" y="518"/>
                    <a:pt x="452" y="515"/>
                    <a:pt x="448" y="512"/>
                  </a:cubicBezTo>
                  <a:cubicBezTo>
                    <a:pt x="443" y="484"/>
                    <a:pt x="442" y="477"/>
                    <a:pt x="441" y="470"/>
                  </a:cubicBezTo>
                  <a:cubicBezTo>
                    <a:pt x="432" y="436"/>
                    <a:pt x="429" y="432"/>
                    <a:pt x="428" y="428"/>
                  </a:cubicBezTo>
                  <a:cubicBezTo>
                    <a:pt x="416" y="393"/>
                    <a:pt x="413" y="389"/>
                    <a:pt x="414" y="386"/>
                  </a:cubicBezTo>
                  <a:cubicBezTo>
                    <a:pt x="407" y="359"/>
                    <a:pt x="405" y="356"/>
                    <a:pt x="403" y="350"/>
                  </a:cubicBezTo>
                  <a:cubicBezTo>
                    <a:pt x="401" y="334"/>
                    <a:pt x="403" y="333"/>
                    <a:pt x="403" y="333"/>
                  </a:cubicBezTo>
                  <a:cubicBezTo>
                    <a:pt x="401" y="321"/>
                    <a:pt x="400" y="317"/>
                    <a:pt x="399" y="314"/>
                  </a:cubicBezTo>
                  <a:cubicBezTo>
                    <a:pt x="395" y="298"/>
                    <a:pt x="397" y="295"/>
                    <a:pt x="396" y="293"/>
                  </a:cubicBezTo>
                  <a:cubicBezTo>
                    <a:pt x="390" y="256"/>
                    <a:pt x="396" y="250"/>
                    <a:pt x="392" y="243"/>
                  </a:cubicBezTo>
                  <a:cubicBezTo>
                    <a:pt x="394" y="217"/>
                    <a:pt x="395" y="215"/>
                    <a:pt x="395" y="213"/>
                  </a:cubicBezTo>
                  <a:cubicBezTo>
                    <a:pt x="388" y="211"/>
                    <a:pt x="391" y="212"/>
                    <a:pt x="391" y="214"/>
                  </a:cubicBezTo>
                  <a:cubicBezTo>
                    <a:pt x="386" y="231"/>
                    <a:pt x="389" y="235"/>
                    <a:pt x="386" y="237"/>
                  </a:cubicBezTo>
                  <a:cubicBezTo>
                    <a:pt x="387" y="268"/>
                    <a:pt x="385" y="271"/>
                    <a:pt x="388" y="275"/>
                  </a:cubicBezTo>
                  <a:cubicBezTo>
                    <a:pt x="391" y="325"/>
                    <a:pt x="397" y="338"/>
                    <a:pt x="393" y="350"/>
                  </a:cubicBezTo>
                  <a:cubicBezTo>
                    <a:pt x="405" y="382"/>
                    <a:pt x="403" y="390"/>
                    <a:pt x="408" y="398"/>
                  </a:cubicBezTo>
                  <a:cubicBezTo>
                    <a:pt x="419" y="430"/>
                    <a:pt x="421" y="438"/>
                    <a:pt x="423" y="446"/>
                  </a:cubicBezTo>
                  <a:cubicBezTo>
                    <a:pt x="436" y="483"/>
                    <a:pt x="432" y="487"/>
                    <a:pt x="436" y="491"/>
                  </a:cubicBezTo>
                  <a:cubicBezTo>
                    <a:pt x="440" y="554"/>
                    <a:pt x="443" y="558"/>
                    <a:pt x="443" y="562"/>
                  </a:cubicBezTo>
                  <a:cubicBezTo>
                    <a:pt x="428" y="572"/>
                    <a:pt x="429" y="568"/>
                    <a:pt x="430" y="564"/>
                  </a:cubicBezTo>
                  <a:cubicBezTo>
                    <a:pt x="417" y="498"/>
                    <a:pt x="416" y="485"/>
                    <a:pt x="415" y="472"/>
                  </a:cubicBezTo>
                  <a:cubicBezTo>
                    <a:pt x="409" y="449"/>
                    <a:pt x="405" y="442"/>
                    <a:pt x="406" y="436"/>
                  </a:cubicBezTo>
                  <a:cubicBezTo>
                    <a:pt x="401" y="421"/>
                    <a:pt x="398" y="415"/>
                    <a:pt x="398" y="411"/>
                  </a:cubicBezTo>
                  <a:cubicBezTo>
                    <a:pt x="393" y="374"/>
                    <a:pt x="387" y="375"/>
                    <a:pt x="389" y="372"/>
                  </a:cubicBezTo>
                  <a:cubicBezTo>
                    <a:pt x="382" y="312"/>
                    <a:pt x="377" y="293"/>
                    <a:pt x="381" y="275"/>
                  </a:cubicBezTo>
                  <a:cubicBezTo>
                    <a:pt x="385" y="244"/>
                    <a:pt x="380" y="238"/>
                    <a:pt x="383" y="234"/>
                  </a:cubicBezTo>
                  <a:cubicBezTo>
                    <a:pt x="377" y="239"/>
                    <a:pt x="376" y="242"/>
                    <a:pt x="376" y="244"/>
                  </a:cubicBezTo>
                  <a:cubicBezTo>
                    <a:pt x="375" y="300"/>
                    <a:pt x="373" y="312"/>
                    <a:pt x="372" y="324"/>
                  </a:cubicBezTo>
                  <a:cubicBezTo>
                    <a:pt x="386" y="402"/>
                    <a:pt x="389" y="407"/>
                    <a:pt x="389" y="412"/>
                  </a:cubicBezTo>
                  <a:cubicBezTo>
                    <a:pt x="411" y="512"/>
                    <a:pt x="416" y="522"/>
                    <a:pt x="416" y="532"/>
                  </a:cubicBezTo>
                  <a:cubicBezTo>
                    <a:pt x="418" y="573"/>
                    <a:pt x="419" y="584"/>
                    <a:pt x="420" y="595"/>
                  </a:cubicBezTo>
                  <a:cubicBezTo>
                    <a:pt x="411" y="622"/>
                    <a:pt x="419" y="616"/>
                    <a:pt x="413" y="608"/>
                  </a:cubicBezTo>
                  <a:cubicBezTo>
                    <a:pt x="406" y="541"/>
                    <a:pt x="407" y="534"/>
                    <a:pt x="403" y="527"/>
                  </a:cubicBezTo>
                  <a:cubicBezTo>
                    <a:pt x="394" y="499"/>
                    <a:pt x="398" y="493"/>
                    <a:pt x="395" y="486"/>
                  </a:cubicBezTo>
                  <a:cubicBezTo>
                    <a:pt x="376" y="417"/>
                    <a:pt x="378" y="413"/>
                    <a:pt x="374" y="408"/>
                  </a:cubicBezTo>
                  <a:cubicBezTo>
                    <a:pt x="370" y="378"/>
                    <a:pt x="365" y="372"/>
                    <a:pt x="367" y="369"/>
                  </a:cubicBezTo>
                  <a:cubicBezTo>
                    <a:pt x="363" y="308"/>
                    <a:pt x="356" y="298"/>
                    <a:pt x="360" y="290"/>
                  </a:cubicBezTo>
                  <a:cubicBezTo>
                    <a:pt x="362" y="248"/>
                    <a:pt x="362" y="244"/>
                    <a:pt x="362" y="239"/>
                  </a:cubicBezTo>
                  <a:cubicBezTo>
                    <a:pt x="363" y="220"/>
                    <a:pt x="361" y="223"/>
                    <a:pt x="360" y="226"/>
                  </a:cubicBezTo>
                  <a:cubicBezTo>
                    <a:pt x="358" y="241"/>
                    <a:pt x="353" y="244"/>
                    <a:pt x="357" y="248"/>
                  </a:cubicBezTo>
                  <a:cubicBezTo>
                    <a:pt x="352" y="267"/>
                    <a:pt x="356" y="270"/>
                    <a:pt x="351" y="272"/>
                  </a:cubicBezTo>
                  <a:cubicBezTo>
                    <a:pt x="350" y="303"/>
                    <a:pt x="355" y="306"/>
                    <a:pt x="353" y="308"/>
                  </a:cubicBezTo>
                  <a:cubicBezTo>
                    <a:pt x="351" y="332"/>
                    <a:pt x="356" y="338"/>
                    <a:pt x="353" y="342"/>
                  </a:cubicBezTo>
                  <a:cubicBezTo>
                    <a:pt x="363" y="389"/>
                    <a:pt x="362" y="393"/>
                    <a:pt x="367" y="398"/>
                  </a:cubicBezTo>
                  <a:cubicBezTo>
                    <a:pt x="367" y="433"/>
                    <a:pt x="379" y="443"/>
                    <a:pt x="375" y="451"/>
                  </a:cubicBezTo>
                  <a:cubicBezTo>
                    <a:pt x="395" y="536"/>
                    <a:pt x="399" y="541"/>
                    <a:pt x="399" y="545"/>
                  </a:cubicBezTo>
                  <a:cubicBezTo>
                    <a:pt x="400" y="576"/>
                    <a:pt x="402" y="581"/>
                    <a:pt x="406" y="586"/>
                  </a:cubicBezTo>
                  <a:cubicBezTo>
                    <a:pt x="406" y="605"/>
                    <a:pt x="405" y="608"/>
                    <a:pt x="404" y="610"/>
                  </a:cubicBezTo>
                  <a:cubicBezTo>
                    <a:pt x="402" y="627"/>
                    <a:pt x="408" y="632"/>
                    <a:pt x="403" y="635"/>
                  </a:cubicBezTo>
                  <a:cubicBezTo>
                    <a:pt x="396" y="601"/>
                    <a:pt x="401" y="597"/>
                    <a:pt x="398" y="592"/>
                  </a:cubicBezTo>
                  <a:cubicBezTo>
                    <a:pt x="383" y="512"/>
                    <a:pt x="375" y="506"/>
                    <a:pt x="377" y="501"/>
                  </a:cubicBezTo>
                  <a:cubicBezTo>
                    <a:pt x="354" y="435"/>
                    <a:pt x="354" y="416"/>
                    <a:pt x="344" y="395"/>
                  </a:cubicBezTo>
                  <a:cubicBezTo>
                    <a:pt x="338" y="338"/>
                    <a:pt x="338" y="335"/>
                    <a:pt x="339" y="333"/>
                  </a:cubicBezTo>
                  <a:cubicBezTo>
                    <a:pt x="340" y="299"/>
                    <a:pt x="336" y="293"/>
                    <a:pt x="338" y="287"/>
                  </a:cubicBezTo>
                  <a:cubicBezTo>
                    <a:pt x="331" y="289"/>
                    <a:pt x="332" y="300"/>
                    <a:pt x="330" y="310"/>
                  </a:cubicBezTo>
                  <a:cubicBezTo>
                    <a:pt x="334" y="336"/>
                    <a:pt x="329" y="338"/>
                    <a:pt x="333" y="342"/>
                  </a:cubicBezTo>
                  <a:cubicBezTo>
                    <a:pt x="337" y="378"/>
                    <a:pt x="335" y="383"/>
                    <a:pt x="337" y="388"/>
                  </a:cubicBezTo>
                  <a:cubicBezTo>
                    <a:pt x="337" y="409"/>
                    <a:pt x="345" y="415"/>
                    <a:pt x="343" y="420"/>
                  </a:cubicBezTo>
                  <a:cubicBezTo>
                    <a:pt x="357" y="454"/>
                    <a:pt x="351" y="461"/>
                    <a:pt x="357" y="467"/>
                  </a:cubicBezTo>
                  <a:cubicBezTo>
                    <a:pt x="369" y="497"/>
                    <a:pt x="364" y="504"/>
                    <a:pt x="368" y="506"/>
                  </a:cubicBezTo>
                  <a:cubicBezTo>
                    <a:pt x="379" y="543"/>
                    <a:pt x="382" y="551"/>
                    <a:pt x="384" y="558"/>
                  </a:cubicBezTo>
                  <a:cubicBezTo>
                    <a:pt x="390" y="600"/>
                    <a:pt x="393" y="605"/>
                    <a:pt x="388" y="609"/>
                  </a:cubicBezTo>
                  <a:cubicBezTo>
                    <a:pt x="376" y="559"/>
                    <a:pt x="371" y="556"/>
                    <a:pt x="373" y="554"/>
                  </a:cubicBezTo>
                  <a:cubicBezTo>
                    <a:pt x="357" y="504"/>
                    <a:pt x="350" y="497"/>
                    <a:pt x="350" y="491"/>
                  </a:cubicBezTo>
                  <a:cubicBezTo>
                    <a:pt x="323" y="433"/>
                    <a:pt x="327" y="431"/>
                    <a:pt x="324" y="427"/>
                  </a:cubicBezTo>
                  <a:cubicBezTo>
                    <a:pt x="313" y="386"/>
                    <a:pt x="309" y="374"/>
                    <a:pt x="308" y="362"/>
                  </a:cubicBezTo>
                  <a:cubicBezTo>
                    <a:pt x="306" y="320"/>
                    <a:pt x="303" y="314"/>
                    <a:pt x="304" y="308"/>
                  </a:cubicBezTo>
                  <a:cubicBezTo>
                    <a:pt x="303" y="284"/>
                    <a:pt x="306" y="279"/>
                    <a:pt x="306" y="273"/>
                  </a:cubicBezTo>
                  <a:cubicBezTo>
                    <a:pt x="300" y="263"/>
                    <a:pt x="301" y="273"/>
                    <a:pt x="300" y="282"/>
                  </a:cubicBezTo>
                  <a:cubicBezTo>
                    <a:pt x="298" y="301"/>
                    <a:pt x="297" y="305"/>
                    <a:pt x="295" y="310"/>
                  </a:cubicBezTo>
                  <a:cubicBezTo>
                    <a:pt x="307" y="382"/>
                    <a:pt x="302" y="391"/>
                    <a:pt x="310" y="402"/>
                  </a:cubicBezTo>
                  <a:cubicBezTo>
                    <a:pt x="317" y="439"/>
                    <a:pt x="325" y="446"/>
                    <a:pt x="323" y="450"/>
                  </a:cubicBezTo>
                  <a:cubicBezTo>
                    <a:pt x="337" y="478"/>
                    <a:pt x="337" y="489"/>
                    <a:pt x="345" y="500"/>
                  </a:cubicBezTo>
                  <a:cubicBezTo>
                    <a:pt x="352" y="526"/>
                    <a:pt x="359" y="530"/>
                    <a:pt x="355" y="532"/>
                  </a:cubicBezTo>
                  <a:cubicBezTo>
                    <a:pt x="378" y="589"/>
                    <a:pt x="373" y="597"/>
                    <a:pt x="377" y="600"/>
                  </a:cubicBezTo>
                  <a:cubicBezTo>
                    <a:pt x="374" y="595"/>
                    <a:pt x="367" y="591"/>
                    <a:pt x="366" y="588"/>
                  </a:cubicBezTo>
                  <a:cubicBezTo>
                    <a:pt x="355" y="552"/>
                    <a:pt x="348" y="544"/>
                    <a:pt x="350" y="538"/>
                  </a:cubicBezTo>
                  <a:cubicBezTo>
                    <a:pt x="324" y="484"/>
                    <a:pt x="321" y="468"/>
                    <a:pt x="311" y="451"/>
                  </a:cubicBezTo>
                  <a:cubicBezTo>
                    <a:pt x="301" y="423"/>
                    <a:pt x="301" y="419"/>
                    <a:pt x="300" y="415"/>
                  </a:cubicBezTo>
                  <a:cubicBezTo>
                    <a:pt x="290" y="374"/>
                    <a:pt x="287" y="369"/>
                    <a:pt x="289" y="366"/>
                  </a:cubicBezTo>
                  <a:cubicBezTo>
                    <a:pt x="286" y="345"/>
                    <a:pt x="285" y="337"/>
                    <a:pt x="285" y="330"/>
                  </a:cubicBezTo>
                  <a:cubicBezTo>
                    <a:pt x="278" y="309"/>
                    <a:pt x="280" y="316"/>
                    <a:pt x="280" y="319"/>
                  </a:cubicBezTo>
                  <a:cubicBezTo>
                    <a:pt x="279" y="330"/>
                    <a:pt x="279" y="333"/>
                    <a:pt x="279" y="334"/>
                  </a:cubicBezTo>
                  <a:cubicBezTo>
                    <a:pt x="276" y="357"/>
                    <a:pt x="284" y="362"/>
                    <a:pt x="281" y="365"/>
                  </a:cubicBezTo>
                  <a:cubicBezTo>
                    <a:pt x="287" y="400"/>
                    <a:pt x="290" y="404"/>
                    <a:pt x="290" y="407"/>
                  </a:cubicBezTo>
                  <a:cubicBezTo>
                    <a:pt x="314" y="477"/>
                    <a:pt x="313" y="479"/>
                    <a:pt x="313" y="481"/>
                  </a:cubicBezTo>
                  <a:cubicBezTo>
                    <a:pt x="324" y="507"/>
                    <a:pt x="331" y="514"/>
                    <a:pt x="329" y="519"/>
                  </a:cubicBezTo>
                  <a:cubicBezTo>
                    <a:pt x="359" y="601"/>
                    <a:pt x="365" y="601"/>
                    <a:pt x="364" y="609"/>
                  </a:cubicBezTo>
                  <a:cubicBezTo>
                    <a:pt x="371" y="640"/>
                    <a:pt x="372" y="643"/>
                    <a:pt x="374" y="646"/>
                  </a:cubicBezTo>
                  <a:cubicBezTo>
                    <a:pt x="376" y="667"/>
                    <a:pt x="377" y="669"/>
                    <a:pt x="374" y="671"/>
                  </a:cubicBezTo>
                  <a:cubicBezTo>
                    <a:pt x="375" y="687"/>
                    <a:pt x="374" y="690"/>
                    <a:pt x="375" y="692"/>
                  </a:cubicBezTo>
                  <a:cubicBezTo>
                    <a:pt x="370" y="713"/>
                    <a:pt x="369" y="717"/>
                    <a:pt x="367" y="715"/>
                  </a:cubicBezTo>
                  <a:cubicBezTo>
                    <a:pt x="363" y="675"/>
                    <a:pt x="362" y="670"/>
                    <a:pt x="363" y="666"/>
                  </a:cubicBezTo>
                  <a:cubicBezTo>
                    <a:pt x="352" y="608"/>
                    <a:pt x="345" y="610"/>
                    <a:pt x="346" y="605"/>
                  </a:cubicBezTo>
                  <a:cubicBezTo>
                    <a:pt x="334" y="572"/>
                    <a:pt x="329" y="574"/>
                    <a:pt x="329" y="568"/>
                  </a:cubicBezTo>
                  <a:cubicBezTo>
                    <a:pt x="310" y="526"/>
                    <a:pt x="303" y="521"/>
                    <a:pt x="305" y="517"/>
                  </a:cubicBezTo>
                  <a:cubicBezTo>
                    <a:pt x="290" y="492"/>
                    <a:pt x="293" y="489"/>
                    <a:pt x="289" y="484"/>
                  </a:cubicBezTo>
                  <a:cubicBezTo>
                    <a:pt x="272" y="442"/>
                    <a:pt x="272" y="433"/>
                    <a:pt x="267" y="424"/>
                  </a:cubicBezTo>
                  <a:cubicBezTo>
                    <a:pt x="263" y="382"/>
                    <a:pt x="261" y="377"/>
                    <a:pt x="262" y="373"/>
                  </a:cubicBezTo>
                  <a:cubicBezTo>
                    <a:pt x="263" y="332"/>
                    <a:pt x="259" y="327"/>
                    <a:pt x="260" y="323"/>
                  </a:cubicBezTo>
                  <a:cubicBezTo>
                    <a:pt x="255" y="324"/>
                    <a:pt x="255" y="328"/>
                    <a:pt x="258" y="332"/>
                  </a:cubicBezTo>
                  <a:cubicBezTo>
                    <a:pt x="253" y="357"/>
                    <a:pt x="255" y="358"/>
                    <a:pt x="255" y="359"/>
                  </a:cubicBezTo>
                  <a:cubicBezTo>
                    <a:pt x="256" y="372"/>
                    <a:pt x="254" y="373"/>
                    <a:pt x="255" y="376"/>
                  </a:cubicBezTo>
                  <a:cubicBezTo>
                    <a:pt x="262" y="413"/>
                    <a:pt x="257" y="421"/>
                    <a:pt x="262" y="430"/>
                  </a:cubicBezTo>
                  <a:cubicBezTo>
                    <a:pt x="271" y="463"/>
                    <a:pt x="270" y="468"/>
                    <a:pt x="276" y="474"/>
                  </a:cubicBezTo>
                  <a:cubicBezTo>
                    <a:pt x="293" y="525"/>
                    <a:pt x="305" y="537"/>
                    <a:pt x="308" y="549"/>
                  </a:cubicBezTo>
                  <a:cubicBezTo>
                    <a:pt x="326" y="593"/>
                    <a:pt x="338" y="598"/>
                    <a:pt x="333" y="600"/>
                  </a:cubicBezTo>
                  <a:cubicBezTo>
                    <a:pt x="344" y="639"/>
                    <a:pt x="350" y="643"/>
                    <a:pt x="348" y="645"/>
                  </a:cubicBezTo>
                  <a:cubicBezTo>
                    <a:pt x="360" y="675"/>
                    <a:pt x="349" y="681"/>
                    <a:pt x="356" y="679"/>
                  </a:cubicBezTo>
                  <a:cubicBezTo>
                    <a:pt x="356" y="718"/>
                    <a:pt x="357" y="722"/>
                    <a:pt x="358" y="727"/>
                  </a:cubicBezTo>
                  <a:cubicBezTo>
                    <a:pt x="355" y="728"/>
                    <a:pt x="353" y="720"/>
                    <a:pt x="355" y="712"/>
                  </a:cubicBezTo>
                  <a:cubicBezTo>
                    <a:pt x="344" y="656"/>
                    <a:pt x="337" y="650"/>
                    <a:pt x="339" y="647"/>
                  </a:cubicBezTo>
                  <a:cubicBezTo>
                    <a:pt x="327" y="614"/>
                    <a:pt x="329" y="612"/>
                    <a:pt x="327" y="609"/>
                  </a:cubicBezTo>
                  <a:cubicBezTo>
                    <a:pt x="296" y="547"/>
                    <a:pt x="292" y="535"/>
                    <a:pt x="286" y="521"/>
                  </a:cubicBezTo>
                  <a:cubicBezTo>
                    <a:pt x="264" y="475"/>
                    <a:pt x="265" y="471"/>
                    <a:pt x="260" y="465"/>
                  </a:cubicBezTo>
                  <a:cubicBezTo>
                    <a:pt x="247" y="411"/>
                    <a:pt x="246" y="405"/>
                    <a:pt x="244" y="399"/>
                  </a:cubicBezTo>
                  <a:cubicBezTo>
                    <a:pt x="237" y="392"/>
                    <a:pt x="243" y="396"/>
                    <a:pt x="240" y="399"/>
                  </a:cubicBezTo>
                  <a:cubicBezTo>
                    <a:pt x="245" y="450"/>
                    <a:pt x="252" y="456"/>
                    <a:pt x="251" y="460"/>
                  </a:cubicBezTo>
                  <a:cubicBezTo>
                    <a:pt x="278" y="524"/>
                    <a:pt x="284" y="536"/>
                    <a:pt x="288" y="548"/>
                  </a:cubicBezTo>
                  <a:cubicBezTo>
                    <a:pt x="302" y="574"/>
                    <a:pt x="305" y="577"/>
                    <a:pt x="303" y="579"/>
                  </a:cubicBezTo>
                  <a:cubicBezTo>
                    <a:pt x="316" y="612"/>
                    <a:pt x="323" y="618"/>
                    <a:pt x="323" y="624"/>
                  </a:cubicBezTo>
                  <a:cubicBezTo>
                    <a:pt x="325" y="635"/>
                    <a:pt x="328" y="634"/>
                    <a:pt x="329" y="635"/>
                  </a:cubicBezTo>
                  <a:cubicBezTo>
                    <a:pt x="329" y="647"/>
                    <a:pt x="332" y="649"/>
                    <a:pt x="330" y="651"/>
                  </a:cubicBezTo>
                  <a:cubicBezTo>
                    <a:pt x="342" y="695"/>
                    <a:pt x="341" y="702"/>
                    <a:pt x="346" y="710"/>
                  </a:cubicBezTo>
                  <a:cubicBezTo>
                    <a:pt x="344" y="729"/>
                    <a:pt x="346" y="732"/>
                    <a:pt x="343" y="730"/>
                  </a:cubicBezTo>
                  <a:cubicBezTo>
                    <a:pt x="342" y="696"/>
                    <a:pt x="336" y="691"/>
                    <a:pt x="340" y="688"/>
                  </a:cubicBezTo>
                  <a:cubicBezTo>
                    <a:pt x="322" y="644"/>
                    <a:pt x="323" y="635"/>
                    <a:pt x="319" y="625"/>
                  </a:cubicBezTo>
                  <a:cubicBezTo>
                    <a:pt x="304" y="603"/>
                    <a:pt x="309" y="596"/>
                    <a:pt x="304" y="598"/>
                  </a:cubicBezTo>
                  <a:cubicBezTo>
                    <a:pt x="283" y="562"/>
                    <a:pt x="281" y="562"/>
                    <a:pt x="280" y="557"/>
                  </a:cubicBezTo>
                  <a:cubicBezTo>
                    <a:pt x="239" y="483"/>
                    <a:pt x="234" y="468"/>
                    <a:pt x="227" y="453"/>
                  </a:cubicBezTo>
                  <a:cubicBezTo>
                    <a:pt x="222" y="406"/>
                    <a:pt x="214" y="401"/>
                    <a:pt x="217" y="399"/>
                  </a:cubicBezTo>
                  <a:cubicBezTo>
                    <a:pt x="210" y="368"/>
                    <a:pt x="206" y="371"/>
                    <a:pt x="209" y="374"/>
                  </a:cubicBezTo>
                  <a:cubicBezTo>
                    <a:pt x="211" y="412"/>
                    <a:pt x="214" y="416"/>
                    <a:pt x="212" y="419"/>
                  </a:cubicBezTo>
                  <a:cubicBezTo>
                    <a:pt x="217" y="447"/>
                    <a:pt x="220" y="451"/>
                    <a:pt x="218" y="454"/>
                  </a:cubicBezTo>
                  <a:cubicBezTo>
                    <a:pt x="237" y="486"/>
                    <a:pt x="228" y="488"/>
                    <a:pt x="233" y="492"/>
                  </a:cubicBezTo>
                  <a:cubicBezTo>
                    <a:pt x="243" y="506"/>
                    <a:pt x="241" y="507"/>
                    <a:pt x="243" y="510"/>
                  </a:cubicBezTo>
                  <a:cubicBezTo>
                    <a:pt x="273" y="563"/>
                    <a:pt x="281" y="573"/>
                    <a:pt x="290" y="592"/>
                  </a:cubicBezTo>
                  <a:cubicBezTo>
                    <a:pt x="313" y="641"/>
                    <a:pt x="320" y="646"/>
                    <a:pt x="317" y="650"/>
                  </a:cubicBezTo>
                  <a:cubicBezTo>
                    <a:pt x="324" y="674"/>
                    <a:pt x="328" y="677"/>
                    <a:pt x="326" y="679"/>
                  </a:cubicBezTo>
                  <a:cubicBezTo>
                    <a:pt x="331" y="728"/>
                    <a:pt x="335" y="734"/>
                    <a:pt x="335" y="739"/>
                  </a:cubicBezTo>
                  <a:cubicBezTo>
                    <a:pt x="329" y="772"/>
                    <a:pt x="335" y="778"/>
                    <a:pt x="329" y="782"/>
                  </a:cubicBezTo>
                  <a:cubicBezTo>
                    <a:pt x="329" y="760"/>
                    <a:pt x="324" y="756"/>
                    <a:pt x="326" y="754"/>
                  </a:cubicBezTo>
                  <a:cubicBezTo>
                    <a:pt x="316" y="694"/>
                    <a:pt x="311" y="688"/>
                    <a:pt x="312" y="684"/>
                  </a:cubicBezTo>
                  <a:cubicBezTo>
                    <a:pt x="303" y="664"/>
                    <a:pt x="300" y="660"/>
                    <a:pt x="297" y="655"/>
                  </a:cubicBezTo>
                  <a:cubicBezTo>
                    <a:pt x="277" y="614"/>
                    <a:pt x="276" y="603"/>
                    <a:pt x="266" y="592"/>
                  </a:cubicBezTo>
                  <a:cubicBezTo>
                    <a:pt x="229" y="512"/>
                    <a:pt x="224" y="509"/>
                    <a:pt x="226" y="507"/>
                  </a:cubicBezTo>
                  <a:cubicBezTo>
                    <a:pt x="219" y="487"/>
                    <a:pt x="218" y="484"/>
                    <a:pt x="215" y="481"/>
                  </a:cubicBezTo>
                  <a:cubicBezTo>
                    <a:pt x="207" y="434"/>
                    <a:pt x="204" y="427"/>
                    <a:pt x="203" y="421"/>
                  </a:cubicBezTo>
                  <a:cubicBezTo>
                    <a:pt x="200" y="407"/>
                    <a:pt x="202" y="403"/>
                    <a:pt x="198" y="400"/>
                  </a:cubicBezTo>
                  <a:cubicBezTo>
                    <a:pt x="196" y="424"/>
                    <a:pt x="202" y="423"/>
                    <a:pt x="200" y="426"/>
                  </a:cubicBezTo>
                  <a:cubicBezTo>
                    <a:pt x="204" y="466"/>
                    <a:pt x="207" y="469"/>
                    <a:pt x="205" y="471"/>
                  </a:cubicBezTo>
                  <a:cubicBezTo>
                    <a:pt x="232" y="535"/>
                    <a:pt x="234" y="550"/>
                    <a:pt x="247" y="566"/>
                  </a:cubicBezTo>
                  <a:cubicBezTo>
                    <a:pt x="301" y="688"/>
                    <a:pt x="306" y="693"/>
                    <a:pt x="305" y="698"/>
                  </a:cubicBezTo>
                  <a:cubicBezTo>
                    <a:pt x="318" y="764"/>
                    <a:pt x="321" y="768"/>
                    <a:pt x="316" y="771"/>
                  </a:cubicBezTo>
                  <a:cubicBezTo>
                    <a:pt x="320" y="797"/>
                    <a:pt x="318" y="798"/>
                    <a:pt x="320" y="800"/>
                  </a:cubicBezTo>
                  <a:cubicBezTo>
                    <a:pt x="311" y="765"/>
                    <a:pt x="308" y="755"/>
                    <a:pt x="311" y="746"/>
                  </a:cubicBezTo>
                  <a:cubicBezTo>
                    <a:pt x="292" y="699"/>
                    <a:pt x="295" y="695"/>
                    <a:pt x="291" y="689"/>
                  </a:cubicBezTo>
                  <a:cubicBezTo>
                    <a:pt x="279" y="664"/>
                    <a:pt x="281" y="659"/>
                    <a:pt x="274" y="652"/>
                  </a:cubicBezTo>
                  <a:cubicBezTo>
                    <a:pt x="272" y="634"/>
                    <a:pt x="265" y="630"/>
                    <a:pt x="264" y="627"/>
                  </a:cubicBezTo>
                  <a:cubicBezTo>
                    <a:pt x="258" y="606"/>
                    <a:pt x="250" y="601"/>
                    <a:pt x="253" y="598"/>
                  </a:cubicBezTo>
                  <a:cubicBezTo>
                    <a:pt x="219" y="535"/>
                    <a:pt x="210" y="531"/>
                    <a:pt x="213" y="526"/>
                  </a:cubicBezTo>
                  <a:cubicBezTo>
                    <a:pt x="196" y="496"/>
                    <a:pt x="200" y="495"/>
                    <a:pt x="199" y="493"/>
                  </a:cubicBezTo>
                  <a:cubicBezTo>
                    <a:pt x="188" y="444"/>
                    <a:pt x="183" y="435"/>
                    <a:pt x="184" y="427"/>
                  </a:cubicBezTo>
                  <a:cubicBezTo>
                    <a:pt x="176" y="409"/>
                    <a:pt x="175" y="415"/>
                    <a:pt x="176" y="421"/>
                  </a:cubicBezTo>
                  <a:cubicBezTo>
                    <a:pt x="180" y="443"/>
                    <a:pt x="180" y="448"/>
                    <a:pt x="180" y="452"/>
                  </a:cubicBezTo>
                  <a:cubicBezTo>
                    <a:pt x="181" y="498"/>
                    <a:pt x="184" y="526"/>
                    <a:pt x="195" y="545"/>
                  </a:cubicBezTo>
                  <a:cubicBezTo>
                    <a:pt x="206" y="572"/>
                    <a:pt x="208" y="569"/>
                    <a:pt x="211" y="577"/>
                  </a:cubicBezTo>
                  <a:cubicBezTo>
                    <a:pt x="236" y="627"/>
                    <a:pt x="240" y="630"/>
                    <a:pt x="238" y="632"/>
                  </a:cubicBezTo>
                  <a:cubicBezTo>
                    <a:pt x="260" y="671"/>
                    <a:pt x="263" y="679"/>
                    <a:pt x="270" y="687"/>
                  </a:cubicBezTo>
                  <a:cubicBezTo>
                    <a:pt x="277" y="703"/>
                    <a:pt x="278" y="705"/>
                    <a:pt x="280" y="707"/>
                  </a:cubicBezTo>
                  <a:cubicBezTo>
                    <a:pt x="284" y="736"/>
                    <a:pt x="293" y="745"/>
                    <a:pt x="290" y="751"/>
                  </a:cubicBezTo>
                  <a:cubicBezTo>
                    <a:pt x="300" y="786"/>
                    <a:pt x="298" y="788"/>
                    <a:pt x="301" y="790"/>
                  </a:cubicBezTo>
                  <a:cubicBezTo>
                    <a:pt x="285" y="760"/>
                    <a:pt x="280" y="751"/>
                    <a:pt x="281" y="743"/>
                  </a:cubicBezTo>
                  <a:cubicBezTo>
                    <a:pt x="267" y="717"/>
                    <a:pt x="263" y="712"/>
                    <a:pt x="264" y="709"/>
                  </a:cubicBezTo>
                  <a:cubicBezTo>
                    <a:pt x="248" y="682"/>
                    <a:pt x="246" y="670"/>
                    <a:pt x="242" y="658"/>
                  </a:cubicBezTo>
                  <a:cubicBezTo>
                    <a:pt x="179" y="534"/>
                    <a:pt x="172" y="518"/>
                    <a:pt x="162" y="502"/>
                  </a:cubicBezTo>
                  <a:cubicBezTo>
                    <a:pt x="145" y="444"/>
                    <a:pt x="148" y="430"/>
                    <a:pt x="143" y="415"/>
                  </a:cubicBezTo>
                  <a:cubicBezTo>
                    <a:pt x="140" y="444"/>
                    <a:pt x="143" y="452"/>
                    <a:pt x="143" y="459"/>
                  </a:cubicBezTo>
                  <a:cubicBezTo>
                    <a:pt x="153" y="499"/>
                    <a:pt x="156" y="503"/>
                    <a:pt x="155" y="507"/>
                  </a:cubicBezTo>
                  <a:cubicBezTo>
                    <a:pt x="184" y="563"/>
                    <a:pt x="185" y="565"/>
                    <a:pt x="185" y="569"/>
                  </a:cubicBezTo>
                  <a:cubicBezTo>
                    <a:pt x="202" y="603"/>
                    <a:pt x="208" y="605"/>
                    <a:pt x="207" y="612"/>
                  </a:cubicBezTo>
                  <a:cubicBezTo>
                    <a:pt x="217" y="641"/>
                    <a:pt x="230" y="639"/>
                    <a:pt x="224" y="644"/>
                  </a:cubicBezTo>
                  <a:cubicBezTo>
                    <a:pt x="287" y="796"/>
                    <a:pt x="292" y="802"/>
                    <a:pt x="291" y="807"/>
                  </a:cubicBezTo>
                  <a:cubicBezTo>
                    <a:pt x="298" y="844"/>
                    <a:pt x="299" y="847"/>
                    <a:pt x="297" y="849"/>
                  </a:cubicBezTo>
                  <a:cubicBezTo>
                    <a:pt x="295" y="844"/>
                    <a:pt x="294" y="840"/>
                    <a:pt x="292" y="836"/>
                  </a:cubicBezTo>
                  <a:cubicBezTo>
                    <a:pt x="285" y="809"/>
                    <a:pt x="281" y="804"/>
                    <a:pt x="278" y="799"/>
                  </a:cubicBezTo>
                  <a:cubicBezTo>
                    <a:pt x="255" y="746"/>
                    <a:pt x="249" y="747"/>
                    <a:pt x="250" y="741"/>
                  </a:cubicBezTo>
                  <a:cubicBezTo>
                    <a:pt x="223" y="694"/>
                    <a:pt x="225" y="692"/>
                    <a:pt x="223" y="689"/>
                  </a:cubicBezTo>
                  <a:cubicBezTo>
                    <a:pt x="216" y="674"/>
                    <a:pt x="215" y="671"/>
                    <a:pt x="212" y="667"/>
                  </a:cubicBezTo>
                  <a:cubicBezTo>
                    <a:pt x="201" y="644"/>
                    <a:pt x="195" y="640"/>
                    <a:pt x="198" y="638"/>
                  </a:cubicBezTo>
                  <a:cubicBezTo>
                    <a:pt x="149" y="549"/>
                    <a:pt x="156" y="559"/>
                    <a:pt x="157" y="567"/>
                  </a:cubicBezTo>
                  <a:cubicBezTo>
                    <a:pt x="160" y="580"/>
                    <a:pt x="164" y="583"/>
                    <a:pt x="165" y="586"/>
                  </a:cubicBezTo>
                  <a:cubicBezTo>
                    <a:pt x="177" y="613"/>
                    <a:pt x="172" y="614"/>
                    <a:pt x="179" y="618"/>
                  </a:cubicBezTo>
                  <a:cubicBezTo>
                    <a:pt x="187" y="642"/>
                    <a:pt x="191" y="644"/>
                    <a:pt x="192" y="647"/>
                  </a:cubicBezTo>
                  <a:cubicBezTo>
                    <a:pt x="208" y="677"/>
                    <a:pt x="206" y="681"/>
                    <a:pt x="209" y="680"/>
                  </a:cubicBezTo>
                  <a:cubicBezTo>
                    <a:pt x="229" y="715"/>
                    <a:pt x="236" y="735"/>
                    <a:pt x="245" y="754"/>
                  </a:cubicBezTo>
                  <a:cubicBezTo>
                    <a:pt x="265" y="789"/>
                    <a:pt x="268" y="793"/>
                    <a:pt x="268" y="796"/>
                  </a:cubicBezTo>
                  <a:cubicBezTo>
                    <a:pt x="284" y="831"/>
                    <a:pt x="281" y="834"/>
                    <a:pt x="283" y="837"/>
                  </a:cubicBezTo>
                  <a:cubicBezTo>
                    <a:pt x="287" y="855"/>
                    <a:pt x="283" y="857"/>
                    <a:pt x="287" y="859"/>
                  </a:cubicBezTo>
                  <a:cubicBezTo>
                    <a:pt x="285" y="886"/>
                    <a:pt x="282" y="878"/>
                    <a:pt x="285" y="870"/>
                  </a:cubicBezTo>
                  <a:cubicBezTo>
                    <a:pt x="268" y="821"/>
                    <a:pt x="270" y="819"/>
                    <a:pt x="268" y="816"/>
                  </a:cubicBezTo>
                  <a:cubicBezTo>
                    <a:pt x="259" y="786"/>
                    <a:pt x="252" y="782"/>
                    <a:pt x="251" y="779"/>
                  </a:cubicBezTo>
                  <a:cubicBezTo>
                    <a:pt x="234" y="751"/>
                    <a:pt x="238" y="749"/>
                    <a:pt x="234" y="745"/>
                  </a:cubicBezTo>
                  <a:cubicBezTo>
                    <a:pt x="205" y="692"/>
                    <a:pt x="202" y="688"/>
                    <a:pt x="199" y="684"/>
                  </a:cubicBezTo>
                  <a:cubicBezTo>
                    <a:pt x="177" y="630"/>
                    <a:pt x="166" y="611"/>
                    <a:pt x="158" y="593"/>
                  </a:cubicBezTo>
                  <a:cubicBezTo>
                    <a:pt x="147" y="546"/>
                    <a:pt x="142" y="548"/>
                    <a:pt x="140" y="540"/>
                  </a:cubicBezTo>
                  <a:cubicBezTo>
                    <a:pt x="140" y="522"/>
                    <a:pt x="138" y="522"/>
                    <a:pt x="136" y="521"/>
                  </a:cubicBezTo>
                  <a:cubicBezTo>
                    <a:pt x="130" y="496"/>
                    <a:pt x="129" y="493"/>
                    <a:pt x="131" y="490"/>
                  </a:cubicBezTo>
                  <a:cubicBezTo>
                    <a:pt x="122" y="493"/>
                    <a:pt x="128" y="497"/>
                    <a:pt x="125" y="499"/>
                  </a:cubicBezTo>
                  <a:cubicBezTo>
                    <a:pt x="131" y="527"/>
                    <a:pt x="132" y="536"/>
                    <a:pt x="136" y="545"/>
                  </a:cubicBezTo>
                  <a:cubicBezTo>
                    <a:pt x="139" y="569"/>
                    <a:pt x="140" y="574"/>
                    <a:pt x="139" y="580"/>
                  </a:cubicBezTo>
                  <a:cubicBezTo>
                    <a:pt x="160" y="639"/>
                    <a:pt x="161" y="642"/>
                    <a:pt x="159" y="645"/>
                  </a:cubicBezTo>
                  <a:cubicBezTo>
                    <a:pt x="169" y="668"/>
                    <a:pt x="176" y="672"/>
                    <a:pt x="172" y="674"/>
                  </a:cubicBezTo>
                  <a:cubicBezTo>
                    <a:pt x="200" y="724"/>
                    <a:pt x="201" y="738"/>
                    <a:pt x="214" y="755"/>
                  </a:cubicBezTo>
                  <a:cubicBezTo>
                    <a:pt x="236" y="805"/>
                    <a:pt x="246" y="814"/>
                    <a:pt x="247" y="821"/>
                  </a:cubicBezTo>
                  <a:cubicBezTo>
                    <a:pt x="268" y="868"/>
                    <a:pt x="261" y="870"/>
                    <a:pt x="266" y="874"/>
                  </a:cubicBezTo>
                  <a:cubicBezTo>
                    <a:pt x="224" y="800"/>
                    <a:pt x="220" y="795"/>
                    <a:pt x="217" y="789"/>
                  </a:cubicBezTo>
                  <a:cubicBezTo>
                    <a:pt x="185" y="740"/>
                    <a:pt x="190" y="733"/>
                    <a:pt x="185" y="736"/>
                  </a:cubicBezTo>
                  <a:cubicBezTo>
                    <a:pt x="171" y="702"/>
                    <a:pt x="168" y="697"/>
                    <a:pt x="166" y="693"/>
                  </a:cubicBezTo>
                  <a:cubicBezTo>
                    <a:pt x="134" y="606"/>
                    <a:pt x="125" y="601"/>
                    <a:pt x="129" y="597"/>
                  </a:cubicBezTo>
                  <a:cubicBezTo>
                    <a:pt x="119" y="542"/>
                    <a:pt x="118" y="540"/>
                    <a:pt x="116" y="538"/>
                  </a:cubicBezTo>
                  <a:cubicBezTo>
                    <a:pt x="111" y="539"/>
                    <a:pt x="113" y="558"/>
                    <a:pt x="117" y="576"/>
                  </a:cubicBezTo>
                  <a:cubicBezTo>
                    <a:pt x="141" y="650"/>
                    <a:pt x="140" y="667"/>
                    <a:pt x="151" y="685"/>
                  </a:cubicBezTo>
                  <a:cubicBezTo>
                    <a:pt x="194" y="767"/>
                    <a:pt x="201" y="774"/>
                    <a:pt x="207" y="789"/>
                  </a:cubicBezTo>
                  <a:cubicBezTo>
                    <a:pt x="228" y="836"/>
                    <a:pt x="240" y="840"/>
                    <a:pt x="235" y="842"/>
                  </a:cubicBezTo>
                  <a:cubicBezTo>
                    <a:pt x="251" y="882"/>
                    <a:pt x="258" y="889"/>
                    <a:pt x="255" y="894"/>
                  </a:cubicBezTo>
                  <a:cubicBezTo>
                    <a:pt x="228" y="846"/>
                    <a:pt x="227" y="844"/>
                    <a:pt x="225" y="842"/>
                  </a:cubicBezTo>
                  <a:cubicBezTo>
                    <a:pt x="212" y="821"/>
                    <a:pt x="210" y="822"/>
                    <a:pt x="209" y="820"/>
                  </a:cubicBezTo>
                  <a:cubicBezTo>
                    <a:pt x="166" y="769"/>
                    <a:pt x="157" y="757"/>
                    <a:pt x="144" y="743"/>
                  </a:cubicBezTo>
                  <a:cubicBezTo>
                    <a:pt x="123" y="700"/>
                    <a:pt x="116" y="696"/>
                    <a:pt x="115" y="693"/>
                  </a:cubicBezTo>
                  <a:cubicBezTo>
                    <a:pt x="107" y="669"/>
                    <a:pt x="105" y="663"/>
                    <a:pt x="101" y="657"/>
                  </a:cubicBezTo>
                  <a:cubicBezTo>
                    <a:pt x="96" y="630"/>
                    <a:pt x="93" y="623"/>
                    <a:pt x="91" y="615"/>
                  </a:cubicBezTo>
                  <a:cubicBezTo>
                    <a:pt x="87" y="604"/>
                    <a:pt x="82" y="608"/>
                    <a:pt x="85" y="614"/>
                  </a:cubicBezTo>
                  <a:cubicBezTo>
                    <a:pt x="95" y="654"/>
                    <a:pt x="92" y="660"/>
                    <a:pt x="95" y="666"/>
                  </a:cubicBezTo>
                  <a:cubicBezTo>
                    <a:pt x="154" y="770"/>
                    <a:pt x="155" y="771"/>
                    <a:pt x="161" y="778"/>
                  </a:cubicBezTo>
                  <a:cubicBezTo>
                    <a:pt x="204" y="829"/>
                    <a:pt x="208" y="830"/>
                    <a:pt x="211" y="836"/>
                  </a:cubicBezTo>
                  <a:cubicBezTo>
                    <a:pt x="249" y="919"/>
                    <a:pt x="255" y="928"/>
                    <a:pt x="253" y="935"/>
                  </a:cubicBezTo>
                  <a:cubicBezTo>
                    <a:pt x="253" y="956"/>
                    <a:pt x="256" y="954"/>
                    <a:pt x="252" y="951"/>
                  </a:cubicBezTo>
                  <a:cubicBezTo>
                    <a:pt x="255" y="941"/>
                    <a:pt x="249" y="937"/>
                    <a:pt x="247" y="934"/>
                  </a:cubicBezTo>
                  <a:cubicBezTo>
                    <a:pt x="223" y="877"/>
                    <a:pt x="219" y="872"/>
                    <a:pt x="216" y="866"/>
                  </a:cubicBezTo>
                  <a:cubicBezTo>
                    <a:pt x="166" y="796"/>
                    <a:pt x="160" y="792"/>
                    <a:pt x="155" y="782"/>
                  </a:cubicBezTo>
                  <a:cubicBezTo>
                    <a:pt x="107" y="716"/>
                    <a:pt x="103" y="719"/>
                    <a:pt x="103" y="714"/>
                  </a:cubicBezTo>
                  <a:cubicBezTo>
                    <a:pt x="85" y="675"/>
                    <a:pt x="83" y="673"/>
                    <a:pt x="82" y="671"/>
                  </a:cubicBezTo>
                  <a:cubicBezTo>
                    <a:pt x="79" y="658"/>
                    <a:pt x="74" y="655"/>
                    <a:pt x="76" y="653"/>
                  </a:cubicBezTo>
                  <a:cubicBezTo>
                    <a:pt x="72" y="651"/>
                    <a:pt x="73" y="653"/>
                    <a:pt x="70" y="654"/>
                  </a:cubicBezTo>
                  <a:cubicBezTo>
                    <a:pt x="78" y="674"/>
                    <a:pt x="75" y="677"/>
                    <a:pt x="80" y="682"/>
                  </a:cubicBezTo>
                  <a:cubicBezTo>
                    <a:pt x="93" y="713"/>
                    <a:pt x="99" y="721"/>
                    <a:pt x="102" y="730"/>
                  </a:cubicBezTo>
                  <a:cubicBezTo>
                    <a:pt x="168" y="818"/>
                    <a:pt x="173" y="816"/>
                    <a:pt x="176" y="821"/>
                  </a:cubicBezTo>
                  <a:cubicBezTo>
                    <a:pt x="206" y="868"/>
                    <a:pt x="208" y="871"/>
                    <a:pt x="210" y="875"/>
                  </a:cubicBezTo>
                  <a:cubicBezTo>
                    <a:pt x="237" y="926"/>
                    <a:pt x="238" y="934"/>
                    <a:pt x="240" y="942"/>
                  </a:cubicBezTo>
                  <a:cubicBezTo>
                    <a:pt x="254" y="974"/>
                    <a:pt x="251" y="976"/>
                    <a:pt x="252" y="978"/>
                  </a:cubicBezTo>
                  <a:cubicBezTo>
                    <a:pt x="244" y="978"/>
                    <a:pt x="245" y="972"/>
                    <a:pt x="245" y="965"/>
                  </a:cubicBezTo>
                  <a:cubicBezTo>
                    <a:pt x="220" y="909"/>
                    <a:pt x="215" y="897"/>
                    <a:pt x="207" y="885"/>
                  </a:cubicBezTo>
                  <a:cubicBezTo>
                    <a:pt x="195" y="866"/>
                    <a:pt x="195" y="864"/>
                    <a:pt x="193" y="865"/>
                  </a:cubicBezTo>
                  <a:cubicBezTo>
                    <a:pt x="179" y="855"/>
                    <a:pt x="185" y="844"/>
                    <a:pt x="180" y="848"/>
                  </a:cubicBezTo>
                  <a:cubicBezTo>
                    <a:pt x="148" y="807"/>
                    <a:pt x="140" y="795"/>
                    <a:pt x="131" y="783"/>
                  </a:cubicBezTo>
                  <a:cubicBezTo>
                    <a:pt x="118" y="762"/>
                    <a:pt x="110" y="755"/>
                    <a:pt x="106" y="749"/>
                  </a:cubicBezTo>
                  <a:cubicBezTo>
                    <a:pt x="80" y="696"/>
                    <a:pt x="80" y="694"/>
                    <a:pt x="80" y="692"/>
                  </a:cubicBezTo>
                  <a:cubicBezTo>
                    <a:pt x="71" y="664"/>
                    <a:pt x="69" y="658"/>
                    <a:pt x="65" y="661"/>
                  </a:cubicBezTo>
                  <a:cubicBezTo>
                    <a:pt x="71" y="688"/>
                    <a:pt x="73" y="693"/>
                    <a:pt x="76" y="697"/>
                  </a:cubicBezTo>
                  <a:cubicBezTo>
                    <a:pt x="113" y="772"/>
                    <a:pt x="120" y="781"/>
                    <a:pt x="125" y="789"/>
                  </a:cubicBezTo>
                  <a:cubicBezTo>
                    <a:pt x="135" y="803"/>
                    <a:pt x="136" y="809"/>
                    <a:pt x="140" y="813"/>
                  </a:cubicBezTo>
                  <a:cubicBezTo>
                    <a:pt x="178" y="859"/>
                    <a:pt x="181" y="858"/>
                    <a:pt x="179" y="860"/>
                  </a:cubicBezTo>
                  <a:cubicBezTo>
                    <a:pt x="193" y="881"/>
                    <a:pt x="195" y="882"/>
                    <a:pt x="198" y="889"/>
                  </a:cubicBezTo>
                  <a:cubicBezTo>
                    <a:pt x="227" y="944"/>
                    <a:pt x="231" y="952"/>
                    <a:pt x="235" y="961"/>
                  </a:cubicBezTo>
                  <a:cubicBezTo>
                    <a:pt x="244" y="999"/>
                    <a:pt x="243" y="1002"/>
                    <a:pt x="242" y="1005"/>
                  </a:cubicBezTo>
                  <a:cubicBezTo>
                    <a:pt x="238" y="996"/>
                    <a:pt x="233" y="991"/>
                    <a:pt x="234" y="988"/>
                  </a:cubicBezTo>
                  <a:cubicBezTo>
                    <a:pt x="225" y="962"/>
                    <a:pt x="224" y="959"/>
                    <a:pt x="222" y="957"/>
                  </a:cubicBezTo>
                  <a:cubicBezTo>
                    <a:pt x="210" y="930"/>
                    <a:pt x="207" y="921"/>
                    <a:pt x="204" y="912"/>
                  </a:cubicBezTo>
                  <a:cubicBezTo>
                    <a:pt x="190" y="898"/>
                    <a:pt x="190" y="892"/>
                    <a:pt x="189" y="891"/>
                  </a:cubicBezTo>
                  <a:cubicBezTo>
                    <a:pt x="171" y="869"/>
                    <a:pt x="172" y="868"/>
                    <a:pt x="171" y="866"/>
                  </a:cubicBezTo>
                  <a:cubicBezTo>
                    <a:pt x="166" y="860"/>
                    <a:pt x="165" y="861"/>
                    <a:pt x="164" y="859"/>
                  </a:cubicBezTo>
                  <a:cubicBezTo>
                    <a:pt x="156" y="850"/>
                    <a:pt x="152" y="845"/>
                    <a:pt x="148" y="841"/>
                  </a:cubicBezTo>
                  <a:cubicBezTo>
                    <a:pt x="65" y="711"/>
                    <a:pt x="53" y="694"/>
                    <a:pt x="50" y="678"/>
                  </a:cubicBezTo>
                  <a:cubicBezTo>
                    <a:pt x="50" y="701"/>
                    <a:pt x="55" y="704"/>
                    <a:pt x="53" y="706"/>
                  </a:cubicBezTo>
                  <a:cubicBezTo>
                    <a:pt x="169" y="875"/>
                    <a:pt x="172" y="884"/>
                    <a:pt x="197" y="919"/>
                  </a:cubicBezTo>
                  <a:cubicBezTo>
                    <a:pt x="218" y="976"/>
                    <a:pt x="221" y="979"/>
                    <a:pt x="224" y="983"/>
                  </a:cubicBezTo>
                  <a:cubicBezTo>
                    <a:pt x="228" y="1009"/>
                    <a:pt x="232" y="1014"/>
                    <a:pt x="228" y="1017"/>
                  </a:cubicBezTo>
                  <a:cubicBezTo>
                    <a:pt x="224" y="1004"/>
                    <a:pt x="219" y="996"/>
                    <a:pt x="221" y="990"/>
                  </a:cubicBezTo>
                  <a:cubicBezTo>
                    <a:pt x="201" y="949"/>
                    <a:pt x="198" y="938"/>
                    <a:pt x="196" y="934"/>
                  </a:cubicBezTo>
                  <a:cubicBezTo>
                    <a:pt x="166" y="892"/>
                    <a:pt x="165" y="887"/>
                    <a:pt x="163" y="885"/>
                  </a:cubicBezTo>
                  <a:cubicBezTo>
                    <a:pt x="129" y="843"/>
                    <a:pt x="120" y="840"/>
                    <a:pt x="115" y="826"/>
                  </a:cubicBezTo>
                  <a:cubicBezTo>
                    <a:pt x="95" y="810"/>
                    <a:pt x="100" y="803"/>
                    <a:pt x="95" y="801"/>
                  </a:cubicBezTo>
                  <a:cubicBezTo>
                    <a:pt x="58" y="746"/>
                    <a:pt x="61" y="750"/>
                    <a:pt x="63" y="753"/>
                  </a:cubicBezTo>
                  <a:cubicBezTo>
                    <a:pt x="73" y="778"/>
                    <a:pt x="76" y="782"/>
                    <a:pt x="79" y="786"/>
                  </a:cubicBezTo>
                  <a:cubicBezTo>
                    <a:pt x="96" y="817"/>
                    <a:pt x="95" y="817"/>
                    <a:pt x="101" y="826"/>
                  </a:cubicBezTo>
                  <a:cubicBezTo>
                    <a:pt x="112" y="844"/>
                    <a:pt x="119" y="843"/>
                    <a:pt x="118" y="851"/>
                  </a:cubicBezTo>
                  <a:cubicBezTo>
                    <a:pt x="187" y="941"/>
                    <a:pt x="193" y="948"/>
                    <a:pt x="198" y="955"/>
                  </a:cubicBezTo>
                  <a:cubicBezTo>
                    <a:pt x="206" y="972"/>
                    <a:pt x="204" y="974"/>
                    <a:pt x="206" y="976"/>
                  </a:cubicBezTo>
                  <a:cubicBezTo>
                    <a:pt x="210" y="996"/>
                    <a:pt x="210" y="999"/>
                    <a:pt x="212" y="1001"/>
                  </a:cubicBezTo>
                  <a:cubicBezTo>
                    <a:pt x="219" y="1030"/>
                    <a:pt x="221" y="1035"/>
                    <a:pt x="219" y="1038"/>
                  </a:cubicBezTo>
                  <a:cubicBezTo>
                    <a:pt x="213" y="1023"/>
                    <a:pt x="208" y="1019"/>
                    <a:pt x="207" y="1015"/>
                  </a:cubicBezTo>
                  <a:cubicBezTo>
                    <a:pt x="176" y="958"/>
                    <a:pt x="173" y="948"/>
                    <a:pt x="164" y="941"/>
                  </a:cubicBezTo>
                  <a:cubicBezTo>
                    <a:pt x="138" y="898"/>
                    <a:pt x="141" y="893"/>
                    <a:pt x="136" y="892"/>
                  </a:cubicBezTo>
                  <a:cubicBezTo>
                    <a:pt x="80" y="806"/>
                    <a:pt x="75" y="794"/>
                    <a:pt x="68" y="781"/>
                  </a:cubicBezTo>
                  <a:cubicBezTo>
                    <a:pt x="55" y="735"/>
                    <a:pt x="49" y="731"/>
                    <a:pt x="52" y="729"/>
                  </a:cubicBezTo>
                  <a:cubicBezTo>
                    <a:pt x="46" y="719"/>
                    <a:pt x="43" y="724"/>
                    <a:pt x="46" y="731"/>
                  </a:cubicBezTo>
                  <a:cubicBezTo>
                    <a:pt x="61" y="773"/>
                    <a:pt x="58" y="778"/>
                    <a:pt x="63" y="785"/>
                  </a:cubicBezTo>
                  <a:cubicBezTo>
                    <a:pt x="108" y="861"/>
                    <a:pt x="106" y="867"/>
                    <a:pt x="113" y="874"/>
                  </a:cubicBezTo>
                  <a:cubicBezTo>
                    <a:pt x="153" y="937"/>
                    <a:pt x="160" y="950"/>
                    <a:pt x="170" y="963"/>
                  </a:cubicBezTo>
                  <a:cubicBezTo>
                    <a:pt x="201" y="1018"/>
                    <a:pt x="197" y="1023"/>
                    <a:pt x="203" y="1030"/>
                  </a:cubicBezTo>
                  <a:cubicBezTo>
                    <a:pt x="212" y="1054"/>
                    <a:pt x="211" y="1060"/>
                    <a:pt x="215" y="1066"/>
                  </a:cubicBezTo>
                  <a:cubicBezTo>
                    <a:pt x="213" y="1076"/>
                    <a:pt x="211" y="1072"/>
                    <a:pt x="209" y="1068"/>
                  </a:cubicBezTo>
                  <a:cubicBezTo>
                    <a:pt x="192" y="1018"/>
                    <a:pt x="185" y="1004"/>
                    <a:pt x="179" y="986"/>
                  </a:cubicBezTo>
                  <a:cubicBezTo>
                    <a:pt x="167" y="965"/>
                    <a:pt x="163" y="959"/>
                    <a:pt x="162" y="959"/>
                  </a:cubicBezTo>
                  <a:cubicBezTo>
                    <a:pt x="150" y="943"/>
                    <a:pt x="146" y="939"/>
                    <a:pt x="143" y="936"/>
                  </a:cubicBezTo>
                  <a:cubicBezTo>
                    <a:pt x="94" y="874"/>
                    <a:pt x="79" y="852"/>
                    <a:pt x="64" y="833"/>
                  </a:cubicBezTo>
                  <a:cubicBezTo>
                    <a:pt x="39" y="757"/>
                    <a:pt x="29" y="752"/>
                    <a:pt x="35" y="749"/>
                  </a:cubicBezTo>
                  <a:cubicBezTo>
                    <a:pt x="29" y="755"/>
                    <a:pt x="31" y="759"/>
                    <a:pt x="33" y="763"/>
                  </a:cubicBezTo>
                  <a:cubicBezTo>
                    <a:pt x="44" y="793"/>
                    <a:pt x="39" y="799"/>
                    <a:pt x="45" y="807"/>
                  </a:cubicBezTo>
                  <a:cubicBezTo>
                    <a:pt x="89" y="874"/>
                    <a:pt x="113" y="915"/>
                    <a:pt x="129" y="931"/>
                  </a:cubicBezTo>
                  <a:cubicBezTo>
                    <a:pt x="153" y="967"/>
                    <a:pt x="164" y="977"/>
                    <a:pt x="170" y="987"/>
                  </a:cubicBezTo>
                  <a:cubicBezTo>
                    <a:pt x="186" y="1036"/>
                    <a:pt x="176" y="1025"/>
                    <a:pt x="171" y="1012"/>
                  </a:cubicBezTo>
                  <a:cubicBezTo>
                    <a:pt x="150" y="985"/>
                    <a:pt x="142" y="980"/>
                    <a:pt x="145" y="976"/>
                  </a:cubicBezTo>
                  <a:cubicBezTo>
                    <a:pt x="89" y="910"/>
                    <a:pt x="75" y="887"/>
                    <a:pt x="51" y="850"/>
                  </a:cubicBezTo>
                  <a:cubicBezTo>
                    <a:pt x="32" y="802"/>
                    <a:pt x="32" y="799"/>
                    <a:pt x="33" y="797"/>
                  </a:cubicBezTo>
                  <a:cubicBezTo>
                    <a:pt x="29" y="798"/>
                    <a:pt x="29" y="800"/>
                    <a:pt x="29" y="802"/>
                  </a:cubicBezTo>
                  <a:cubicBezTo>
                    <a:pt x="34" y="829"/>
                    <a:pt x="41" y="834"/>
                    <a:pt x="38" y="838"/>
                  </a:cubicBezTo>
                  <a:cubicBezTo>
                    <a:pt x="56" y="874"/>
                    <a:pt x="56" y="876"/>
                    <a:pt x="56" y="876"/>
                  </a:cubicBezTo>
                  <a:cubicBezTo>
                    <a:pt x="77" y="905"/>
                    <a:pt x="93" y="930"/>
                    <a:pt x="103" y="938"/>
                  </a:cubicBezTo>
                  <a:cubicBezTo>
                    <a:pt x="143" y="990"/>
                    <a:pt x="145" y="993"/>
                    <a:pt x="147" y="997"/>
                  </a:cubicBezTo>
                  <a:cubicBezTo>
                    <a:pt x="170" y="1023"/>
                    <a:pt x="170" y="1030"/>
                    <a:pt x="170" y="1032"/>
                  </a:cubicBezTo>
                  <a:cubicBezTo>
                    <a:pt x="192" y="1072"/>
                    <a:pt x="200" y="1081"/>
                    <a:pt x="202" y="1090"/>
                  </a:cubicBezTo>
                  <a:cubicBezTo>
                    <a:pt x="202" y="1098"/>
                    <a:pt x="196" y="1094"/>
                    <a:pt x="199" y="1092"/>
                  </a:cubicBezTo>
                  <a:cubicBezTo>
                    <a:pt x="171" y="1039"/>
                    <a:pt x="164" y="1029"/>
                    <a:pt x="160" y="1024"/>
                  </a:cubicBezTo>
                  <a:cubicBezTo>
                    <a:pt x="153" y="1014"/>
                    <a:pt x="150" y="1010"/>
                    <a:pt x="146" y="1005"/>
                  </a:cubicBezTo>
                  <a:cubicBezTo>
                    <a:pt x="40" y="864"/>
                    <a:pt x="36" y="858"/>
                    <a:pt x="31" y="852"/>
                  </a:cubicBezTo>
                  <a:cubicBezTo>
                    <a:pt x="22" y="845"/>
                    <a:pt x="25" y="854"/>
                    <a:pt x="29" y="863"/>
                  </a:cubicBezTo>
                  <a:cubicBezTo>
                    <a:pt x="50" y="911"/>
                    <a:pt x="48" y="916"/>
                    <a:pt x="54" y="922"/>
                  </a:cubicBezTo>
                  <a:cubicBezTo>
                    <a:pt x="84" y="967"/>
                    <a:pt x="81" y="972"/>
                    <a:pt x="86" y="972"/>
                  </a:cubicBezTo>
                  <a:cubicBezTo>
                    <a:pt x="97" y="985"/>
                    <a:pt x="95" y="988"/>
                    <a:pt x="95" y="988"/>
                  </a:cubicBezTo>
                  <a:cubicBezTo>
                    <a:pt x="134" y="1039"/>
                    <a:pt x="133" y="1041"/>
                    <a:pt x="134" y="1043"/>
                  </a:cubicBezTo>
                  <a:cubicBezTo>
                    <a:pt x="154" y="1066"/>
                    <a:pt x="152" y="1068"/>
                    <a:pt x="153" y="1069"/>
                  </a:cubicBezTo>
                  <a:cubicBezTo>
                    <a:pt x="163" y="1084"/>
                    <a:pt x="168" y="1094"/>
                    <a:pt x="176" y="1104"/>
                  </a:cubicBezTo>
                  <a:cubicBezTo>
                    <a:pt x="193" y="1150"/>
                    <a:pt x="191" y="1152"/>
                    <a:pt x="193" y="1155"/>
                  </a:cubicBezTo>
                  <a:cubicBezTo>
                    <a:pt x="174" y="1126"/>
                    <a:pt x="178" y="1120"/>
                    <a:pt x="173" y="1121"/>
                  </a:cubicBezTo>
                  <a:cubicBezTo>
                    <a:pt x="150" y="1085"/>
                    <a:pt x="146" y="1076"/>
                    <a:pt x="137" y="1068"/>
                  </a:cubicBezTo>
                  <a:cubicBezTo>
                    <a:pt x="122" y="1043"/>
                    <a:pt x="118" y="1038"/>
                    <a:pt x="116" y="1034"/>
                  </a:cubicBezTo>
                  <a:cubicBezTo>
                    <a:pt x="107" y="1023"/>
                    <a:pt x="105" y="1016"/>
                    <a:pt x="100" y="1009"/>
                  </a:cubicBezTo>
                  <a:cubicBezTo>
                    <a:pt x="90" y="998"/>
                    <a:pt x="92" y="997"/>
                    <a:pt x="89" y="997"/>
                  </a:cubicBezTo>
                  <a:cubicBezTo>
                    <a:pt x="85" y="986"/>
                    <a:pt x="82" y="987"/>
                    <a:pt x="82" y="987"/>
                  </a:cubicBezTo>
                  <a:cubicBezTo>
                    <a:pt x="53" y="952"/>
                    <a:pt x="52" y="942"/>
                    <a:pt x="49" y="942"/>
                  </a:cubicBezTo>
                  <a:cubicBezTo>
                    <a:pt x="31" y="899"/>
                    <a:pt x="22" y="894"/>
                    <a:pt x="26" y="890"/>
                  </a:cubicBezTo>
                  <a:cubicBezTo>
                    <a:pt x="40" y="944"/>
                    <a:pt x="46" y="951"/>
                    <a:pt x="50" y="957"/>
                  </a:cubicBezTo>
                  <a:cubicBezTo>
                    <a:pt x="55" y="964"/>
                    <a:pt x="54" y="966"/>
                    <a:pt x="55" y="967"/>
                  </a:cubicBezTo>
                  <a:cubicBezTo>
                    <a:pt x="62" y="976"/>
                    <a:pt x="63" y="974"/>
                    <a:pt x="64" y="976"/>
                  </a:cubicBezTo>
                  <a:cubicBezTo>
                    <a:pt x="71" y="991"/>
                    <a:pt x="75" y="992"/>
                    <a:pt x="75" y="992"/>
                  </a:cubicBezTo>
                  <a:cubicBezTo>
                    <a:pt x="87" y="1006"/>
                    <a:pt x="91" y="1013"/>
                    <a:pt x="94" y="1018"/>
                  </a:cubicBezTo>
                  <a:cubicBezTo>
                    <a:pt x="102" y="1029"/>
                    <a:pt x="101" y="1031"/>
                    <a:pt x="102" y="1032"/>
                  </a:cubicBezTo>
                  <a:cubicBezTo>
                    <a:pt x="136" y="1079"/>
                    <a:pt x="145" y="1091"/>
                    <a:pt x="153" y="1103"/>
                  </a:cubicBezTo>
                  <a:cubicBezTo>
                    <a:pt x="187" y="1163"/>
                    <a:pt x="182" y="1168"/>
                    <a:pt x="186" y="1173"/>
                  </a:cubicBezTo>
                  <a:cubicBezTo>
                    <a:pt x="178" y="1170"/>
                    <a:pt x="174" y="1167"/>
                    <a:pt x="173" y="1165"/>
                  </a:cubicBezTo>
                  <a:cubicBezTo>
                    <a:pt x="155" y="1142"/>
                    <a:pt x="146" y="1120"/>
                    <a:pt x="135" y="1111"/>
                  </a:cubicBezTo>
                  <a:cubicBezTo>
                    <a:pt x="110" y="1078"/>
                    <a:pt x="102" y="1080"/>
                    <a:pt x="106" y="1076"/>
                  </a:cubicBezTo>
                  <a:cubicBezTo>
                    <a:pt x="83" y="1057"/>
                    <a:pt x="75" y="1040"/>
                    <a:pt x="65" y="1032"/>
                  </a:cubicBezTo>
                  <a:cubicBezTo>
                    <a:pt x="32" y="978"/>
                    <a:pt x="31" y="976"/>
                    <a:pt x="24" y="965"/>
                  </a:cubicBezTo>
                  <a:cubicBezTo>
                    <a:pt x="9" y="949"/>
                    <a:pt x="15" y="952"/>
                    <a:pt x="15" y="957"/>
                  </a:cubicBezTo>
                  <a:cubicBezTo>
                    <a:pt x="47" y="1023"/>
                    <a:pt x="52" y="1028"/>
                    <a:pt x="57" y="1035"/>
                  </a:cubicBezTo>
                  <a:cubicBezTo>
                    <a:pt x="102" y="1083"/>
                    <a:pt x="107" y="1092"/>
                    <a:pt x="113" y="1095"/>
                  </a:cubicBezTo>
                  <a:cubicBezTo>
                    <a:pt x="149" y="1143"/>
                    <a:pt x="150" y="1151"/>
                    <a:pt x="154" y="1149"/>
                  </a:cubicBezTo>
                  <a:cubicBezTo>
                    <a:pt x="174" y="1202"/>
                    <a:pt x="185" y="1210"/>
                    <a:pt x="182" y="1215"/>
                  </a:cubicBezTo>
                  <a:cubicBezTo>
                    <a:pt x="168" y="1179"/>
                    <a:pt x="159" y="1180"/>
                    <a:pt x="162" y="1177"/>
                  </a:cubicBezTo>
                  <a:cubicBezTo>
                    <a:pt x="140" y="1153"/>
                    <a:pt x="142" y="1142"/>
                    <a:pt x="135" y="1136"/>
                  </a:cubicBezTo>
                  <a:cubicBezTo>
                    <a:pt x="98" y="1090"/>
                    <a:pt x="95" y="1086"/>
                    <a:pt x="92" y="1086"/>
                  </a:cubicBezTo>
                  <a:cubicBezTo>
                    <a:pt x="82" y="1073"/>
                    <a:pt x="82" y="1071"/>
                    <a:pt x="82" y="1069"/>
                  </a:cubicBezTo>
                  <a:cubicBezTo>
                    <a:pt x="44" y="1034"/>
                    <a:pt x="41" y="1030"/>
                    <a:pt x="39" y="1026"/>
                  </a:cubicBezTo>
                  <a:cubicBezTo>
                    <a:pt x="13" y="992"/>
                    <a:pt x="16" y="996"/>
                    <a:pt x="17" y="1000"/>
                  </a:cubicBezTo>
                  <a:cubicBezTo>
                    <a:pt x="48" y="1041"/>
                    <a:pt x="46" y="1053"/>
                    <a:pt x="55" y="1056"/>
                  </a:cubicBezTo>
                  <a:cubicBezTo>
                    <a:pt x="80" y="1083"/>
                    <a:pt x="81" y="1085"/>
                    <a:pt x="83" y="1087"/>
                  </a:cubicBezTo>
                  <a:cubicBezTo>
                    <a:pt x="89" y="1101"/>
                    <a:pt x="103" y="1099"/>
                    <a:pt x="97" y="1104"/>
                  </a:cubicBezTo>
                  <a:cubicBezTo>
                    <a:pt x="125" y="1140"/>
                    <a:pt x="131" y="1145"/>
                    <a:pt x="130" y="1149"/>
                  </a:cubicBezTo>
                  <a:cubicBezTo>
                    <a:pt x="93" y="1107"/>
                    <a:pt x="89" y="1106"/>
                    <a:pt x="86" y="1102"/>
                  </a:cubicBezTo>
                  <a:cubicBezTo>
                    <a:pt x="63" y="1079"/>
                    <a:pt x="59" y="1075"/>
                    <a:pt x="55" y="1073"/>
                  </a:cubicBezTo>
                  <a:cubicBezTo>
                    <a:pt x="0" y="1009"/>
                    <a:pt x="9" y="1016"/>
                    <a:pt x="8" y="1021"/>
                  </a:cubicBezTo>
                  <a:cubicBezTo>
                    <a:pt x="27" y="1050"/>
                    <a:pt x="29" y="1050"/>
                    <a:pt x="30" y="1052"/>
                  </a:cubicBezTo>
                  <a:cubicBezTo>
                    <a:pt x="33" y="1062"/>
                    <a:pt x="38" y="1060"/>
                    <a:pt x="41" y="1066"/>
                  </a:cubicBezTo>
                  <a:cubicBezTo>
                    <a:pt x="86" y="1110"/>
                    <a:pt x="90" y="1120"/>
                    <a:pt x="96" y="1122"/>
                  </a:cubicBezTo>
                  <a:cubicBezTo>
                    <a:pt x="118" y="1149"/>
                    <a:pt x="127" y="1163"/>
                    <a:pt x="137" y="1176"/>
                  </a:cubicBezTo>
                  <a:cubicBezTo>
                    <a:pt x="148" y="1204"/>
                    <a:pt x="162" y="1211"/>
                    <a:pt x="158" y="1215"/>
                  </a:cubicBezTo>
                  <a:cubicBezTo>
                    <a:pt x="165" y="1240"/>
                    <a:pt x="164" y="1234"/>
                    <a:pt x="163" y="1229"/>
                  </a:cubicBezTo>
                  <a:cubicBezTo>
                    <a:pt x="151" y="1205"/>
                    <a:pt x="144" y="1201"/>
                    <a:pt x="143" y="1199"/>
                  </a:cubicBezTo>
                  <a:cubicBezTo>
                    <a:pt x="118" y="1171"/>
                    <a:pt x="122" y="1166"/>
                    <a:pt x="116" y="1164"/>
                  </a:cubicBezTo>
                  <a:cubicBezTo>
                    <a:pt x="82" y="1123"/>
                    <a:pt x="68" y="1114"/>
                    <a:pt x="60" y="1107"/>
                  </a:cubicBezTo>
                  <a:cubicBezTo>
                    <a:pt x="19" y="1050"/>
                    <a:pt x="22" y="1042"/>
                    <a:pt x="13" y="1042"/>
                  </a:cubicBezTo>
                  <a:cubicBezTo>
                    <a:pt x="62" y="1117"/>
                    <a:pt x="74" y="1136"/>
                    <a:pt x="95" y="1152"/>
                  </a:cubicBezTo>
                  <a:cubicBezTo>
                    <a:pt x="135" y="1204"/>
                    <a:pt x="140" y="1211"/>
                    <a:pt x="145" y="1217"/>
                  </a:cubicBezTo>
                  <a:cubicBezTo>
                    <a:pt x="170" y="1269"/>
                    <a:pt x="166" y="1271"/>
                    <a:pt x="171" y="1274"/>
                  </a:cubicBezTo>
                  <a:cubicBezTo>
                    <a:pt x="178" y="1302"/>
                    <a:pt x="178" y="1304"/>
                    <a:pt x="177" y="1307"/>
                  </a:cubicBezTo>
                  <a:cubicBezTo>
                    <a:pt x="169" y="1297"/>
                    <a:pt x="173" y="1295"/>
                    <a:pt x="168" y="1291"/>
                  </a:cubicBezTo>
                  <a:cubicBezTo>
                    <a:pt x="133" y="1236"/>
                    <a:pt x="128" y="1228"/>
                    <a:pt x="116" y="1208"/>
                  </a:cubicBezTo>
                  <a:cubicBezTo>
                    <a:pt x="41" y="1115"/>
                    <a:pt x="40" y="1112"/>
                    <a:pt x="37" y="1109"/>
                  </a:cubicBezTo>
                  <a:cubicBezTo>
                    <a:pt x="25" y="1086"/>
                    <a:pt x="30" y="1079"/>
                    <a:pt x="24" y="1081"/>
                  </a:cubicBezTo>
                  <a:cubicBezTo>
                    <a:pt x="59" y="1159"/>
                    <a:pt x="64" y="1161"/>
                    <a:pt x="69" y="1166"/>
                  </a:cubicBezTo>
                  <a:cubicBezTo>
                    <a:pt x="116" y="1220"/>
                    <a:pt x="123" y="1241"/>
                    <a:pt x="133" y="1245"/>
                  </a:cubicBezTo>
                  <a:cubicBezTo>
                    <a:pt x="146" y="1275"/>
                    <a:pt x="149" y="1274"/>
                    <a:pt x="153" y="1283"/>
                  </a:cubicBezTo>
                  <a:cubicBezTo>
                    <a:pt x="167" y="1322"/>
                    <a:pt x="173" y="1328"/>
                    <a:pt x="172" y="1333"/>
                  </a:cubicBezTo>
                  <a:cubicBezTo>
                    <a:pt x="172" y="1344"/>
                    <a:pt x="171" y="1342"/>
                    <a:pt x="167" y="1341"/>
                  </a:cubicBezTo>
                  <a:cubicBezTo>
                    <a:pt x="163" y="1322"/>
                    <a:pt x="155" y="1318"/>
                    <a:pt x="159" y="1315"/>
                  </a:cubicBezTo>
                  <a:cubicBezTo>
                    <a:pt x="128" y="1261"/>
                    <a:pt x="129" y="1259"/>
                    <a:pt x="117" y="1247"/>
                  </a:cubicBezTo>
                  <a:cubicBezTo>
                    <a:pt x="67" y="1189"/>
                    <a:pt x="67" y="1186"/>
                    <a:pt x="62" y="1181"/>
                  </a:cubicBezTo>
                  <a:cubicBezTo>
                    <a:pt x="50" y="1165"/>
                    <a:pt x="47" y="1166"/>
                    <a:pt x="49" y="1163"/>
                  </a:cubicBezTo>
                  <a:cubicBezTo>
                    <a:pt x="12" y="1111"/>
                    <a:pt x="15" y="1107"/>
                    <a:pt x="9" y="1101"/>
                  </a:cubicBezTo>
                  <a:cubicBezTo>
                    <a:pt x="13" y="1122"/>
                    <a:pt x="19" y="1126"/>
                    <a:pt x="16" y="1128"/>
                  </a:cubicBezTo>
                  <a:cubicBezTo>
                    <a:pt x="47" y="1180"/>
                    <a:pt x="52" y="1178"/>
                    <a:pt x="54" y="1184"/>
                  </a:cubicBezTo>
                  <a:cubicBezTo>
                    <a:pt x="108" y="1249"/>
                    <a:pt x="110" y="1258"/>
                    <a:pt x="114" y="1257"/>
                  </a:cubicBezTo>
                  <a:cubicBezTo>
                    <a:pt x="108" y="1251"/>
                    <a:pt x="101" y="1249"/>
                    <a:pt x="97" y="1247"/>
                  </a:cubicBezTo>
                  <a:cubicBezTo>
                    <a:pt x="70" y="1217"/>
                    <a:pt x="67" y="1206"/>
                    <a:pt x="63" y="1203"/>
                  </a:cubicBezTo>
                  <a:cubicBezTo>
                    <a:pt x="43" y="1184"/>
                    <a:pt x="42" y="1180"/>
                    <a:pt x="40" y="1177"/>
                  </a:cubicBezTo>
                  <a:cubicBezTo>
                    <a:pt x="2" y="1139"/>
                    <a:pt x="9" y="1144"/>
                    <a:pt x="8" y="1147"/>
                  </a:cubicBezTo>
                  <a:cubicBezTo>
                    <a:pt x="31" y="1180"/>
                    <a:pt x="28" y="1183"/>
                    <a:pt x="34" y="1187"/>
                  </a:cubicBezTo>
                  <a:cubicBezTo>
                    <a:pt x="104" y="1266"/>
                    <a:pt x="106" y="1270"/>
                    <a:pt x="109" y="1273"/>
                  </a:cubicBezTo>
                  <a:cubicBezTo>
                    <a:pt x="130" y="1308"/>
                    <a:pt x="136" y="1314"/>
                    <a:pt x="138" y="1320"/>
                  </a:cubicBezTo>
                  <a:cubicBezTo>
                    <a:pt x="148" y="1353"/>
                    <a:pt x="160" y="1358"/>
                    <a:pt x="154" y="1360"/>
                  </a:cubicBezTo>
                  <a:cubicBezTo>
                    <a:pt x="143" y="1349"/>
                    <a:pt x="143" y="1342"/>
                    <a:pt x="136" y="1334"/>
                  </a:cubicBezTo>
                  <a:cubicBezTo>
                    <a:pt x="102" y="1286"/>
                    <a:pt x="93" y="1279"/>
                    <a:pt x="95" y="1275"/>
                  </a:cubicBezTo>
                  <a:cubicBezTo>
                    <a:pt x="30" y="1202"/>
                    <a:pt x="24" y="1194"/>
                    <a:pt x="18" y="1185"/>
                  </a:cubicBezTo>
                  <a:cubicBezTo>
                    <a:pt x="17" y="1202"/>
                    <a:pt x="20" y="1204"/>
                    <a:pt x="22" y="1205"/>
                  </a:cubicBezTo>
                  <a:cubicBezTo>
                    <a:pt x="28" y="1233"/>
                    <a:pt x="31" y="1245"/>
                    <a:pt x="36" y="1247"/>
                  </a:cubicBezTo>
                  <a:cubicBezTo>
                    <a:pt x="44" y="1265"/>
                    <a:pt x="42" y="1268"/>
                    <a:pt x="45" y="1267"/>
                  </a:cubicBezTo>
                  <a:cubicBezTo>
                    <a:pt x="78" y="1315"/>
                    <a:pt x="77" y="1317"/>
                    <a:pt x="84" y="1325"/>
                  </a:cubicBezTo>
                  <a:cubicBezTo>
                    <a:pt x="106" y="1353"/>
                    <a:pt x="114" y="1357"/>
                    <a:pt x="107" y="1360"/>
                  </a:cubicBezTo>
                  <a:cubicBezTo>
                    <a:pt x="74" y="1315"/>
                    <a:pt x="69" y="1314"/>
                    <a:pt x="66" y="1306"/>
                  </a:cubicBezTo>
                  <a:cubicBezTo>
                    <a:pt x="42" y="1273"/>
                    <a:pt x="39" y="1262"/>
                    <a:pt x="33" y="1256"/>
                  </a:cubicBezTo>
                  <a:cubicBezTo>
                    <a:pt x="26" y="1249"/>
                    <a:pt x="31" y="1241"/>
                    <a:pt x="27" y="1238"/>
                  </a:cubicBezTo>
                  <a:cubicBezTo>
                    <a:pt x="23" y="1255"/>
                    <a:pt x="30" y="1264"/>
                    <a:pt x="33" y="1273"/>
                  </a:cubicBezTo>
                  <a:cubicBezTo>
                    <a:pt x="72" y="1327"/>
                    <a:pt x="77" y="1337"/>
                    <a:pt x="86" y="1343"/>
                  </a:cubicBezTo>
                  <a:cubicBezTo>
                    <a:pt x="91" y="1356"/>
                    <a:pt x="95" y="1356"/>
                    <a:pt x="95" y="1356"/>
                  </a:cubicBezTo>
                  <a:cubicBezTo>
                    <a:pt x="113" y="1378"/>
                    <a:pt x="122" y="1391"/>
                    <a:pt x="131" y="1399"/>
                  </a:cubicBezTo>
                  <a:cubicBezTo>
                    <a:pt x="141" y="1414"/>
                    <a:pt x="144" y="1416"/>
                    <a:pt x="146" y="1420"/>
                  </a:cubicBezTo>
                  <a:cubicBezTo>
                    <a:pt x="142" y="1419"/>
                    <a:pt x="139" y="1422"/>
                    <a:pt x="137" y="1417"/>
                  </a:cubicBezTo>
                  <a:cubicBezTo>
                    <a:pt x="104" y="1393"/>
                    <a:pt x="99" y="1389"/>
                    <a:pt x="94" y="1389"/>
                  </a:cubicBezTo>
                  <a:cubicBezTo>
                    <a:pt x="39" y="1357"/>
                    <a:pt x="44" y="1357"/>
                    <a:pt x="47" y="1361"/>
                  </a:cubicBezTo>
                  <a:cubicBezTo>
                    <a:pt x="73" y="1381"/>
                    <a:pt x="77" y="1386"/>
                    <a:pt x="82" y="1385"/>
                  </a:cubicBezTo>
                  <a:cubicBezTo>
                    <a:pt x="123" y="1414"/>
                    <a:pt x="127" y="1423"/>
                    <a:pt x="131" y="1423"/>
                  </a:cubicBezTo>
                  <a:cubicBezTo>
                    <a:pt x="163" y="1460"/>
                    <a:pt x="167" y="1459"/>
                    <a:pt x="169" y="1462"/>
                  </a:cubicBezTo>
                  <a:cubicBezTo>
                    <a:pt x="183" y="1480"/>
                    <a:pt x="180" y="1489"/>
                    <a:pt x="185" y="1495"/>
                  </a:cubicBezTo>
                  <a:cubicBezTo>
                    <a:pt x="198" y="1470"/>
                    <a:pt x="199" y="1467"/>
                    <a:pt x="200" y="1465"/>
                  </a:cubicBezTo>
                  <a:cubicBezTo>
                    <a:pt x="239" y="1447"/>
                    <a:pt x="243" y="1445"/>
                    <a:pt x="246" y="1443"/>
                  </a:cubicBezTo>
                  <a:cubicBezTo>
                    <a:pt x="237" y="1440"/>
                    <a:pt x="233" y="1441"/>
                    <a:pt x="230" y="1441"/>
                  </a:cubicBezTo>
                  <a:cubicBezTo>
                    <a:pt x="214" y="1443"/>
                    <a:pt x="212" y="1436"/>
                    <a:pt x="217" y="1430"/>
                  </a:cubicBezTo>
                  <a:cubicBezTo>
                    <a:pt x="295" y="1389"/>
                    <a:pt x="303" y="1382"/>
                    <a:pt x="310" y="1385"/>
                  </a:cubicBezTo>
                  <a:cubicBezTo>
                    <a:pt x="381" y="1375"/>
                    <a:pt x="383" y="1379"/>
                    <a:pt x="388" y="1373"/>
                  </a:cubicBezTo>
                  <a:cubicBezTo>
                    <a:pt x="426" y="1368"/>
                    <a:pt x="430" y="1366"/>
                    <a:pt x="433" y="1365"/>
                  </a:cubicBezTo>
                  <a:cubicBezTo>
                    <a:pt x="449" y="1360"/>
                    <a:pt x="453" y="1363"/>
                    <a:pt x="457" y="1358"/>
                  </a:cubicBezTo>
                  <a:cubicBezTo>
                    <a:pt x="441" y="1356"/>
                    <a:pt x="440" y="1359"/>
                    <a:pt x="438" y="1359"/>
                  </a:cubicBezTo>
                  <a:cubicBezTo>
                    <a:pt x="426" y="1362"/>
                    <a:pt x="425" y="1358"/>
                    <a:pt x="421" y="1362"/>
                  </a:cubicBezTo>
                  <a:cubicBezTo>
                    <a:pt x="371" y="1366"/>
                    <a:pt x="364" y="1369"/>
                    <a:pt x="357" y="1369"/>
                  </a:cubicBezTo>
                  <a:cubicBezTo>
                    <a:pt x="338" y="1375"/>
                    <a:pt x="337" y="1371"/>
                    <a:pt x="335" y="1372"/>
                  </a:cubicBezTo>
                  <a:cubicBezTo>
                    <a:pt x="307" y="1376"/>
                    <a:pt x="306" y="1372"/>
                    <a:pt x="303" y="1376"/>
                  </a:cubicBezTo>
                  <a:cubicBezTo>
                    <a:pt x="270" y="1383"/>
                    <a:pt x="263" y="1389"/>
                    <a:pt x="258" y="1388"/>
                  </a:cubicBezTo>
                  <a:cubicBezTo>
                    <a:pt x="202" y="1433"/>
                    <a:pt x="200" y="1437"/>
                    <a:pt x="196" y="1441"/>
                  </a:cubicBezTo>
                  <a:cubicBezTo>
                    <a:pt x="185" y="1441"/>
                    <a:pt x="190" y="1433"/>
                    <a:pt x="197" y="1425"/>
                  </a:cubicBezTo>
                  <a:cubicBezTo>
                    <a:pt x="279" y="1366"/>
                    <a:pt x="282" y="1364"/>
                    <a:pt x="284" y="1362"/>
                  </a:cubicBezTo>
                  <a:cubicBezTo>
                    <a:pt x="315" y="1356"/>
                    <a:pt x="324" y="1356"/>
                    <a:pt x="334" y="1353"/>
                  </a:cubicBezTo>
                  <a:cubicBezTo>
                    <a:pt x="381" y="1350"/>
                    <a:pt x="385" y="1350"/>
                    <a:pt x="390" y="1350"/>
                  </a:cubicBezTo>
                  <a:cubicBezTo>
                    <a:pt x="436" y="1341"/>
                    <a:pt x="441" y="1339"/>
                    <a:pt x="446" y="1339"/>
                  </a:cubicBezTo>
                  <a:cubicBezTo>
                    <a:pt x="489" y="1324"/>
                    <a:pt x="486" y="1320"/>
                    <a:pt x="481" y="1326"/>
                  </a:cubicBezTo>
                  <a:cubicBezTo>
                    <a:pt x="445" y="1330"/>
                    <a:pt x="442" y="1333"/>
                    <a:pt x="438" y="1335"/>
                  </a:cubicBezTo>
                  <a:cubicBezTo>
                    <a:pt x="414" y="1334"/>
                    <a:pt x="409" y="1345"/>
                    <a:pt x="406" y="1338"/>
                  </a:cubicBezTo>
                  <a:cubicBezTo>
                    <a:pt x="436" y="1330"/>
                    <a:pt x="444" y="1327"/>
                    <a:pt x="451" y="1328"/>
                  </a:cubicBezTo>
                  <a:cubicBezTo>
                    <a:pt x="502" y="1292"/>
                    <a:pt x="500" y="1297"/>
                    <a:pt x="495" y="1301"/>
                  </a:cubicBezTo>
                  <a:cubicBezTo>
                    <a:pt x="463" y="1311"/>
                    <a:pt x="458" y="1319"/>
                    <a:pt x="455" y="1320"/>
                  </a:cubicBezTo>
                  <a:cubicBezTo>
                    <a:pt x="410" y="1329"/>
                    <a:pt x="405" y="1329"/>
                    <a:pt x="400" y="1333"/>
                  </a:cubicBezTo>
                  <a:cubicBezTo>
                    <a:pt x="380" y="1333"/>
                    <a:pt x="378" y="1331"/>
                    <a:pt x="376" y="1333"/>
                  </a:cubicBezTo>
                  <a:cubicBezTo>
                    <a:pt x="356" y="1334"/>
                    <a:pt x="353" y="1333"/>
                    <a:pt x="355" y="1331"/>
                  </a:cubicBezTo>
                  <a:cubicBezTo>
                    <a:pt x="400" y="1320"/>
                    <a:pt x="402" y="1322"/>
                    <a:pt x="405" y="1319"/>
                  </a:cubicBezTo>
                  <a:cubicBezTo>
                    <a:pt x="429" y="1309"/>
                    <a:pt x="438" y="1305"/>
                    <a:pt x="450" y="1297"/>
                  </a:cubicBezTo>
                  <a:cubicBezTo>
                    <a:pt x="498" y="1254"/>
                    <a:pt x="508" y="1256"/>
                    <a:pt x="503" y="1248"/>
                  </a:cubicBezTo>
                  <a:cubicBezTo>
                    <a:pt x="391" y="1316"/>
                    <a:pt x="387" y="1317"/>
                    <a:pt x="384" y="1317"/>
                  </a:cubicBezTo>
                  <a:cubicBezTo>
                    <a:pt x="365" y="1320"/>
                    <a:pt x="363" y="1321"/>
                    <a:pt x="360" y="1322"/>
                  </a:cubicBezTo>
                  <a:cubicBezTo>
                    <a:pt x="345" y="1324"/>
                    <a:pt x="344" y="1319"/>
                    <a:pt x="342" y="1323"/>
                  </a:cubicBezTo>
                  <a:cubicBezTo>
                    <a:pt x="303" y="1328"/>
                    <a:pt x="296" y="1326"/>
                    <a:pt x="290" y="1326"/>
                  </a:cubicBezTo>
                  <a:cubicBezTo>
                    <a:pt x="244" y="1332"/>
                    <a:pt x="240" y="1335"/>
                    <a:pt x="237" y="1335"/>
                  </a:cubicBezTo>
                  <a:cubicBezTo>
                    <a:pt x="200" y="1351"/>
                    <a:pt x="199" y="1362"/>
                    <a:pt x="193" y="1356"/>
                  </a:cubicBezTo>
                  <a:cubicBezTo>
                    <a:pt x="222" y="1332"/>
                    <a:pt x="227" y="1334"/>
                    <a:pt x="232" y="1328"/>
                  </a:cubicBezTo>
                  <a:cubicBezTo>
                    <a:pt x="257" y="1323"/>
                    <a:pt x="260" y="1322"/>
                    <a:pt x="262" y="1322"/>
                  </a:cubicBezTo>
                  <a:cubicBezTo>
                    <a:pt x="340" y="1309"/>
                    <a:pt x="350" y="1304"/>
                    <a:pt x="360" y="1305"/>
                  </a:cubicBezTo>
                  <a:cubicBezTo>
                    <a:pt x="414" y="1282"/>
                    <a:pt x="428" y="1278"/>
                    <a:pt x="443" y="1270"/>
                  </a:cubicBezTo>
                  <a:cubicBezTo>
                    <a:pt x="485" y="1238"/>
                    <a:pt x="488" y="1241"/>
                    <a:pt x="493" y="1236"/>
                  </a:cubicBezTo>
                  <a:cubicBezTo>
                    <a:pt x="503" y="1226"/>
                    <a:pt x="507" y="1224"/>
                    <a:pt x="512" y="1220"/>
                  </a:cubicBezTo>
                  <a:cubicBezTo>
                    <a:pt x="513" y="1206"/>
                    <a:pt x="509" y="1214"/>
                    <a:pt x="502" y="1222"/>
                  </a:cubicBezTo>
                  <a:cubicBezTo>
                    <a:pt x="460" y="1250"/>
                    <a:pt x="445" y="1261"/>
                    <a:pt x="435" y="1266"/>
                  </a:cubicBezTo>
                  <a:cubicBezTo>
                    <a:pt x="399" y="1282"/>
                    <a:pt x="395" y="1285"/>
                    <a:pt x="392" y="1284"/>
                  </a:cubicBezTo>
                  <a:cubicBezTo>
                    <a:pt x="323" y="1300"/>
                    <a:pt x="316" y="1303"/>
                    <a:pt x="308" y="1308"/>
                  </a:cubicBezTo>
                  <a:cubicBezTo>
                    <a:pt x="286" y="1307"/>
                    <a:pt x="284" y="1307"/>
                    <a:pt x="281" y="1308"/>
                  </a:cubicBezTo>
                  <a:cubicBezTo>
                    <a:pt x="265" y="1315"/>
                    <a:pt x="263" y="1313"/>
                    <a:pt x="260" y="1316"/>
                  </a:cubicBezTo>
                  <a:cubicBezTo>
                    <a:pt x="276" y="1302"/>
                    <a:pt x="278" y="1307"/>
                    <a:pt x="282" y="1305"/>
                  </a:cubicBezTo>
                  <a:cubicBezTo>
                    <a:pt x="318" y="1297"/>
                    <a:pt x="324" y="1295"/>
                    <a:pt x="330" y="1297"/>
                  </a:cubicBezTo>
                  <a:cubicBezTo>
                    <a:pt x="385" y="1284"/>
                    <a:pt x="390" y="1272"/>
                    <a:pt x="392" y="1277"/>
                  </a:cubicBezTo>
                  <a:cubicBezTo>
                    <a:pt x="458" y="1239"/>
                    <a:pt x="469" y="1229"/>
                    <a:pt x="477" y="1218"/>
                  </a:cubicBezTo>
                  <a:cubicBezTo>
                    <a:pt x="489" y="1197"/>
                    <a:pt x="479" y="1209"/>
                    <a:pt x="469" y="1221"/>
                  </a:cubicBezTo>
                  <a:cubicBezTo>
                    <a:pt x="433" y="1250"/>
                    <a:pt x="428" y="1253"/>
                    <a:pt x="424" y="1257"/>
                  </a:cubicBezTo>
                  <a:cubicBezTo>
                    <a:pt x="379" y="1272"/>
                    <a:pt x="373" y="1275"/>
                    <a:pt x="368" y="1275"/>
                  </a:cubicBezTo>
                  <a:cubicBezTo>
                    <a:pt x="317" y="1286"/>
                    <a:pt x="313" y="1290"/>
                    <a:pt x="308" y="1294"/>
                  </a:cubicBezTo>
                  <a:cubicBezTo>
                    <a:pt x="276" y="1296"/>
                    <a:pt x="268" y="1298"/>
                    <a:pt x="259" y="1301"/>
                  </a:cubicBezTo>
                  <a:cubicBezTo>
                    <a:pt x="226" y="1315"/>
                    <a:pt x="218" y="1314"/>
                    <a:pt x="210" y="1318"/>
                  </a:cubicBezTo>
                  <a:cubicBezTo>
                    <a:pt x="188" y="1324"/>
                    <a:pt x="198" y="1326"/>
                    <a:pt x="196" y="1323"/>
                  </a:cubicBezTo>
                  <a:cubicBezTo>
                    <a:pt x="245" y="1292"/>
                    <a:pt x="250" y="1296"/>
                    <a:pt x="257" y="1291"/>
                  </a:cubicBezTo>
                  <a:cubicBezTo>
                    <a:pt x="286" y="1281"/>
                    <a:pt x="297" y="1283"/>
                    <a:pt x="309" y="1278"/>
                  </a:cubicBezTo>
                  <a:cubicBezTo>
                    <a:pt x="360" y="1270"/>
                    <a:pt x="377" y="1254"/>
                    <a:pt x="392" y="1257"/>
                  </a:cubicBezTo>
                  <a:cubicBezTo>
                    <a:pt x="464" y="1216"/>
                    <a:pt x="478" y="1201"/>
                    <a:pt x="492" y="1188"/>
                  </a:cubicBezTo>
                  <a:cubicBezTo>
                    <a:pt x="510" y="1153"/>
                    <a:pt x="511" y="1156"/>
                    <a:pt x="505" y="1158"/>
                  </a:cubicBezTo>
                  <a:cubicBezTo>
                    <a:pt x="490" y="1176"/>
                    <a:pt x="487" y="1180"/>
                    <a:pt x="487" y="1184"/>
                  </a:cubicBezTo>
                  <a:cubicBezTo>
                    <a:pt x="443" y="1223"/>
                    <a:pt x="444" y="1226"/>
                    <a:pt x="442" y="1224"/>
                  </a:cubicBezTo>
                  <a:cubicBezTo>
                    <a:pt x="413" y="1237"/>
                    <a:pt x="407" y="1243"/>
                    <a:pt x="403" y="1242"/>
                  </a:cubicBezTo>
                  <a:cubicBezTo>
                    <a:pt x="325" y="1267"/>
                    <a:pt x="322" y="1265"/>
                    <a:pt x="318" y="1267"/>
                  </a:cubicBezTo>
                  <a:cubicBezTo>
                    <a:pt x="273" y="1273"/>
                    <a:pt x="263" y="1283"/>
                    <a:pt x="256" y="1279"/>
                  </a:cubicBezTo>
                  <a:cubicBezTo>
                    <a:pt x="295" y="1265"/>
                    <a:pt x="305" y="1261"/>
                    <a:pt x="314" y="1262"/>
                  </a:cubicBezTo>
                  <a:cubicBezTo>
                    <a:pt x="363" y="1241"/>
                    <a:pt x="375" y="1239"/>
                    <a:pt x="387" y="1234"/>
                  </a:cubicBezTo>
                  <a:cubicBezTo>
                    <a:pt x="479" y="1164"/>
                    <a:pt x="483" y="1161"/>
                    <a:pt x="485" y="1158"/>
                  </a:cubicBezTo>
                  <a:cubicBezTo>
                    <a:pt x="512" y="1124"/>
                    <a:pt x="513" y="1117"/>
                    <a:pt x="520" y="1111"/>
                  </a:cubicBezTo>
                  <a:cubicBezTo>
                    <a:pt x="509" y="1116"/>
                    <a:pt x="505" y="1120"/>
                    <a:pt x="502" y="1124"/>
                  </a:cubicBezTo>
                  <a:cubicBezTo>
                    <a:pt x="478" y="1160"/>
                    <a:pt x="470" y="1160"/>
                    <a:pt x="471" y="1166"/>
                  </a:cubicBezTo>
                  <a:cubicBezTo>
                    <a:pt x="431" y="1191"/>
                    <a:pt x="426" y="1200"/>
                    <a:pt x="421" y="1202"/>
                  </a:cubicBezTo>
                  <a:cubicBezTo>
                    <a:pt x="378" y="1227"/>
                    <a:pt x="371" y="1230"/>
                    <a:pt x="363" y="1234"/>
                  </a:cubicBezTo>
                  <a:cubicBezTo>
                    <a:pt x="322" y="1251"/>
                    <a:pt x="307" y="1250"/>
                    <a:pt x="290" y="1259"/>
                  </a:cubicBezTo>
                  <a:cubicBezTo>
                    <a:pt x="246" y="1271"/>
                    <a:pt x="237" y="1279"/>
                    <a:pt x="231" y="1275"/>
                  </a:cubicBezTo>
                  <a:cubicBezTo>
                    <a:pt x="290" y="1254"/>
                    <a:pt x="296" y="1241"/>
                    <a:pt x="298" y="1246"/>
                  </a:cubicBezTo>
                  <a:cubicBezTo>
                    <a:pt x="362" y="1221"/>
                    <a:pt x="377" y="1211"/>
                    <a:pt x="391" y="1204"/>
                  </a:cubicBezTo>
                  <a:cubicBezTo>
                    <a:pt x="515" y="1103"/>
                    <a:pt x="512" y="1098"/>
                    <a:pt x="518" y="1095"/>
                  </a:cubicBezTo>
                  <a:cubicBezTo>
                    <a:pt x="532" y="1075"/>
                    <a:pt x="536" y="1073"/>
                    <a:pt x="535" y="1071"/>
                  </a:cubicBezTo>
                  <a:cubicBezTo>
                    <a:pt x="539" y="1064"/>
                    <a:pt x="536" y="1067"/>
                    <a:pt x="532" y="1070"/>
                  </a:cubicBezTo>
                  <a:cubicBezTo>
                    <a:pt x="497" y="1109"/>
                    <a:pt x="495" y="1119"/>
                    <a:pt x="485" y="1121"/>
                  </a:cubicBezTo>
                  <a:cubicBezTo>
                    <a:pt x="453" y="1152"/>
                    <a:pt x="442" y="1160"/>
                    <a:pt x="431" y="1168"/>
                  </a:cubicBezTo>
                  <a:cubicBezTo>
                    <a:pt x="397" y="1193"/>
                    <a:pt x="389" y="1191"/>
                    <a:pt x="388" y="1197"/>
                  </a:cubicBezTo>
                  <a:cubicBezTo>
                    <a:pt x="367" y="1206"/>
                    <a:pt x="360" y="1215"/>
                    <a:pt x="356" y="1210"/>
                  </a:cubicBezTo>
                  <a:cubicBezTo>
                    <a:pt x="315" y="1230"/>
                    <a:pt x="305" y="1233"/>
                    <a:pt x="294" y="1240"/>
                  </a:cubicBezTo>
                  <a:cubicBezTo>
                    <a:pt x="262" y="1252"/>
                    <a:pt x="260" y="1251"/>
                    <a:pt x="257" y="1254"/>
                  </a:cubicBezTo>
                  <a:cubicBezTo>
                    <a:pt x="237" y="1263"/>
                    <a:pt x="233" y="1265"/>
                    <a:pt x="229" y="1267"/>
                  </a:cubicBezTo>
                  <a:cubicBezTo>
                    <a:pt x="218" y="1271"/>
                    <a:pt x="214" y="1278"/>
                    <a:pt x="211" y="1275"/>
                  </a:cubicBezTo>
                  <a:cubicBezTo>
                    <a:pt x="241" y="1245"/>
                    <a:pt x="262" y="1234"/>
                    <a:pt x="291" y="1222"/>
                  </a:cubicBezTo>
                  <a:cubicBezTo>
                    <a:pt x="352" y="1187"/>
                    <a:pt x="356" y="1194"/>
                    <a:pt x="360" y="1189"/>
                  </a:cubicBezTo>
                  <a:cubicBezTo>
                    <a:pt x="397" y="1173"/>
                    <a:pt x="401" y="1169"/>
                    <a:pt x="405" y="1169"/>
                  </a:cubicBezTo>
                  <a:cubicBezTo>
                    <a:pt x="461" y="1128"/>
                    <a:pt x="482" y="1115"/>
                    <a:pt x="495" y="1100"/>
                  </a:cubicBezTo>
                  <a:cubicBezTo>
                    <a:pt x="532" y="1063"/>
                    <a:pt x="536" y="1059"/>
                    <a:pt x="536" y="1055"/>
                  </a:cubicBezTo>
                  <a:cubicBezTo>
                    <a:pt x="492" y="1093"/>
                    <a:pt x="491" y="1097"/>
                    <a:pt x="486" y="1101"/>
                  </a:cubicBezTo>
                  <a:cubicBezTo>
                    <a:pt x="470" y="1111"/>
                    <a:pt x="468" y="1118"/>
                    <a:pt x="461" y="1121"/>
                  </a:cubicBezTo>
                  <a:cubicBezTo>
                    <a:pt x="441" y="1135"/>
                    <a:pt x="439" y="1138"/>
                    <a:pt x="438" y="1141"/>
                  </a:cubicBezTo>
                  <a:cubicBezTo>
                    <a:pt x="395" y="1165"/>
                    <a:pt x="389" y="1166"/>
                    <a:pt x="384" y="1167"/>
                  </a:cubicBezTo>
                  <a:cubicBezTo>
                    <a:pt x="366" y="1175"/>
                    <a:pt x="360" y="1181"/>
                    <a:pt x="354" y="1181"/>
                  </a:cubicBezTo>
                  <a:cubicBezTo>
                    <a:pt x="336" y="1190"/>
                    <a:pt x="330" y="1193"/>
                    <a:pt x="324" y="1196"/>
                  </a:cubicBezTo>
                  <a:cubicBezTo>
                    <a:pt x="289" y="1212"/>
                    <a:pt x="274" y="1219"/>
                    <a:pt x="259" y="1226"/>
                  </a:cubicBezTo>
                  <a:cubicBezTo>
                    <a:pt x="235" y="1240"/>
                    <a:pt x="227" y="1244"/>
                    <a:pt x="224" y="1249"/>
                  </a:cubicBezTo>
                  <a:cubicBezTo>
                    <a:pt x="202" y="1270"/>
                    <a:pt x="193" y="1272"/>
                    <a:pt x="192" y="1269"/>
                  </a:cubicBezTo>
                  <a:cubicBezTo>
                    <a:pt x="215" y="1249"/>
                    <a:pt x="212" y="1245"/>
                    <a:pt x="217" y="1243"/>
                  </a:cubicBezTo>
                  <a:cubicBezTo>
                    <a:pt x="243" y="1226"/>
                    <a:pt x="244" y="1223"/>
                    <a:pt x="250" y="1220"/>
                  </a:cubicBezTo>
                  <a:cubicBezTo>
                    <a:pt x="326" y="1181"/>
                    <a:pt x="340" y="1175"/>
                    <a:pt x="358" y="1169"/>
                  </a:cubicBezTo>
                  <a:cubicBezTo>
                    <a:pt x="494" y="1080"/>
                    <a:pt x="512" y="1077"/>
                    <a:pt x="512" y="1063"/>
                  </a:cubicBezTo>
                  <a:cubicBezTo>
                    <a:pt x="460" y="1106"/>
                    <a:pt x="454" y="1105"/>
                    <a:pt x="447" y="1112"/>
                  </a:cubicBezTo>
                  <a:cubicBezTo>
                    <a:pt x="401" y="1139"/>
                    <a:pt x="397" y="1141"/>
                    <a:pt x="392" y="1144"/>
                  </a:cubicBezTo>
                  <a:cubicBezTo>
                    <a:pt x="299" y="1182"/>
                    <a:pt x="278" y="1194"/>
                    <a:pt x="258" y="1204"/>
                  </a:cubicBezTo>
                  <a:cubicBezTo>
                    <a:pt x="222" y="1232"/>
                    <a:pt x="219" y="1228"/>
                    <a:pt x="215" y="1233"/>
                  </a:cubicBezTo>
                  <a:cubicBezTo>
                    <a:pt x="191" y="1248"/>
                    <a:pt x="198" y="1246"/>
                    <a:pt x="198" y="1243"/>
                  </a:cubicBezTo>
                  <a:cubicBezTo>
                    <a:pt x="210" y="1232"/>
                    <a:pt x="218" y="1227"/>
                    <a:pt x="221" y="1221"/>
                  </a:cubicBezTo>
                  <a:cubicBezTo>
                    <a:pt x="275" y="1187"/>
                    <a:pt x="293" y="1174"/>
                    <a:pt x="310" y="1167"/>
                  </a:cubicBezTo>
                  <a:cubicBezTo>
                    <a:pt x="378" y="1137"/>
                    <a:pt x="377" y="1130"/>
                    <a:pt x="382" y="1132"/>
                  </a:cubicBezTo>
                  <a:cubicBezTo>
                    <a:pt x="433" y="1103"/>
                    <a:pt x="436" y="1100"/>
                    <a:pt x="437" y="1102"/>
                  </a:cubicBezTo>
                  <a:cubicBezTo>
                    <a:pt x="461" y="1086"/>
                    <a:pt x="465" y="1087"/>
                    <a:pt x="471" y="1080"/>
                  </a:cubicBezTo>
                  <a:cubicBezTo>
                    <a:pt x="502" y="1058"/>
                    <a:pt x="506" y="1058"/>
                    <a:pt x="511" y="1054"/>
                  </a:cubicBezTo>
                  <a:cubicBezTo>
                    <a:pt x="567" y="1001"/>
                    <a:pt x="569" y="996"/>
                    <a:pt x="573" y="991"/>
                  </a:cubicBezTo>
                  <a:cubicBezTo>
                    <a:pt x="512" y="1042"/>
                    <a:pt x="492" y="1060"/>
                    <a:pt x="472" y="1069"/>
                  </a:cubicBezTo>
                  <a:cubicBezTo>
                    <a:pt x="445" y="1085"/>
                    <a:pt x="440" y="1093"/>
                    <a:pt x="436" y="1090"/>
                  </a:cubicBezTo>
                  <a:cubicBezTo>
                    <a:pt x="383" y="1123"/>
                    <a:pt x="380" y="1120"/>
                    <a:pt x="375" y="1125"/>
                  </a:cubicBezTo>
                  <a:cubicBezTo>
                    <a:pt x="301" y="1163"/>
                    <a:pt x="285" y="1166"/>
                    <a:pt x="266" y="1181"/>
                  </a:cubicBezTo>
                  <a:cubicBezTo>
                    <a:pt x="238" y="1199"/>
                    <a:pt x="226" y="1210"/>
                    <a:pt x="218" y="1211"/>
                  </a:cubicBezTo>
                  <a:cubicBezTo>
                    <a:pt x="195" y="1226"/>
                    <a:pt x="199" y="1221"/>
                    <a:pt x="198" y="1216"/>
                  </a:cubicBezTo>
                  <a:cubicBezTo>
                    <a:pt x="230" y="1183"/>
                    <a:pt x="233" y="1182"/>
                    <a:pt x="238" y="1177"/>
                  </a:cubicBezTo>
                  <a:cubicBezTo>
                    <a:pt x="319" y="1129"/>
                    <a:pt x="328" y="1123"/>
                    <a:pt x="336" y="1121"/>
                  </a:cubicBezTo>
                  <a:cubicBezTo>
                    <a:pt x="493" y="1012"/>
                    <a:pt x="511" y="1000"/>
                    <a:pt x="526" y="986"/>
                  </a:cubicBezTo>
                  <a:cubicBezTo>
                    <a:pt x="552" y="958"/>
                    <a:pt x="551" y="956"/>
                    <a:pt x="554" y="954"/>
                  </a:cubicBezTo>
                  <a:cubicBezTo>
                    <a:pt x="522" y="977"/>
                    <a:pt x="521" y="987"/>
                    <a:pt x="507" y="995"/>
                  </a:cubicBezTo>
                  <a:cubicBezTo>
                    <a:pt x="490" y="1009"/>
                    <a:pt x="487" y="1013"/>
                    <a:pt x="482" y="1018"/>
                  </a:cubicBezTo>
                  <a:cubicBezTo>
                    <a:pt x="358" y="1100"/>
                    <a:pt x="341" y="1103"/>
                    <a:pt x="333" y="1113"/>
                  </a:cubicBezTo>
                  <a:cubicBezTo>
                    <a:pt x="251" y="1161"/>
                    <a:pt x="227" y="1171"/>
                    <a:pt x="214" y="1187"/>
                  </a:cubicBezTo>
                  <a:cubicBezTo>
                    <a:pt x="211" y="1186"/>
                    <a:pt x="210" y="1183"/>
                    <a:pt x="213" y="1180"/>
                  </a:cubicBezTo>
                  <a:cubicBezTo>
                    <a:pt x="242" y="1151"/>
                    <a:pt x="248" y="1147"/>
                    <a:pt x="259" y="1137"/>
                  </a:cubicBezTo>
                  <a:cubicBezTo>
                    <a:pt x="360" y="1078"/>
                    <a:pt x="373" y="1070"/>
                    <a:pt x="393" y="1055"/>
                  </a:cubicBezTo>
                  <a:cubicBezTo>
                    <a:pt x="452" y="1010"/>
                    <a:pt x="460" y="1010"/>
                    <a:pt x="463" y="1005"/>
                  </a:cubicBezTo>
                  <a:cubicBezTo>
                    <a:pt x="524" y="947"/>
                    <a:pt x="530" y="944"/>
                    <a:pt x="532" y="940"/>
                  </a:cubicBezTo>
                  <a:cubicBezTo>
                    <a:pt x="561" y="903"/>
                    <a:pt x="566" y="896"/>
                    <a:pt x="574" y="890"/>
                  </a:cubicBezTo>
                  <a:cubicBezTo>
                    <a:pt x="547" y="899"/>
                    <a:pt x="543" y="903"/>
                    <a:pt x="537" y="907"/>
                  </a:cubicBezTo>
                  <a:cubicBezTo>
                    <a:pt x="522" y="918"/>
                    <a:pt x="523" y="921"/>
                    <a:pt x="519" y="922"/>
                  </a:cubicBezTo>
                  <a:cubicBezTo>
                    <a:pt x="491" y="945"/>
                    <a:pt x="485" y="954"/>
                    <a:pt x="474" y="962"/>
                  </a:cubicBezTo>
                  <a:cubicBezTo>
                    <a:pt x="396" y="1023"/>
                    <a:pt x="387" y="1030"/>
                    <a:pt x="378" y="1037"/>
                  </a:cubicBezTo>
                  <a:cubicBezTo>
                    <a:pt x="323" y="1067"/>
                    <a:pt x="317" y="1067"/>
                    <a:pt x="311" y="1070"/>
                  </a:cubicBezTo>
                  <a:cubicBezTo>
                    <a:pt x="262" y="1102"/>
                    <a:pt x="259" y="1103"/>
                    <a:pt x="256" y="1103"/>
                  </a:cubicBezTo>
                  <a:cubicBezTo>
                    <a:pt x="244" y="1115"/>
                    <a:pt x="236" y="1116"/>
                    <a:pt x="239" y="1120"/>
                  </a:cubicBezTo>
                  <a:cubicBezTo>
                    <a:pt x="222" y="1136"/>
                    <a:pt x="217" y="1144"/>
                    <a:pt x="214" y="1140"/>
                  </a:cubicBezTo>
                  <a:cubicBezTo>
                    <a:pt x="260" y="1090"/>
                    <a:pt x="271" y="1086"/>
                    <a:pt x="296" y="1066"/>
                  </a:cubicBezTo>
                  <a:cubicBezTo>
                    <a:pt x="418" y="989"/>
                    <a:pt x="425" y="977"/>
                    <a:pt x="430" y="979"/>
                  </a:cubicBezTo>
                  <a:cubicBezTo>
                    <a:pt x="451" y="961"/>
                    <a:pt x="456" y="956"/>
                    <a:pt x="465" y="947"/>
                  </a:cubicBezTo>
                  <a:cubicBezTo>
                    <a:pt x="540" y="892"/>
                    <a:pt x="549" y="886"/>
                    <a:pt x="560" y="878"/>
                  </a:cubicBezTo>
                  <a:cubicBezTo>
                    <a:pt x="587" y="870"/>
                    <a:pt x="592" y="858"/>
                    <a:pt x="594" y="863"/>
                  </a:cubicBezTo>
                  <a:cubicBezTo>
                    <a:pt x="625" y="848"/>
                    <a:pt x="636" y="854"/>
                    <a:pt x="633" y="845"/>
                  </a:cubicBezTo>
                  <a:cubicBezTo>
                    <a:pt x="574" y="858"/>
                    <a:pt x="566" y="857"/>
                    <a:pt x="557" y="863"/>
                  </a:cubicBezTo>
                  <a:cubicBezTo>
                    <a:pt x="523" y="876"/>
                    <a:pt x="515" y="880"/>
                    <a:pt x="508" y="884"/>
                  </a:cubicBezTo>
                  <a:cubicBezTo>
                    <a:pt x="420" y="945"/>
                    <a:pt x="411" y="951"/>
                    <a:pt x="402" y="958"/>
                  </a:cubicBezTo>
                  <a:cubicBezTo>
                    <a:pt x="299" y="1027"/>
                    <a:pt x="297" y="1029"/>
                    <a:pt x="295" y="1030"/>
                  </a:cubicBezTo>
                  <a:cubicBezTo>
                    <a:pt x="255" y="1062"/>
                    <a:pt x="252" y="1067"/>
                    <a:pt x="244" y="1072"/>
                  </a:cubicBezTo>
                  <a:cubicBezTo>
                    <a:pt x="230" y="1081"/>
                    <a:pt x="230" y="1077"/>
                    <a:pt x="232" y="1073"/>
                  </a:cubicBezTo>
                  <a:cubicBezTo>
                    <a:pt x="251" y="1057"/>
                    <a:pt x="253" y="1055"/>
                    <a:pt x="257" y="1053"/>
                  </a:cubicBezTo>
                  <a:cubicBezTo>
                    <a:pt x="293" y="1015"/>
                    <a:pt x="296" y="1017"/>
                    <a:pt x="300" y="1014"/>
                  </a:cubicBezTo>
                  <a:cubicBezTo>
                    <a:pt x="333" y="985"/>
                    <a:pt x="335" y="986"/>
                    <a:pt x="336" y="986"/>
                  </a:cubicBezTo>
                  <a:cubicBezTo>
                    <a:pt x="380" y="950"/>
                    <a:pt x="404" y="938"/>
                    <a:pt x="433" y="916"/>
                  </a:cubicBezTo>
                  <a:cubicBezTo>
                    <a:pt x="492" y="885"/>
                    <a:pt x="501" y="881"/>
                    <a:pt x="511" y="874"/>
                  </a:cubicBezTo>
                  <a:cubicBezTo>
                    <a:pt x="540" y="857"/>
                    <a:pt x="552" y="855"/>
                    <a:pt x="561" y="848"/>
                  </a:cubicBezTo>
                  <a:cubicBezTo>
                    <a:pt x="574" y="833"/>
                    <a:pt x="569" y="837"/>
                    <a:pt x="565" y="840"/>
                  </a:cubicBezTo>
                  <a:cubicBezTo>
                    <a:pt x="512" y="866"/>
                    <a:pt x="509" y="864"/>
                    <a:pt x="505" y="869"/>
                  </a:cubicBezTo>
                  <a:cubicBezTo>
                    <a:pt x="416" y="917"/>
                    <a:pt x="406" y="926"/>
                    <a:pt x="373" y="944"/>
                  </a:cubicBezTo>
                  <a:cubicBezTo>
                    <a:pt x="332" y="978"/>
                    <a:pt x="317" y="986"/>
                    <a:pt x="306" y="995"/>
                  </a:cubicBezTo>
                  <a:cubicBezTo>
                    <a:pt x="253" y="1040"/>
                    <a:pt x="256" y="1048"/>
                    <a:pt x="251" y="1045"/>
                  </a:cubicBezTo>
                  <a:cubicBezTo>
                    <a:pt x="235" y="1052"/>
                    <a:pt x="237" y="1048"/>
                    <a:pt x="241" y="1044"/>
                  </a:cubicBezTo>
                  <a:cubicBezTo>
                    <a:pt x="310" y="977"/>
                    <a:pt x="362" y="934"/>
                    <a:pt x="419" y="899"/>
                  </a:cubicBezTo>
                  <a:cubicBezTo>
                    <a:pt x="482" y="869"/>
                    <a:pt x="481" y="865"/>
                    <a:pt x="487" y="864"/>
                  </a:cubicBezTo>
                  <a:cubicBezTo>
                    <a:pt x="513" y="858"/>
                    <a:pt x="519" y="848"/>
                    <a:pt x="522" y="852"/>
                  </a:cubicBezTo>
                  <a:cubicBezTo>
                    <a:pt x="583" y="826"/>
                    <a:pt x="598" y="821"/>
                    <a:pt x="613" y="815"/>
                  </a:cubicBezTo>
                  <a:cubicBezTo>
                    <a:pt x="578" y="820"/>
                    <a:pt x="572" y="828"/>
                    <a:pt x="567" y="826"/>
                  </a:cubicBezTo>
                  <a:cubicBezTo>
                    <a:pt x="541" y="835"/>
                    <a:pt x="538" y="835"/>
                    <a:pt x="536" y="837"/>
                  </a:cubicBezTo>
                  <a:cubicBezTo>
                    <a:pt x="509" y="843"/>
                    <a:pt x="505" y="850"/>
                    <a:pt x="502" y="851"/>
                  </a:cubicBezTo>
                  <a:cubicBezTo>
                    <a:pt x="480" y="859"/>
                    <a:pt x="474" y="860"/>
                    <a:pt x="468" y="866"/>
                  </a:cubicBezTo>
                  <a:cubicBezTo>
                    <a:pt x="423" y="890"/>
                    <a:pt x="421" y="886"/>
                    <a:pt x="417" y="890"/>
                  </a:cubicBezTo>
                  <a:cubicBezTo>
                    <a:pt x="390" y="907"/>
                    <a:pt x="385" y="911"/>
                    <a:pt x="380" y="914"/>
                  </a:cubicBezTo>
                  <a:cubicBezTo>
                    <a:pt x="361" y="927"/>
                    <a:pt x="350" y="937"/>
                    <a:pt x="335" y="947"/>
                  </a:cubicBezTo>
                  <a:cubicBezTo>
                    <a:pt x="277" y="996"/>
                    <a:pt x="275" y="1001"/>
                    <a:pt x="266" y="1004"/>
                  </a:cubicBezTo>
                  <a:cubicBezTo>
                    <a:pt x="252" y="1019"/>
                    <a:pt x="249" y="1014"/>
                    <a:pt x="250" y="1013"/>
                  </a:cubicBezTo>
                  <a:cubicBezTo>
                    <a:pt x="261" y="1003"/>
                    <a:pt x="262" y="1003"/>
                    <a:pt x="262" y="1002"/>
                  </a:cubicBezTo>
                  <a:cubicBezTo>
                    <a:pt x="283" y="983"/>
                    <a:pt x="288" y="972"/>
                    <a:pt x="297" y="962"/>
                  </a:cubicBezTo>
                  <a:cubicBezTo>
                    <a:pt x="358" y="911"/>
                    <a:pt x="362" y="915"/>
                    <a:pt x="367" y="909"/>
                  </a:cubicBezTo>
                  <a:cubicBezTo>
                    <a:pt x="396" y="889"/>
                    <a:pt x="399" y="896"/>
                    <a:pt x="403" y="891"/>
                  </a:cubicBezTo>
                  <a:cubicBezTo>
                    <a:pt x="418" y="884"/>
                    <a:pt x="423" y="872"/>
                    <a:pt x="425" y="877"/>
                  </a:cubicBezTo>
                  <a:cubicBezTo>
                    <a:pt x="466" y="855"/>
                    <a:pt x="478" y="855"/>
                    <a:pt x="492" y="844"/>
                  </a:cubicBezTo>
                  <a:cubicBezTo>
                    <a:pt x="573" y="801"/>
                    <a:pt x="571" y="802"/>
                    <a:pt x="578" y="796"/>
                  </a:cubicBezTo>
                  <a:cubicBezTo>
                    <a:pt x="604" y="774"/>
                    <a:pt x="612" y="772"/>
                    <a:pt x="609" y="769"/>
                  </a:cubicBezTo>
                  <a:cubicBezTo>
                    <a:pt x="526" y="821"/>
                    <a:pt x="519" y="826"/>
                    <a:pt x="513" y="829"/>
                  </a:cubicBezTo>
                  <a:cubicBezTo>
                    <a:pt x="463" y="847"/>
                    <a:pt x="455" y="856"/>
                    <a:pt x="450" y="854"/>
                  </a:cubicBezTo>
                  <a:cubicBezTo>
                    <a:pt x="390" y="884"/>
                    <a:pt x="378" y="893"/>
                    <a:pt x="368" y="897"/>
                  </a:cubicBezTo>
                  <a:cubicBezTo>
                    <a:pt x="338" y="920"/>
                    <a:pt x="335" y="923"/>
                    <a:pt x="332" y="925"/>
                  </a:cubicBezTo>
                  <a:cubicBezTo>
                    <a:pt x="316" y="936"/>
                    <a:pt x="308" y="942"/>
                    <a:pt x="301" y="947"/>
                  </a:cubicBezTo>
                  <a:cubicBezTo>
                    <a:pt x="265" y="982"/>
                    <a:pt x="261" y="986"/>
                    <a:pt x="258" y="990"/>
                  </a:cubicBezTo>
                  <a:cubicBezTo>
                    <a:pt x="267" y="967"/>
                    <a:pt x="265" y="971"/>
                    <a:pt x="270" y="972"/>
                  </a:cubicBezTo>
                  <a:cubicBezTo>
                    <a:pt x="317" y="926"/>
                    <a:pt x="316" y="922"/>
                    <a:pt x="337" y="912"/>
                  </a:cubicBezTo>
                  <a:cubicBezTo>
                    <a:pt x="446" y="842"/>
                    <a:pt x="455" y="842"/>
                    <a:pt x="463" y="838"/>
                  </a:cubicBezTo>
                  <a:cubicBezTo>
                    <a:pt x="475" y="832"/>
                    <a:pt x="476" y="831"/>
                    <a:pt x="477" y="830"/>
                  </a:cubicBezTo>
                  <a:cubicBezTo>
                    <a:pt x="595" y="755"/>
                    <a:pt x="608" y="750"/>
                    <a:pt x="608" y="743"/>
                  </a:cubicBezTo>
                  <a:cubicBezTo>
                    <a:pt x="591" y="754"/>
                    <a:pt x="593" y="752"/>
                    <a:pt x="587" y="758"/>
                  </a:cubicBezTo>
                  <a:cubicBezTo>
                    <a:pt x="552" y="781"/>
                    <a:pt x="553" y="785"/>
                    <a:pt x="549" y="783"/>
                  </a:cubicBezTo>
                  <a:cubicBezTo>
                    <a:pt x="516" y="799"/>
                    <a:pt x="510" y="807"/>
                    <a:pt x="506" y="809"/>
                  </a:cubicBezTo>
                  <a:cubicBezTo>
                    <a:pt x="432" y="848"/>
                    <a:pt x="425" y="843"/>
                    <a:pt x="423" y="847"/>
                  </a:cubicBezTo>
                  <a:cubicBezTo>
                    <a:pt x="403" y="861"/>
                    <a:pt x="400" y="858"/>
                    <a:pt x="396" y="861"/>
                  </a:cubicBezTo>
                  <a:cubicBezTo>
                    <a:pt x="290" y="934"/>
                    <a:pt x="289" y="937"/>
                    <a:pt x="284" y="940"/>
                  </a:cubicBezTo>
                  <a:cubicBezTo>
                    <a:pt x="283" y="932"/>
                    <a:pt x="287" y="928"/>
                    <a:pt x="289" y="924"/>
                  </a:cubicBezTo>
                  <a:cubicBezTo>
                    <a:pt x="318" y="903"/>
                    <a:pt x="325" y="895"/>
                    <a:pt x="335" y="888"/>
                  </a:cubicBezTo>
                  <a:cubicBezTo>
                    <a:pt x="381" y="857"/>
                    <a:pt x="388" y="853"/>
                    <a:pt x="394" y="848"/>
                  </a:cubicBezTo>
                  <a:cubicBezTo>
                    <a:pt x="445" y="830"/>
                    <a:pt x="450" y="818"/>
                    <a:pt x="452" y="823"/>
                  </a:cubicBezTo>
                  <a:cubicBezTo>
                    <a:pt x="472" y="813"/>
                    <a:pt x="472" y="811"/>
                    <a:pt x="474" y="812"/>
                  </a:cubicBezTo>
                  <a:cubicBezTo>
                    <a:pt x="492" y="804"/>
                    <a:pt x="496" y="802"/>
                    <a:pt x="499" y="799"/>
                  </a:cubicBezTo>
                  <a:cubicBezTo>
                    <a:pt x="522" y="787"/>
                    <a:pt x="529" y="784"/>
                    <a:pt x="536" y="782"/>
                  </a:cubicBezTo>
                  <a:cubicBezTo>
                    <a:pt x="594" y="740"/>
                    <a:pt x="604" y="733"/>
                    <a:pt x="613" y="727"/>
                  </a:cubicBezTo>
                  <a:cubicBezTo>
                    <a:pt x="629" y="708"/>
                    <a:pt x="626" y="710"/>
                    <a:pt x="623" y="712"/>
                  </a:cubicBezTo>
                  <a:cubicBezTo>
                    <a:pt x="614" y="719"/>
                    <a:pt x="612" y="720"/>
                    <a:pt x="611" y="720"/>
                  </a:cubicBezTo>
                  <a:cubicBezTo>
                    <a:pt x="602" y="727"/>
                    <a:pt x="602" y="731"/>
                    <a:pt x="598" y="733"/>
                  </a:cubicBezTo>
                  <a:cubicBezTo>
                    <a:pt x="578" y="747"/>
                    <a:pt x="571" y="752"/>
                    <a:pt x="564" y="757"/>
                  </a:cubicBezTo>
                  <a:cubicBezTo>
                    <a:pt x="528" y="774"/>
                    <a:pt x="524" y="782"/>
                    <a:pt x="521" y="779"/>
                  </a:cubicBezTo>
                  <a:cubicBezTo>
                    <a:pt x="466" y="806"/>
                    <a:pt x="462" y="809"/>
                    <a:pt x="459" y="809"/>
                  </a:cubicBezTo>
                  <a:cubicBezTo>
                    <a:pt x="423" y="827"/>
                    <a:pt x="420" y="825"/>
                    <a:pt x="416" y="827"/>
                  </a:cubicBezTo>
                  <a:cubicBezTo>
                    <a:pt x="347" y="870"/>
                    <a:pt x="336" y="878"/>
                    <a:pt x="325" y="885"/>
                  </a:cubicBezTo>
                  <a:cubicBezTo>
                    <a:pt x="302" y="902"/>
                    <a:pt x="299" y="905"/>
                    <a:pt x="297" y="904"/>
                  </a:cubicBezTo>
                  <a:cubicBezTo>
                    <a:pt x="342" y="859"/>
                    <a:pt x="352" y="856"/>
                    <a:pt x="352" y="851"/>
                  </a:cubicBezTo>
                  <a:cubicBezTo>
                    <a:pt x="384" y="833"/>
                    <a:pt x="390" y="829"/>
                    <a:pt x="403" y="820"/>
                  </a:cubicBezTo>
                  <a:cubicBezTo>
                    <a:pt x="434" y="799"/>
                    <a:pt x="448" y="797"/>
                    <a:pt x="456" y="791"/>
                  </a:cubicBezTo>
                  <a:cubicBezTo>
                    <a:pt x="491" y="772"/>
                    <a:pt x="498" y="776"/>
                    <a:pt x="509" y="765"/>
                  </a:cubicBezTo>
                  <a:cubicBezTo>
                    <a:pt x="550" y="750"/>
                    <a:pt x="561" y="743"/>
                    <a:pt x="571" y="740"/>
                  </a:cubicBezTo>
                  <a:cubicBezTo>
                    <a:pt x="650" y="685"/>
                    <a:pt x="651" y="680"/>
                    <a:pt x="658" y="677"/>
                  </a:cubicBezTo>
                  <a:cubicBezTo>
                    <a:pt x="663" y="670"/>
                    <a:pt x="651" y="676"/>
                    <a:pt x="643" y="686"/>
                  </a:cubicBezTo>
                  <a:cubicBezTo>
                    <a:pt x="557" y="738"/>
                    <a:pt x="549" y="738"/>
                    <a:pt x="541" y="745"/>
                  </a:cubicBezTo>
                  <a:cubicBezTo>
                    <a:pt x="457" y="783"/>
                    <a:pt x="447" y="787"/>
                    <a:pt x="438" y="789"/>
                  </a:cubicBezTo>
                  <a:cubicBezTo>
                    <a:pt x="417" y="807"/>
                    <a:pt x="409" y="804"/>
                    <a:pt x="401" y="811"/>
                  </a:cubicBezTo>
                  <a:cubicBezTo>
                    <a:pt x="339" y="851"/>
                    <a:pt x="338" y="856"/>
                    <a:pt x="329" y="860"/>
                  </a:cubicBezTo>
                  <a:cubicBezTo>
                    <a:pt x="311" y="871"/>
                    <a:pt x="311" y="863"/>
                    <a:pt x="308" y="866"/>
                  </a:cubicBezTo>
                  <a:cubicBezTo>
                    <a:pt x="324" y="849"/>
                    <a:pt x="327" y="851"/>
                    <a:pt x="327" y="847"/>
                  </a:cubicBezTo>
                  <a:cubicBezTo>
                    <a:pt x="429" y="785"/>
                    <a:pt x="430" y="783"/>
                    <a:pt x="438" y="779"/>
                  </a:cubicBezTo>
                  <a:cubicBezTo>
                    <a:pt x="489" y="753"/>
                    <a:pt x="491" y="753"/>
                    <a:pt x="494" y="751"/>
                  </a:cubicBezTo>
                  <a:cubicBezTo>
                    <a:pt x="546" y="730"/>
                    <a:pt x="551" y="722"/>
                    <a:pt x="554" y="725"/>
                  </a:cubicBezTo>
                  <a:cubicBezTo>
                    <a:pt x="553" y="723"/>
                    <a:pt x="551" y="717"/>
                    <a:pt x="547" y="723"/>
                  </a:cubicBezTo>
                  <a:cubicBezTo>
                    <a:pt x="515" y="736"/>
                    <a:pt x="513" y="732"/>
                    <a:pt x="509" y="735"/>
                  </a:cubicBezTo>
                  <a:cubicBezTo>
                    <a:pt x="487" y="740"/>
                    <a:pt x="482" y="748"/>
                    <a:pt x="479" y="745"/>
                  </a:cubicBezTo>
                  <a:cubicBezTo>
                    <a:pt x="397" y="793"/>
                    <a:pt x="390" y="796"/>
                    <a:pt x="382" y="800"/>
                  </a:cubicBezTo>
                  <a:cubicBezTo>
                    <a:pt x="344" y="825"/>
                    <a:pt x="339" y="829"/>
                    <a:pt x="334" y="833"/>
                  </a:cubicBezTo>
                  <a:cubicBezTo>
                    <a:pt x="346" y="804"/>
                    <a:pt x="361" y="789"/>
                    <a:pt x="375" y="781"/>
                  </a:cubicBezTo>
                  <a:cubicBezTo>
                    <a:pt x="397" y="767"/>
                    <a:pt x="400" y="765"/>
                    <a:pt x="404" y="763"/>
                  </a:cubicBezTo>
                  <a:cubicBezTo>
                    <a:pt x="478" y="727"/>
                    <a:pt x="484" y="727"/>
                    <a:pt x="492" y="721"/>
                  </a:cubicBezTo>
                  <a:cubicBezTo>
                    <a:pt x="514" y="719"/>
                    <a:pt x="521" y="711"/>
                    <a:pt x="527" y="713"/>
                  </a:cubicBezTo>
                  <a:cubicBezTo>
                    <a:pt x="573" y="696"/>
                    <a:pt x="580" y="692"/>
                    <a:pt x="587" y="689"/>
                  </a:cubicBezTo>
                  <a:cubicBezTo>
                    <a:pt x="627" y="664"/>
                    <a:pt x="637" y="667"/>
                    <a:pt x="634" y="660"/>
                  </a:cubicBezTo>
                  <a:cubicBezTo>
                    <a:pt x="534" y="701"/>
                    <a:pt x="528" y="701"/>
                    <a:pt x="521" y="705"/>
                  </a:cubicBezTo>
                  <a:cubicBezTo>
                    <a:pt x="490" y="707"/>
                    <a:pt x="495" y="713"/>
                    <a:pt x="501" y="707"/>
                  </a:cubicBezTo>
                  <a:cubicBezTo>
                    <a:pt x="543" y="697"/>
                    <a:pt x="550" y="686"/>
                    <a:pt x="556" y="687"/>
                  </a:cubicBezTo>
                  <a:cubicBezTo>
                    <a:pt x="578" y="682"/>
                    <a:pt x="584" y="677"/>
                    <a:pt x="590" y="677"/>
                  </a:cubicBezTo>
                  <a:cubicBezTo>
                    <a:pt x="643" y="648"/>
                    <a:pt x="657" y="643"/>
                    <a:pt x="673" y="629"/>
                  </a:cubicBezTo>
                  <a:cubicBezTo>
                    <a:pt x="647" y="645"/>
                    <a:pt x="643" y="645"/>
                    <a:pt x="641" y="645"/>
                  </a:cubicBezTo>
                  <a:cubicBezTo>
                    <a:pt x="611" y="659"/>
                    <a:pt x="604" y="666"/>
                    <a:pt x="597" y="667"/>
                  </a:cubicBezTo>
                  <a:cubicBezTo>
                    <a:pt x="556" y="675"/>
                    <a:pt x="551" y="687"/>
                    <a:pt x="549" y="682"/>
                  </a:cubicBezTo>
                  <a:cubicBezTo>
                    <a:pt x="516" y="695"/>
                    <a:pt x="514" y="691"/>
                    <a:pt x="510" y="696"/>
                  </a:cubicBezTo>
                  <a:cubicBezTo>
                    <a:pt x="487" y="704"/>
                    <a:pt x="483" y="706"/>
                    <a:pt x="480" y="705"/>
                  </a:cubicBezTo>
                  <a:cubicBezTo>
                    <a:pt x="454" y="716"/>
                    <a:pt x="446" y="720"/>
                    <a:pt x="441" y="723"/>
                  </a:cubicBezTo>
                  <a:cubicBezTo>
                    <a:pt x="430" y="731"/>
                    <a:pt x="427" y="727"/>
                    <a:pt x="423" y="731"/>
                  </a:cubicBezTo>
                  <a:cubicBezTo>
                    <a:pt x="386" y="755"/>
                    <a:pt x="382" y="753"/>
                    <a:pt x="377" y="757"/>
                  </a:cubicBezTo>
                  <a:cubicBezTo>
                    <a:pt x="347" y="769"/>
                    <a:pt x="358" y="764"/>
                    <a:pt x="366" y="758"/>
                  </a:cubicBezTo>
                  <a:cubicBezTo>
                    <a:pt x="409" y="728"/>
                    <a:pt x="417" y="725"/>
                    <a:pt x="425" y="718"/>
                  </a:cubicBezTo>
                  <a:cubicBezTo>
                    <a:pt x="571" y="656"/>
                    <a:pt x="601" y="640"/>
                    <a:pt x="630" y="626"/>
                  </a:cubicBezTo>
                  <a:cubicBezTo>
                    <a:pt x="661" y="605"/>
                    <a:pt x="663" y="601"/>
                    <a:pt x="664" y="599"/>
                  </a:cubicBezTo>
                  <a:cubicBezTo>
                    <a:pt x="642" y="607"/>
                    <a:pt x="637" y="615"/>
                    <a:pt x="632" y="617"/>
                  </a:cubicBezTo>
                  <a:cubicBezTo>
                    <a:pt x="575" y="644"/>
                    <a:pt x="557" y="653"/>
                    <a:pt x="540" y="659"/>
                  </a:cubicBezTo>
                  <a:cubicBezTo>
                    <a:pt x="479" y="687"/>
                    <a:pt x="471" y="684"/>
                    <a:pt x="462" y="691"/>
                  </a:cubicBezTo>
                  <a:cubicBezTo>
                    <a:pt x="418" y="713"/>
                    <a:pt x="415" y="715"/>
                    <a:pt x="412" y="717"/>
                  </a:cubicBezTo>
                  <a:cubicBezTo>
                    <a:pt x="381" y="734"/>
                    <a:pt x="377" y="737"/>
                    <a:pt x="373" y="740"/>
                  </a:cubicBezTo>
                  <a:cubicBezTo>
                    <a:pt x="385" y="720"/>
                    <a:pt x="404" y="707"/>
                    <a:pt x="421" y="696"/>
                  </a:cubicBezTo>
                  <a:cubicBezTo>
                    <a:pt x="473" y="672"/>
                    <a:pt x="478" y="677"/>
                    <a:pt x="484" y="670"/>
                  </a:cubicBezTo>
                  <a:cubicBezTo>
                    <a:pt x="519" y="657"/>
                    <a:pt x="524" y="659"/>
                    <a:pt x="529" y="654"/>
                  </a:cubicBezTo>
                  <a:cubicBezTo>
                    <a:pt x="603" y="622"/>
                    <a:pt x="611" y="619"/>
                    <a:pt x="619" y="615"/>
                  </a:cubicBezTo>
                  <a:cubicBezTo>
                    <a:pt x="667" y="570"/>
                    <a:pt x="677" y="568"/>
                    <a:pt x="675" y="564"/>
                  </a:cubicBezTo>
                  <a:cubicBezTo>
                    <a:pt x="719" y="542"/>
                    <a:pt x="725" y="539"/>
                    <a:pt x="730" y="537"/>
                  </a:cubicBezTo>
                  <a:cubicBezTo>
                    <a:pt x="742" y="527"/>
                    <a:pt x="737" y="530"/>
                    <a:pt x="732" y="533"/>
                  </a:cubicBezTo>
                  <a:cubicBezTo>
                    <a:pt x="706" y="538"/>
                    <a:pt x="703" y="542"/>
                    <a:pt x="700" y="544"/>
                  </a:cubicBezTo>
                  <a:cubicBezTo>
                    <a:pt x="637" y="575"/>
                    <a:pt x="629" y="578"/>
                    <a:pt x="622" y="585"/>
                  </a:cubicBezTo>
                  <a:cubicBezTo>
                    <a:pt x="557" y="616"/>
                    <a:pt x="550" y="611"/>
                    <a:pt x="543" y="615"/>
                  </a:cubicBezTo>
                  <a:cubicBezTo>
                    <a:pt x="514" y="623"/>
                    <a:pt x="507" y="625"/>
                    <a:pt x="499" y="630"/>
                  </a:cubicBezTo>
                  <a:cubicBezTo>
                    <a:pt x="469" y="641"/>
                    <a:pt x="463" y="637"/>
                    <a:pt x="455" y="644"/>
                  </a:cubicBezTo>
                  <a:cubicBezTo>
                    <a:pt x="432" y="653"/>
                    <a:pt x="426" y="659"/>
                    <a:pt x="422" y="658"/>
                  </a:cubicBezTo>
                  <a:cubicBezTo>
                    <a:pt x="410" y="660"/>
                    <a:pt x="410" y="653"/>
                    <a:pt x="416" y="648"/>
                  </a:cubicBezTo>
                  <a:cubicBezTo>
                    <a:pt x="439" y="640"/>
                    <a:pt x="445" y="628"/>
                    <a:pt x="447" y="633"/>
                  </a:cubicBezTo>
                  <a:cubicBezTo>
                    <a:pt x="502" y="611"/>
                    <a:pt x="513" y="606"/>
                    <a:pt x="523" y="605"/>
                  </a:cubicBezTo>
                  <a:cubicBezTo>
                    <a:pt x="597" y="583"/>
                    <a:pt x="606" y="581"/>
                    <a:pt x="615" y="576"/>
                  </a:cubicBezTo>
                  <a:cubicBezTo>
                    <a:pt x="655" y="561"/>
                    <a:pt x="660" y="548"/>
                    <a:pt x="663" y="553"/>
                  </a:cubicBezTo>
                  <a:cubicBezTo>
                    <a:pt x="715" y="530"/>
                    <a:pt x="721" y="528"/>
                    <a:pt x="727" y="527"/>
                  </a:cubicBezTo>
                  <a:cubicBezTo>
                    <a:pt x="736" y="512"/>
                    <a:pt x="727" y="524"/>
                    <a:pt x="720" y="520"/>
                  </a:cubicBezTo>
                  <a:cubicBezTo>
                    <a:pt x="677" y="533"/>
                    <a:pt x="673" y="536"/>
                    <a:pt x="668" y="537"/>
                  </a:cubicBezTo>
                  <a:cubicBezTo>
                    <a:pt x="603" y="571"/>
                    <a:pt x="600" y="575"/>
                    <a:pt x="598" y="573"/>
                  </a:cubicBezTo>
                  <a:cubicBezTo>
                    <a:pt x="555" y="592"/>
                    <a:pt x="552" y="588"/>
                    <a:pt x="549" y="589"/>
                  </a:cubicBezTo>
                  <a:cubicBezTo>
                    <a:pt x="507" y="600"/>
                    <a:pt x="504" y="601"/>
                    <a:pt x="501" y="601"/>
                  </a:cubicBezTo>
                  <a:cubicBezTo>
                    <a:pt x="462" y="618"/>
                    <a:pt x="456" y="620"/>
                    <a:pt x="449" y="622"/>
                  </a:cubicBezTo>
                  <a:cubicBezTo>
                    <a:pt x="427" y="627"/>
                    <a:pt x="429" y="624"/>
                    <a:pt x="432" y="622"/>
                  </a:cubicBezTo>
                  <a:cubicBezTo>
                    <a:pt x="464" y="601"/>
                    <a:pt x="476" y="596"/>
                    <a:pt x="488" y="594"/>
                  </a:cubicBezTo>
                  <a:cubicBezTo>
                    <a:pt x="519" y="583"/>
                    <a:pt x="522" y="582"/>
                    <a:pt x="525" y="584"/>
                  </a:cubicBezTo>
                  <a:cubicBezTo>
                    <a:pt x="550" y="574"/>
                    <a:pt x="557" y="572"/>
                    <a:pt x="563" y="571"/>
                  </a:cubicBezTo>
                  <a:cubicBezTo>
                    <a:pt x="588" y="560"/>
                    <a:pt x="594" y="562"/>
                    <a:pt x="600" y="559"/>
                  </a:cubicBezTo>
                  <a:cubicBezTo>
                    <a:pt x="645" y="537"/>
                    <a:pt x="651" y="541"/>
                    <a:pt x="657" y="535"/>
                  </a:cubicBezTo>
                  <a:cubicBezTo>
                    <a:pt x="670" y="528"/>
                    <a:pt x="672" y="530"/>
                    <a:pt x="671" y="528"/>
                  </a:cubicBezTo>
                  <a:cubicBezTo>
                    <a:pt x="707" y="510"/>
                    <a:pt x="711" y="502"/>
                    <a:pt x="714" y="502"/>
                  </a:cubicBezTo>
                  <a:cubicBezTo>
                    <a:pt x="729" y="486"/>
                    <a:pt x="743" y="485"/>
                    <a:pt x="736" y="481"/>
                  </a:cubicBezTo>
                  <a:cubicBezTo>
                    <a:pt x="686" y="515"/>
                    <a:pt x="684" y="515"/>
                    <a:pt x="682" y="515"/>
                  </a:cubicBezTo>
                  <a:cubicBezTo>
                    <a:pt x="660" y="525"/>
                    <a:pt x="654" y="529"/>
                    <a:pt x="648" y="532"/>
                  </a:cubicBezTo>
                  <a:cubicBezTo>
                    <a:pt x="622" y="542"/>
                    <a:pt x="616" y="542"/>
                    <a:pt x="609" y="548"/>
                  </a:cubicBezTo>
                  <a:cubicBezTo>
                    <a:pt x="569" y="562"/>
                    <a:pt x="566" y="558"/>
                    <a:pt x="563" y="561"/>
                  </a:cubicBezTo>
                  <a:cubicBezTo>
                    <a:pt x="541" y="567"/>
                    <a:pt x="537" y="572"/>
                    <a:pt x="535" y="570"/>
                  </a:cubicBezTo>
                  <a:cubicBezTo>
                    <a:pt x="474" y="591"/>
                    <a:pt x="469" y="587"/>
                    <a:pt x="462" y="592"/>
                  </a:cubicBezTo>
                  <a:cubicBezTo>
                    <a:pt x="459" y="582"/>
                    <a:pt x="465" y="573"/>
                    <a:pt x="468" y="576"/>
                  </a:cubicBezTo>
                  <a:cubicBezTo>
                    <a:pt x="497" y="562"/>
                    <a:pt x="501" y="567"/>
                    <a:pt x="506" y="564"/>
                  </a:cubicBezTo>
                  <a:cubicBezTo>
                    <a:pt x="546" y="554"/>
                    <a:pt x="550" y="555"/>
                    <a:pt x="555" y="550"/>
                  </a:cubicBezTo>
                  <a:cubicBezTo>
                    <a:pt x="621" y="530"/>
                    <a:pt x="639" y="521"/>
                    <a:pt x="656" y="514"/>
                  </a:cubicBezTo>
                  <a:cubicBezTo>
                    <a:pt x="724" y="468"/>
                    <a:pt x="727" y="472"/>
                    <a:pt x="731" y="467"/>
                  </a:cubicBezTo>
                  <a:cubicBezTo>
                    <a:pt x="698" y="479"/>
                    <a:pt x="675" y="497"/>
                    <a:pt x="653" y="506"/>
                  </a:cubicBezTo>
                  <a:cubicBezTo>
                    <a:pt x="569" y="540"/>
                    <a:pt x="564" y="539"/>
                    <a:pt x="557" y="543"/>
                  </a:cubicBezTo>
                  <a:cubicBezTo>
                    <a:pt x="520" y="547"/>
                    <a:pt x="515" y="554"/>
                    <a:pt x="512" y="552"/>
                  </a:cubicBezTo>
                  <a:cubicBezTo>
                    <a:pt x="473" y="562"/>
                    <a:pt x="469" y="568"/>
                    <a:pt x="466" y="563"/>
                  </a:cubicBezTo>
                  <a:cubicBezTo>
                    <a:pt x="498" y="545"/>
                    <a:pt x="497" y="541"/>
                    <a:pt x="502" y="539"/>
                  </a:cubicBezTo>
                  <a:cubicBezTo>
                    <a:pt x="563" y="520"/>
                    <a:pt x="573" y="516"/>
                    <a:pt x="581" y="519"/>
                  </a:cubicBezTo>
                  <a:cubicBezTo>
                    <a:pt x="612" y="506"/>
                    <a:pt x="616" y="505"/>
                    <a:pt x="619" y="506"/>
                  </a:cubicBezTo>
                  <a:cubicBezTo>
                    <a:pt x="736" y="443"/>
                    <a:pt x="752" y="427"/>
                    <a:pt x="767" y="422"/>
                  </a:cubicBezTo>
                  <a:cubicBezTo>
                    <a:pt x="792" y="398"/>
                    <a:pt x="801" y="398"/>
                    <a:pt x="799" y="388"/>
                  </a:cubicBezTo>
                  <a:cubicBezTo>
                    <a:pt x="779" y="406"/>
                    <a:pt x="773" y="410"/>
                    <a:pt x="771" y="411"/>
                  </a:cubicBezTo>
                  <a:cubicBezTo>
                    <a:pt x="764" y="417"/>
                    <a:pt x="760" y="419"/>
                    <a:pt x="757" y="421"/>
                  </a:cubicBezTo>
                  <a:cubicBezTo>
                    <a:pt x="698" y="461"/>
                    <a:pt x="694" y="459"/>
                    <a:pt x="692" y="461"/>
                  </a:cubicBezTo>
                  <a:cubicBezTo>
                    <a:pt x="645" y="481"/>
                    <a:pt x="642" y="485"/>
                    <a:pt x="639" y="487"/>
                  </a:cubicBezTo>
                  <a:cubicBezTo>
                    <a:pt x="607" y="499"/>
                    <a:pt x="602" y="499"/>
                    <a:pt x="597" y="503"/>
                  </a:cubicBezTo>
                  <a:cubicBezTo>
                    <a:pt x="580" y="505"/>
                    <a:pt x="572" y="510"/>
                    <a:pt x="564" y="509"/>
                  </a:cubicBezTo>
                  <a:cubicBezTo>
                    <a:pt x="507" y="529"/>
                    <a:pt x="504" y="529"/>
                    <a:pt x="501" y="530"/>
                  </a:cubicBezTo>
                  <a:cubicBezTo>
                    <a:pt x="511" y="516"/>
                    <a:pt x="516" y="516"/>
                    <a:pt x="521" y="510"/>
                  </a:cubicBezTo>
                  <a:cubicBezTo>
                    <a:pt x="560" y="498"/>
                    <a:pt x="569" y="498"/>
                    <a:pt x="580" y="493"/>
                  </a:cubicBezTo>
                  <a:cubicBezTo>
                    <a:pt x="646" y="472"/>
                    <a:pt x="652" y="467"/>
                    <a:pt x="658" y="468"/>
                  </a:cubicBezTo>
                  <a:cubicBezTo>
                    <a:pt x="762" y="408"/>
                    <a:pt x="771" y="401"/>
                    <a:pt x="780" y="395"/>
                  </a:cubicBezTo>
                  <a:cubicBezTo>
                    <a:pt x="794" y="385"/>
                    <a:pt x="799" y="381"/>
                    <a:pt x="804" y="378"/>
                  </a:cubicBezTo>
                  <a:cubicBezTo>
                    <a:pt x="816" y="362"/>
                    <a:pt x="807" y="368"/>
                    <a:pt x="799" y="374"/>
                  </a:cubicBezTo>
                  <a:cubicBezTo>
                    <a:pt x="785" y="381"/>
                    <a:pt x="780" y="387"/>
                    <a:pt x="777" y="392"/>
                  </a:cubicBezTo>
                  <a:cubicBezTo>
                    <a:pt x="741" y="412"/>
                    <a:pt x="732" y="416"/>
                    <a:pt x="722" y="424"/>
                  </a:cubicBezTo>
                  <a:cubicBezTo>
                    <a:pt x="700" y="442"/>
                    <a:pt x="692" y="439"/>
                    <a:pt x="689" y="441"/>
                  </a:cubicBezTo>
                  <a:cubicBezTo>
                    <a:pt x="614" y="471"/>
                    <a:pt x="613" y="473"/>
                    <a:pt x="607" y="476"/>
                  </a:cubicBezTo>
                  <a:cubicBezTo>
                    <a:pt x="566" y="485"/>
                    <a:pt x="556" y="494"/>
                    <a:pt x="549" y="491"/>
                  </a:cubicBezTo>
                  <a:cubicBezTo>
                    <a:pt x="513" y="502"/>
                    <a:pt x="508" y="511"/>
                    <a:pt x="505" y="508"/>
                  </a:cubicBezTo>
                  <a:cubicBezTo>
                    <a:pt x="524" y="490"/>
                    <a:pt x="526" y="487"/>
                    <a:pt x="528" y="486"/>
                  </a:cubicBezTo>
                  <a:cubicBezTo>
                    <a:pt x="546" y="478"/>
                    <a:pt x="555" y="473"/>
                    <a:pt x="564" y="467"/>
                  </a:cubicBezTo>
                  <a:cubicBezTo>
                    <a:pt x="585" y="466"/>
                    <a:pt x="592" y="460"/>
                    <a:pt x="598" y="460"/>
                  </a:cubicBezTo>
                  <a:cubicBezTo>
                    <a:pt x="650" y="440"/>
                    <a:pt x="653" y="444"/>
                    <a:pt x="657" y="440"/>
                  </a:cubicBezTo>
                  <a:cubicBezTo>
                    <a:pt x="729" y="408"/>
                    <a:pt x="743" y="399"/>
                    <a:pt x="758" y="389"/>
                  </a:cubicBezTo>
                  <a:cubicBezTo>
                    <a:pt x="794" y="357"/>
                    <a:pt x="790" y="359"/>
                    <a:pt x="778" y="369"/>
                  </a:cubicBezTo>
                  <a:cubicBezTo>
                    <a:pt x="742" y="393"/>
                    <a:pt x="737" y="396"/>
                    <a:pt x="732" y="400"/>
                  </a:cubicBezTo>
                  <a:cubicBezTo>
                    <a:pt x="693" y="417"/>
                    <a:pt x="690" y="418"/>
                    <a:pt x="687" y="420"/>
                  </a:cubicBezTo>
                  <a:cubicBezTo>
                    <a:pt x="629" y="438"/>
                    <a:pt x="622" y="447"/>
                    <a:pt x="618" y="443"/>
                  </a:cubicBezTo>
                  <a:cubicBezTo>
                    <a:pt x="587" y="455"/>
                    <a:pt x="575" y="459"/>
                    <a:pt x="564" y="457"/>
                  </a:cubicBezTo>
                  <a:cubicBezTo>
                    <a:pt x="544" y="467"/>
                    <a:pt x="539" y="470"/>
                    <a:pt x="534" y="470"/>
                  </a:cubicBezTo>
                  <a:cubicBezTo>
                    <a:pt x="590" y="434"/>
                    <a:pt x="594" y="439"/>
                    <a:pt x="599" y="435"/>
                  </a:cubicBezTo>
                  <a:cubicBezTo>
                    <a:pt x="658" y="416"/>
                    <a:pt x="669" y="411"/>
                    <a:pt x="679" y="409"/>
                  </a:cubicBezTo>
                  <a:cubicBezTo>
                    <a:pt x="766" y="359"/>
                    <a:pt x="770" y="356"/>
                    <a:pt x="786" y="346"/>
                  </a:cubicBezTo>
                  <a:cubicBezTo>
                    <a:pt x="788" y="337"/>
                    <a:pt x="773" y="348"/>
                    <a:pt x="758" y="359"/>
                  </a:cubicBezTo>
                  <a:cubicBezTo>
                    <a:pt x="666" y="405"/>
                    <a:pt x="659" y="405"/>
                    <a:pt x="650" y="410"/>
                  </a:cubicBezTo>
                  <a:cubicBezTo>
                    <a:pt x="579" y="427"/>
                    <a:pt x="571" y="435"/>
                    <a:pt x="566" y="429"/>
                  </a:cubicBezTo>
                  <a:cubicBezTo>
                    <a:pt x="586" y="418"/>
                    <a:pt x="591" y="422"/>
                    <a:pt x="597" y="419"/>
                  </a:cubicBezTo>
                  <a:cubicBezTo>
                    <a:pt x="623" y="411"/>
                    <a:pt x="627" y="405"/>
                    <a:pt x="629" y="408"/>
                  </a:cubicBezTo>
                  <a:cubicBezTo>
                    <a:pt x="674" y="391"/>
                    <a:pt x="674" y="383"/>
                    <a:pt x="679" y="385"/>
                  </a:cubicBezTo>
                  <a:cubicBezTo>
                    <a:pt x="709" y="372"/>
                    <a:pt x="714" y="369"/>
                    <a:pt x="719" y="365"/>
                  </a:cubicBezTo>
                  <a:cubicBezTo>
                    <a:pt x="790" y="326"/>
                    <a:pt x="800" y="319"/>
                    <a:pt x="808" y="316"/>
                  </a:cubicBezTo>
                  <a:cubicBezTo>
                    <a:pt x="851" y="294"/>
                    <a:pt x="848" y="291"/>
                    <a:pt x="852" y="289"/>
                  </a:cubicBezTo>
                  <a:cubicBezTo>
                    <a:pt x="847" y="287"/>
                    <a:pt x="848" y="290"/>
                    <a:pt x="845" y="292"/>
                  </a:cubicBezTo>
                  <a:cubicBezTo>
                    <a:pt x="796" y="312"/>
                    <a:pt x="785" y="320"/>
                    <a:pt x="775" y="325"/>
                  </a:cubicBezTo>
                  <a:cubicBezTo>
                    <a:pt x="686" y="371"/>
                    <a:pt x="681" y="378"/>
                    <a:pt x="677" y="376"/>
                  </a:cubicBezTo>
                  <a:cubicBezTo>
                    <a:pt x="647" y="386"/>
                    <a:pt x="644" y="390"/>
                    <a:pt x="642" y="391"/>
                  </a:cubicBezTo>
                  <a:cubicBezTo>
                    <a:pt x="602" y="407"/>
                    <a:pt x="598" y="406"/>
                    <a:pt x="593" y="409"/>
                  </a:cubicBezTo>
                  <a:cubicBezTo>
                    <a:pt x="585" y="406"/>
                    <a:pt x="586" y="411"/>
                    <a:pt x="589" y="407"/>
                  </a:cubicBezTo>
                  <a:cubicBezTo>
                    <a:pt x="637" y="379"/>
                    <a:pt x="661" y="368"/>
                    <a:pt x="684" y="361"/>
                  </a:cubicBezTo>
                  <a:cubicBezTo>
                    <a:pt x="714" y="348"/>
                    <a:pt x="717" y="344"/>
                    <a:pt x="720" y="343"/>
                  </a:cubicBezTo>
                  <a:cubicBezTo>
                    <a:pt x="761" y="318"/>
                    <a:pt x="780" y="313"/>
                    <a:pt x="794" y="303"/>
                  </a:cubicBezTo>
                  <a:cubicBezTo>
                    <a:pt x="837" y="288"/>
                    <a:pt x="847" y="283"/>
                    <a:pt x="845" y="279"/>
                  </a:cubicBezTo>
                  <a:cubicBezTo>
                    <a:pt x="748" y="324"/>
                    <a:pt x="743" y="322"/>
                    <a:pt x="738" y="327"/>
                  </a:cubicBezTo>
                  <a:cubicBezTo>
                    <a:pt x="712" y="340"/>
                    <a:pt x="702" y="341"/>
                    <a:pt x="692" y="348"/>
                  </a:cubicBezTo>
                  <a:cubicBezTo>
                    <a:pt x="671" y="360"/>
                    <a:pt x="667" y="355"/>
                    <a:pt x="661" y="360"/>
                  </a:cubicBezTo>
                  <a:cubicBezTo>
                    <a:pt x="628" y="371"/>
                    <a:pt x="625" y="375"/>
                    <a:pt x="623" y="373"/>
                  </a:cubicBezTo>
                  <a:cubicBezTo>
                    <a:pt x="602" y="380"/>
                    <a:pt x="603" y="375"/>
                    <a:pt x="608" y="379"/>
                  </a:cubicBezTo>
                  <a:cubicBezTo>
                    <a:pt x="635" y="363"/>
                    <a:pt x="640" y="358"/>
                    <a:pt x="645" y="355"/>
                  </a:cubicBezTo>
                  <a:cubicBezTo>
                    <a:pt x="690" y="337"/>
                    <a:pt x="695" y="339"/>
                    <a:pt x="702" y="336"/>
                  </a:cubicBezTo>
                  <a:cubicBezTo>
                    <a:pt x="778" y="299"/>
                    <a:pt x="789" y="291"/>
                    <a:pt x="800" y="284"/>
                  </a:cubicBezTo>
                  <a:cubicBezTo>
                    <a:pt x="823" y="265"/>
                    <a:pt x="817" y="270"/>
                    <a:pt x="810" y="275"/>
                  </a:cubicBezTo>
                  <a:cubicBezTo>
                    <a:pt x="745" y="308"/>
                    <a:pt x="744" y="312"/>
                    <a:pt x="735" y="317"/>
                  </a:cubicBezTo>
                  <a:cubicBezTo>
                    <a:pt x="706" y="325"/>
                    <a:pt x="698" y="329"/>
                    <a:pt x="692" y="328"/>
                  </a:cubicBezTo>
                  <a:cubicBezTo>
                    <a:pt x="631" y="353"/>
                    <a:pt x="625" y="359"/>
                    <a:pt x="621" y="355"/>
                  </a:cubicBezTo>
                  <a:cubicBezTo>
                    <a:pt x="645" y="341"/>
                    <a:pt x="649" y="339"/>
                    <a:pt x="654" y="336"/>
                  </a:cubicBezTo>
                  <a:cubicBezTo>
                    <a:pt x="697" y="321"/>
                    <a:pt x="705" y="316"/>
                    <a:pt x="713" y="313"/>
                  </a:cubicBezTo>
                  <a:cubicBezTo>
                    <a:pt x="745" y="297"/>
                    <a:pt x="753" y="295"/>
                    <a:pt x="761" y="291"/>
                  </a:cubicBezTo>
                  <a:cubicBezTo>
                    <a:pt x="803" y="262"/>
                    <a:pt x="807" y="264"/>
                    <a:pt x="806" y="261"/>
                  </a:cubicBezTo>
                  <a:cubicBezTo>
                    <a:pt x="839" y="233"/>
                    <a:pt x="843" y="230"/>
                    <a:pt x="847" y="226"/>
                  </a:cubicBezTo>
                  <a:cubicBezTo>
                    <a:pt x="796" y="261"/>
                    <a:pt x="788" y="266"/>
                    <a:pt x="779" y="272"/>
                  </a:cubicBezTo>
                  <a:cubicBezTo>
                    <a:pt x="668" y="319"/>
                    <a:pt x="661" y="325"/>
                    <a:pt x="655" y="325"/>
                  </a:cubicBezTo>
                  <a:cubicBezTo>
                    <a:pt x="643" y="332"/>
                    <a:pt x="643" y="326"/>
                    <a:pt x="646" y="322"/>
                  </a:cubicBezTo>
                  <a:cubicBezTo>
                    <a:pt x="668" y="316"/>
                    <a:pt x="674" y="313"/>
                    <a:pt x="679" y="313"/>
                  </a:cubicBezTo>
                  <a:cubicBezTo>
                    <a:pt x="789" y="253"/>
                    <a:pt x="800" y="245"/>
                    <a:pt x="811" y="238"/>
                  </a:cubicBezTo>
                  <a:cubicBezTo>
                    <a:pt x="830" y="217"/>
                    <a:pt x="839" y="215"/>
                    <a:pt x="836" y="212"/>
                  </a:cubicBezTo>
                  <a:cubicBezTo>
                    <a:pt x="826" y="221"/>
                    <a:pt x="818" y="219"/>
                    <a:pt x="815" y="227"/>
                  </a:cubicBezTo>
                  <a:cubicBezTo>
                    <a:pt x="759" y="262"/>
                    <a:pt x="739" y="275"/>
                    <a:pt x="719" y="284"/>
                  </a:cubicBezTo>
                  <a:cubicBezTo>
                    <a:pt x="673" y="305"/>
                    <a:pt x="671" y="306"/>
                    <a:pt x="668" y="306"/>
                  </a:cubicBezTo>
                  <a:cubicBezTo>
                    <a:pt x="711" y="282"/>
                    <a:pt x="719" y="273"/>
                    <a:pt x="727" y="271"/>
                  </a:cubicBezTo>
                  <a:cubicBezTo>
                    <a:pt x="797" y="226"/>
                    <a:pt x="805" y="220"/>
                    <a:pt x="813" y="214"/>
                  </a:cubicBezTo>
                  <a:cubicBezTo>
                    <a:pt x="850" y="175"/>
                    <a:pt x="861" y="172"/>
                    <a:pt x="859" y="168"/>
                  </a:cubicBezTo>
                  <a:close/>
                  <a:moveTo>
                    <a:pt x="743" y="232"/>
                  </a:moveTo>
                  <a:cubicBezTo>
                    <a:pt x="748" y="239"/>
                    <a:pt x="733" y="238"/>
                    <a:pt x="728" y="246"/>
                  </a:cubicBezTo>
                  <a:cubicBezTo>
                    <a:pt x="725" y="238"/>
                    <a:pt x="737" y="240"/>
                    <a:pt x="743" y="232"/>
                  </a:cubicBezTo>
                  <a:close/>
                  <a:moveTo>
                    <a:pt x="723" y="245"/>
                  </a:moveTo>
                  <a:cubicBezTo>
                    <a:pt x="723" y="251"/>
                    <a:pt x="713" y="252"/>
                    <a:pt x="710" y="254"/>
                  </a:cubicBezTo>
                  <a:cubicBezTo>
                    <a:pt x="709" y="248"/>
                    <a:pt x="719" y="247"/>
                    <a:pt x="723" y="245"/>
                  </a:cubicBezTo>
                  <a:close/>
                  <a:moveTo>
                    <a:pt x="265" y="659"/>
                  </a:moveTo>
                  <a:cubicBezTo>
                    <a:pt x="262" y="656"/>
                    <a:pt x="263" y="654"/>
                    <a:pt x="262" y="651"/>
                  </a:cubicBezTo>
                  <a:cubicBezTo>
                    <a:pt x="260" y="649"/>
                    <a:pt x="256" y="646"/>
                    <a:pt x="259" y="644"/>
                  </a:cubicBezTo>
                  <a:cubicBezTo>
                    <a:pt x="256" y="643"/>
                    <a:pt x="254" y="641"/>
                    <a:pt x="252" y="638"/>
                  </a:cubicBezTo>
                  <a:cubicBezTo>
                    <a:pt x="252" y="636"/>
                    <a:pt x="252" y="634"/>
                    <a:pt x="250" y="635"/>
                  </a:cubicBezTo>
                  <a:cubicBezTo>
                    <a:pt x="248" y="631"/>
                    <a:pt x="248" y="627"/>
                    <a:pt x="243" y="623"/>
                  </a:cubicBezTo>
                  <a:cubicBezTo>
                    <a:pt x="245" y="617"/>
                    <a:pt x="243" y="617"/>
                    <a:pt x="239" y="613"/>
                  </a:cubicBezTo>
                  <a:cubicBezTo>
                    <a:pt x="241" y="610"/>
                    <a:pt x="236" y="605"/>
                    <a:pt x="236" y="601"/>
                  </a:cubicBezTo>
                  <a:cubicBezTo>
                    <a:pt x="231" y="592"/>
                    <a:pt x="230" y="592"/>
                    <a:pt x="223" y="581"/>
                  </a:cubicBezTo>
                  <a:cubicBezTo>
                    <a:pt x="215" y="572"/>
                    <a:pt x="216" y="564"/>
                    <a:pt x="207" y="555"/>
                  </a:cubicBezTo>
                  <a:cubicBezTo>
                    <a:pt x="203" y="545"/>
                    <a:pt x="204" y="543"/>
                    <a:pt x="195" y="532"/>
                  </a:cubicBezTo>
                  <a:cubicBezTo>
                    <a:pt x="199" y="528"/>
                    <a:pt x="191" y="523"/>
                    <a:pt x="193" y="519"/>
                  </a:cubicBezTo>
                  <a:cubicBezTo>
                    <a:pt x="188" y="514"/>
                    <a:pt x="192" y="510"/>
                    <a:pt x="188" y="505"/>
                  </a:cubicBezTo>
                  <a:cubicBezTo>
                    <a:pt x="187" y="496"/>
                    <a:pt x="184" y="487"/>
                    <a:pt x="181" y="478"/>
                  </a:cubicBezTo>
                  <a:cubicBezTo>
                    <a:pt x="189" y="478"/>
                    <a:pt x="185" y="488"/>
                    <a:pt x="189" y="492"/>
                  </a:cubicBezTo>
                  <a:cubicBezTo>
                    <a:pt x="191" y="498"/>
                    <a:pt x="194" y="504"/>
                    <a:pt x="193" y="509"/>
                  </a:cubicBezTo>
                  <a:cubicBezTo>
                    <a:pt x="200" y="517"/>
                    <a:pt x="199" y="523"/>
                    <a:pt x="207" y="531"/>
                  </a:cubicBezTo>
                  <a:cubicBezTo>
                    <a:pt x="210" y="535"/>
                    <a:pt x="208" y="538"/>
                    <a:pt x="209" y="541"/>
                  </a:cubicBezTo>
                  <a:cubicBezTo>
                    <a:pt x="213" y="542"/>
                    <a:pt x="214" y="546"/>
                    <a:pt x="213" y="549"/>
                  </a:cubicBezTo>
                  <a:cubicBezTo>
                    <a:pt x="220" y="554"/>
                    <a:pt x="218" y="557"/>
                    <a:pt x="224" y="565"/>
                  </a:cubicBezTo>
                  <a:cubicBezTo>
                    <a:pt x="227" y="574"/>
                    <a:pt x="233" y="584"/>
                    <a:pt x="237" y="593"/>
                  </a:cubicBezTo>
                  <a:cubicBezTo>
                    <a:pt x="239" y="596"/>
                    <a:pt x="241" y="598"/>
                    <a:pt x="243" y="601"/>
                  </a:cubicBezTo>
                  <a:cubicBezTo>
                    <a:pt x="243" y="603"/>
                    <a:pt x="243" y="605"/>
                    <a:pt x="245" y="604"/>
                  </a:cubicBezTo>
                  <a:cubicBezTo>
                    <a:pt x="246" y="609"/>
                    <a:pt x="245" y="613"/>
                    <a:pt x="250" y="618"/>
                  </a:cubicBezTo>
                  <a:cubicBezTo>
                    <a:pt x="253" y="627"/>
                    <a:pt x="261" y="637"/>
                    <a:pt x="263" y="646"/>
                  </a:cubicBezTo>
                  <a:cubicBezTo>
                    <a:pt x="271" y="655"/>
                    <a:pt x="270" y="664"/>
                    <a:pt x="275" y="673"/>
                  </a:cubicBezTo>
                  <a:cubicBezTo>
                    <a:pt x="268" y="673"/>
                    <a:pt x="271" y="663"/>
                    <a:pt x="265" y="659"/>
                  </a:cubicBezTo>
                  <a:close/>
                  <a:moveTo>
                    <a:pt x="279" y="685"/>
                  </a:moveTo>
                  <a:cubicBezTo>
                    <a:pt x="279" y="692"/>
                    <a:pt x="278" y="682"/>
                    <a:pt x="274" y="679"/>
                  </a:cubicBezTo>
                  <a:cubicBezTo>
                    <a:pt x="273" y="676"/>
                    <a:pt x="276" y="678"/>
                    <a:pt x="277" y="679"/>
                  </a:cubicBezTo>
                  <a:cubicBezTo>
                    <a:pt x="278" y="681"/>
                    <a:pt x="279" y="683"/>
                    <a:pt x="281" y="684"/>
                  </a:cubicBezTo>
                  <a:cubicBezTo>
                    <a:pt x="280" y="685"/>
                    <a:pt x="280" y="685"/>
                    <a:pt x="279" y="685"/>
                  </a:cubicBezTo>
                  <a:close/>
                  <a:moveTo>
                    <a:pt x="166" y="634"/>
                  </a:moveTo>
                  <a:cubicBezTo>
                    <a:pt x="162" y="637"/>
                    <a:pt x="166" y="630"/>
                    <a:pt x="161" y="628"/>
                  </a:cubicBezTo>
                  <a:cubicBezTo>
                    <a:pt x="168" y="628"/>
                    <a:pt x="168" y="638"/>
                    <a:pt x="172" y="642"/>
                  </a:cubicBezTo>
                  <a:cubicBezTo>
                    <a:pt x="168" y="645"/>
                    <a:pt x="166" y="636"/>
                    <a:pt x="166" y="634"/>
                  </a:cubicBezTo>
                  <a:close/>
                  <a:moveTo>
                    <a:pt x="192" y="691"/>
                  </a:moveTo>
                  <a:cubicBezTo>
                    <a:pt x="192" y="690"/>
                    <a:pt x="191" y="690"/>
                    <a:pt x="190" y="691"/>
                  </a:cubicBezTo>
                  <a:cubicBezTo>
                    <a:pt x="187" y="685"/>
                    <a:pt x="184" y="679"/>
                    <a:pt x="184" y="673"/>
                  </a:cubicBezTo>
                  <a:cubicBezTo>
                    <a:pt x="190" y="669"/>
                    <a:pt x="184" y="681"/>
                    <a:pt x="189" y="677"/>
                  </a:cubicBezTo>
                  <a:cubicBezTo>
                    <a:pt x="189" y="682"/>
                    <a:pt x="193" y="688"/>
                    <a:pt x="194" y="693"/>
                  </a:cubicBezTo>
                  <a:cubicBezTo>
                    <a:pt x="195" y="695"/>
                    <a:pt x="196" y="696"/>
                    <a:pt x="197" y="698"/>
                  </a:cubicBezTo>
                  <a:cubicBezTo>
                    <a:pt x="200" y="705"/>
                    <a:pt x="188" y="693"/>
                    <a:pt x="192" y="691"/>
                  </a:cubicBezTo>
                  <a:close/>
                  <a:moveTo>
                    <a:pt x="259" y="828"/>
                  </a:moveTo>
                  <a:cubicBezTo>
                    <a:pt x="258" y="824"/>
                    <a:pt x="255" y="820"/>
                    <a:pt x="256" y="817"/>
                  </a:cubicBezTo>
                  <a:cubicBezTo>
                    <a:pt x="247" y="810"/>
                    <a:pt x="247" y="797"/>
                    <a:pt x="241" y="789"/>
                  </a:cubicBezTo>
                  <a:cubicBezTo>
                    <a:pt x="233" y="777"/>
                    <a:pt x="228" y="766"/>
                    <a:pt x="224" y="755"/>
                  </a:cubicBezTo>
                  <a:cubicBezTo>
                    <a:pt x="220" y="751"/>
                    <a:pt x="217" y="746"/>
                    <a:pt x="214" y="742"/>
                  </a:cubicBezTo>
                  <a:cubicBezTo>
                    <a:pt x="212" y="737"/>
                    <a:pt x="211" y="732"/>
                    <a:pt x="208" y="727"/>
                  </a:cubicBezTo>
                  <a:cubicBezTo>
                    <a:pt x="206" y="724"/>
                    <a:pt x="208" y="722"/>
                    <a:pt x="205" y="719"/>
                  </a:cubicBezTo>
                  <a:cubicBezTo>
                    <a:pt x="202" y="720"/>
                    <a:pt x="204" y="715"/>
                    <a:pt x="201" y="717"/>
                  </a:cubicBezTo>
                  <a:cubicBezTo>
                    <a:pt x="203" y="712"/>
                    <a:pt x="194" y="705"/>
                    <a:pt x="199" y="701"/>
                  </a:cubicBezTo>
                  <a:cubicBezTo>
                    <a:pt x="207" y="710"/>
                    <a:pt x="207" y="720"/>
                    <a:pt x="217" y="725"/>
                  </a:cubicBezTo>
                  <a:cubicBezTo>
                    <a:pt x="214" y="728"/>
                    <a:pt x="222" y="733"/>
                    <a:pt x="220" y="736"/>
                  </a:cubicBezTo>
                  <a:cubicBezTo>
                    <a:pt x="220" y="739"/>
                    <a:pt x="227" y="743"/>
                    <a:pt x="224" y="745"/>
                  </a:cubicBezTo>
                  <a:cubicBezTo>
                    <a:pt x="228" y="751"/>
                    <a:pt x="231" y="757"/>
                    <a:pt x="232" y="763"/>
                  </a:cubicBezTo>
                  <a:cubicBezTo>
                    <a:pt x="242" y="777"/>
                    <a:pt x="242" y="783"/>
                    <a:pt x="252" y="798"/>
                  </a:cubicBezTo>
                  <a:cubicBezTo>
                    <a:pt x="255" y="807"/>
                    <a:pt x="256" y="808"/>
                    <a:pt x="261" y="817"/>
                  </a:cubicBezTo>
                  <a:cubicBezTo>
                    <a:pt x="258" y="822"/>
                    <a:pt x="264" y="829"/>
                    <a:pt x="265" y="836"/>
                  </a:cubicBezTo>
                  <a:cubicBezTo>
                    <a:pt x="259" y="838"/>
                    <a:pt x="262" y="830"/>
                    <a:pt x="259" y="828"/>
                  </a:cubicBezTo>
                  <a:close/>
                  <a:moveTo>
                    <a:pt x="195" y="1053"/>
                  </a:moveTo>
                  <a:cubicBezTo>
                    <a:pt x="187" y="1053"/>
                    <a:pt x="194" y="1042"/>
                    <a:pt x="195" y="1053"/>
                  </a:cubicBezTo>
                  <a:close/>
                  <a:moveTo>
                    <a:pt x="139" y="1162"/>
                  </a:moveTo>
                  <a:cubicBezTo>
                    <a:pt x="139" y="1162"/>
                    <a:pt x="135" y="1161"/>
                    <a:pt x="135" y="1160"/>
                  </a:cubicBezTo>
                  <a:cubicBezTo>
                    <a:pt x="135" y="1160"/>
                    <a:pt x="137" y="1159"/>
                    <a:pt x="137" y="1159"/>
                  </a:cubicBezTo>
                  <a:cubicBezTo>
                    <a:pt x="135" y="1156"/>
                    <a:pt x="134" y="1152"/>
                    <a:pt x="136" y="1155"/>
                  </a:cubicBezTo>
                  <a:cubicBezTo>
                    <a:pt x="138" y="1157"/>
                    <a:pt x="136" y="1158"/>
                    <a:pt x="137" y="1159"/>
                  </a:cubicBezTo>
                  <a:cubicBezTo>
                    <a:pt x="137" y="1159"/>
                    <a:pt x="146" y="1164"/>
                    <a:pt x="139" y="1162"/>
                  </a:cubicBezTo>
                  <a:close/>
                  <a:moveTo>
                    <a:pt x="157" y="1194"/>
                  </a:moveTo>
                  <a:cubicBezTo>
                    <a:pt x="156" y="1188"/>
                    <a:pt x="151" y="1181"/>
                    <a:pt x="146" y="1175"/>
                  </a:cubicBezTo>
                  <a:cubicBezTo>
                    <a:pt x="148" y="1173"/>
                    <a:pt x="150" y="1179"/>
                    <a:pt x="153" y="1177"/>
                  </a:cubicBezTo>
                  <a:cubicBezTo>
                    <a:pt x="149" y="1182"/>
                    <a:pt x="165" y="1190"/>
                    <a:pt x="157" y="1194"/>
                  </a:cubicBezTo>
                  <a:close/>
                  <a:moveTo>
                    <a:pt x="160" y="1194"/>
                  </a:moveTo>
                  <a:cubicBezTo>
                    <a:pt x="165" y="1194"/>
                    <a:pt x="164" y="1204"/>
                    <a:pt x="167" y="1208"/>
                  </a:cubicBezTo>
                  <a:cubicBezTo>
                    <a:pt x="161" y="1208"/>
                    <a:pt x="161" y="1198"/>
                    <a:pt x="160" y="1194"/>
                  </a:cubicBezTo>
                  <a:close/>
                  <a:moveTo>
                    <a:pt x="120" y="1272"/>
                  </a:moveTo>
                  <a:cubicBezTo>
                    <a:pt x="122" y="1271"/>
                    <a:pt x="129" y="1274"/>
                    <a:pt x="125" y="1275"/>
                  </a:cubicBezTo>
                  <a:cubicBezTo>
                    <a:pt x="136" y="1289"/>
                    <a:pt x="127" y="1283"/>
                    <a:pt x="120" y="1272"/>
                  </a:cubicBezTo>
                  <a:close/>
                  <a:moveTo>
                    <a:pt x="25" y="1215"/>
                  </a:moveTo>
                  <a:cubicBezTo>
                    <a:pt x="26" y="1214"/>
                    <a:pt x="27" y="1214"/>
                    <a:pt x="28" y="1213"/>
                  </a:cubicBezTo>
                  <a:cubicBezTo>
                    <a:pt x="29" y="1214"/>
                    <a:pt x="31" y="1216"/>
                    <a:pt x="32" y="1218"/>
                  </a:cubicBezTo>
                  <a:cubicBezTo>
                    <a:pt x="31" y="1218"/>
                    <a:pt x="30" y="1219"/>
                    <a:pt x="29" y="1220"/>
                  </a:cubicBezTo>
                  <a:cubicBezTo>
                    <a:pt x="27" y="1218"/>
                    <a:pt x="26" y="1217"/>
                    <a:pt x="25" y="1215"/>
                  </a:cubicBezTo>
                  <a:close/>
                  <a:moveTo>
                    <a:pt x="121" y="1375"/>
                  </a:moveTo>
                  <a:cubicBezTo>
                    <a:pt x="117" y="1370"/>
                    <a:pt x="114" y="1365"/>
                    <a:pt x="110" y="1360"/>
                  </a:cubicBezTo>
                  <a:cubicBezTo>
                    <a:pt x="113" y="1358"/>
                    <a:pt x="116" y="1360"/>
                    <a:pt x="118" y="1364"/>
                  </a:cubicBezTo>
                  <a:cubicBezTo>
                    <a:pt x="122" y="1365"/>
                    <a:pt x="127" y="1372"/>
                    <a:pt x="121" y="1375"/>
                  </a:cubicBezTo>
                  <a:close/>
                  <a:moveTo>
                    <a:pt x="156" y="1400"/>
                  </a:moveTo>
                  <a:cubicBezTo>
                    <a:pt x="154" y="1401"/>
                    <a:pt x="156" y="1399"/>
                    <a:pt x="154" y="1397"/>
                  </a:cubicBezTo>
                  <a:cubicBezTo>
                    <a:pt x="129" y="1364"/>
                    <a:pt x="125" y="1355"/>
                    <a:pt x="120" y="1353"/>
                  </a:cubicBezTo>
                  <a:cubicBezTo>
                    <a:pt x="103" y="1335"/>
                    <a:pt x="105" y="1329"/>
                    <a:pt x="98" y="1330"/>
                  </a:cubicBezTo>
                  <a:cubicBezTo>
                    <a:pt x="80" y="1305"/>
                    <a:pt x="82" y="1304"/>
                    <a:pt x="82" y="1304"/>
                  </a:cubicBezTo>
                  <a:cubicBezTo>
                    <a:pt x="72" y="1293"/>
                    <a:pt x="73" y="1290"/>
                    <a:pt x="72" y="1290"/>
                  </a:cubicBezTo>
                  <a:cubicBezTo>
                    <a:pt x="60" y="1278"/>
                    <a:pt x="63" y="1277"/>
                    <a:pt x="61" y="1275"/>
                  </a:cubicBezTo>
                  <a:cubicBezTo>
                    <a:pt x="44" y="1247"/>
                    <a:pt x="37" y="1241"/>
                    <a:pt x="37" y="1236"/>
                  </a:cubicBezTo>
                  <a:cubicBezTo>
                    <a:pt x="33" y="1223"/>
                    <a:pt x="41" y="1230"/>
                    <a:pt x="45" y="1233"/>
                  </a:cubicBezTo>
                  <a:cubicBezTo>
                    <a:pt x="83" y="1280"/>
                    <a:pt x="94" y="1291"/>
                    <a:pt x="101" y="1303"/>
                  </a:cubicBezTo>
                  <a:cubicBezTo>
                    <a:pt x="106" y="1310"/>
                    <a:pt x="104" y="1311"/>
                    <a:pt x="105" y="1312"/>
                  </a:cubicBezTo>
                  <a:cubicBezTo>
                    <a:pt x="117" y="1329"/>
                    <a:pt x="118" y="1327"/>
                    <a:pt x="119" y="1329"/>
                  </a:cubicBezTo>
                  <a:cubicBezTo>
                    <a:pt x="159" y="1413"/>
                    <a:pt x="159" y="1403"/>
                    <a:pt x="156" y="1400"/>
                  </a:cubicBezTo>
                  <a:close/>
                  <a:moveTo>
                    <a:pt x="217" y="1325"/>
                  </a:moveTo>
                  <a:cubicBezTo>
                    <a:pt x="220" y="1327"/>
                    <a:pt x="210" y="1334"/>
                    <a:pt x="210" y="1328"/>
                  </a:cubicBezTo>
                  <a:cubicBezTo>
                    <a:pt x="212" y="1325"/>
                    <a:pt x="214" y="1327"/>
                    <a:pt x="217" y="1325"/>
                  </a:cubicBezTo>
                  <a:close/>
                  <a:moveTo>
                    <a:pt x="182" y="1218"/>
                  </a:moveTo>
                  <a:cubicBezTo>
                    <a:pt x="188" y="1216"/>
                    <a:pt x="184" y="1224"/>
                    <a:pt x="189" y="1227"/>
                  </a:cubicBezTo>
                  <a:cubicBezTo>
                    <a:pt x="183" y="1229"/>
                    <a:pt x="184" y="1220"/>
                    <a:pt x="182" y="1218"/>
                  </a:cubicBezTo>
                  <a:close/>
                  <a:moveTo>
                    <a:pt x="339" y="1330"/>
                  </a:moveTo>
                  <a:cubicBezTo>
                    <a:pt x="343" y="1334"/>
                    <a:pt x="348" y="1326"/>
                    <a:pt x="351" y="1333"/>
                  </a:cubicBezTo>
                  <a:cubicBezTo>
                    <a:pt x="345" y="1334"/>
                    <a:pt x="340" y="1333"/>
                    <a:pt x="334" y="1333"/>
                  </a:cubicBezTo>
                  <a:cubicBezTo>
                    <a:pt x="333" y="1331"/>
                    <a:pt x="337" y="1333"/>
                    <a:pt x="339" y="1330"/>
                  </a:cubicBezTo>
                  <a:close/>
                  <a:moveTo>
                    <a:pt x="334" y="1341"/>
                  </a:moveTo>
                  <a:cubicBezTo>
                    <a:pt x="336" y="1340"/>
                    <a:pt x="338" y="1342"/>
                    <a:pt x="340" y="1342"/>
                  </a:cubicBezTo>
                  <a:cubicBezTo>
                    <a:pt x="342" y="1341"/>
                    <a:pt x="344" y="1342"/>
                    <a:pt x="346" y="1340"/>
                  </a:cubicBezTo>
                  <a:cubicBezTo>
                    <a:pt x="357" y="1342"/>
                    <a:pt x="367" y="1347"/>
                    <a:pt x="379" y="1338"/>
                  </a:cubicBezTo>
                  <a:cubicBezTo>
                    <a:pt x="387" y="1341"/>
                    <a:pt x="395" y="1339"/>
                    <a:pt x="403" y="1338"/>
                  </a:cubicBezTo>
                  <a:cubicBezTo>
                    <a:pt x="406" y="1343"/>
                    <a:pt x="399" y="1338"/>
                    <a:pt x="397" y="1342"/>
                  </a:cubicBezTo>
                  <a:cubicBezTo>
                    <a:pt x="395" y="1339"/>
                    <a:pt x="391" y="1345"/>
                    <a:pt x="389" y="1341"/>
                  </a:cubicBezTo>
                  <a:cubicBezTo>
                    <a:pt x="383" y="1345"/>
                    <a:pt x="378" y="1341"/>
                    <a:pt x="372" y="1345"/>
                  </a:cubicBezTo>
                  <a:cubicBezTo>
                    <a:pt x="367" y="1342"/>
                    <a:pt x="362" y="1346"/>
                    <a:pt x="357" y="1344"/>
                  </a:cubicBezTo>
                  <a:cubicBezTo>
                    <a:pt x="352" y="1342"/>
                    <a:pt x="346" y="1348"/>
                    <a:pt x="341" y="1343"/>
                  </a:cubicBezTo>
                  <a:cubicBezTo>
                    <a:pt x="335" y="1345"/>
                    <a:pt x="329" y="1350"/>
                    <a:pt x="324" y="1343"/>
                  </a:cubicBezTo>
                  <a:cubicBezTo>
                    <a:pt x="328" y="1342"/>
                    <a:pt x="330" y="1346"/>
                    <a:pt x="334" y="1341"/>
                  </a:cubicBezTo>
                  <a:close/>
                  <a:moveTo>
                    <a:pt x="321" y="1343"/>
                  </a:moveTo>
                  <a:cubicBezTo>
                    <a:pt x="321" y="1351"/>
                    <a:pt x="310" y="1347"/>
                    <a:pt x="306" y="1349"/>
                  </a:cubicBezTo>
                  <a:cubicBezTo>
                    <a:pt x="300" y="1351"/>
                    <a:pt x="295" y="1352"/>
                    <a:pt x="290" y="1353"/>
                  </a:cubicBezTo>
                  <a:cubicBezTo>
                    <a:pt x="284" y="1355"/>
                    <a:pt x="278" y="1355"/>
                    <a:pt x="272" y="1359"/>
                  </a:cubicBezTo>
                  <a:cubicBezTo>
                    <a:pt x="267" y="1360"/>
                    <a:pt x="265" y="1364"/>
                    <a:pt x="258" y="1364"/>
                  </a:cubicBezTo>
                  <a:cubicBezTo>
                    <a:pt x="249" y="1371"/>
                    <a:pt x="241" y="1374"/>
                    <a:pt x="233" y="1377"/>
                  </a:cubicBezTo>
                  <a:cubicBezTo>
                    <a:pt x="216" y="1388"/>
                    <a:pt x="203" y="1400"/>
                    <a:pt x="192" y="1412"/>
                  </a:cubicBezTo>
                  <a:cubicBezTo>
                    <a:pt x="191" y="1414"/>
                    <a:pt x="190" y="1415"/>
                    <a:pt x="191" y="1417"/>
                  </a:cubicBezTo>
                  <a:cubicBezTo>
                    <a:pt x="188" y="1420"/>
                    <a:pt x="186" y="1418"/>
                    <a:pt x="188" y="1417"/>
                  </a:cubicBezTo>
                  <a:cubicBezTo>
                    <a:pt x="190" y="1412"/>
                    <a:pt x="191" y="1406"/>
                    <a:pt x="196" y="1401"/>
                  </a:cubicBezTo>
                  <a:cubicBezTo>
                    <a:pt x="197" y="1396"/>
                    <a:pt x="204" y="1391"/>
                    <a:pt x="205" y="1385"/>
                  </a:cubicBezTo>
                  <a:cubicBezTo>
                    <a:pt x="211" y="1384"/>
                    <a:pt x="216" y="1375"/>
                    <a:pt x="225" y="1370"/>
                  </a:cubicBezTo>
                  <a:cubicBezTo>
                    <a:pt x="235" y="1364"/>
                    <a:pt x="236" y="1365"/>
                    <a:pt x="246" y="1358"/>
                  </a:cubicBezTo>
                  <a:cubicBezTo>
                    <a:pt x="248" y="1361"/>
                    <a:pt x="252" y="1355"/>
                    <a:pt x="255" y="1356"/>
                  </a:cubicBezTo>
                  <a:cubicBezTo>
                    <a:pt x="258" y="1356"/>
                    <a:pt x="261" y="1355"/>
                    <a:pt x="264" y="1352"/>
                  </a:cubicBezTo>
                  <a:cubicBezTo>
                    <a:pt x="267" y="1356"/>
                    <a:pt x="272" y="1352"/>
                    <a:pt x="275" y="1354"/>
                  </a:cubicBezTo>
                  <a:cubicBezTo>
                    <a:pt x="291" y="1345"/>
                    <a:pt x="306" y="1348"/>
                    <a:pt x="321" y="1343"/>
                  </a:cubicBezTo>
                  <a:close/>
                  <a:moveTo>
                    <a:pt x="193" y="1379"/>
                  </a:moveTo>
                  <a:cubicBezTo>
                    <a:pt x="192" y="1377"/>
                    <a:pt x="196" y="1374"/>
                    <a:pt x="198" y="1376"/>
                  </a:cubicBezTo>
                  <a:cubicBezTo>
                    <a:pt x="198" y="1371"/>
                    <a:pt x="203" y="1367"/>
                    <a:pt x="205" y="1363"/>
                  </a:cubicBezTo>
                  <a:cubicBezTo>
                    <a:pt x="211" y="1359"/>
                    <a:pt x="216" y="1355"/>
                    <a:pt x="221" y="1351"/>
                  </a:cubicBezTo>
                  <a:cubicBezTo>
                    <a:pt x="230" y="1347"/>
                    <a:pt x="237" y="1348"/>
                    <a:pt x="246" y="1341"/>
                  </a:cubicBezTo>
                  <a:cubicBezTo>
                    <a:pt x="251" y="1345"/>
                    <a:pt x="256" y="1336"/>
                    <a:pt x="262" y="1339"/>
                  </a:cubicBezTo>
                  <a:cubicBezTo>
                    <a:pt x="267" y="1334"/>
                    <a:pt x="271" y="1340"/>
                    <a:pt x="277" y="1336"/>
                  </a:cubicBezTo>
                  <a:cubicBezTo>
                    <a:pt x="286" y="1336"/>
                    <a:pt x="296" y="1336"/>
                    <a:pt x="305" y="1335"/>
                  </a:cubicBezTo>
                  <a:cubicBezTo>
                    <a:pt x="306" y="1338"/>
                    <a:pt x="303" y="1337"/>
                    <a:pt x="301" y="1338"/>
                  </a:cubicBezTo>
                  <a:cubicBezTo>
                    <a:pt x="298" y="1342"/>
                    <a:pt x="296" y="1337"/>
                    <a:pt x="293" y="1338"/>
                  </a:cubicBezTo>
                  <a:cubicBezTo>
                    <a:pt x="291" y="1341"/>
                    <a:pt x="290" y="1339"/>
                    <a:pt x="287" y="1340"/>
                  </a:cubicBezTo>
                  <a:cubicBezTo>
                    <a:pt x="284" y="1339"/>
                    <a:pt x="280" y="1341"/>
                    <a:pt x="275" y="1344"/>
                  </a:cubicBezTo>
                  <a:cubicBezTo>
                    <a:pt x="268" y="1341"/>
                    <a:pt x="260" y="1348"/>
                    <a:pt x="252" y="1346"/>
                  </a:cubicBezTo>
                  <a:cubicBezTo>
                    <a:pt x="250" y="1348"/>
                    <a:pt x="248" y="1349"/>
                    <a:pt x="246" y="1348"/>
                  </a:cubicBezTo>
                  <a:cubicBezTo>
                    <a:pt x="236" y="1354"/>
                    <a:pt x="235" y="1357"/>
                    <a:pt x="226" y="1357"/>
                  </a:cubicBezTo>
                  <a:cubicBezTo>
                    <a:pt x="224" y="1364"/>
                    <a:pt x="216" y="1364"/>
                    <a:pt x="214" y="1368"/>
                  </a:cubicBezTo>
                  <a:cubicBezTo>
                    <a:pt x="207" y="1371"/>
                    <a:pt x="208" y="1375"/>
                    <a:pt x="200" y="1376"/>
                  </a:cubicBezTo>
                  <a:cubicBezTo>
                    <a:pt x="199" y="1380"/>
                    <a:pt x="194" y="1384"/>
                    <a:pt x="191" y="1387"/>
                  </a:cubicBezTo>
                  <a:cubicBezTo>
                    <a:pt x="188" y="1384"/>
                    <a:pt x="189" y="1381"/>
                    <a:pt x="193" y="1379"/>
                  </a:cubicBezTo>
                  <a:close/>
                  <a:moveTo>
                    <a:pt x="199" y="1139"/>
                  </a:moveTo>
                  <a:cubicBezTo>
                    <a:pt x="195" y="1136"/>
                    <a:pt x="199" y="1133"/>
                    <a:pt x="194" y="1130"/>
                  </a:cubicBezTo>
                  <a:cubicBezTo>
                    <a:pt x="196" y="1124"/>
                    <a:pt x="191" y="1118"/>
                    <a:pt x="192" y="1112"/>
                  </a:cubicBezTo>
                  <a:cubicBezTo>
                    <a:pt x="172" y="1082"/>
                    <a:pt x="156" y="1052"/>
                    <a:pt x="135" y="1027"/>
                  </a:cubicBezTo>
                  <a:cubicBezTo>
                    <a:pt x="131" y="1022"/>
                    <a:pt x="125" y="1019"/>
                    <a:pt x="121" y="1011"/>
                  </a:cubicBezTo>
                  <a:cubicBezTo>
                    <a:pt x="118" y="1006"/>
                    <a:pt x="120" y="1008"/>
                    <a:pt x="116" y="1004"/>
                  </a:cubicBezTo>
                  <a:cubicBezTo>
                    <a:pt x="114" y="1002"/>
                    <a:pt x="115" y="999"/>
                    <a:pt x="113" y="997"/>
                  </a:cubicBezTo>
                  <a:cubicBezTo>
                    <a:pt x="111" y="993"/>
                    <a:pt x="107" y="991"/>
                    <a:pt x="105" y="988"/>
                  </a:cubicBezTo>
                  <a:cubicBezTo>
                    <a:pt x="105" y="989"/>
                    <a:pt x="106" y="986"/>
                    <a:pt x="105" y="985"/>
                  </a:cubicBezTo>
                  <a:cubicBezTo>
                    <a:pt x="105" y="985"/>
                    <a:pt x="99" y="984"/>
                    <a:pt x="100" y="982"/>
                  </a:cubicBezTo>
                  <a:cubicBezTo>
                    <a:pt x="102" y="976"/>
                    <a:pt x="85" y="961"/>
                    <a:pt x="80" y="952"/>
                  </a:cubicBezTo>
                  <a:cubicBezTo>
                    <a:pt x="80" y="951"/>
                    <a:pt x="78" y="949"/>
                    <a:pt x="78" y="948"/>
                  </a:cubicBezTo>
                  <a:cubicBezTo>
                    <a:pt x="79" y="945"/>
                    <a:pt x="77" y="947"/>
                    <a:pt x="75" y="943"/>
                  </a:cubicBezTo>
                  <a:cubicBezTo>
                    <a:pt x="75" y="943"/>
                    <a:pt x="76" y="942"/>
                    <a:pt x="75" y="941"/>
                  </a:cubicBezTo>
                  <a:cubicBezTo>
                    <a:pt x="70" y="932"/>
                    <a:pt x="58" y="920"/>
                    <a:pt x="53" y="907"/>
                  </a:cubicBezTo>
                  <a:cubicBezTo>
                    <a:pt x="58" y="904"/>
                    <a:pt x="61" y="910"/>
                    <a:pt x="64" y="915"/>
                  </a:cubicBezTo>
                  <a:cubicBezTo>
                    <a:pt x="65" y="919"/>
                    <a:pt x="73" y="924"/>
                    <a:pt x="70" y="927"/>
                  </a:cubicBezTo>
                  <a:cubicBezTo>
                    <a:pt x="77" y="930"/>
                    <a:pt x="83" y="943"/>
                    <a:pt x="90" y="947"/>
                  </a:cubicBezTo>
                  <a:cubicBezTo>
                    <a:pt x="93" y="952"/>
                    <a:pt x="96" y="956"/>
                    <a:pt x="99" y="960"/>
                  </a:cubicBezTo>
                  <a:cubicBezTo>
                    <a:pt x="97" y="963"/>
                    <a:pt x="100" y="962"/>
                    <a:pt x="101" y="963"/>
                  </a:cubicBezTo>
                  <a:cubicBezTo>
                    <a:pt x="101" y="966"/>
                    <a:pt x="102" y="968"/>
                    <a:pt x="104" y="967"/>
                  </a:cubicBezTo>
                  <a:cubicBezTo>
                    <a:pt x="107" y="969"/>
                    <a:pt x="109" y="979"/>
                    <a:pt x="114" y="977"/>
                  </a:cubicBezTo>
                  <a:cubicBezTo>
                    <a:pt x="113" y="980"/>
                    <a:pt x="116" y="984"/>
                    <a:pt x="119" y="985"/>
                  </a:cubicBezTo>
                  <a:cubicBezTo>
                    <a:pt x="124" y="994"/>
                    <a:pt x="128" y="995"/>
                    <a:pt x="134" y="1006"/>
                  </a:cubicBezTo>
                  <a:cubicBezTo>
                    <a:pt x="140" y="1014"/>
                    <a:pt x="146" y="1022"/>
                    <a:pt x="152" y="1030"/>
                  </a:cubicBezTo>
                  <a:cubicBezTo>
                    <a:pt x="154" y="1034"/>
                    <a:pt x="156" y="1034"/>
                    <a:pt x="158" y="1035"/>
                  </a:cubicBezTo>
                  <a:cubicBezTo>
                    <a:pt x="159" y="1040"/>
                    <a:pt x="167" y="1051"/>
                    <a:pt x="174" y="1061"/>
                  </a:cubicBezTo>
                  <a:cubicBezTo>
                    <a:pt x="180" y="1075"/>
                    <a:pt x="188" y="1090"/>
                    <a:pt x="193" y="1104"/>
                  </a:cubicBezTo>
                  <a:cubicBezTo>
                    <a:pt x="196" y="1111"/>
                    <a:pt x="198" y="1118"/>
                    <a:pt x="198" y="1125"/>
                  </a:cubicBezTo>
                  <a:cubicBezTo>
                    <a:pt x="203" y="1132"/>
                    <a:pt x="203" y="1139"/>
                    <a:pt x="203" y="1145"/>
                  </a:cubicBezTo>
                  <a:cubicBezTo>
                    <a:pt x="199" y="1148"/>
                    <a:pt x="199" y="1140"/>
                    <a:pt x="199" y="1139"/>
                  </a:cubicBezTo>
                  <a:close/>
                  <a:moveTo>
                    <a:pt x="228" y="1142"/>
                  </a:moveTo>
                  <a:cubicBezTo>
                    <a:pt x="236" y="1134"/>
                    <a:pt x="246" y="1126"/>
                    <a:pt x="252" y="1118"/>
                  </a:cubicBezTo>
                  <a:cubicBezTo>
                    <a:pt x="300" y="1093"/>
                    <a:pt x="301" y="1085"/>
                    <a:pt x="309" y="1081"/>
                  </a:cubicBezTo>
                  <a:cubicBezTo>
                    <a:pt x="462" y="985"/>
                    <a:pt x="471" y="976"/>
                    <a:pt x="485" y="967"/>
                  </a:cubicBezTo>
                  <a:cubicBezTo>
                    <a:pt x="503" y="945"/>
                    <a:pt x="507" y="947"/>
                    <a:pt x="510" y="941"/>
                  </a:cubicBezTo>
                  <a:cubicBezTo>
                    <a:pt x="557" y="905"/>
                    <a:pt x="553" y="907"/>
                    <a:pt x="551" y="909"/>
                  </a:cubicBezTo>
                  <a:cubicBezTo>
                    <a:pt x="517" y="950"/>
                    <a:pt x="499" y="964"/>
                    <a:pt x="486" y="978"/>
                  </a:cubicBezTo>
                  <a:cubicBezTo>
                    <a:pt x="437" y="1016"/>
                    <a:pt x="427" y="1019"/>
                    <a:pt x="415" y="1030"/>
                  </a:cubicBezTo>
                  <a:cubicBezTo>
                    <a:pt x="412" y="1032"/>
                    <a:pt x="412" y="1035"/>
                    <a:pt x="411" y="1035"/>
                  </a:cubicBezTo>
                  <a:cubicBezTo>
                    <a:pt x="371" y="1063"/>
                    <a:pt x="358" y="1069"/>
                    <a:pt x="346" y="1077"/>
                  </a:cubicBezTo>
                  <a:cubicBezTo>
                    <a:pt x="251" y="1133"/>
                    <a:pt x="244" y="1138"/>
                    <a:pt x="238" y="1142"/>
                  </a:cubicBezTo>
                  <a:cubicBezTo>
                    <a:pt x="217" y="1159"/>
                    <a:pt x="213" y="1164"/>
                    <a:pt x="208" y="1169"/>
                  </a:cubicBezTo>
                  <a:close/>
                  <a:moveTo>
                    <a:pt x="223" y="1067"/>
                  </a:moveTo>
                  <a:cubicBezTo>
                    <a:pt x="223" y="1065"/>
                    <a:pt x="223" y="1063"/>
                    <a:pt x="221" y="1061"/>
                  </a:cubicBezTo>
                  <a:cubicBezTo>
                    <a:pt x="226" y="1059"/>
                    <a:pt x="229" y="1064"/>
                    <a:pt x="223" y="1067"/>
                  </a:cubicBezTo>
                  <a:close/>
                  <a:moveTo>
                    <a:pt x="232" y="1100"/>
                  </a:moveTo>
                  <a:cubicBezTo>
                    <a:pt x="230" y="1094"/>
                    <a:pt x="242" y="1090"/>
                    <a:pt x="243" y="1085"/>
                  </a:cubicBezTo>
                  <a:cubicBezTo>
                    <a:pt x="362" y="999"/>
                    <a:pt x="360" y="990"/>
                    <a:pt x="366" y="989"/>
                  </a:cubicBezTo>
                  <a:cubicBezTo>
                    <a:pt x="390" y="969"/>
                    <a:pt x="398" y="972"/>
                    <a:pt x="400" y="969"/>
                  </a:cubicBezTo>
                  <a:cubicBezTo>
                    <a:pt x="434" y="942"/>
                    <a:pt x="438" y="946"/>
                    <a:pt x="443" y="940"/>
                  </a:cubicBezTo>
                  <a:cubicBezTo>
                    <a:pt x="503" y="895"/>
                    <a:pt x="520" y="886"/>
                    <a:pt x="537" y="875"/>
                  </a:cubicBezTo>
                  <a:cubicBezTo>
                    <a:pt x="594" y="856"/>
                    <a:pt x="595" y="858"/>
                    <a:pt x="592" y="860"/>
                  </a:cubicBezTo>
                  <a:cubicBezTo>
                    <a:pt x="575" y="865"/>
                    <a:pt x="573" y="867"/>
                    <a:pt x="571" y="865"/>
                  </a:cubicBezTo>
                  <a:cubicBezTo>
                    <a:pt x="463" y="940"/>
                    <a:pt x="448" y="949"/>
                    <a:pt x="432" y="965"/>
                  </a:cubicBezTo>
                  <a:cubicBezTo>
                    <a:pt x="322" y="1042"/>
                    <a:pt x="316" y="1041"/>
                    <a:pt x="309" y="1047"/>
                  </a:cubicBezTo>
                  <a:cubicBezTo>
                    <a:pt x="287" y="1062"/>
                    <a:pt x="287" y="1060"/>
                    <a:pt x="285" y="1062"/>
                  </a:cubicBezTo>
                  <a:cubicBezTo>
                    <a:pt x="261" y="1080"/>
                    <a:pt x="257" y="1087"/>
                    <a:pt x="255" y="1084"/>
                  </a:cubicBezTo>
                  <a:close/>
                  <a:moveTo>
                    <a:pt x="231" y="1037"/>
                  </a:moveTo>
                  <a:cubicBezTo>
                    <a:pt x="230" y="1036"/>
                    <a:pt x="229" y="1035"/>
                    <a:pt x="228" y="1034"/>
                  </a:cubicBezTo>
                  <a:cubicBezTo>
                    <a:pt x="230" y="1033"/>
                    <a:pt x="231" y="1032"/>
                    <a:pt x="232" y="1032"/>
                  </a:cubicBezTo>
                  <a:cubicBezTo>
                    <a:pt x="232" y="1033"/>
                    <a:pt x="233" y="1034"/>
                    <a:pt x="234" y="1035"/>
                  </a:cubicBezTo>
                  <a:cubicBezTo>
                    <a:pt x="233" y="1036"/>
                    <a:pt x="232" y="1036"/>
                    <a:pt x="231" y="1037"/>
                  </a:cubicBezTo>
                  <a:close/>
                  <a:moveTo>
                    <a:pt x="269" y="855"/>
                  </a:moveTo>
                  <a:cubicBezTo>
                    <a:pt x="270" y="855"/>
                    <a:pt x="267" y="849"/>
                    <a:pt x="267" y="849"/>
                  </a:cubicBezTo>
                  <a:cubicBezTo>
                    <a:pt x="269" y="847"/>
                    <a:pt x="275" y="856"/>
                    <a:pt x="269" y="855"/>
                  </a:cubicBezTo>
                  <a:close/>
                  <a:moveTo>
                    <a:pt x="301" y="886"/>
                  </a:moveTo>
                  <a:cubicBezTo>
                    <a:pt x="298" y="882"/>
                    <a:pt x="298" y="880"/>
                    <a:pt x="302" y="877"/>
                  </a:cubicBezTo>
                  <a:cubicBezTo>
                    <a:pt x="305" y="881"/>
                    <a:pt x="305" y="884"/>
                    <a:pt x="301" y="886"/>
                  </a:cubicBezTo>
                  <a:close/>
                  <a:moveTo>
                    <a:pt x="301" y="817"/>
                  </a:moveTo>
                  <a:cubicBezTo>
                    <a:pt x="301" y="815"/>
                    <a:pt x="302" y="814"/>
                    <a:pt x="301" y="812"/>
                  </a:cubicBezTo>
                  <a:cubicBezTo>
                    <a:pt x="300" y="808"/>
                    <a:pt x="305" y="812"/>
                    <a:pt x="303" y="813"/>
                  </a:cubicBezTo>
                  <a:cubicBezTo>
                    <a:pt x="305" y="816"/>
                    <a:pt x="303" y="818"/>
                    <a:pt x="306" y="821"/>
                  </a:cubicBezTo>
                  <a:cubicBezTo>
                    <a:pt x="305" y="825"/>
                    <a:pt x="306" y="829"/>
                    <a:pt x="308" y="834"/>
                  </a:cubicBezTo>
                  <a:cubicBezTo>
                    <a:pt x="300" y="833"/>
                    <a:pt x="306" y="822"/>
                    <a:pt x="301" y="817"/>
                  </a:cubicBezTo>
                  <a:close/>
                  <a:moveTo>
                    <a:pt x="481" y="717"/>
                  </a:moveTo>
                  <a:cubicBezTo>
                    <a:pt x="482" y="721"/>
                    <a:pt x="472" y="722"/>
                    <a:pt x="468" y="723"/>
                  </a:cubicBezTo>
                  <a:cubicBezTo>
                    <a:pt x="467" y="719"/>
                    <a:pt x="478" y="718"/>
                    <a:pt x="481" y="717"/>
                  </a:cubicBezTo>
                  <a:close/>
                  <a:moveTo>
                    <a:pt x="463" y="722"/>
                  </a:moveTo>
                  <a:cubicBezTo>
                    <a:pt x="465" y="726"/>
                    <a:pt x="456" y="728"/>
                    <a:pt x="455" y="728"/>
                  </a:cubicBezTo>
                  <a:cubicBezTo>
                    <a:pt x="452" y="724"/>
                    <a:pt x="461" y="722"/>
                    <a:pt x="463" y="722"/>
                  </a:cubicBezTo>
                  <a:close/>
                  <a:moveTo>
                    <a:pt x="356" y="782"/>
                  </a:moveTo>
                  <a:cubicBezTo>
                    <a:pt x="358" y="781"/>
                    <a:pt x="359" y="780"/>
                    <a:pt x="361" y="778"/>
                  </a:cubicBezTo>
                  <a:cubicBezTo>
                    <a:pt x="368" y="777"/>
                    <a:pt x="358" y="783"/>
                    <a:pt x="356" y="785"/>
                  </a:cubicBezTo>
                  <a:cubicBezTo>
                    <a:pt x="353" y="786"/>
                    <a:pt x="354" y="783"/>
                    <a:pt x="356" y="782"/>
                  </a:cubicBezTo>
                  <a:close/>
                  <a:moveTo>
                    <a:pt x="393" y="618"/>
                  </a:moveTo>
                  <a:cubicBezTo>
                    <a:pt x="387" y="621"/>
                    <a:pt x="392" y="614"/>
                    <a:pt x="388" y="612"/>
                  </a:cubicBezTo>
                  <a:cubicBezTo>
                    <a:pt x="392" y="609"/>
                    <a:pt x="392" y="617"/>
                    <a:pt x="393" y="618"/>
                  </a:cubicBezTo>
                  <a:close/>
                  <a:moveTo>
                    <a:pt x="407" y="682"/>
                  </a:moveTo>
                  <a:cubicBezTo>
                    <a:pt x="410" y="678"/>
                    <a:pt x="412" y="674"/>
                    <a:pt x="418" y="671"/>
                  </a:cubicBezTo>
                  <a:cubicBezTo>
                    <a:pt x="450" y="660"/>
                    <a:pt x="454" y="654"/>
                    <a:pt x="457" y="653"/>
                  </a:cubicBezTo>
                  <a:cubicBezTo>
                    <a:pt x="483" y="644"/>
                    <a:pt x="490" y="641"/>
                    <a:pt x="496" y="639"/>
                  </a:cubicBezTo>
                  <a:cubicBezTo>
                    <a:pt x="536" y="628"/>
                    <a:pt x="539" y="625"/>
                    <a:pt x="543" y="625"/>
                  </a:cubicBezTo>
                  <a:cubicBezTo>
                    <a:pt x="574" y="618"/>
                    <a:pt x="580" y="613"/>
                    <a:pt x="586" y="614"/>
                  </a:cubicBezTo>
                  <a:cubicBezTo>
                    <a:pt x="673" y="563"/>
                    <a:pt x="672" y="564"/>
                    <a:pt x="671" y="565"/>
                  </a:cubicBezTo>
                  <a:cubicBezTo>
                    <a:pt x="622" y="601"/>
                    <a:pt x="616" y="610"/>
                    <a:pt x="597" y="618"/>
                  </a:cubicBezTo>
                  <a:cubicBezTo>
                    <a:pt x="544" y="639"/>
                    <a:pt x="541" y="643"/>
                    <a:pt x="537" y="644"/>
                  </a:cubicBezTo>
                  <a:cubicBezTo>
                    <a:pt x="519" y="649"/>
                    <a:pt x="512" y="654"/>
                    <a:pt x="505" y="655"/>
                  </a:cubicBezTo>
                  <a:cubicBezTo>
                    <a:pt x="445" y="679"/>
                    <a:pt x="427" y="685"/>
                    <a:pt x="408" y="693"/>
                  </a:cubicBezTo>
                  <a:cubicBezTo>
                    <a:pt x="383" y="709"/>
                    <a:pt x="384" y="706"/>
                    <a:pt x="383" y="704"/>
                  </a:cubicBezTo>
                  <a:cubicBezTo>
                    <a:pt x="397" y="688"/>
                    <a:pt x="401" y="686"/>
                    <a:pt x="403" y="684"/>
                  </a:cubicBezTo>
                  <a:close/>
                  <a:moveTo>
                    <a:pt x="532" y="454"/>
                  </a:moveTo>
                  <a:cubicBezTo>
                    <a:pt x="532" y="450"/>
                    <a:pt x="531" y="447"/>
                    <a:pt x="535" y="444"/>
                  </a:cubicBezTo>
                  <a:cubicBezTo>
                    <a:pt x="538" y="448"/>
                    <a:pt x="536" y="451"/>
                    <a:pt x="532" y="454"/>
                  </a:cubicBezTo>
                  <a:close/>
                  <a:moveTo>
                    <a:pt x="627" y="333"/>
                  </a:moveTo>
                  <a:cubicBezTo>
                    <a:pt x="626" y="331"/>
                    <a:pt x="628" y="329"/>
                    <a:pt x="627" y="326"/>
                  </a:cubicBezTo>
                  <a:cubicBezTo>
                    <a:pt x="631" y="324"/>
                    <a:pt x="631" y="332"/>
                    <a:pt x="627" y="333"/>
                  </a:cubicBezTo>
                  <a:close/>
                  <a:moveTo>
                    <a:pt x="722" y="53"/>
                  </a:moveTo>
                  <a:cubicBezTo>
                    <a:pt x="723" y="56"/>
                    <a:pt x="721" y="59"/>
                    <a:pt x="718" y="61"/>
                  </a:cubicBezTo>
                  <a:cubicBezTo>
                    <a:pt x="713" y="58"/>
                    <a:pt x="719" y="56"/>
                    <a:pt x="722" y="53"/>
                  </a:cubicBezTo>
                  <a:close/>
                  <a:moveTo>
                    <a:pt x="670" y="251"/>
                  </a:moveTo>
                  <a:cubicBezTo>
                    <a:pt x="668" y="255"/>
                    <a:pt x="668" y="260"/>
                    <a:pt x="668" y="264"/>
                  </a:cubicBezTo>
                  <a:cubicBezTo>
                    <a:pt x="664" y="281"/>
                    <a:pt x="657" y="284"/>
                    <a:pt x="658" y="289"/>
                  </a:cubicBezTo>
                  <a:cubicBezTo>
                    <a:pt x="652" y="296"/>
                    <a:pt x="652" y="292"/>
                    <a:pt x="653" y="288"/>
                  </a:cubicBezTo>
                  <a:cubicBezTo>
                    <a:pt x="661" y="245"/>
                    <a:pt x="661" y="237"/>
                    <a:pt x="665" y="230"/>
                  </a:cubicBezTo>
                  <a:cubicBezTo>
                    <a:pt x="666" y="215"/>
                    <a:pt x="662" y="210"/>
                    <a:pt x="666" y="207"/>
                  </a:cubicBezTo>
                  <a:cubicBezTo>
                    <a:pt x="670" y="171"/>
                    <a:pt x="675" y="168"/>
                    <a:pt x="674" y="164"/>
                  </a:cubicBezTo>
                  <a:cubicBezTo>
                    <a:pt x="679" y="136"/>
                    <a:pt x="684" y="129"/>
                    <a:pt x="685" y="122"/>
                  </a:cubicBezTo>
                  <a:cubicBezTo>
                    <a:pt x="704" y="89"/>
                    <a:pt x="704" y="75"/>
                    <a:pt x="716" y="63"/>
                  </a:cubicBezTo>
                  <a:cubicBezTo>
                    <a:pt x="709" y="86"/>
                    <a:pt x="708" y="91"/>
                    <a:pt x="704" y="96"/>
                  </a:cubicBezTo>
                  <a:cubicBezTo>
                    <a:pt x="684" y="166"/>
                    <a:pt x="687" y="171"/>
                    <a:pt x="684" y="174"/>
                  </a:cubicBezTo>
                  <a:cubicBezTo>
                    <a:pt x="678" y="204"/>
                    <a:pt x="677" y="208"/>
                    <a:pt x="678" y="213"/>
                  </a:cubicBezTo>
                  <a:cubicBezTo>
                    <a:pt x="672" y="242"/>
                    <a:pt x="669" y="246"/>
                    <a:pt x="670" y="251"/>
                  </a:cubicBezTo>
                  <a:close/>
                </a:path>
              </a:pathLst>
            </a:custGeom>
            <a:solidFill>
              <a:srgbClr val="d0cdbb">
                <a:alpha val="50000"/>
              </a:srgbClr>
            </a:solidFill>
            <a:ln w="0">
              <a:noFill/>
            </a:ln>
          </p:spPr>
          <p:style>
            <a:lnRef idx="0"/>
            <a:fillRef idx="0"/>
            <a:effectRef idx="0"/>
            <a:fontRef idx="minor"/>
          </p:style>
          <p:txBody>
            <a:bodyPr tIns="91440" bIns="91440" anchor="ctr">
              <a:noAutofit/>
            </a:bodyPr>
            <a:p>
              <a:pPr>
                <a:lnSpc>
                  <a:spcPct val="100000"/>
                </a:lnSpc>
                <a:tabLst>
                  <a:tab algn="l" pos="0"/>
                </a:tabLst>
              </a:pPr>
              <a:endParaRPr b="0" lang="en-US" sz="1400" spc="-1" strike="noStrike">
                <a:solidFill>
                  <a:srgbClr val="000000"/>
                </a:solidFill>
                <a:latin typeface="Arial"/>
                <a:ea typeface="Arial"/>
              </a:endParaRPr>
            </a:p>
          </p:txBody>
        </p:sp>
      </p:grpSp>
      <p:cxnSp>
        <p:nvCxnSpPr>
          <p:cNvPr id="76" name="Google Shape;59;p13"/>
          <p:cNvCxnSpPr/>
          <p:nvPr/>
        </p:nvCxnSpPr>
        <p:spPr>
          <a:xfrm>
            <a:off x="2199960" y="1631880"/>
            <a:ext cx="6578280" cy="360"/>
          </a:xfrm>
          <a:prstGeom prst="straightConnector1">
            <a:avLst/>
          </a:prstGeom>
          <a:ln w="38100">
            <a:solidFill>
              <a:srgbClr val="79a8a4"/>
            </a:solidFill>
            <a:round/>
          </a:ln>
        </p:spPr>
      </p:cxnSp>
      <p:cxnSp>
        <p:nvCxnSpPr>
          <p:cNvPr id="77" name="Google Shape;60;p13"/>
          <p:cNvCxnSpPr/>
          <p:nvPr/>
        </p:nvCxnSpPr>
        <p:spPr>
          <a:xfrm>
            <a:off x="2199960" y="1631880"/>
            <a:ext cx="6578280" cy="360"/>
          </a:xfrm>
          <a:prstGeom prst="straightConnector1">
            <a:avLst/>
          </a:prstGeom>
          <a:ln w="38100">
            <a:solidFill>
              <a:srgbClr val="79a8a4"/>
            </a:solidFill>
            <a:round/>
          </a:ln>
        </p:spPr>
      </p:cxnSp>
      <p:sp>
        <p:nvSpPr>
          <p:cNvPr id="78" name="Google Shape;93;p17"/>
          <p:cNvSpPr/>
          <p:nvPr/>
        </p:nvSpPr>
        <p:spPr>
          <a:xfrm>
            <a:off x="0" y="0"/>
            <a:ext cx="9149040" cy="5143320"/>
          </a:xfrm>
          <a:custGeom>
            <a:avLst/>
            <a:gdLst>
              <a:gd name="textAreaLeft" fmla="*/ 0 w 9149040"/>
              <a:gd name="textAreaRight" fmla="*/ 9149400 w 9149040"/>
              <a:gd name="textAreaTop" fmla="*/ 0 h 5143320"/>
              <a:gd name="textAreaBottom" fmla="*/ 5143680 h 5143320"/>
            </a:gdLst>
            <a:ahLst/>
            <a:rect l="textAreaLeft" t="textAreaTop" r="textAreaRight" b="textAreaBottom"/>
            <a:pathLst>
              <a:path w="2884" h="2161">
                <a:moveTo>
                  <a:pt x="80" y="1185"/>
                </a:moveTo>
                <a:cubicBezTo>
                  <a:pt x="85" y="1193"/>
                  <a:pt x="100" y="1190"/>
                  <a:pt x="106" y="1196"/>
                </a:cubicBezTo>
                <a:cubicBezTo>
                  <a:pt x="127" y="1200"/>
                  <a:pt x="141" y="1211"/>
                  <a:pt x="162" y="1215"/>
                </a:cubicBezTo>
                <a:cubicBezTo>
                  <a:pt x="166" y="1224"/>
                  <a:pt x="183" y="1219"/>
                  <a:pt x="188" y="1226"/>
                </a:cubicBezTo>
                <a:cubicBezTo>
                  <a:pt x="202" y="1225"/>
                  <a:pt x="212" y="1229"/>
                  <a:pt x="223" y="1231"/>
                </a:cubicBezTo>
                <a:cubicBezTo>
                  <a:pt x="242" y="1231"/>
                  <a:pt x="262" y="1230"/>
                  <a:pt x="281" y="1230"/>
                </a:cubicBezTo>
                <a:cubicBezTo>
                  <a:pt x="283" y="1225"/>
                  <a:pt x="295" y="1229"/>
                  <a:pt x="295" y="1223"/>
                </a:cubicBezTo>
                <a:cubicBezTo>
                  <a:pt x="267" y="1226"/>
                  <a:pt x="247" y="1221"/>
                  <a:pt x="220" y="1222"/>
                </a:cubicBezTo>
                <a:cubicBezTo>
                  <a:pt x="203" y="1220"/>
                  <a:pt x="191" y="1212"/>
                  <a:pt x="170" y="1212"/>
                </a:cubicBezTo>
                <a:cubicBezTo>
                  <a:pt x="166" y="1206"/>
                  <a:pt x="155" y="1207"/>
                  <a:pt x="150" y="1201"/>
                </a:cubicBezTo>
                <a:cubicBezTo>
                  <a:pt x="136" y="1204"/>
                  <a:pt x="137" y="1191"/>
                  <a:pt x="124" y="1193"/>
                </a:cubicBezTo>
                <a:cubicBezTo>
                  <a:pt x="119" y="1187"/>
                  <a:pt x="107" y="1189"/>
                  <a:pt x="103" y="1182"/>
                </a:cubicBezTo>
                <a:cubicBezTo>
                  <a:pt x="92" y="1182"/>
                  <a:pt x="85" y="1177"/>
                  <a:pt x="77" y="1174"/>
                </a:cubicBezTo>
                <a:cubicBezTo>
                  <a:pt x="63" y="1166"/>
                  <a:pt x="43" y="1164"/>
                  <a:pt x="30" y="1155"/>
                </a:cubicBezTo>
                <a:cubicBezTo>
                  <a:pt x="21" y="1154"/>
                  <a:pt x="17" y="1147"/>
                  <a:pt x="6" y="1147"/>
                </a:cubicBezTo>
                <a:cubicBezTo>
                  <a:pt x="5" y="1145"/>
                  <a:pt x="4" y="1144"/>
                  <a:pt x="2" y="1142"/>
                </a:cubicBezTo>
                <a:cubicBezTo>
                  <a:pt x="2" y="1154"/>
                  <a:pt x="2" y="1154"/>
                  <a:pt x="2" y="1154"/>
                </a:cubicBezTo>
                <a:cubicBezTo>
                  <a:pt x="16" y="1164"/>
                  <a:pt x="38" y="1166"/>
                  <a:pt x="51" y="1177"/>
                </a:cubicBezTo>
                <a:cubicBezTo>
                  <a:pt x="64" y="1176"/>
                  <a:pt x="66" y="1187"/>
                  <a:pt x="80" y="1185"/>
                </a:cubicBezTo>
                <a:close/>
                <a:moveTo>
                  <a:pt x="84" y="1223"/>
                </a:moveTo>
                <a:cubicBezTo>
                  <a:pt x="93" y="1227"/>
                  <a:pt x="105" y="1229"/>
                  <a:pt x="113" y="1234"/>
                </a:cubicBezTo>
                <a:cubicBezTo>
                  <a:pt x="114" y="1227"/>
                  <a:pt x="121" y="1237"/>
                  <a:pt x="125" y="1236"/>
                </a:cubicBezTo>
                <a:cubicBezTo>
                  <a:pt x="130" y="1238"/>
                  <a:pt x="137" y="1238"/>
                  <a:pt x="139" y="1242"/>
                </a:cubicBezTo>
                <a:cubicBezTo>
                  <a:pt x="144" y="1243"/>
                  <a:pt x="154" y="1238"/>
                  <a:pt x="154" y="1244"/>
                </a:cubicBezTo>
                <a:cubicBezTo>
                  <a:pt x="158" y="1246"/>
                  <a:pt x="169" y="1241"/>
                  <a:pt x="168" y="1247"/>
                </a:cubicBezTo>
                <a:cubicBezTo>
                  <a:pt x="173" y="1248"/>
                  <a:pt x="183" y="1243"/>
                  <a:pt x="183" y="1249"/>
                </a:cubicBezTo>
                <a:cubicBezTo>
                  <a:pt x="188" y="1251"/>
                  <a:pt x="200" y="1246"/>
                  <a:pt x="200" y="1252"/>
                </a:cubicBezTo>
                <a:cubicBezTo>
                  <a:pt x="214" y="1250"/>
                  <a:pt x="219" y="1257"/>
                  <a:pt x="232" y="1254"/>
                </a:cubicBezTo>
                <a:cubicBezTo>
                  <a:pt x="243" y="1256"/>
                  <a:pt x="255" y="1259"/>
                  <a:pt x="261" y="1250"/>
                </a:cubicBezTo>
                <a:cubicBezTo>
                  <a:pt x="215" y="1249"/>
                  <a:pt x="174" y="1241"/>
                  <a:pt x="136" y="1230"/>
                </a:cubicBezTo>
                <a:cubicBezTo>
                  <a:pt x="117" y="1225"/>
                  <a:pt x="97" y="1220"/>
                  <a:pt x="81" y="1211"/>
                </a:cubicBezTo>
                <a:cubicBezTo>
                  <a:pt x="62" y="1205"/>
                  <a:pt x="48" y="1194"/>
                  <a:pt x="25" y="1193"/>
                </a:cubicBezTo>
                <a:cubicBezTo>
                  <a:pt x="22" y="1187"/>
                  <a:pt x="14" y="1187"/>
                  <a:pt x="10" y="1181"/>
                </a:cubicBezTo>
                <a:cubicBezTo>
                  <a:pt x="7" y="1181"/>
                  <a:pt x="4" y="1182"/>
                  <a:pt x="2" y="1180"/>
                </a:cubicBezTo>
                <a:cubicBezTo>
                  <a:pt x="2" y="1191"/>
                  <a:pt x="2" y="1191"/>
                  <a:pt x="2" y="1191"/>
                </a:cubicBezTo>
                <a:cubicBezTo>
                  <a:pt x="9" y="1195"/>
                  <a:pt x="16" y="1199"/>
                  <a:pt x="22" y="1204"/>
                </a:cubicBezTo>
                <a:cubicBezTo>
                  <a:pt x="47" y="1206"/>
                  <a:pt x="66" y="1214"/>
                  <a:pt x="84" y="1223"/>
                </a:cubicBezTo>
                <a:close/>
                <a:moveTo>
                  <a:pt x="23" y="1132"/>
                </a:moveTo>
                <a:cubicBezTo>
                  <a:pt x="29" y="1136"/>
                  <a:pt x="39" y="1136"/>
                  <a:pt x="41" y="1143"/>
                </a:cubicBezTo>
                <a:cubicBezTo>
                  <a:pt x="56" y="1148"/>
                  <a:pt x="68" y="1157"/>
                  <a:pt x="82" y="1162"/>
                </a:cubicBezTo>
                <a:cubicBezTo>
                  <a:pt x="96" y="1168"/>
                  <a:pt x="109" y="1174"/>
                  <a:pt x="123" y="1179"/>
                </a:cubicBezTo>
                <a:cubicBezTo>
                  <a:pt x="130" y="1181"/>
                  <a:pt x="138" y="1183"/>
                  <a:pt x="147" y="1184"/>
                </a:cubicBezTo>
                <a:cubicBezTo>
                  <a:pt x="152" y="1185"/>
                  <a:pt x="165" y="1194"/>
                  <a:pt x="170" y="1186"/>
                </a:cubicBezTo>
                <a:cubicBezTo>
                  <a:pt x="159" y="1177"/>
                  <a:pt x="136" y="1182"/>
                  <a:pt x="129" y="1170"/>
                </a:cubicBezTo>
                <a:cubicBezTo>
                  <a:pt x="110" y="1170"/>
                  <a:pt x="103" y="1157"/>
                  <a:pt x="85" y="1156"/>
                </a:cubicBezTo>
                <a:cubicBezTo>
                  <a:pt x="76" y="1146"/>
                  <a:pt x="61" y="1141"/>
                  <a:pt x="50" y="1134"/>
                </a:cubicBezTo>
                <a:cubicBezTo>
                  <a:pt x="39" y="1125"/>
                  <a:pt x="22" y="1121"/>
                  <a:pt x="11" y="1112"/>
                </a:cubicBezTo>
                <a:cubicBezTo>
                  <a:pt x="8" y="1112"/>
                  <a:pt x="5" y="1110"/>
                  <a:pt x="2" y="1109"/>
                </a:cubicBezTo>
                <a:cubicBezTo>
                  <a:pt x="2" y="1123"/>
                  <a:pt x="2" y="1123"/>
                  <a:pt x="2" y="1123"/>
                </a:cubicBezTo>
                <a:cubicBezTo>
                  <a:pt x="2" y="1123"/>
                  <a:pt x="3" y="1123"/>
                  <a:pt x="3" y="1124"/>
                </a:cubicBezTo>
                <a:cubicBezTo>
                  <a:pt x="14" y="1122"/>
                  <a:pt x="17" y="1129"/>
                  <a:pt x="23" y="1132"/>
                </a:cubicBezTo>
                <a:close/>
                <a:moveTo>
                  <a:pt x="2" y="1589"/>
                </a:moveTo>
                <a:cubicBezTo>
                  <a:pt x="2" y="1601"/>
                  <a:pt x="2" y="1601"/>
                  <a:pt x="2" y="1601"/>
                </a:cubicBezTo>
                <a:cubicBezTo>
                  <a:pt x="3" y="1596"/>
                  <a:pt x="4" y="1592"/>
                  <a:pt x="5" y="1587"/>
                </a:cubicBezTo>
                <a:cubicBezTo>
                  <a:pt x="4" y="1588"/>
                  <a:pt x="3" y="1588"/>
                  <a:pt x="2" y="1589"/>
                </a:cubicBezTo>
                <a:close/>
                <a:moveTo>
                  <a:pt x="8" y="1094"/>
                </a:moveTo>
                <a:cubicBezTo>
                  <a:pt x="7" y="1103"/>
                  <a:pt x="24" y="1092"/>
                  <a:pt x="23" y="1100"/>
                </a:cubicBezTo>
                <a:cubicBezTo>
                  <a:pt x="30" y="1099"/>
                  <a:pt x="32" y="1104"/>
                  <a:pt x="37" y="1105"/>
                </a:cubicBezTo>
                <a:cubicBezTo>
                  <a:pt x="48" y="1107"/>
                  <a:pt x="54" y="1114"/>
                  <a:pt x="66" y="1113"/>
                </a:cubicBezTo>
                <a:cubicBezTo>
                  <a:pt x="73" y="1120"/>
                  <a:pt x="83" y="1124"/>
                  <a:pt x="93" y="1127"/>
                </a:cubicBezTo>
                <a:cubicBezTo>
                  <a:pt x="101" y="1133"/>
                  <a:pt x="117" y="1130"/>
                  <a:pt x="122" y="1138"/>
                </a:cubicBezTo>
                <a:cubicBezTo>
                  <a:pt x="135" y="1139"/>
                  <a:pt x="145" y="1141"/>
                  <a:pt x="151" y="1149"/>
                </a:cubicBezTo>
                <a:cubicBezTo>
                  <a:pt x="171" y="1149"/>
                  <a:pt x="185" y="1156"/>
                  <a:pt x="198" y="1156"/>
                </a:cubicBezTo>
                <a:cubicBezTo>
                  <a:pt x="215" y="1156"/>
                  <a:pt x="233" y="1155"/>
                  <a:pt x="250" y="1155"/>
                </a:cubicBezTo>
                <a:cubicBezTo>
                  <a:pt x="257" y="1153"/>
                  <a:pt x="263" y="1150"/>
                  <a:pt x="273" y="1151"/>
                </a:cubicBezTo>
                <a:cubicBezTo>
                  <a:pt x="276" y="1145"/>
                  <a:pt x="292" y="1152"/>
                  <a:pt x="293" y="1145"/>
                </a:cubicBezTo>
                <a:cubicBezTo>
                  <a:pt x="303" y="1146"/>
                  <a:pt x="306" y="1140"/>
                  <a:pt x="317" y="1142"/>
                </a:cubicBezTo>
                <a:cubicBezTo>
                  <a:pt x="319" y="1134"/>
                  <a:pt x="335" y="1141"/>
                  <a:pt x="334" y="1130"/>
                </a:cubicBezTo>
                <a:cubicBezTo>
                  <a:pt x="327" y="1123"/>
                  <a:pt x="324" y="1130"/>
                  <a:pt x="319" y="1133"/>
                </a:cubicBezTo>
                <a:cubicBezTo>
                  <a:pt x="309" y="1131"/>
                  <a:pt x="305" y="1137"/>
                  <a:pt x="299" y="1139"/>
                </a:cubicBezTo>
                <a:cubicBezTo>
                  <a:pt x="285" y="1141"/>
                  <a:pt x="270" y="1143"/>
                  <a:pt x="256" y="1146"/>
                </a:cubicBezTo>
                <a:cubicBezTo>
                  <a:pt x="236" y="1147"/>
                  <a:pt x="217" y="1147"/>
                  <a:pt x="198" y="1148"/>
                </a:cubicBezTo>
                <a:cubicBezTo>
                  <a:pt x="194" y="1144"/>
                  <a:pt x="188" y="1145"/>
                  <a:pt x="180" y="1145"/>
                </a:cubicBezTo>
                <a:cubicBezTo>
                  <a:pt x="180" y="1140"/>
                  <a:pt x="170" y="1144"/>
                  <a:pt x="169" y="1140"/>
                </a:cubicBezTo>
                <a:cubicBezTo>
                  <a:pt x="167" y="1135"/>
                  <a:pt x="155" y="1140"/>
                  <a:pt x="154" y="1134"/>
                </a:cubicBezTo>
                <a:cubicBezTo>
                  <a:pt x="141" y="1134"/>
                  <a:pt x="134" y="1127"/>
                  <a:pt x="122" y="1126"/>
                </a:cubicBezTo>
                <a:cubicBezTo>
                  <a:pt x="107" y="1114"/>
                  <a:pt x="78" y="1117"/>
                  <a:pt x="66" y="1102"/>
                </a:cubicBezTo>
                <a:cubicBezTo>
                  <a:pt x="52" y="1104"/>
                  <a:pt x="50" y="1093"/>
                  <a:pt x="37" y="1094"/>
                </a:cubicBezTo>
                <a:cubicBezTo>
                  <a:pt x="30" y="1088"/>
                  <a:pt x="17" y="1087"/>
                  <a:pt x="8" y="1083"/>
                </a:cubicBezTo>
                <a:cubicBezTo>
                  <a:pt x="6" y="1082"/>
                  <a:pt x="4" y="1080"/>
                  <a:pt x="2" y="1079"/>
                </a:cubicBezTo>
                <a:cubicBezTo>
                  <a:pt x="2" y="1093"/>
                  <a:pt x="2" y="1093"/>
                  <a:pt x="2" y="1093"/>
                </a:cubicBezTo>
                <a:cubicBezTo>
                  <a:pt x="4" y="1094"/>
                  <a:pt x="5" y="1095"/>
                  <a:pt x="8" y="1094"/>
                </a:cubicBezTo>
                <a:close/>
                <a:moveTo>
                  <a:pt x="33" y="1285"/>
                </a:moveTo>
                <a:cubicBezTo>
                  <a:pt x="39" y="1287"/>
                  <a:pt x="44" y="1290"/>
                  <a:pt x="51" y="1291"/>
                </a:cubicBezTo>
                <a:cubicBezTo>
                  <a:pt x="60" y="1289"/>
                  <a:pt x="57" y="1299"/>
                  <a:pt x="68" y="1296"/>
                </a:cubicBezTo>
                <a:cubicBezTo>
                  <a:pt x="69" y="1303"/>
                  <a:pt x="81" y="1298"/>
                  <a:pt x="83" y="1304"/>
                </a:cubicBezTo>
                <a:cubicBezTo>
                  <a:pt x="100" y="1303"/>
                  <a:pt x="111" y="1308"/>
                  <a:pt x="127" y="1309"/>
                </a:cubicBezTo>
                <a:cubicBezTo>
                  <a:pt x="138" y="1309"/>
                  <a:pt x="150" y="1308"/>
                  <a:pt x="161" y="1308"/>
                </a:cubicBezTo>
                <a:cubicBezTo>
                  <a:pt x="168" y="1309"/>
                  <a:pt x="167" y="1303"/>
                  <a:pt x="176" y="1305"/>
                </a:cubicBezTo>
                <a:cubicBezTo>
                  <a:pt x="181" y="1304"/>
                  <a:pt x="190" y="1307"/>
                  <a:pt x="187" y="1299"/>
                </a:cubicBezTo>
                <a:cubicBezTo>
                  <a:pt x="156" y="1304"/>
                  <a:pt x="122" y="1300"/>
                  <a:pt x="86" y="1295"/>
                </a:cubicBezTo>
                <a:cubicBezTo>
                  <a:pt x="81" y="1291"/>
                  <a:pt x="72" y="1290"/>
                  <a:pt x="68" y="1284"/>
                </a:cubicBezTo>
                <a:cubicBezTo>
                  <a:pt x="56" y="1287"/>
                  <a:pt x="54" y="1279"/>
                  <a:pt x="45" y="1279"/>
                </a:cubicBezTo>
                <a:cubicBezTo>
                  <a:pt x="41" y="1273"/>
                  <a:pt x="32" y="1273"/>
                  <a:pt x="24" y="1271"/>
                </a:cubicBezTo>
                <a:cubicBezTo>
                  <a:pt x="18" y="1268"/>
                  <a:pt x="13" y="1263"/>
                  <a:pt x="6" y="1260"/>
                </a:cubicBezTo>
                <a:cubicBezTo>
                  <a:pt x="5" y="1260"/>
                  <a:pt x="3" y="1260"/>
                  <a:pt x="2" y="1259"/>
                </a:cubicBezTo>
                <a:cubicBezTo>
                  <a:pt x="2" y="1272"/>
                  <a:pt x="2" y="1272"/>
                  <a:pt x="2" y="1272"/>
                </a:cubicBezTo>
                <a:cubicBezTo>
                  <a:pt x="7" y="1274"/>
                  <a:pt x="12" y="1276"/>
                  <a:pt x="18" y="1277"/>
                </a:cubicBezTo>
                <a:cubicBezTo>
                  <a:pt x="20" y="1283"/>
                  <a:pt x="32" y="1278"/>
                  <a:pt x="33" y="1285"/>
                </a:cubicBezTo>
                <a:close/>
                <a:moveTo>
                  <a:pt x="28" y="1439"/>
                </a:moveTo>
                <a:cubicBezTo>
                  <a:pt x="29" y="1442"/>
                  <a:pt x="33" y="1446"/>
                  <a:pt x="34" y="1442"/>
                </a:cubicBezTo>
                <a:cubicBezTo>
                  <a:pt x="29" y="1435"/>
                  <a:pt x="19" y="1432"/>
                  <a:pt x="11" y="1428"/>
                </a:cubicBezTo>
                <a:cubicBezTo>
                  <a:pt x="8" y="1426"/>
                  <a:pt x="5" y="1424"/>
                  <a:pt x="2" y="1423"/>
                </a:cubicBezTo>
                <a:cubicBezTo>
                  <a:pt x="2" y="1430"/>
                  <a:pt x="2" y="1430"/>
                  <a:pt x="2" y="1430"/>
                </a:cubicBezTo>
                <a:cubicBezTo>
                  <a:pt x="6" y="1433"/>
                  <a:pt x="9" y="1437"/>
                  <a:pt x="17" y="1436"/>
                </a:cubicBezTo>
                <a:cubicBezTo>
                  <a:pt x="21" y="1437"/>
                  <a:pt x="22" y="1440"/>
                  <a:pt x="28" y="1439"/>
                </a:cubicBezTo>
                <a:close/>
                <a:moveTo>
                  <a:pt x="27" y="1537"/>
                </a:moveTo>
                <a:cubicBezTo>
                  <a:pt x="26" y="1532"/>
                  <a:pt x="39" y="1530"/>
                  <a:pt x="36" y="1525"/>
                </a:cubicBezTo>
                <a:cubicBezTo>
                  <a:pt x="46" y="1518"/>
                  <a:pt x="49" y="1509"/>
                  <a:pt x="55" y="1501"/>
                </a:cubicBezTo>
                <a:cubicBezTo>
                  <a:pt x="64" y="1498"/>
                  <a:pt x="59" y="1492"/>
                  <a:pt x="68" y="1489"/>
                </a:cubicBezTo>
                <a:cubicBezTo>
                  <a:pt x="74" y="1485"/>
                  <a:pt x="78" y="1480"/>
                  <a:pt x="79" y="1475"/>
                </a:cubicBezTo>
                <a:cubicBezTo>
                  <a:pt x="61" y="1485"/>
                  <a:pt x="56" y="1498"/>
                  <a:pt x="43" y="1509"/>
                </a:cubicBezTo>
                <a:cubicBezTo>
                  <a:pt x="37" y="1515"/>
                  <a:pt x="33" y="1521"/>
                  <a:pt x="27" y="1527"/>
                </a:cubicBezTo>
                <a:cubicBezTo>
                  <a:pt x="22" y="1529"/>
                  <a:pt x="23" y="1533"/>
                  <a:pt x="19" y="1536"/>
                </a:cubicBezTo>
                <a:cubicBezTo>
                  <a:pt x="22" y="1540"/>
                  <a:pt x="13" y="1542"/>
                  <a:pt x="15" y="1546"/>
                </a:cubicBezTo>
                <a:cubicBezTo>
                  <a:pt x="9" y="1550"/>
                  <a:pt x="5" y="1556"/>
                  <a:pt x="2" y="1561"/>
                </a:cubicBezTo>
                <a:cubicBezTo>
                  <a:pt x="2" y="1571"/>
                  <a:pt x="2" y="1571"/>
                  <a:pt x="2" y="1571"/>
                </a:cubicBezTo>
                <a:cubicBezTo>
                  <a:pt x="8" y="1564"/>
                  <a:pt x="15" y="1556"/>
                  <a:pt x="21" y="1549"/>
                </a:cubicBezTo>
                <a:cubicBezTo>
                  <a:pt x="18" y="1544"/>
                  <a:pt x="28" y="1542"/>
                  <a:pt x="27" y="1537"/>
                </a:cubicBezTo>
                <a:close/>
                <a:moveTo>
                  <a:pt x="33" y="1071"/>
                </a:moveTo>
                <a:cubicBezTo>
                  <a:pt x="43" y="1068"/>
                  <a:pt x="45" y="1075"/>
                  <a:pt x="54" y="1073"/>
                </a:cubicBezTo>
                <a:cubicBezTo>
                  <a:pt x="58" y="1077"/>
                  <a:pt x="64" y="1078"/>
                  <a:pt x="71" y="1078"/>
                </a:cubicBezTo>
                <a:cubicBezTo>
                  <a:pt x="76" y="1082"/>
                  <a:pt x="79" y="1088"/>
                  <a:pt x="89" y="1087"/>
                </a:cubicBezTo>
                <a:cubicBezTo>
                  <a:pt x="93" y="1091"/>
                  <a:pt x="99" y="1092"/>
                  <a:pt x="106" y="1092"/>
                </a:cubicBezTo>
                <a:cubicBezTo>
                  <a:pt x="113" y="1093"/>
                  <a:pt x="115" y="1099"/>
                  <a:pt x="124" y="1097"/>
                </a:cubicBezTo>
                <a:cubicBezTo>
                  <a:pt x="127" y="1102"/>
                  <a:pt x="136" y="1100"/>
                  <a:pt x="142" y="1103"/>
                </a:cubicBezTo>
                <a:cubicBezTo>
                  <a:pt x="149" y="1104"/>
                  <a:pt x="158" y="1104"/>
                  <a:pt x="162" y="1108"/>
                </a:cubicBezTo>
                <a:cubicBezTo>
                  <a:pt x="192" y="1110"/>
                  <a:pt x="217" y="1118"/>
                  <a:pt x="246" y="1120"/>
                </a:cubicBezTo>
                <a:cubicBezTo>
                  <a:pt x="287" y="1119"/>
                  <a:pt x="299" y="1122"/>
                  <a:pt x="336" y="1118"/>
                </a:cubicBezTo>
                <a:cubicBezTo>
                  <a:pt x="340" y="1116"/>
                  <a:pt x="343" y="1115"/>
                  <a:pt x="345" y="1112"/>
                </a:cubicBezTo>
                <a:cubicBezTo>
                  <a:pt x="349" y="1110"/>
                  <a:pt x="360" y="1115"/>
                  <a:pt x="359" y="1109"/>
                </a:cubicBezTo>
                <a:cubicBezTo>
                  <a:pt x="369" y="1107"/>
                  <a:pt x="378" y="1106"/>
                  <a:pt x="379" y="1097"/>
                </a:cubicBezTo>
                <a:cubicBezTo>
                  <a:pt x="367" y="1096"/>
                  <a:pt x="365" y="1105"/>
                  <a:pt x="353" y="1106"/>
                </a:cubicBezTo>
                <a:cubicBezTo>
                  <a:pt x="334" y="1106"/>
                  <a:pt x="318" y="1110"/>
                  <a:pt x="301" y="1113"/>
                </a:cubicBezTo>
                <a:cubicBezTo>
                  <a:pt x="288" y="1110"/>
                  <a:pt x="269" y="1111"/>
                  <a:pt x="252" y="1111"/>
                </a:cubicBezTo>
                <a:cubicBezTo>
                  <a:pt x="245" y="1109"/>
                  <a:pt x="236" y="1108"/>
                  <a:pt x="226" y="1109"/>
                </a:cubicBezTo>
                <a:cubicBezTo>
                  <a:pt x="220" y="1107"/>
                  <a:pt x="215" y="1105"/>
                  <a:pt x="208" y="1104"/>
                </a:cubicBezTo>
                <a:cubicBezTo>
                  <a:pt x="201" y="1099"/>
                  <a:pt x="198" y="1107"/>
                  <a:pt x="194" y="1101"/>
                </a:cubicBezTo>
                <a:cubicBezTo>
                  <a:pt x="186" y="1101"/>
                  <a:pt x="180" y="1100"/>
                  <a:pt x="176" y="1096"/>
                </a:cubicBezTo>
                <a:cubicBezTo>
                  <a:pt x="170" y="1094"/>
                  <a:pt x="157" y="1100"/>
                  <a:pt x="156" y="1094"/>
                </a:cubicBezTo>
                <a:cubicBezTo>
                  <a:pt x="141" y="1093"/>
                  <a:pt x="132" y="1087"/>
                  <a:pt x="118" y="1086"/>
                </a:cubicBezTo>
                <a:cubicBezTo>
                  <a:pt x="110" y="1077"/>
                  <a:pt x="92" y="1079"/>
                  <a:pt x="83" y="1072"/>
                </a:cubicBezTo>
                <a:cubicBezTo>
                  <a:pt x="60" y="1064"/>
                  <a:pt x="34" y="1058"/>
                  <a:pt x="13" y="1048"/>
                </a:cubicBezTo>
                <a:cubicBezTo>
                  <a:pt x="9" y="1047"/>
                  <a:pt x="5" y="1046"/>
                  <a:pt x="2" y="1045"/>
                </a:cubicBezTo>
                <a:cubicBezTo>
                  <a:pt x="2" y="1057"/>
                  <a:pt x="2" y="1057"/>
                  <a:pt x="2" y="1057"/>
                </a:cubicBezTo>
                <a:cubicBezTo>
                  <a:pt x="8" y="1059"/>
                  <a:pt x="13" y="1061"/>
                  <a:pt x="19" y="1062"/>
                </a:cubicBezTo>
                <a:cubicBezTo>
                  <a:pt x="21" y="1068"/>
                  <a:pt x="32" y="1064"/>
                  <a:pt x="33" y="1071"/>
                </a:cubicBezTo>
                <a:close/>
                <a:moveTo>
                  <a:pt x="50" y="1253"/>
                </a:moveTo>
                <a:cubicBezTo>
                  <a:pt x="59" y="1254"/>
                  <a:pt x="66" y="1258"/>
                  <a:pt x="76" y="1258"/>
                </a:cubicBezTo>
                <a:cubicBezTo>
                  <a:pt x="90" y="1264"/>
                  <a:pt x="111" y="1263"/>
                  <a:pt x="126" y="1268"/>
                </a:cubicBezTo>
                <a:cubicBezTo>
                  <a:pt x="149" y="1267"/>
                  <a:pt x="151" y="1270"/>
                  <a:pt x="172" y="1270"/>
                </a:cubicBezTo>
                <a:cubicBezTo>
                  <a:pt x="180" y="1272"/>
                  <a:pt x="195" y="1266"/>
                  <a:pt x="198" y="1272"/>
                </a:cubicBezTo>
                <a:cubicBezTo>
                  <a:pt x="211" y="1272"/>
                  <a:pt x="209" y="1270"/>
                  <a:pt x="221" y="1272"/>
                </a:cubicBezTo>
                <a:cubicBezTo>
                  <a:pt x="234" y="1268"/>
                  <a:pt x="250" y="1267"/>
                  <a:pt x="265" y="1265"/>
                </a:cubicBezTo>
                <a:cubicBezTo>
                  <a:pt x="264" y="1257"/>
                  <a:pt x="283" y="1267"/>
                  <a:pt x="282" y="1259"/>
                </a:cubicBezTo>
                <a:cubicBezTo>
                  <a:pt x="291" y="1259"/>
                  <a:pt x="299" y="1258"/>
                  <a:pt x="302" y="1252"/>
                </a:cubicBezTo>
                <a:cubicBezTo>
                  <a:pt x="275" y="1252"/>
                  <a:pt x="256" y="1260"/>
                  <a:pt x="233" y="1263"/>
                </a:cubicBezTo>
                <a:cubicBezTo>
                  <a:pt x="216" y="1263"/>
                  <a:pt x="200" y="1264"/>
                  <a:pt x="183" y="1264"/>
                </a:cubicBezTo>
                <a:cubicBezTo>
                  <a:pt x="165" y="1259"/>
                  <a:pt x="139" y="1263"/>
                  <a:pt x="122" y="1257"/>
                </a:cubicBezTo>
                <a:cubicBezTo>
                  <a:pt x="115" y="1263"/>
                  <a:pt x="110" y="1250"/>
                  <a:pt x="96" y="1255"/>
                </a:cubicBezTo>
                <a:cubicBezTo>
                  <a:pt x="96" y="1248"/>
                  <a:pt x="86" y="1254"/>
                  <a:pt x="82" y="1252"/>
                </a:cubicBezTo>
                <a:cubicBezTo>
                  <a:pt x="80" y="1248"/>
                  <a:pt x="70" y="1252"/>
                  <a:pt x="70" y="1247"/>
                </a:cubicBezTo>
                <a:cubicBezTo>
                  <a:pt x="63" y="1248"/>
                  <a:pt x="59" y="1246"/>
                  <a:pt x="55" y="1244"/>
                </a:cubicBezTo>
                <a:cubicBezTo>
                  <a:pt x="53" y="1240"/>
                  <a:pt x="44" y="1244"/>
                  <a:pt x="44" y="1239"/>
                </a:cubicBezTo>
                <a:cubicBezTo>
                  <a:pt x="35" y="1236"/>
                  <a:pt x="24" y="1236"/>
                  <a:pt x="20" y="1228"/>
                </a:cubicBezTo>
                <a:cubicBezTo>
                  <a:pt x="14" y="1225"/>
                  <a:pt x="8" y="1223"/>
                  <a:pt x="2" y="1221"/>
                </a:cubicBezTo>
                <a:cubicBezTo>
                  <a:pt x="2" y="1233"/>
                  <a:pt x="2" y="1233"/>
                  <a:pt x="2" y="1233"/>
                </a:cubicBezTo>
                <a:cubicBezTo>
                  <a:pt x="11" y="1238"/>
                  <a:pt x="18" y="1243"/>
                  <a:pt x="29" y="1245"/>
                </a:cubicBezTo>
                <a:cubicBezTo>
                  <a:pt x="33" y="1250"/>
                  <a:pt x="43" y="1250"/>
                  <a:pt x="50" y="1253"/>
                </a:cubicBezTo>
                <a:close/>
                <a:moveTo>
                  <a:pt x="75" y="1348"/>
                </a:moveTo>
                <a:cubicBezTo>
                  <a:pt x="93" y="1350"/>
                  <a:pt x="111" y="1350"/>
                  <a:pt x="128" y="1352"/>
                </a:cubicBezTo>
                <a:cubicBezTo>
                  <a:pt x="147" y="1352"/>
                  <a:pt x="170" y="1352"/>
                  <a:pt x="186" y="1351"/>
                </a:cubicBezTo>
                <a:cubicBezTo>
                  <a:pt x="191" y="1351"/>
                  <a:pt x="200" y="1353"/>
                  <a:pt x="203" y="1348"/>
                </a:cubicBezTo>
                <a:cubicBezTo>
                  <a:pt x="190" y="1342"/>
                  <a:pt x="183" y="1348"/>
                  <a:pt x="171" y="1345"/>
                </a:cubicBezTo>
                <a:cubicBezTo>
                  <a:pt x="156" y="1346"/>
                  <a:pt x="142" y="1346"/>
                  <a:pt x="128" y="1347"/>
                </a:cubicBezTo>
                <a:cubicBezTo>
                  <a:pt x="109" y="1343"/>
                  <a:pt x="91" y="1340"/>
                  <a:pt x="69" y="1339"/>
                </a:cubicBezTo>
                <a:cubicBezTo>
                  <a:pt x="64" y="1333"/>
                  <a:pt x="53" y="1333"/>
                  <a:pt x="43" y="1331"/>
                </a:cubicBezTo>
                <a:cubicBezTo>
                  <a:pt x="38" y="1324"/>
                  <a:pt x="24" y="1325"/>
                  <a:pt x="17" y="1320"/>
                </a:cubicBezTo>
                <a:cubicBezTo>
                  <a:pt x="16" y="1315"/>
                  <a:pt x="7" y="1319"/>
                  <a:pt x="5" y="1315"/>
                </a:cubicBezTo>
                <a:cubicBezTo>
                  <a:pt x="5" y="1313"/>
                  <a:pt x="3" y="1312"/>
                  <a:pt x="2" y="1312"/>
                </a:cubicBezTo>
                <a:cubicBezTo>
                  <a:pt x="2" y="1323"/>
                  <a:pt x="2" y="1323"/>
                  <a:pt x="2" y="1323"/>
                </a:cubicBezTo>
                <a:cubicBezTo>
                  <a:pt x="12" y="1328"/>
                  <a:pt x="22" y="1332"/>
                  <a:pt x="34" y="1334"/>
                </a:cubicBezTo>
                <a:cubicBezTo>
                  <a:pt x="43" y="1344"/>
                  <a:pt x="63" y="1342"/>
                  <a:pt x="75" y="1348"/>
                </a:cubicBezTo>
                <a:close/>
                <a:moveTo>
                  <a:pt x="24" y="1375"/>
                </a:moveTo>
                <a:cubicBezTo>
                  <a:pt x="26" y="1381"/>
                  <a:pt x="37" y="1377"/>
                  <a:pt x="39" y="1384"/>
                </a:cubicBezTo>
                <a:cubicBezTo>
                  <a:pt x="53" y="1381"/>
                  <a:pt x="58" y="1387"/>
                  <a:pt x="68" y="1389"/>
                </a:cubicBezTo>
                <a:cubicBezTo>
                  <a:pt x="80" y="1387"/>
                  <a:pt x="87" y="1390"/>
                  <a:pt x="97" y="1391"/>
                </a:cubicBezTo>
                <a:cubicBezTo>
                  <a:pt x="107" y="1389"/>
                  <a:pt x="119" y="1400"/>
                  <a:pt x="123" y="1387"/>
                </a:cubicBezTo>
                <a:cubicBezTo>
                  <a:pt x="105" y="1386"/>
                  <a:pt x="88" y="1382"/>
                  <a:pt x="68" y="1383"/>
                </a:cubicBezTo>
                <a:cubicBezTo>
                  <a:pt x="59" y="1375"/>
                  <a:pt x="39" y="1379"/>
                  <a:pt x="32" y="1369"/>
                </a:cubicBezTo>
                <a:cubicBezTo>
                  <a:pt x="21" y="1367"/>
                  <a:pt x="13" y="1361"/>
                  <a:pt x="2" y="1358"/>
                </a:cubicBezTo>
                <a:cubicBezTo>
                  <a:pt x="2" y="1368"/>
                  <a:pt x="2" y="1368"/>
                  <a:pt x="2" y="1368"/>
                </a:cubicBezTo>
                <a:cubicBezTo>
                  <a:pt x="3" y="1369"/>
                  <a:pt x="5" y="1369"/>
                  <a:pt x="6" y="1370"/>
                </a:cubicBezTo>
                <a:cubicBezTo>
                  <a:pt x="15" y="1369"/>
                  <a:pt x="15" y="1376"/>
                  <a:pt x="24" y="1375"/>
                </a:cubicBezTo>
                <a:close/>
                <a:moveTo>
                  <a:pt x="2518" y="98"/>
                </a:moveTo>
                <a:cubicBezTo>
                  <a:pt x="2510" y="104"/>
                  <a:pt x="2508" y="114"/>
                  <a:pt x="2505" y="122"/>
                </a:cubicBezTo>
                <a:cubicBezTo>
                  <a:pt x="2478" y="174"/>
                  <a:pt x="2474" y="177"/>
                  <a:pt x="2476" y="184"/>
                </a:cubicBezTo>
                <a:cubicBezTo>
                  <a:pt x="2454" y="229"/>
                  <a:pt x="2446" y="235"/>
                  <a:pt x="2447" y="246"/>
                </a:cubicBezTo>
                <a:cubicBezTo>
                  <a:pt x="2422" y="307"/>
                  <a:pt x="2418" y="315"/>
                  <a:pt x="2418" y="325"/>
                </a:cubicBezTo>
                <a:cubicBezTo>
                  <a:pt x="2398" y="364"/>
                  <a:pt x="2399" y="371"/>
                  <a:pt x="2399" y="377"/>
                </a:cubicBezTo>
                <a:cubicBezTo>
                  <a:pt x="2383" y="421"/>
                  <a:pt x="2384" y="427"/>
                  <a:pt x="2380" y="431"/>
                </a:cubicBezTo>
                <a:cubicBezTo>
                  <a:pt x="2373" y="531"/>
                  <a:pt x="2375" y="535"/>
                  <a:pt x="2378" y="538"/>
                </a:cubicBezTo>
                <a:cubicBezTo>
                  <a:pt x="2382" y="543"/>
                  <a:pt x="2382" y="540"/>
                  <a:pt x="2381" y="537"/>
                </a:cubicBezTo>
                <a:cubicBezTo>
                  <a:pt x="2393" y="436"/>
                  <a:pt x="2388" y="424"/>
                  <a:pt x="2396" y="419"/>
                </a:cubicBezTo>
                <a:cubicBezTo>
                  <a:pt x="2413" y="381"/>
                  <a:pt x="2407" y="372"/>
                  <a:pt x="2413" y="371"/>
                </a:cubicBezTo>
                <a:cubicBezTo>
                  <a:pt x="2435" y="314"/>
                  <a:pt x="2434" y="304"/>
                  <a:pt x="2439" y="298"/>
                </a:cubicBezTo>
                <a:cubicBezTo>
                  <a:pt x="2453" y="257"/>
                  <a:pt x="2452" y="250"/>
                  <a:pt x="2452" y="245"/>
                </a:cubicBezTo>
                <a:cubicBezTo>
                  <a:pt x="2472" y="220"/>
                  <a:pt x="2470" y="209"/>
                  <a:pt x="2477" y="204"/>
                </a:cubicBezTo>
                <a:cubicBezTo>
                  <a:pt x="2488" y="162"/>
                  <a:pt x="2504" y="168"/>
                  <a:pt x="2497" y="159"/>
                </a:cubicBezTo>
                <a:cubicBezTo>
                  <a:pt x="2510" y="131"/>
                  <a:pt x="2518" y="126"/>
                  <a:pt x="2518" y="116"/>
                </a:cubicBezTo>
                <a:cubicBezTo>
                  <a:pt x="2550" y="61"/>
                  <a:pt x="2552" y="57"/>
                  <a:pt x="2553" y="53"/>
                </a:cubicBezTo>
                <a:cubicBezTo>
                  <a:pt x="2578" y="7"/>
                  <a:pt x="2580" y="4"/>
                  <a:pt x="2581" y="1"/>
                </a:cubicBezTo>
                <a:cubicBezTo>
                  <a:pt x="2545" y="29"/>
                  <a:pt x="2554" y="45"/>
                  <a:pt x="2540" y="47"/>
                </a:cubicBezTo>
                <a:close/>
                <a:moveTo>
                  <a:pt x="3" y="86"/>
                </a:moveTo>
                <a:cubicBezTo>
                  <a:pt x="6" y="83"/>
                  <a:pt x="0" y="75"/>
                  <a:pt x="5" y="73"/>
                </a:cubicBezTo>
                <a:cubicBezTo>
                  <a:pt x="4" y="69"/>
                  <a:pt x="3" y="66"/>
                  <a:pt x="2" y="62"/>
                </a:cubicBezTo>
                <a:cubicBezTo>
                  <a:pt x="2" y="89"/>
                  <a:pt x="2" y="89"/>
                  <a:pt x="2" y="89"/>
                </a:cubicBezTo>
                <a:cubicBezTo>
                  <a:pt x="3" y="89"/>
                  <a:pt x="3" y="88"/>
                  <a:pt x="3" y="86"/>
                </a:cubicBezTo>
                <a:close/>
                <a:moveTo>
                  <a:pt x="8" y="438"/>
                </a:moveTo>
                <a:cubicBezTo>
                  <a:pt x="15" y="437"/>
                  <a:pt x="21" y="438"/>
                  <a:pt x="27" y="441"/>
                </a:cubicBezTo>
                <a:cubicBezTo>
                  <a:pt x="85" y="460"/>
                  <a:pt x="89" y="457"/>
                  <a:pt x="91" y="460"/>
                </a:cubicBezTo>
                <a:cubicBezTo>
                  <a:pt x="122" y="470"/>
                  <a:pt x="126" y="473"/>
                  <a:pt x="132" y="474"/>
                </a:cubicBezTo>
                <a:cubicBezTo>
                  <a:pt x="172" y="489"/>
                  <a:pt x="175" y="491"/>
                  <a:pt x="180" y="489"/>
                </a:cubicBezTo>
                <a:cubicBezTo>
                  <a:pt x="227" y="509"/>
                  <a:pt x="238" y="506"/>
                  <a:pt x="244" y="511"/>
                </a:cubicBezTo>
                <a:cubicBezTo>
                  <a:pt x="264" y="518"/>
                  <a:pt x="264" y="525"/>
                  <a:pt x="269" y="521"/>
                </a:cubicBezTo>
                <a:cubicBezTo>
                  <a:pt x="307" y="539"/>
                  <a:pt x="315" y="533"/>
                  <a:pt x="316" y="542"/>
                </a:cubicBezTo>
                <a:cubicBezTo>
                  <a:pt x="246" y="536"/>
                  <a:pt x="240" y="540"/>
                  <a:pt x="236" y="541"/>
                </a:cubicBezTo>
                <a:cubicBezTo>
                  <a:pt x="265" y="553"/>
                  <a:pt x="276" y="552"/>
                  <a:pt x="285" y="552"/>
                </a:cubicBezTo>
                <a:cubicBezTo>
                  <a:pt x="327" y="563"/>
                  <a:pt x="319" y="560"/>
                  <a:pt x="305" y="567"/>
                </a:cubicBezTo>
                <a:cubicBezTo>
                  <a:pt x="354" y="572"/>
                  <a:pt x="358" y="576"/>
                  <a:pt x="361" y="579"/>
                </a:cubicBezTo>
                <a:cubicBezTo>
                  <a:pt x="335" y="589"/>
                  <a:pt x="328" y="590"/>
                  <a:pt x="325" y="591"/>
                </a:cubicBezTo>
                <a:cubicBezTo>
                  <a:pt x="351" y="604"/>
                  <a:pt x="362" y="595"/>
                  <a:pt x="366" y="602"/>
                </a:cubicBezTo>
                <a:cubicBezTo>
                  <a:pt x="403" y="608"/>
                  <a:pt x="411" y="611"/>
                  <a:pt x="421" y="612"/>
                </a:cubicBezTo>
                <a:cubicBezTo>
                  <a:pt x="456" y="636"/>
                  <a:pt x="463" y="631"/>
                  <a:pt x="464" y="634"/>
                </a:cubicBezTo>
                <a:cubicBezTo>
                  <a:pt x="444" y="583"/>
                  <a:pt x="453" y="578"/>
                  <a:pt x="448" y="566"/>
                </a:cubicBezTo>
                <a:cubicBezTo>
                  <a:pt x="463" y="533"/>
                  <a:pt x="475" y="529"/>
                  <a:pt x="475" y="518"/>
                </a:cubicBezTo>
                <a:cubicBezTo>
                  <a:pt x="494" y="478"/>
                  <a:pt x="488" y="490"/>
                  <a:pt x="476" y="500"/>
                </a:cubicBezTo>
                <a:cubicBezTo>
                  <a:pt x="444" y="536"/>
                  <a:pt x="444" y="543"/>
                  <a:pt x="436" y="546"/>
                </a:cubicBezTo>
                <a:cubicBezTo>
                  <a:pt x="409" y="558"/>
                  <a:pt x="406" y="553"/>
                  <a:pt x="399" y="527"/>
                </a:cubicBezTo>
                <a:cubicBezTo>
                  <a:pt x="402" y="496"/>
                  <a:pt x="401" y="485"/>
                  <a:pt x="401" y="475"/>
                </a:cubicBezTo>
                <a:cubicBezTo>
                  <a:pt x="402" y="438"/>
                  <a:pt x="400" y="432"/>
                  <a:pt x="407" y="430"/>
                </a:cubicBezTo>
                <a:cubicBezTo>
                  <a:pt x="413" y="364"/>
                  <a:pt x="423" y="348"/>
                  <a:pt x="426" y="330"/>
                </a:cubicBezTo>
                <a:cubicBezTo>
                  <a:pt x="450" y="264"/>
                  <a:pt x="452" y="252"/>
                  <a:pt x="459" y="243"/>
                </a:cubicBezTo>
                <a:cubicBezTo>
                  <a:pt x="469" y="196"/>
                  <a:pt x="478" y="187"/>
                  <a:pt x="476" y="173"/>
                </a:cubicBezTo>
                <a:cubicBezTo>
                  <a:pt x="492" y="133"/>
                  <a:pt x="489" y="122"/>
                  <a:pt x="494" y="116"/>
                </a:cubicBezTo>
                <a:cubicBezTo>
                  <a:pt x="506" y="54"/>
                  <a:pt x="499" y="41"/>
                  <a:pt x="504" y="33"/>
                </a:cubicBezTo>
                <a:cubicBezTo>
                  <a:pt x="491" y="14"/>
                  <a:pt x="492" y="28"/>
                  <a:pt x="495" y="42"/>
                </a:cubicBezTo>
                <a:cubicBezTo>
                  <a:pt x="487" y="73"/>
                  <a:pt x="493" y="81"/>
                  <a:pt x="490" y="83"/>
                </a:cubicBezTo>
                <a:cubicBezTo>
                  <a:pt x="468" y="189"/>
                  <a:pt x="447" y="226"/>
                  <a:pt x="437" y="268"/>
                </a:cubicBezTo>
                <a:cubicBezTo>
                  <a:pt x="425" y="291"/>
                  <a:pt x="423" y="293"/>
                  <a:pt x="421" y="295"/>
                </a:cubicBezTo>
                <a:cubicBezTo>
                  <a:pt x="401" y="393"/>
                  <a:pt x="397" y="397"/>
                  <a:pt x="395" y="401"/>
                </a:cubicBezTo>
                <a:cubicBezTo>
                  <a:pt x="392" y="471"/>
                  <a:pt x="384" y="486"/>
                  <a:pt x="387" y="507"/>
                </a:cubicBezTo>
                <a:cubicBezTo>
                  <a:pt x="389" y="552"/>
                  <a:pt x="390" y="555"/>
                  <a:pt x="391" y="558"/>
                </a:cubicBezTo>
                <a:cubicBezTo>
                  <a:pt x="385" y="547"/>
                  <a:pt x="382" y="545"/>
                  <a:pt x="380" y="543"/>
                </a:cubicBezTo>
                <a:cubicBezTo>
                  <a:pt x="372" y="462"/>
                  <a:pt x="377" y="448"/>
                  <a:pt x="381" y="433"/>
                </a:cubicBezTo>
                <a:cubicBezTo>
                  <a:pt x="386" y="394"/>
                  <a:pt x="384" y="370"/>
                  <a:pt x="394" y="352"/>
                </a:cubicBezTo>
                <a:cubicBezTo>
                  <a:pt x="406" y="318"/>
                  <a:pt x="404" y="310"/>
                  <a:pt x="406" y="306"/>
                </a:cubicBezTo>
                <a:cubicBezTo>
                  <a:pt x="424" y="256"/>
                  <a:pt x="422" y="250"/>
                  <a:pt x="423" y="245"/>
                </a:cubicBezTo>
                <a:cubicBezTo>
                  <a:pt x="426" y="223"/>
                  <a:pt x="437" y="223"/>
                  <a:pt x="432" y="215"/>
                </a:cubicBezTo>
                <a:cubicBezTo>
                  <a:pt x="441" y="195"/>
                  <a:pt x="439" y="188"/>
                  <a:pt x="443" y="184"/>
                </a:cubicBezTo>
                <a:cubicBezTo>
                  <a:pt x="451" y="147"/>
                  <a:pt x="455" y="125"/>
                  <a:pt x="460" y="105"/>
                </a:cubicBezTo>
                <a:cubicBezTo>
                  <a:pt x="461" y="59"/>
                  <a:pt x="466" y="49"/>
                  <a:pt x="465" y="37"/>
                </a:cubicBezTo>
                <a:cubicBezTo>
                  <a:pt x="460" y="1"/>
                  <a:pt x="460" y="1"/>
                  <a:pt x="460" y="1"/>
                </a:cubicBezTo>
                <a:cubicBezTo>
                  <a:pt x="456" y="34"/>
                  <a:pt x="454" y="47"/>
                  <a:pt x="455" y="61"/>
                </a:cubicBezTo>
                <a:cubicBezTo>
                  <a:pt x="443" y="113"/>
                  <a:pt x="445" y="129"/>
                  <a:pt x="442" y="142"/>
                </a:cubicBezTo>
                <a:cubicBezTo>
                  <a:pt x="426" y="192"/>
                  <a:pt x="424" y="204"/>
                  <a:pt x="424" y="218"/>
                </a:cubicBezTo>
                <a:cubicBezTo>
                  <a:pt x="411" y="259"/>
                  <a:pt x="404" y="259"/>
                  <a:pt x="405" y="263"/>
                </a:cubicBezTo>
                <a:cubicBezTo>
                  <a:pt x="396" y="299"/>
                  <a:pt x="396" y="306"/>
                  <a:pt x="390" y="311"/>
                </a:cubicBezTo>
                <a:cubicBezTo>
                  <a:pt x="378" y="382"/>
                  <a:pt x="363" y="389"/>
                  <a:pt x="369" y="406"/>
                </a:cubicBezTo>
                <a:cubicBezTo>
                  <a:pt x="358" y="452"/>
                  <a:pt x="365" y="463"/>
                  <a:pt x="362" y="469"/>
                </a:cubicBezTo>
                <a:cubicBezTo>
                  <a:pt x="363" y="518"/>
                  <a:pt x="359" y="523"/>
                  <a:pt x="364" y="533"/>
                </a:cubicBezTo>
                <a:cubicBezTo>
                  <a:pt x="349" y="476"/>
                  <a:pt x="347" y="469"/>
                  <a:pt x="345" y="463"/>
                </a:cubicBezTo>
                <a:cubicBezTo>
                  <a:pt x="357" y="387"/>
                  <a:pt x="360" y="369"/>
                  <a:pt x="363" y="350"/>
                </a:cubicBezTo>
                <a:cubicBezTo>
                  <a:pt x="381" y="309"/>
                  <a:pt x="375" y="301"/>
                  <a:pt x="380" y="299"/>
                </a:cubicBezTo>
                <a:cubicBezTo>
                  <a:pt x="396" y="257"/>
                  <a:pt x="390" y="249"/>
                  <a:pt x="397" y="248"/>
                </a:cubicBezTo>
                <a:cubicBezTo>
                  <a:pt x="410" y="213"/>
                  <a:pt x="408" y="210"/>
                  <a:pt x="408" y="208"/>
                </a:cubicBezTo>
                <a:cubicBezTo>
                  <a:pt x="428" y="169"/>
                  <a:pt x="420" y="159"/>
                  <a:pt x="425" y="156"/>
                </a:cubicBezTo>
                <a:cubicBezTo>
                  <a:pt x="437" y="109"/>
                  <a:pt x="437" y="99"/>
                  <a:pt x="440" y="90"/>
                </a:cubicBezTo>
                <a:cubicBezTo>
                  <a:pt x="448" y="23"/>
                  <a:pt x="447" y="12"/>
                  <a:pt x="447" y="1"/>
                </a:cubicBezTo>
                <a:cubicBezTo>
                  <a:pt x="440" y="21"/>
                  <a:pt x="436" y="33"/>
                  <a:pt x="435" y="46"/>
                </a:cubicBezTo>
                <a:cubicBezTo>
                  <a:pt x="420" y="129"/>
                  <a:pt x="420" y="137"/>
                  <a:pt x="414" y="142"/>
                </a:cubicBezTo>
                <a:cubicBezTo>
                  <a:pt x="408" y="169"/>
                  <a:pt x="410" y="178"/>
                  <a:pt x="406" y="184"/>
                </a:cubicBezTo>
                <a:cubicBezTo>
                  <a:pt x="392" y="212"/>
                  <a:pt x="393" y="216"/>
                  <a:pt x="394" y="221"/>
                </a:cubicBezTo>
                <a:cubicBezTo>
                  <a:pt x="382" y="251"/>
                  <a:pt x="380" y="254"/>
                  <a:pt x="382" y="259"/>
                </a:cubicBezTo>
                <a:cubicBezTo>
                  <a:pt x="360" y="327"/>
                  <a:pt x="353" y="337"/>
                  <a:pt x="351" y="351"/>
                </a:cubicBezTo>
                <a:cubicBezTo>
                  <a:pt x="335" y="417"/>
                  <a:pt x="341" y="427"/>
                  <a:pt x="334" y="430"/>
                </a:cubicBezTo>
                <a:cubicBezTo>
                  <a:pt x="331" y="482"/>
                  <a:pt x="340" y="492"/>
                  <a:pt x="330" y="492"/>
                </a:cubicBezTo>
                <a:cubicBezTo>
                  <a:pt x="326" y="461"/>
                  <a:pt x="324" y="453"/>
                  <a:pt x="327" y="447"/>
                </a:cubicBezTo>
                <a:cubicBezTo>
                  <a:pt x="326" y="408"/>
                  <a:pt x="330" y="406"/>
                  <a:pt x="328" y="401"/>
                </a:cubicBezTo>
                <a:cubicBezTo>
                  <a:pt x="336" y="342"/>
                  <a:pt x="337" y="327"/>
                  <a:pt x="342" y="314"/>
                </a:cubicBezTo>
                <a:cubicBezTo>
                  <a:pt x="356" y="258"/>
                  <a:pt x="358" y="243"/>
                  <a:pt x="364" y="231"/>
                </a:cubicBezTo>
                <a:cubicBezTo>
                  <a:pt x="373" y="197"/>
                  <a:pt x="378" y="196"/>
                  <a:pt x="375" y="191"/>
                </a:cubicBezTo>
                <a:cubicBezTo>
                  <a:pt x="404" y="107"/>
                  <a:pt x="408" y="105"/>
                  <a:pt x="407" y="101"/>
                </a:cubicBezTo>
                <a:cubicBezTo>
                  <a:pt x="417" y="79"/>
                  <a:pt x="411" y="73"/>
                  <a:pt x="416" y="71"/>
                </a:cubicBezTo>
                <a:cubicBezTo>
                  <a:pt x="417" y="18"/>
                  <a:pt x="431" y="17"/>
                  <a:pt x="425" y="7"/>
                </a:cubicBezTo>
                <a:cubicBezTo>
                  <a:pt x="418" y="5"/>
                  <a:pt x="417" y="9"/>
                  <a:pt x="419" y="15"/>
                </a:cubicBezTo>
                <a:cubicBezTo>
                  <a:pt x="397" y="89"/>
                  <a:pt x="401" y="96"/>
                  <a:pt x="393" y="96"/>
                </a:cubicBezTo>
                <a:cubicBezTo>
                  <a:pt x="370" y="158"/>
                  <a:pt x="375" y="170"/>
                  <a:pt x="367" y="175"/>
                </a:cubicBezTo>
                <a:cubicBezTo>
                  <a:pt x="363" y="208"/>
                  <a:pt x="356" y="213"/>
                  <a:pt x="355" y="222"/>
                </a:cubicBezTo>
                <a:cubicBezTo>
                  <a:pt x="334" y="273"/>
                  <a:pt x="340" y="284"/>
                  <a:pt x="331" y="288"/>
                </a:cubicBezTo>
                <a:cubicBezTo>
                  <a:pt x="315" y="398"/>
                  <a:pt x="315" y="403"/>
                  <a:pt x="311" y="407"/>
                </a:cubicBezTo>
                <a:cubicBezTo>
                  <a:pt x="313" y="429"/>
                  <a:pt x="314" y="439"/>
                  <a:pt x="309" y="447"/>
                </a:cubicBezTo>
                <a:cubicBezTo>
                  <a:pt x="318" y="493"/>
                  <a:pt x="315" y="493"/>
                  <a:pt x="314" y="491"/>
                </a:cubicBezTo>
                <a:cubicBezTo>
                  <a:pt x="304" y="428"/>
                  <a:pt x="297" y="418"/>
                  <a:pt x="301" y="413"/>
                </a:cubicBezTo>
                <a:cubicBezTo>
                  <a:pt x="303" y="384"/>
                  <a:pt x="294" y="373"/>
                  <a:pt x="302" y="370"/>
                </a:cubicBezTo>
                <a:cubicBezTo>
                  <a:pt x="313" y="318"/>
                  <a:pt x="308" y="301"/>
                  <a:pt x="320" y="294"/>
                </a:cubicBezTo>
                <a:cubicBezTo>
                  <a:pt x="342" y="203"/>
                  <a:pt x="346" y="197"/>
                  <a:pt x="344" y="189"/>
                </a:cubicBezTo>
                <a:cubicBezTo>
                  <a:pt x="372" y="118"/>
                  <a:pt x="372" y="113"/>
                  <a:pt x="369" y="107"/>
                </a:cubicBezTo>
                <a:cubicBezTo>
                  <a:pt x="382" y="79"/>
                  <a:pt x="386" y="72"/>
                  <a:pt x="385" y="63"/>
                </a:cubicBezTo>
                <a:cubicBezTo>
                  <a:pt x="407" y="18"/>
                  <a:pt x="400" y="8"/>
                  <a:pt x="410" y="6"/>
                </a:cubicBezTo>
                <a:cubicBezTo>
                  <a:pt x="398" y="4"/>
                  <a:pt x="398" y="8"/>
                  <a:pt x="392" y="8"/>
                </a:cubicBezTo>
                <a:cubicBezTo>
                  <a:pt x="381" y="43"/>
                  <a:pt x="378" y="44"/>
                  <a:pt x="381" y="49"/>
                </a:cubicBezTo>
                <a:cubicBezTo>
                  <a:pt x="355" y="133"/>
                  <a:pt x="346" y="140"/>
                  <a:pt x="348" y="154"/>
                </a:cubicBezTo>
                <a:cubicBezTo>
                  <a:pt x="336" y="201"/>
                  <a:pt x="329" y="203"/>
                  <a:pt x="329" y="209"/>
                </a:cubicBezTo>
                <a:cubicBezTo>
                  <a:pt x="315" y="244"/>
                  <a:pt x="317" y="256"/>
                  <a:pt x="311" y="264"/>
                </a:cubicBezTo>
                <a:cubicBezTo>
                  <a:pt x="298" y="327"/>
                  <a:pt x="294" y="330"/>
                  <a:pt x="294" y="336"/>
                </a:cubicBezTo>
                <a:cubicBezTo>
                  <a:pt x="290" y="391"/>
                  <a:pt x="284" y="395"/>
                  <a:pt x="289" y="405"/>
                </a:cubicBezTo>
                <a:cubicBezTo>
                  <a:pt x="288" y="453"/>
                  <a:pt x="291" y="461"/>
                  <a:pt x="288" y="466"/>
                </a:cubicBezTo>
                <a:cubicBezTo>
                  <a:pt x="255" y="421"/>
                  <a:pt x="257" y="410"/>
                  <a:pt x="253" y="395"/>
                </a:cubicBezTo>
                <a:cubicBezTo>
                  <a:pt x="261" y="336"/>
                  <a:pt x="259" y="327"/>
                  <a:pt x="261" y="319"/>
                </a:cubicBezTo>
                <a:cubicBezTo>
                  <a:pt x="269" y="268"/>
                  <a:pt x="277" y="267"/>
                  <a:pt x="273" y="261"/>
                </a:cubicBezTo>
                <a:cubicBezTo>
                  <a:pt x="313" y="152"/>
                  <a:pt x="312" y="140"/>
                  <a:pt x="320" y="133"/>
                </a:cubicBezTo>
                <a:cubicBezTo>
                  <a:pt x="346" y="65"/>
                  <a:pt x="344" y="53"/>
                  <a:pt x="353" y="46"/>
                </a:cubicBezTo>
                <a:cubicBezTo>
                  <a:pt x="361" y="21"/>
                  <a:pt x="363" y="19"/>
                  <a:pt x="365" y="17"/>
                </a:cubicBezTo>
                <a:cubicBezTo>
                  <a:pt x="369" y="3"/>
                  <a:pt x="369" y="2"/>
                  <a:pt x="370" y="1"/>
                </a:cubicBezTo>
                <a:cubicBezTo>
                  <a:pt x="349" y="13"/>
                  <a:pt x="349" y="29"/>
                  <a:pt x="342" y="40"/>
                </a:cubicBezTo>
                <a:cubicBezTo>
                  <a:pt x="306" y="132"/>
                  <a:pt x="303" y="147"/>
                  <a:pt x="295" y="159"/>
                </a:cubicBezTo>
                <a:cubicBezTo>
                  <a:pt x="285" y="185"/>
                  <a:pt x="283" y="191"/>
                  <a:pt x="284" y="199"/>
                </a:cubicBezTo>
                <a:cubicBezTo>
                  <a:pt x="266" y="242"/>
                  <a:pt x="268" y="247"/>
                  <a:pt x="267" y="250"/>
                </a:cubicBezTo>
                <a:cubicBezTo>
                  <a:pt x="255" y="287"/>
                  <a:pt x="253" y="294"/>
                  <a:pt x="252" y="301"/>
                </a:cubicBezTo>
                <a:cubicBezTo>
                  <a:pt x="240" y="376"/>
                  <a:pt x="242" y="385"/>
                  <a:pt x="243" y="392"/>
                </a:cubicBezTo>
                <a:cubicBezTo>
                  <a:pt x="233" y="402"/>
                  <a:pt x="221" y="401"/>
                  <a:pt x="229" y="397"/>
                </a:cubicBezTo>
                <a:cubicBezTo>
                  <a:pt x="227" y="371"/>
                  <a:pt x="222" y="361"/>
                  <a:pt x="225" y="356"/>
                </a:cubicBezTo>
                <a:cubicBezTo>
                  <a:pt x="235" y="287"/>
                  <a:pt x="240" y="283"/>
                  <a:pt x="242" y="277"/>
                </a:cubicBezTo>
                <a:cubicBezTo>
                  <a:pt x="250" y="243"/>
                  <a:pt x="254" y="229"/>
                  <a:pt x="259" y="216"/>
                </a:cubicBezTo>
                <a:cubicBezTo>
                  <a:pt x="274" y="177"/>
                  <a:pt x="272" y="172"/>
                  <a:pt x="274" y="169"/>
                </a:cubicBezTo>
                <a:cubicBezTo>
                  <a:pt x="295" y="131"/>
                  <a:pt x="296" y="117"/>
                  <a:pt x="302" y="105"/>
                </a:cubicBezTo>
                <a:cubicBezTo>
                  <a:pt x="319" y="55"/>
                  <a:pt x="327" y="55"/>
                  <a:pt x="323" y="49"/>
                </a:cubicBezTo>
                <a:cubicBezTo>
                  <a:pt x="338" y="9"/>
                  <a:pt x="338" y="4"/>
                  <a:pt x="340" y="1"/>
                </a:cubicBezTo>
                <a:cubicBezTo>
                  <a:pt x="321" y="35"/>
                  <a:pt x="311" y="38"/>
                  <a:pt x="313" y="46"/>
                </a:cubicBezTo>
                <a:cubicBezTo>
                  <a:pt x="300" y="75"/>
                  <a:pt x="297" y="77"/>
                  <a:pt x="300" y="81"/>
                </a:cubicBezTo>
                <a:cubicBezTo>
                  <a:pt x="284" y="121"/>
                  <a:pt x="286" y="129"/>
                  <a:pt x="277" y="131"/>
                </a:cubicBezTo>
                <a:cubicBezTo>
                  <a:pt x="260" y="176"/>
                  <a:pt x="256" y="188"/>
                  <a:pt x="250" y="198"/>
                </a:cubicBezTo>
                <a:cubicBezTo>
                  <a:pt x="242" y="240"/>
                  <a:pt x="235" y="244"/>
                  <a:pt x="236" y="251"/>
                </a:cubicBezTo>
                <a:cubicBezTo>
                  <a:pt x="219" y="290"/>
                  <a:pt x="229" y="302"/>
                  <a:pt x="220" y="305"/>
                </a:cubicBezTo>
                <a:cubicBezTo>
                  <a:pt x="215" y="336"/>
                  <a:pt x="214" y="339"/>
                  <a:pt x="211" y="342"/>
                </a:cubicBezTo>
                <a:cubicBezTo>
                  <a:pt x="208" y="370"/>
                  <a:pt x="208" y="375"/>
                  <a:pt x="205" y="371"/>
                </a:cubicBezTo>
                <a:cubicBezTo>
                  <a:pt x="201" y="267"/>
                  <a:pt x="206" y="264"/>
                  <a:pt x="209" y="260"/>
                </a:cubicBezTo>
                <a:cubicBezTo>
                  <a:pt x="215" y="223"/>
                  <a:pt x="219" y="219"/>
                  <a:pt x="221" y="213"/>
                </a:cubicBezTo>
                <a:cubicBezTo>
                  <a:pt x="237" y="147"/>
                  <a:pt x="244" y="145"/>
                  <a:pt x="243" y="139"/>
                </a:cubicBezTo>
                <a:cubicBezTo>
                  <a:pt x="258" y="106"/>
                  <a:pt x="256" y="99"/>
                  <a:pt x="259" y="95"/>
                </a:cubicBezTo>
                <a:cubicBezTo>
                  <a:pt x="286" y="53"/>
                  <a:pt x="280" y="39"/>
                  <a:pt x="291" y="35"/>
                </a:cubicBezTo>
                <a:cubicBezTo>
                  <a:pt x="289" y="1"/>
                  <a:pt x="289" y="1"/>
                  <a:pt x="289" y="1"/>
                </a:cubicBezTo>
                <a:cubicBezTo>
                  <a:pt x="281" y="35"/>
                  <a:pt x="270" y="40"/>
                  <a:pt x="272" y="51"/>
                </a:cubicBezTo>
                <a:cubicBezTo>
                  <a:pt x="244" y="101"/>
                  <a:pt x="242" y="105"/>
                  <a:pt x="242" y="109"/>
                </a:cubicBezTo>
                <a:cubicBezTo>
                  <a:pt x="223" y="155"/>
                  <a:pt x="225" y="166"/>
                  <a:pt x="217" y="172"/>
                </a:cubicBezTo>
                <a:cubicBezTo>
                  <a:pt x="202" y="234"/>
                  <a:pt x="201" y="244"/>
                  <a:pt x="193" y="250"/>
                </a:cubicBezTo>
                <a:cubicBezTo>
                  <a:pt x="178" y="312"/>
                  <a:pt x="188" y="327"/>
                  <a:pt x="177" y="331"/>
                </a:cubicBezTo>
                <a:cubicBezTo>
                  <a:pt x="181" y="274"/>
                  <a:pt x="173" y="266"/>
                  <a:pt x="182" y="263"/>
                </a:cubicBezTo>
                <a:cubicBezTo>
                  <a:pt x="191" y="180"/>
                  <a:pt x="206" y="183"/>
                  <a:pt x="199" y="175"/>
                </a:cubicBezTo>
                <a:cubicBezTo>
                  <a:pt x="218" y="121"/>
                  <a:pt x="228" y="107"/>
                  <a:pt x="237" y="93"/>
                </a:cubicBezTo>
                <a:cubicBezTo>
                  <a:pt x="244" y="62"/>
                  <a:pt x="254" y="62"/>
                  <a:pt x="253" y="57"/>
                </a:cubicBezTo>
                <a:cubicBezTo>
                  <a:pt x="269" y="16"/>
                  <a:pt x="273" y="9"/>
                  <a:pt x="274" y="1"/>
                </a:cubicBezTo>
                <a:cubicBezTo>
                  <a:pt x="262" y="4"/>
                  <a:pt x="261" y="8"/>
                  <a:pt x="259" y="12"/>
                </a:cubicBezTo>
                <a:cubicBezTo>
                  <a:pt x="238" y="51"/>
                  <a:pt x="245" y="59"/>
                  <a:pt x="235" y="60"/>
                </a:cubicBezTo>
                <a:cubicBezTo>
                  <a:pt x="217" y="99"/>
                  <a:pt x="216" y="102"/>
                  <a:pt x="214" y="106"/>
                </a:cubicBezTo>
                <a:cubicBezTo>
                  <a:pt x="187" y="187"/>
                  <a:pt x="179" y="187"/>
                  <a:pt x="181" y="193"/>
                </a:cubicBezTo>
                <a:cubicBezTo>
                  <a:pt x="171" y="244"/>
                  <a:pt x="167" y="252"/>
                  <a:pt x="167" y="262"/>
                </a:cubicBezTo>
                <a:cubicBezTo>
                  <a:pt x="161" y="282"/>
                  <a:pt x="161" y="286"/>
                  <a:pt x="158" y="283"/>
                </a:cubicBezTo>
                <a:cubicBezTo>
                  <a:pt x="159" y="178"/>
                  <a:pt x="168" y="167"/>
                  <a:pt x="171" y="153"/>
                </a:cubicBezTo>
                <a:cubicBezTo>
                  <a:pt x="187" y="103"/>
                  <a:pt x="189" y="100"/>
                  <a:pt x="189" y="96"/>
                </a:cubicBezTo>
                <a:cubicBezTo>
                  <a:pt x="202" y="54"/>
                  <a:pt x="207" y="55"/>
                  <a:pt x="209" y="53"/>
                </a:cubicBezTo>
                <a:cubicBezTo>
                  <a:pt x="220" y="27"/>
                  <a:pt x="221" y="13"/>
                  <a:pt x="232" y="3"/>
                </a:cubicBezTo>
                <a:cubicBezTo>
                  <a:pt x="216" y="1"/>
                  <a:pt x="216" y="1"/>
                  <a:pt x="216" y="2"/>
                </a:cubicBezTo>
                <a:cubicBezTo>
                  <a:pt x="200" y="47"/>
                  <a:pt x="193" y="49"/>
                  <a:pt x="190" y="53"/>
                </a:cubicBezTo>
                <a:cubicBezTo>
                  <a:pt x="179" y="102"/>
                  <a:pt x="171" y="103"/>
                  <a:pt x="169" y="109"/>
                </a:cubicBezTo>
                <a:cubicBezTo>
                  <a:pt x="165" y="150"/>
                  <a:pt x="156" y="151"/>
                  <a:pt x="157" y="158"/>
                </a:cubicBezTo>
                <a:cubicBezTo>
                  <a:pt x="149" y="207"/>
                  <a:pt x="146" y="214"/>
                  <a:pt x="145" y="223"/>
                </a:cubicBezTo>
                <a:cubicBezTo>
                  <a:pt x="140" y="256"/>
                  <a:pt x="134" y="248"/>
                  <a:pt x="135" y="229"/>
                </a:cubicBezTo>
                <a:cubicBezTo>
                  <a:pt x="145" y="130"/>
                  <a:pt x="143" y="122"/>
                  <a:pt x="143" y="114"/>
                </a:cubicBezTo>
                <a:cubicBezTo>
                  <a:pt x="156" y="58"/>
                  <a:pt x="169" y="59"/>
                  <a:pt x="162" y="50"/>
                </a:cubicBezTo>
                <a:cubicBezTo>
                  <a:pt x="172" y="17"/>
                  <a:pt x="176" y="14"/>
                  <a:pt x="180" y="10"/>
                </a:cubicBezTo>
                <a:cubicBezTo>
                  <a:pt x="161" y="17"/>
                  <a:pt x="155" y="35"/>
                  <a:pt x="151" y="53"/>
                </a:cubicBezTo>
                <a:cubicBezTo>
                  <a:pt x="132" y="128"/>
                  <a:pt x="128" y="132"/>
                  <a:pt x="126" y="138"/>
                </a:cubicBezTo>
                <a:cubicBezTo>
                  <a:pt x="122" y="183"/>
                  <a:pt x="121" y="190"/>
                  <a:pt x="118" y="195"/>
                </a:cubicBezTo>
                <a:cubicBezTo>
                  <a:pt x="119" y="272"/>
                  <a:pt x="117" y="265"/>
                  <a:pt x="112" y="264"/>
                </a:cubicBezTo>
                <a:cubicBezTo>
                  <a:pt x="111" y="242"/>
                  <a:pt x="102" y="226"/>
                  <a:pt x="109" y="216"/>
                </a:cubicBezTo>
                <a:cubicBezTo>
                  <a:pt x="110" y="141"/>
                  <a:pt x="107" y="130"/>
                  <a:pt x="109" y="122"/>
                </a:cubicBezTo>
                <a:cubicBezTo>
                  <a:pt x="119" y="78"/>
                  <a:pt x="121" y="60"/>
                  <a:pt x="122" y="41"/>
                </a:cubicBezTo>
                <a:cubicBezTo>
                  <a:pt x="120" y="1"/>
                  <a:pt x="120" y="1"/>
                  <a:pt x="120" y="1"/>
                </a:cubicBezTo>
                <a:cubicBezTo>
                  <a:pt x="103" y="53"/>
                  <a:pt x="112" y="65"/>
                  <a:pt x="104" y="69"/>
                </a:cubicBezTo>
                <a:cubicBezTo>
                  <a:pt x="93" y="118"/>
                  <a:pt x="99" y="124"/>
                  <a:pt x="95" y="126"/>
                </a:cubicBezTo>
                <a:cubicBezTo>
                  <a:pt x="92" y="171"/>
                  <a:pt x="90" y="180"/>
                  <a:pt x="95" y="190"/>
                </a:cubicBezTo>
                <a:cubicBezTo>
                  <a:pt x="91" y="228"/>
                  <a:pt x="82" y="231"/>
                  <a:pt x="80" y="220"/>
                </a:cubicBezTo>
                <a:cubicBezTo>
                  <a:pt x="77" y="207"/>
                  <a:pt x="82" y="189"/>
                  <a:pt x="77" y="172"/>
                </a:cubicBezTo>
                <a:cubicBezTo>
                  <a:pt x="77" y="87"/>
                  <a:pt x="91" y="83"/>
                  <a:pt x="86" y="68"/>
                </a:cubicBezTo>
                <a:cubicBezTo>
                  <a:pt x="100" y="4"/>
                  <a:pt x="100" y="2"/>
                  <a:pt x="101" y="1"/>
                </a:cubicBezTo>
                <a:cubicBezTo>
                  <a:pt x="88" y="24"/>
                  <a:pt x="75" y="29"/>
                  <a:pt x="80" y="43"/>
                </a:cubicBezTo>
                <a:cubicBezTo>
                  <a:pt x="70" y="80"/>
                  <a:pt x="67" y="81"/>
                  <a:pt x="70" y="86"/>
                </a:cubicBezTo>
                <a:cubicBezTo>
                  <a:pt x="63" y="131"/>
                  <a:pt x="65" y="138"/>
                  <a:pt x="68" y="144"/>
                </a:cubicBezTo>
                <a:cubicBezTo>
                  <a:pt x="53" y="179"/>
                  <a:pt x="63" y="169"/>
                  <a:pt x="56" y="164"/>
                </a:cubicBezTo>
                <a:cubicBezTo>
                  <a:pt x="50" y="47"/>
                  <a:pt x="49" y="34"/>
                  <a:pt x="49" y="22"/>
                </a:cubicBezTo>
                <a:cubicBezTo>
                  <a:pt x="40" y="1"/>
                  <a:pt x="40" y="1"/>
                  <a:pt x="40" y="1"/>
                </a:cubicBezTo>
                <a:cubicBezTo>
                  <a:pt x="42" y="95"/>
                  <a:pt x="30" y="96"/>
                  <a:pt x="37" y="106"/>
                </a:cubicBezTo>
                <a:cubicBezTo>
                  <a:pt x="34" y="129"/>
                  <a:pt x="25" y="107"/>
                  <a:pt x="26" y="91"/>
                </a:cubicBezTo>
                <a:cubicBezTo>
                  <a:pt x="30" y="41"/>
                  <a:pt x="22" y="28"/>
                  <a:pt x="28" y="23"/>
                </a:cubicBezTo>
                <a:cubicBezTo>
                  <a:pt x="17" y="2"/>
                  <a:pt x="17" y="4"/>
                  <a:pt x="16" y="6"/>
                </a:cubicBezTo>
                <a:cubicBezTo>
                  <a:pt x="10" y="77"/>
                  <a:pt x="15" y="87"/>
                  <a:pt x="11" y="93"/>
                </a:cubicBezTo>
                <a:cubicBezTo>
                  <a:pt x="2" y="126"/>
                  <a:pt x="2" y="126"/>
                  <a:pt x="2" y="126"/>
                </a:cubicBezTo>
                <a:cubicBezTo>
                  <a:pt x="12" y="145"/>
                  <a:pt x="24" y="146"/>
                  <a:pt x="17" y="149"/>
                </a:cubicBezTo>
                <a:cubicBezTo>
                  <a:pt x="5" y="173"/>
                  <a:pt x="8" y="174"/>
                  <a:pt x="10" y="175"/>
                </a:cubicBezTo>
                <a:cubicBezTo>
                  <a:pt x="32" y="191"/>
                  <a:pt x="36" y="190"/>
                  <a:pt x="38" y="194"/>
                </a:cubicBezTo>
                <a:cubicBezTo>
                  <a:pt x="48" y="211"/>
                  <a:pt x="32" y="201"/>
                  <a:pt x="16" y="192"/>
                </a:cubicBezTo>
                <a:cubicBezTo>
                  <a:pt x="19" y="226"/>
                  <a:pt x="38" y="232"/>
                  <a:pt x="56" y="240"/>
                </a:cubicBezTo>
                <a:cubicBezTo>
                  <a:pt x="90" y="261"/>
                  <a:pt x="94" y="266"/>
                  <a:pt x="97" y="272"/>
                </a:cubicBezTo>
                <a:cubicBezTo>
                  <a:pt x="103" y="281"/>
                  <a:pt x="101" y="275"/>
                  <a:pt x="97" y="272"/>
                </a:cubicBezTo>
                <a:cubicBezTo>
                  <a:pt x="63" y="255"/>
                  <a:pt x="55" y="257"/>
                  <a:pt x="51" y="253"/>
                </a:cubicBezTo>
                <a:cubicBezTo>
                  <a:pt x="2" y="248"/>
                  <a:pt x="2" y="248"/>
                  <a:pt x="2" y="248"/>
                </a:cubicBezTo>
                <a:cubicBezTo>
                  <a:pt x="40" y="258"/>
                  <a:pt x="45" y="269"/>
                  <a:pt x="56" y="267"/>
                </a:cubicBezTo>
                <a:cubicBezTo>
                  <a:pt x="84" y="285"/>
                  <a:pt x="94" y="285"/>
                  <a:pt x="100" y="292"/>
                </a:cubicBezTo>
                <a:cubicBezTo>
                  <a:pt x="134" y="317"/>
                  <a:pt x="134" y="321"/>
                  <a:pt x="137" y="320"/>
                </a:cubicBezTo>
                <a:cubicBezTo>
                  <a:pt x="110" y="311"/>
                  <a:pt x="97" y="310"/>
                  <a:pt x="90" y="299"/>
                </a:cubicBezTo>
                <a:cubicBezTo>
                  <a:pt x="32" y="287"/>
                  <a:pt x="28" y="276"/>
                  <a:pt x="19" y="276"/>
                </a:cubicBezTo>
                <a:cubicBezTo>
                  <a:pt x="6" y="287"/>
                  <a:pt x="11" y="287"/>
                  <a:pt x="14" y="290"/>
                </a:cubicBezTo>
                <a:cubicBezTo>
                  <a:pt x="60" y="310"/>
                  <a:pt x="70" y="302"/>
                  <a:pt x="70" y="311"/>
                </a:cubicBezTo>
                <a:cubicBezTo>
                  <a:pt x="74" y="314"/>
                  <a:pt x="68" y="317"/>
                  <a:pt x="63" y="317"/>
                </a:cubicBezTo>
                <a:cubicBezTo>
                  <a:pt x="27" y="300"/>
                  <a:pt x="17" y="307"/>
                  <a:pt x="14" y="299"/>
                </a:cubicBezTo>
                <a:cubicBezTo>
                  <a:pt x="6" y="311"/>
                  <a:pt x="10" y="315"/>
                  <a:pt x="14" y="317"/>
                </a:cubicBezTo>
                <a:cubicBezTo>
                  <a:pt x="37" y="321"/>
                  <a:pt x="39" y="319"/>
                  <a:pt x="42" y="320"/>
                </a:cubicBezTo>
                <a:cubicBezTo>
                  <a:pt x="62" y="325"/>
                  <a:pt x="72" y="331"/>
                  <a:pt x="84" y="334"/>
                </a:cubicBezTo>
                <a:cubicBezTo>
                  <a:pt x="121" y="352"/>
                  <a:pt x="125" y="357"/>
                  <a:pt x="133" y="355"/>
                </a:cubicBezTo>
                <a:cubicBezTo>
                  <a:pt x="188" y="388"/>
                  <a:pt x="192" y="395"/>
                  <a:pt x="199" y="398"/>
                </a:cubicBezTo>
                <a:cubicBezTo>
                  <a:pt x="215" y="420"/>
                  <a:pt x="207" y="410"/>
                  <a:pt x="203" y="411"/>
                </a:cubicBezTo>
                <a:cubicBezTo>
                  <a:pt x="183" y="401"/>
                  <a:pt x="184" y="396"/>
                  <a:pt x="180" y="397"/>
                </a:cubicBezTo>
                <a:cubicBezTo>
                  <a:pt x="156" y="377"/>
                  <a:pt x="148" y="383"/>
                  <a:pt x="146" y="378"/>
                </a:cubicBezTo>
                <a:cubicBezTo>
                  <a:pt x="79" y="350"/>
                  <a:pt x="69" y="355"/>
                  <a:pt x="66" y="346"/>
                </a:cubicBezTo>
                <a:cubicBezTo>
                  <a:pt x="21" y="335"/>
                  <a:pt x="16" y="331"/>
                  <a:pt x="9" y="331"/>
                </a:cubicBezTo>
                <a:cubicBezTo>
                  <a:pt x="6" y="343"/>
                  <a:pt x="10" y="344"/>
                  <a:pt x="14" y="345"/>
                </a:cubicBezTo>
                <a:cubicBezTo>
                  <a:pt x="44" y="355"/>
                  <a:pt x="47" y="356"/>
                  <a:pt x="50" y="354"/>
                </a:cubicBezTo>
                <a:cubicBezTo>
                  <a:pt x="88" y="365"/>
                  <a:pt x="88" y="372"/>
                  <a:pt x="92" y="371"/>
                </a:cubicBezTo>
                <a:cubicBezTo>
                  <a:pt x="126" y="379"/>
                  <a:pt x="126" y="384"/>
                  <a:pt x="130" y="383"/>
                </a:cubicBezTo>
                <a:cubicBezTo>
                  <a:pt x="173" y="409"/>
                  <a:pt x="178" y="409"/>
                  <a:pt x="180" y="416"/>
                </a:cubicBezTo>
                <a:cubicBezTo>
                  <a:pt x="227" y="438"/>
                  <a:pt x="228" y="443"/>
                  <a:pt x="231" y="442"/>
                </a:cubicBezTo>
                <a:cubicBezTo>
                  <a:pt x="219" y="443"/>
                  <a:pt x="212" y="439"/>
                  <a:pt x="206" y="438"/>
                </a:cubicBezTo>
                <a:cubicBezTo>
                  <a:pt x="155" y="417"/>
                  <a:pt x="153" y="413"/>
                  <a:pt x="149" y="414"/>
                </a:cubicBezTo>
                <a:cubicBezTo>
                  <a:pt x="77" y="386"/>
                  <a:pt x="58" y="388"/>
                  <a:pt x="46" y="377"/>
                </a:cubicBezTo>
                <a:cubicBezTo>
                  <a:pt x="2" y="380"/>
                  <a:pt x="2" y="380"/>
                  <a:pt x="2" y="380"/>
                </a:cubicBezTo>
                <a:cubicBezTo>
                  <a:pt x="64" y="395"/>
                  <a:pt x="68" y="406"/>
                  <a:pt x="78" y="403"/>
                </a:cubicBezTo>
                <a:cubicBezTo>
                  <a:pt x="108" y="413"/>
                  <a:pt x="117" y="413"/>
                  <a:pt x="123" y="419"/>
                </a:cubicBezTo>
                <a:cubicBezTo>
                  <a:pt x="154" y="430"/>
                  <a:pt x="160" y="437"/>
                  <a:pt x="171" y="434"/>
                </a:cubicBezTo>
                <a:cubicBezTo>
                  <a:pt x="195" y="451"/>
                  <a:pt x="205" y="447"/>
                  <a:pt x="208" y="455"/>
                </a:cubicBezTo>
                <a:cubicBezTo>
                  <a:pt x="267" y="487"/>
                  <a:pt x="271" y="498"/>
                  <a:pt x="280" y="499"/>
                </a:cubicBezTo>
                <a:cubicBezTo>
                  <a:pt x="294" y="516"/>
                  <a:pt x="292" y="514"/>
                  <a:pt x="288" y="515"/>
                </a:cubicBezTo>
                <a:cubicBezTo>
                  <a:pt x="255" y="506"/>
                  <a:pt x="255" y="495"/>
                  <a:pt x="247" y="501"/>
                </a:cubicBezTo>
                <a:cubicBezTo>
                  <a:pt x="170" y="478"/>
                  <a:pt x="155" y="464"/>
                  <a:pt x="134" y="461"/>
                </a:cubicBezTo>
                <a:cubicBezTo>
                  <a:pt x="96" y="448"/>
                  <a:pt x="85" y="447"/>
                  <a:pt x="78" y="440"/>
                </a:cubicBezTo>
                <a:cubicBezTo>
                  <a:pt x="2" y="433"/>
                  <a:pt x="2" y="433"/>
                  <a:pt x="2" y="433"/>
                </a:cubicBezTo>
                <a:close/>
                <a:moveTo>
                  <a:pt x="330" y="501"/>
                </a:moveTo>
                <a:cubicBezTo>
                  <a:pt x="334" y="501"/>
                  <a:pt x="334" y="507"/>
                  <a:pt x="336" y="511"/>
                </a:cubicBezTo>
                <a:cubicBezTo>
                  <a:pt x="329" y="513"/>
                  <a:pt x="327" y="506"/>
                  <a:pt x="330" y="501"/>
                </a:cubicBezTo>
                <a:close/>
                <a:moveTo>
                  <a:pt x="121" y="337"/>
                </a:moveTo>
                <a:cubicBezTo>
                  <a:pt x="118" y="332"/>
                  <a:pt x="110" y="339"/>
                  <a:pt x="109" y="329"/>
                </a:cubicBezTo>
                <a:cubicBezTo>
                  <a:pt x="119" y="327"/>
                  <a:pt x="121" y="339"/>
                  <a:pt x="130" y="337"/>
                </a:cubicBezTo>
                <a:cubicBezTo>
                  <a:pt x="132" y="344"/>
                  <a:pt x="121" y="341"/>
                  <a:pt x="121" y="337"/>
                </a:cubicBezTo>
                <a:close/>
                <a:moveTo>
                  <a:pt x="290" y="490"/>
                </a:moveTo>
                <a:cubicBezTo>
                  <a:pt x="288" y="484"/>
                  <a:pt x="281" y="489"/>
                  <a:pt x="280" y="481"/>
                </a:cubicBezTo>
                <a:cubicBezTo>
                  <a:pt x="287" y="485"/>
                  <a:pt x="297" y="485"/>
                  <a:pt x="300" y="495"/>
                </a:cubicBezTo>
                <a:cubicBezTo>
                  <a:pt x="294" y="500"/>
                  <a:pt x="293" y="492"/>
                  <a:pt x="290" y="490"/>
                </a:cubicBezTo>
                <a:close/>
                <a:moveTo>
                  <a:pt x="16" y="743"/>
                </a:moveTo>
                <a:cubicBezTo>
                  <a:pt x="25" y="732"/>
                  <a:pt x="39" y="725"/>
                  <a:pt x="48" y="714"/>
                </a:cubicBezTo>
                <a:cubicBezTo>
                  <a:pt x="61" y="705"/>
                  <a:pt x="74" y="698"/>
                  <a:pt x="85" y="686"/>
                </a:cubicBezTo>
                <a:cubicBezTo>
                  <a:pt x="90" y="687"/>
                  <a:pt x="92" y="684"/>
                  <a:pt x="93" y="680"/>
                </a:cubicBezTo>
                <a:cubicBezTo>
                  <a:pt x="98" y="680"/>
                  <a:pt x="103" y="678"/>
                  <a:pt x="105" y="674"/>
                </a:cubicBezTo>
                <a:cubicBezTo>
                  <a:pt x="113" y="672"/>
                  <a:pt x="119" y="667"/>
                  <a:pt x="125" y="662"/>
                </a:cubicBezTo>
                <a:cubicBezTo>
                  <a:pt x="135" y="661"/>
                  <a:pt x="135" y="652"/>
                  <a:pt x="144" y="650"/>
                </a:cubicBezTo>
                <a:cubicBezTo>
                  <a:pt x="152" y="647"/>
                  <a:pt x="157" y="641"/>
                  <a:pt x="164" y="638"/>
                </a:cubicBezTo>
                <a:cubicBezTo>
                  <a:pt x="171" y="635"/>
                  <a:pt x="179" y="633"/>
                  <a:pt x="185" y="629"/>
                </a:cubicBezTo>
                <a:cubicBezTo>
                  <a:pt x="190" y="629"/>
                  <a:pt x="192" y="626"/>
                  <a:pt x="193" y="623"/>
                </a:cubicBezTo>
                <a:cubicBezTo>
                  <a:pt x="198" y="622"/>
                  <a:pt x="208" y="625"/>
                  <a:pt x="205" y="617"/>
                </a:cubicBezTo>
                <a:cubicBezTo>
                  <a:pt x="197" y="618"/>
                  <a:pt x="189" y="619"/>
                  <a:pt x="184" y="623"/>
                </a:cubicBezTo>
                <a:cubicBezTo>
                  <a:pt x="178" y="627"/>
                  <a:pt x="168" y="627"/>
                  <a:pt x="164" y="632"/>
                </a:cubicBezTo>
                <a:cubicBezTo>
                  <a:pt x="150" y="637"/>
                  <a:pt x="138" y="643"/>
                  <a:pt x="130" y="653"/>
                </a:cubicBezTo>
                <a:cubicBezTo>
                  <a:pt x="114" y="656"/>
                  <a:pt x="107" y="668"/>
                  <a:pt x="93" y="672"/>
                </a:cubicBezTo>
                <a:cubicBezTo>
                  <a:pt x="82" y="681"/>
                  <a:pt x="69" y="687"/>
                  <a:pt x="59" y="696"/>
                </a:cubicBezTo>
                <a:cubicBezTo>
                  <a:pt x="46" y="702"/>
                  <a:pt x="39" y="713"/>
                  <a:pt x="24" y="717"/>
                </a:cubicBezTo>
                <a:cubicBezTo>
                  <a:pt x="23" y="725"/>
                  <a:pt x="16" y="728"/>
                  <a:pt x="10" y="732"/>
                </a:cubicBezTo>
                <a:cubicBezTo>
                  <a:pt x="6" y="732"/>
                  <a:pt x="8" y="739"/>
                  <a:pt x="2" y="738"/>
                </a:cubicBezTo>
                <a:cubicBezTo>
                  <a:pt x="2" y="755"/>
                  <a:pt x="2" y="755"/>
                  <a:pt x="2" y="755"/>
                </a:cubicBezTo>
                <a:cubicBezTo>
                  <a:pt x="6" y="751"/>
                  <a:pt x="11" y="747"/>
                  <a:pt x="16" y="743"/>
                </a:cubicBezTo>
                <a:close/>
                <a:moveTo>
                  <a:pt x="24" y="604"/>
                </a:moveTo>
                <a:cubicBezTo>
                  <a:pt x="24" y="596"/>
                  <a:pt x="32" y="596"/>
                  <a:pt x="36" y="592"/>
                </a:cubicBezTo>
                <a:cubicBezTo>
                  <a:pt x="39" y="587"/>
                  <a:pt x="44" y="585"/>
                  <a:pt x="47" y="580"/>
                </a:cubicBezTo>
                <a:cubicBezTo>
                  <a:pt x="54" y="579"/>
                  <a:pt x="52" y="570"/>
                  <a:pt x="61" y="571"/>
                </a:cubicBezTo>
                <a:cubicBezTo>
                  <a:pt x="64" y="566"/>
                  <a:pt x="68" y="562"/>
                  <a:pt x="73" y="559"/>
                </a:cubicBezTo>
                <a:cubicBezTo>
                  <a:pt x="73" y="552"/>
                  <a:pt x="85" y="556"/>
                  <a:pt x="87" y="550"/>
                </a:cubicBezTo>
                <a:cubicBezTo>
                  <a:pt x="76" y="549"/>
                  <a:pt x="69" y="552"/>
                  <a:pt x="67" y="559"/>
                </a:cubicBezTo>
                <a:cubicBezTo>
                  <a:pt x="63" y="565"/>
                  <a:pt x="52" y="564"/>
                  <a:pt x="50" y="571"/>
                </a:cubicBezTo>
                <a:cubicBezTo>
                  <a:pt x="37" y="579"/>
                  <a:pt x="28" y="590"/>
                  <a:pt x="16" y="598"/>
                </a:cubicBezTo>
                <a:cubicBezTo>
                  <a:pt x="12" y="603"/>
                  <a:pt x="5" y="606"/>
                  <a:pt x="2" y="612"/>
                </a:cubicBezTo>
                <a:cubicBezTo>
                  <a:pt x="2" y="623"/>
                  <a:pt x="2" y="623"/>
                  <a:pt x="2" y="623"/>
                </a:cubicBezTo>
                <a:cubicBezTo>
                  <a:pt x="5" y="620"/>
                  <a:pt x="8" y="617"/>
                  <a:pt x="10" y="613"/>
                </a:cubicBezTo>
                <a:cubicBezTo>
                  <a:pt x="16" y="611"/>
                  <a:pt x="19" y="607"/>
                  <a:pt x="24" y="604"/>
                </a:cubicBezTo>
                <a:close/>
                <a:moveTo>
                  <a:pt x="44" y="1722"/>
                </a:moveTo>
                <a:cubicBezTo>
                  <a:pt x="44" y="1720"/>
                  <a:pt x="45" y="1718"/>
                  <a:pt x="46" y="1717"/>
                </a:cubicBezTo>
                <a:cubicBezTo>
                  <a:pt x="91" y="1621"/>
                  <a:pt x="100" y="1610"/>
                  <a:pt x="103" y="1598"/>
                </a:cubicBezTo>
                <a:cubicBezTo>
                  <a:pt x="125" y="1559"/>
                  <a:pt x="129" y="1553"/>
                  <a:pt x="128" y="1547"/>
                </a:cubicBezTo>
                <a:cubicBezTo>
                  <a:pt x="157" y="1507"/>
                  <a:pt x="164" y="1502"/>
                  <a:pt x="167" y="1496"/>
                </a:cubicBezTo>
                <a:cubicBezTo>
                  <a:pt x="212" y="1442"/>
                  <a:pt x="214" y="1436"/>
                  <a:pt x="221" y="1431"/>
                </a:cubicBezTo>
                <a:cubicBezTo>
                  <a:pt x="226" y="1413"/>
                  <a:pt x="214" y="1432"/>
                  <a:pt x="195" y="1449"/>
                </a:cubicBezTo>
                <a:cubicBezTo>
                  <a:pt x="116" y="1530"/>
                  <a:pt x="102" y="1546"/>
                  <a:pt x="89" y="1562"/>
                </a:cubicBezTo>
                <a:cubicBezTo>
                  <a:pt x="71" y="1587"/>
                  <a:pt x="71" y="1588"/>
                  <a:pt x="71" y="1588"/>
                </a:cubicBezTo>
                <a:cubicBezTo>
                  <a:pt x="2" y="1718"/>
                  <a:pt x="2" y="1718"/>
                  <a:pt x="2" y="1718"/>
                </a:cubicBezTo>
                <a:cubicBezTo>
                  <a:pt x="24" y="1678"/>
                  <a:pt x="24" y="1671"/>
                  <a:pt x="29" y="1665"/>
                </a:cubicBezTo>
                <a:cubicBezTo>
                  <a:pt x="83" y="1581"/>
                  <a:pt x="89" y="1575"/>
                  <a:pt x="94" y="1569"/>
                </a:cubicBezTo>
                <a:cubicBezTo>
                  <a:pt x="135" y="1531"/>
                  <a:pt x="112" y="1544"/>
                  <a:pt x="112" y="1560"/>
                </a:cubicBezTo>
                <a:cubicBezTo>
                  <a:pt x="94" y="1592"/>
                  <a:pt x="93" y="1598"/>
                  <a:pt x="89" y="1604"/>
                </a:cubicBezTo>
                <a:cubicBezTo>
                  <a:pt x="59" y="1656"/>
                  <a:pt x="61" y="1665"/>
                  <a:pt x="55" y="1672"/>
                </a:cubicBezTo>
                <a:cubicBezTo>
                  <a:pt x="29" y="1728"/>
                  <a:pt x="26" y="1734"/>
                  <a:pt x="23" y="1739"/>
                </a:cubicBezTo>
                <a:cubicBezTo>
                  <a:pt x="10" y="1768"/>
                  <a:pt x="5" y="1773"/>
                  <a:pt x="2" y="1779"/>
                </a:cubicBezTo>
                <a:cubicBezTo>
                  <a:pt x="30" y="1752"/>
                  <a:pt x="36" y="1737"/>
                  <a:pt x="44" y="1722"/>
                </a:cubicBezTo>
                <a:close/>
                <a:moveTo>
                  <a:pt x="531" y="966"/>
                </a:moveTo>
                <a:cubicBezTo>
                  <a:pt x="537" y="972"/>
                  <a:pt x="543" y="978"/>
                  <a:pt x="555" y="983"/>
                </a:cubicBezTo>
                <a:cubicBezTo>
                  <a:pt x="582" y="1016"/>
                  <a:pt x="572" y="1012"/>
                  <a:pt x="567" y="1005"/>
                </a:cubicBezTo>
                <a:cubicBezTo>
                  <a:pt x="564" y="1014"/>
                  <a:pt x="565" y="1022"/>
                  <a:pt x="577" y="1025"/>
                </a:cubicBezTo>
                <a:cubicBezTo>
                  <a:pt x="602" y="1071"/>
                  <a:pt x="606" y="1077"/>
                  <a:pt x="604" y="1085"/>
                </a:cubicBezTo>
                <a:cubicBezTo>
                  <a:pt x="624" y="1121"/>
                  <a:pt x="614" y="1130"/>
                  <a:pt x="620" y="1134"/>
                </a:cubicBezTo>
                <a:cubicBezTo>
                  <a:pt x="636" y="1178"/>
                  <a:pt x="622" y="1188"/>
                  <a:pt x="633" y="1188"/>
                </a:cubicBezTo>
                <a:cubicBezTo>
                  <a:pt x="638" y="1154"/>
                  <a:pt x="637" y="1151"/>
                  <a:pt x="636" y="1147"/>
                </a:cubicBezTo>
                <a:cubicBezTo>
                  <a:pt x="643" y="1092"/>
                  <a:pt x="647" y="1092"/>
                  <a:pt x="648" y="1086"/>
                </a:cubicBezTo>
                <a:cubicBezTo>
                  <a:pt x="659" y="1040"/>
                  <a:pt x="666" y="1046"/>
                  <a:pt x="667" y="1037"/>
                </a:cubicBezTo>
                <a:cubicBezTo>
                  <a:pt x="711" y="998"/>
                  <a:pt x="721" y="987"/>
                  <a:pt x="733" y="985"/>
                </a:cubicBezTo>
                <a:cubicBezTo>
                  <a:pt x="785" y="965"/>
                  <a:pt x="796" y="982"/>
                  <a:pt x="797" y="969"/>
                </a:cubicBezTo>
                <a:cubicBezTo>
                  <a:pt x="738" y="970"/>
                  <a:pt x="734" y="971"/>
                  <a:pt x="730" y="970"/>
                </a:cubicBezTo>
                <a:cubicBezTo>
                  <a:pt x="733" y="964"/>
                  <a:pt x="734" y="961"/>
                  <a:pt x="733" y="956"/>
                </a:cubicBezTo>
                <a:cubicBezTo>
                  <a:pt x="828" y="882"/>
                  <a:pt x="842" y="872"/>
                  <a:pt x="854" y="858"/>
                </a:cubicBezTo>
                <a:cubicBezTo>
                  <a:pt x="887" y="830"/>
                  <a:pt x="888" y="820"/>
                  <a:pt x="893" y="822"/>
                </a:cubicBezTo>
                <a:cubicBezTo>
                  <a:pt x="938" y="742"/>
                  <a:pt x="939" y="732"/>
                  <a:pt x="944" y="718"/>
                </a:cubicBezTo>
                <a:cubicBezTo>
                  <a:pt x="976" y="667"/>
                  <a:pt x="982" y="668"/>
                  <a:pt x="985" y="663"/>
                </a:cubicBezTo>
                <a:cubicBezTo>
                  <a:pt x="1034" y="616"/>
                  <a:pt x="1037" y="612"/>
                  <a:pt x="1040" y="606"/>
                </a:cubicBezTo>
                <a:cubicBezTo>
                  <a:pt x="1002" y="631"/>
                  <a:pt x="993" y="650"/>
                  <a:pt x="979" y="654"/>
                </a:cubicBezTo>
                <a:cubicBezTo>
                  <a:pt x="987" y="629"/>
                  <a:pt x="984" y="633"/>
                  <a:pt x="985" y="628"/>
                </a:cubicBezTo>
                <a:cubicBezTo>
                  <a:pt x="1024" y="597"/>
                  <a:pt x="1030" y="597"/>
                  <a:pt x="1035" y="597"/>
                </a:cubicBezTo>
                <a:cubicBezTo>
                  <a:pt x="1096" y="544"/>
                  <a:pt x="1113" y="533"/>
                  <a:pt x="1128" y="518"/>
                </a:cubicBezTo>
                <a:cubicBezTo>
                  <a:pt x="1158" y="470"/>
                  <a:pt x="1172" y="471"/>
                  <a:pt x="1165" y="465"/>
                </a:cubicBezTo>
                <a:cubicBezTo>
                  <a:pt x="1112" y="520"/>
                  <a:pt x="1105" y="524"/>
                  <a:pt x="1101" y="535"/>
                </a:cubicBezTo>
                <a:cubicBezTo>
                  <a:pt x="1005" y="601"/>
                  <a:pt x="1001" y="608"/>
                  <a:pt x="995" y="607"/>
                </a:cubicBezTo>
                <a:cubicBezTo>
                  <a:pt x="910" y="672"/>
                  <a:pt x="899" y="679"/>
                  <a:pt x="890" y="690"/>
                </a:cubicBezTo>
                <a:cubicBezTo>
                  <a:pt x="855" y="718"/>
                  <a:pt x="851" y="724"/>
                  <a:pt x="848" y="732"/>
                </a:cubicBezTo>
                <a:cubicBezTo>
                  <a:pt x="816" y="766"/>
                  <a:pt x="808" y="763"/>
                  <a:pt x="804" y="772"/>
                </a:cubicBezTo>
                <a:cubicBezTo>
                  <a:pt x="759" y="821"/>
                  <a:pt x="753" y="821"/>
                  <a:pt x="749" y="830"/>
                </a:cubicBezTo>
                <a:cubicBezTo>
                  <a:pt x="712" y="864"/>
                  <a:pt x="703" y="877"/>
                  <a:pt x="694" y="887"/>
                </a:cubicBezTo>
                <a:cubicBezTo>
                  <a:pt x="653" y="942"/>
                  <a:pt x="652" y="947"/>
                  <a:pt x="648" y="946"/>
                </a:cubicBezTo>
                <a:cubicBezTo>
                  <a:pt x="682" y="890"/>
                  <a:pt x="690" y="875"/>
                  <a:pt x="706" y="848"/>
                </a:cubicBezTo>
                <a:cubicBezTo>
                  <a:pt x="741" y="810"/>
                  <a:pt x="742" y="801"/>
                  <a:pt x="746" y="803"/>
                </a:cubicBezTo>
                <a:cubicBezTo>
                  <a:pt x="786" y="756"/>
                  <a:pt x="798" y="744"/>
                  <a:pt x="811" y="730"/>
                </a:cubicBezTo>
                <a:cubicBezTo>
                  <a:pt x="871" y="676"/>
                  <a:pt x="875" y="672"/>
                  <a:pt x="879" y="672"/>
                </a:cubicBezTo>
                <a:cubicBezTo>
                  <a:pt x="933" y="625"/>
                  <a:pt x="940" y="619"/>
                  <a:pt x="948" y="618"/>
                </a:cubicBezTo>
                <a:cubicBezTo>
                  <a:pt x="982" y="592"/>
                  <a:pt x="994" y="581"/>
                  <a:pt x="1008" y="572"/>
                </a:cubicBezTo>
                <a:cubicBezTo>
                  <a:pt x="1037" y="532"/>
                  <a:pt x="1036" y="550"/>
                  <a:pt x="1028" y="549"/>
                </a:cubicBezTo>
                <a:cubicBezTo>
                  <a:pt x="1002" y="571"/>
                  <a:pt x="994" y="573"/>
                  <a:pt x="987" y="575"/>
                </a:cubicBezTo>
                <a:cubicBezTo>
                  <a:pt x="954" y="600"/>
                  <a:pt x="941" y="610"/>
                  <a:pt x="928" y="621"/>
                </a:cubicBezTo>
                <a:cubicBezTo>
                  <a:pt x="905" y="642"/>
                  <a:pt x="898" y="636"/>
                  <a:pt x="896" y="642"/>
                </a:cubicBezTo>
                <a:cubicBezTo>
                  <a:pt x="905" y="628"/>
                  <a:pt x="911" y="624"/>
                  <a:pt x="915" y="615"/>
                </a:cubicBezTo>
                <a:cubicBezTo>
                  <a:pt x="954" y="585"/>
                  <a:pt x="959" y="581"/>
                  <a:pt x="964" y="577"/>
                </a:cubicBezTo>
                <a:cubicBezTo>
                  <a:pt x="1004" y="547"/>
                  <a:pt x="1009" y="542"/>
                  <a:pt x="1016" y="540"/>
                </a:cubicBezTo>
                <a:cubicBezTo>
                  <a:pt x="1053" y="509"/>
                  <a:pt x="1059" y="504"/>
                  <a:pt x="1066" y="506"/>
                </a:cubicBezTo>
                <a:cubicBezTo>
                  <a:pt x="1120" y="459"/>
                  <a:pt x="1128" y="463"/>
                  <a:pt x="1132" y="453"/>
                </a:cubicBezTo>
                <a:cubicBezTo>
                  <a:pt x="1176" y="423"/>
                  <a:pt x="1172" y="419"/>
                  <a:pt x="1181" y="415"/>
                </a:cubicBezTo>
                <a:cubicBezTo>
                  <a:pt x="1232" y="363"/>
                  <a:pt x="1247" y="362"/>
                  <a:pt x="1242" y="353"/>
                </a:cubicBezTo>
                <a:cubicBezTo>
                  <a:pt x="1184" y="403"/>
                  <a:pt x="1181" y="404"/>
                  <a:pt x="1177" y="404"/>
                </a:cubicBezTo>
                <a:cubicBezTo>
                  <a:pt x="1122" y="438"/>
                  <a:pt x="1118" y="445"/>
                  <a:pt x="1111" y="444"/>
                </a:cubicBezTo>
                <a:cubicBezTo>
                  <a:pt x="1091" y="457"/>
                  <a:pt x="1093" y="454"/>
                  <a:pt x="1087" y="461"/>
                </a:cubicBezTo>
                <a:cubicBezTo>
                  <a:pt x="1070" y="457"/>
                  <a:pt x="1065" y="462"/>
                  <a:pt x="1060" y="465"/>
                </a:cubicBezTo>
                <a:cubicBezTo>
                  <a:pt x="1000" y="493"/>
                  <a:pt x="994" y="498"/>
                  <a:pt x="986" y="501"/>
                </a:cubicBezTo>
                <a:cubicBezTo>
                  <a:pt x="958" y="514"/>
                  <a:pt x="952" y="522"/>
                  <a:pt x="945" y="527"/>
                </a:cubicBezTo>
                <a:cubicBezTo>
                  <a:pt x="890" y="558"/>
                  <a:pt x="877" y="570"/>
                  <a:pt x="864" y="579"/>
                </a:cubicBezTo>
                <a:cubicBezTo>
                  <a:pt x="812" y="621"/>
                  <a:pt x="797" y="624"/>
                  <a:pt x="786" y="639"/>
                </a:cubicBezTo>
                <a:cubicBezTo>
                  <a:pt x="741" y="677"/>
                  <a:pt x="735" y="681"/>
                  <a:pt x="729" y="686"/>
                </a:cubicBezTo>
                <a:cubicBezTo>
                  <a:pt x="701" y="713"/>
                  <a:pt x="694" y="727"/>
                  <a:pt x="684" y="729"/>
                </a:cubicBezTo>
                <a:cubicBezTo>
                  <a:pt x="707" y="689"/>
                  <a:pt x="708" y="675"/>
                  <a:pt x="714" y="676"/>
                </a:cubicBezTo>
                <a:cubicBezTo>
                  <a:pt x="768" y="610"/>
                  <a:pt x="789" y="599"/>
                  <a:pt x="805" y="575"/>
                </a:cubicBezTo>
                <a:cubicBezTo>
                  <a:pt x="864" y="533"/>
                  <a:pt x="873" y="530"/>
                  <a:pt x="880" y="523"/>
                </a:cubicBezTo>
                <a:cubicBezTo>
                  <a:pt x="967" y="471"/>
                  <a:pt x="975" y="465"/>
                  <a:pt x="985" y="462"/>
                </a:cubicBezTo>
                <a:cubicBezTo>
                  <a:pt x="1047" y="431"/>
                  <a:pt x="1058" y="431"/>
                  <a:pt x="1066" y="423"/>
                </a:cubicBezTo>
                <a:cubicBezTo>
                  <a:pt x="1101" y="405"/>
                  <a:pt x="1111" y="402"/>
                  <a:pt x="1121" y="400"/>
                </a:cubicBezTo>
                <a:cubicBezTo>
                  <a:pt x="1203" y="349"/>
                  <a:pt x="1209" y="350"/>
                  <a:pt x="1211" y="343"/>
                </a:cubicBezTo>
                <a:cubicBezTo>
                  <a:pt x="1199" y="344"/>
                  <a:pt x="1193" y="349"/>
                  <a:pt x="1187" y="354"/>
                </a:cubicBezTo>
                <a:cubicBezTo>
                  <a:pt x="1126" y="392"/>
                  <a:pt x="1116" y="384"/>
                  <a:pt x="1112" y="393"/>
                </a:cubicBezTo>
                <a:cubicBezTo>
                  <a:pt x="1070" y="417"/>
                  <a:pt x="1059" y="407"/>
                  <a:pt x="1056" y="418"/>
                </a:cubicBezTo>
                <a:cubicBezTo>
                  <a:pt x="1023" y="430"/>
                  <a:pt x="1010" y="436"/>
                  <a:pt x="997" y="442"/>
                </a:cubicBezTo>
                <a:cubicBezTo>
                  <a:pt x="935" y="472"/>
                  <a:pt x="931" y="480"/>
                  <a:pt x="924" y="482"/>
                </a:cubicBezTo>
                <a:cubicBezTo>
                  <a:pt x="883" y="508"/>
                  <a:pt x="877" y="511"/>
                  <a:pt x="871" y="515"/>
                </a:cubicBezTo>
                <a:cubicBezTo>
                  <a:pt x="848" y="527"/>
                  <a:pt x="847" y="536"/>
                  <a:pt x="843" y="535"/>
                </a:cubicBezTo>
                <a:cubicBezTo>
                  <a:pt x="793" y="575"/>
                  <a:pt x="791" y="578"/>
                  <a:pt x="787" y="579"/>
                </a:cubicBezTo>
                <a:cubicBezTo>
                  <a:pt x="764" y="599"/>
                  <a:pt x="764" y="609"/>
                  <a:pt x="759" y="608"/>
                </a:cubicBezTo>
                <a:cubicBezTo>
                  <a:pt x="699" y="664"/>
                  <a:pt x="701" y="682"/>
                  <a:pt x="695" y="677"/>
                </a:cubicBezTo>
                <a:cubicBezTo>
                  <a:pt x="695" y="655"/>
                  <a:pt x="699" y="646"/>
                  <a:pt x="707" y="644"/>
                </a:cubicBezTo>
                <a:cubicBezTo>
                  <a:pt x="730" y="602"/>
                  <a:pt x="737" y="601"/>
                  <a:pt x="740" y="593"/>
                </a:cubicBezTo>
                <a:cubicBezTo>
                  <a:pt x="810" y="533"/>
                  <a:pt x="820" y="525"/>
                  <a:pt x="829" y="516"/>
                </a:cubicBezTo>
                <a:cubicBezTo>
                  <a:pt x="866" y="491"/>
                  <a:pt x="871" y="487"/>
                  <a:pt x="875" y="479"/>
                </a:cubicBezTo>
                <a:cubicBezTo>
                  <a:pt x="976" y="423"/>
                  <a:pt x="993" y="412"/>
                  <a:pt x="1012" y="408"/>
                </a:cubicBezTo>
                <a:cubicBezTo>
                  <a:pt x="1085" y="374"/>
                  <a:pt x="1104" y="371"/>
                  <a:pt x="1123" y="363"/>
                </a:cubicBezTo>
                <a:cubicBezTo>
                  <a:pt x="1170" y="352"/>
                  <a:pt x="1173" y="343"/>
                  <a:pt x="1180" y="348"/>
                </a:cubicBezTo>
                <a:cubicBezTo>
                  <a:pt x="1208" y="335"/>
                  <a:pt x="1213" y="328"/>
                  <a:pt x="1220" y="324"/>
                </a:cubicBezTo>
                <a:cubicBezTo>
                  <a:pt x="1249" y="318"/>
                  <a:pt x="1253" y="306"/>
                  <a:pt x="1262" y="309"/>
                </a:cubicBezTo>
                <a:cubicBezTo>
                  <a:pt x="1292" y="281"/>
                  <a:pt x="1298" y="284"/>
                  <a:pt x="1300" y="275"/>
                </a:cubicBezTo>
                <a:cubicBezTo>
                  <a:pt x="1261" y="290"/>
                  <a:pt x="1255" y="300"/>
                  <a:pt x="1246" y="301"/>
                </a:cubicBezTo>
                <a:cubicBezTo>
                  <a:pt x="1167" y="337"/>
                  <a:pt x="1163" y="340"/>
                  <a:pt x="1157" y="337"/>
                </a:cubicBezTo>
                <a:cubicBezTo>
                  <a:pt x="1110" y="362"/>
                  <a:pt x="1097" y="354"/>
                  <a:pt x="1090" y="364"/>
                </a:cubicBezTo>
                <a:cubicBezTo>
                  <a:pt x="947" y="426"/>
                  <a:pt x="940" y="424"/>
                  <a:pt x="935" y="430"/>
                </a:cubicBezTo>
                <a:cubicBezTo>
                  <a:pt x="882" y="462"/>
                  <a:pt x="875" y="461"/>
                  <a:pt x="872" y="471"/>
                </a:cubicBezTo>
                <a:cubicBezTo>
                  <a:pt x="846" y="491"/>
                  <a:pt x="834" y="497"/>
                  <a:pt x="824" y="507"/>
                </a:cubicBezTo>
                <a:cubicBezTo>
                  <a:pt x="757" y="555"/>
                  <a:pt x="755" y="568"/>
                  <a:pt x="748" y="568"/>
                </a:cubicBezTo>
                <a:cubicBezTo>
                  <a:pt x="713" y="600"/>
                  <a:pt x="713" y="617"/>
                  <a:pt x="703" y="611"/>
                </a:cubicBezTo>
                <a:cubicBezTo>
                  <a:pt x="726" y="580"/>
                  <a:pt x="733" y="572"/>
                  <a:pt x="740" y="564"/>
                </a:cubicBezTo>
                <a:cubicBezTo>
                  <a:pt x="791" y="510"/>
                  <a:pt x="802" y="510"/>
                  <a:pt x="807" y="496"/>
                </a:cubicBezTo>
                <a:cubicBezTo>
                  <a:pt x="856" y="451"/>
                  <a:pt x="865" y="461"/>
                  <a:pt x="866" y="449"/>
                </a:cubicBezTo>
                <a:cubicBezTo>
                  <a:pt x="935" y="412"/>
                  <a:pt x="946" y="395"/>
                  <a:pt x="963" y="392"/>
                </a:cubicBezTo>
                <a:cubicBezTo>
                  <a:pt x="1020" y="358"/>
                  <a:pt x="1027" y="365"/>
                  <a:pt x="1029" y="358"/>
                </a:cubicBezTo>
                <a:cubicBezTo>
                  <a:pt x="1068" y="345"/>
                  <a:pt x="1069" y="335"/>
                  <a:pt x="1074" y="337"/>
                </a:cubicBezTo>
                <a:cubicBezTo>
                  <a:pt x="1113" y="325"/>
                  <a:pt x="1117" y="324"/>
                  <a:pt x="1121" y="324"/>
                </a:cubicBezTo>
                <a:cubicBezTo>
                  <a:pt x="1151" y="323"/>
                  <a:pt x="1150" y="308"/>
                  <a:pt x="1157" y="315"/>
                </a:cubicBezTo>
                <a:cubicBezTo>
                  <a:pt x="1195" y="299"/>
                  <a:pt x="1199" y="297"/>
                  <a:pt x="1203" y="298"/>
                </a:cubicBezTo>
                <a:cubicBezTo>
                  <a:pt x="1226" y="284"/>
                  <a:pt x="1236" y="278"/>
                  <a:pt x="1230" y="275"/>
                </a:cubicBezTo>
                <a:cubicBezTo>
                  <a:pt x="1175" y="297"/>
                  <a:pt x="1169" y="300"/>
                  <a:pt x="1163" y="302"/>
                </a:cubicBezTo>
                <a:cubicBezTo>
                  <a:pt x="1081" y="325"/>
                  <a:pt x="1068" y="325"/>
                  <a:pt x="1059" y="334"/>
                </a:cubicBezTo>
                <a:cubicBezTo>
                  <a:pt x="983" y="359"/>
                  <a:pt x="981" y="370"/>
                  <a:pt x="975" y="372"/>
                </a:cubicBezTo>
                <a:cubicBezTo>
                  <a:pt x="916" y="403"/>
                  <a:pt x="907" y="411"/>
                  <a:pt x="896" y="419"/>
                </a:cubicBezTo>
                <a:cubicBezTo>
                  <a:pt x="843" y="453"/>
                  <a:pt x="838" y="457"/>
                  <a:pt x="834" y="464"/>
                </a:cubicBezTo>
                <a:cubicBezTo>
                  <a:pt x="754" y="525"/>
                  <a:pt x="753" y="539"/>
                  <a:pt x="747" y="542"/>
                </a:cubicBezTo>
                <a:cubicBezTo>
                  <a:pt x="731" y="554"/>
                  <a:pt x="732" y="540"/>
                  <a:pt x="738" y="541"/>
                </a:cubicBezTo>
                <a:cubicBezTo>
                  <a:pt x="773" y="492"/>
                  <a:pt x="778" y="492"/>
                  <a:pt x="780" y="484"/>
                </a:cubicBezTo>
                <a:cubicBezTo>
                  <a:pt x="802" y="476"/>
                  <a:pt x="803" y="462"/>
                  <a:pt x="809" y="462"/>
                </a:cubicBezTo>
                <a:cubicBezTo>
                  <a:pt x="835" y="445"/>
                  <a:pt x="836" y="436"/>
                  <a:pt x="840" y="437"/>
                </a:cubicBezTo>
                <a:cubicBezTo>
                  <a:pt x="879" y="403"/>
                  <a:pt x="892" y="403"/>
                  <a:pt x="902" y="392"/>
                </a:cubicBezTo>
                <a:cubicBezTo>
                  <a:pt x="921" y="373"/>
                  <a:pt x="929" y="378"/>
                  <a:pt x="933" y="372"/>
                </a:cubicBezTo>
                <a:cubicBezTo>
                  <a:pt x="1003" y="331"/>
                  <a:pt x="1008" y="325"/>
                  <a:pt x="1015" y="326"/>
                </a:cubicBezTo>
                <a:cubicBezTo>
                  <a:pt x="1042" y="308"/>
                  <a:pt x="1048" y="313"/>
                  <a:pt x="1049" y="307"/>
                </a:cubicBezTo>
                <a:cubicBezTo>
                  <a:pt x="1094" y="283"/>
                  <a:pt x="1105" y="291"/>
                  <a:pt x="1109" y="280"/>
                </a:cubicBezTo>
                <a:cubicBezTo>
                  <a:pt x="1158" y="265"/>
                  <a:pt x="1166" y="267"/>
                  <a:pt x="1172" y="261"/>
                </a:cubicBezTo>
                <a:cubicBezTo>
                  <a:pt x="1209" y="254"/>
                  <a:pt x="1223" y="250"/>
                  <a:pt x="1237" y="246"/>
                </a:cubicBezTo>
                <a:cubicBezTo>
                  <a:pt x="1290" y="220"/>
                  <a:pt x="1303" y="214"/>
                  <a:pt x="1316" y="206"/>
                </a:cubicBezTo>
                <a:cubicBezTo>
                  <a:pt x="1340" y="198"/>
                  <a:pt x="1341" y="189"/>
                  <a:pt x="1345" y="190"/>
                </a:cubicBezTo>
                <a:cubicBezTo>
                  <a:pt x="1325" y="186"/>
                  <a:pt x="1322" y="202"/>
                  <a:pt x="1312" y="201"/>
                </a:cubicBezTo>
                <a:cubicBezTo>
                  <a:pt x="1254" y="227"/>
                  <a:pt x="1246" y="234"/>
                  <a:pt x="1236" y="233"/>
                </a:cubicBezTo>
                <a:cubicBezTo>
                  <a:pt x="1112" y="267"/>
                  <a:pt x="1110" y="273"/>
                  <a:pt x="1104" y="271"/>
                </a:cubicBezTo>
                <a:cubicBezTo>
                  <a:pt x="1070" y="288"/>
                  <a:pt x="1060" y="287"/>
                  <a:pt x="1054" y="296"/>
                </a:cubicBezTo>
                <a:cubicBezTo>
                  <a:pt x="1036" y="302"/>
                  <a:pt x="1032" y="305"/>
                  <a:pt x="1027" y="306"/>
                </a:cubicBezTo>
                <a:cubicBezTo>
                  <a:pt x="971" y="341"/>
                  <a:pt x="962" y="341"/>
                  <a:pt x="955" y="346"/>
                </a:cubicBezTo>
                <a:cubicBezTo>
                  <a:pt x="908" y="369"/>
                  <a:pt x="906" y="381"/>
                  <a:pt x="899" y="378"/>
                </a:cubicBezTo>
                <a:cubicBezTo>
                  <a:pt x="866" y="403"/>
                  <a:pt x="863" y="406"/>
                  <a:pt x="858" y="404"/>
                </a:cubicBezTo>
                <a:cubicBezTo>
                  <a:pt x="833" y="425"/>
                  <a:pt x="831" y="427"/>
                  <a:pt x="830" y="430"/>
                </a:cubicBezTo>
                <a:cubicBezTo>
                  <a:pt x="784" y="469"/>
                  <a:pt x="775" y="480"/>
                  <a:pt x="763" y="485"/>
                </a:cubicBezTo>
                <a:cubicBezTo>
                  <a:pt x="743" y="510"/>
                  <a:pt x="739" y="518"/>
                  <a:pt x="732" y="519"/>
                </a:cubicBezTo>
                <a:cubicBezTo>
                  <a:pt x="787" y="441"/>
                  <a:pt x="800" y="433"/>
                  <a:pt x="812" y="421"/>
                </a:cubicBezTo>
                <a:cubicBezTo>
                  <a:pt x="835" y="407"/>
                  <a:pt x="835" y="391"/>
                  <a:pt x="843" y="394"/>
                </a:cubicBezTo>
                <a:cubicBezTo>
                  <a:pt x="904" y="351"/>
                  <a:pt x="914" y="340"/>
                  <a:pt x="926" y="333"/>
                </a:cubicBezTo>
                <a:cubicBezTo>
                  <a:pt x="964" y="306"/>
                  <a:pt x="968" y="301"/>
                  <a:pt x="975" y="302"/>
                </a:cubicBezTo>
                <a:cubicBezTo>
                  <a:pt x="1012" y="279"/>
                  <a:pt x="1016" y="280"/>
                  <a:pt x="1018" y="277"/>
                </a:cubicBezTo>
                <a:cubicBezTo>
                  <a:pt x="1068" y="253"/>
                  <a:pt x="1076" y="256"/>
                  <a:pt x="1081" y="251"/>
                </a:cubicBezTo>
                <a:cubicBezTo>
                  <a:pt x="1104" y="239"/>
                  <a:pt x="1112" y="244"/>
                  <a:pt x="1116" y="238"/>
                </a:cubicBezTo>
                <a:cubicBezTo>
                  <a:pt x="1153" y="221"/>
                  <a:pt x="1162" y="229"/>
                  <a:pt x="1167" y="224"/>
                </a:cubicBezTo>
                <a:cubicBezTo>
                  <a:pt x="1221" y="205"/>
                  <a:pt x="1230" y="212"/>
                  <a:pt x="1235" y="207"/>
                </a:cubicBezTo>
                <a:cubicBezTo>
                  <a:pt x="1271" y="188"/>
                  <a:pt x="1279" y="193"/>
                  <a:pt x="1283" y="187"/>
                </a:cubicBezTo>
                <a:cubicBezTo>
                  <a:pt x="1318" y="175"/>
                  <a:pt x="1321" y="175"/>
                  <a:pt x="1324" y="174"/>
                </a:cubicBezTo>
                <a:cubicBezTo>
                  <a:pt x="1354" y="164"/>
                  <a:pt x="1364" y="150"/>
                  <a:pt x="1359" y="146"/>
                </a:cubicBezTo>
                <a:cubicBezTo>
                  <a:pt x="1278" y="183"/>
                  <a:pt x="1273" y="183"/>
                  <a:pt x="1270" y="188"/>
                </a:cubicBezTo>
                <a:cubicBezTo>
                  <a:pt x="1251" y="191"/>
                  <a:pt x="1245" y="191"/>
                  <a:pt x="1243" y="198"/>
                </a:cubicBezTo>
                <a:cubicBezTo>
                  <a:pt x="1208" y="200"/>
                  <a:pt x="1204" y="204"/>
                  <a:pt x="1200" y="207"/>
                </a:cubicBezTo>
                <a:cubicBezTo>
                  <a:pt x="1163" y="214"/>
                  <a:pt x="1160" y="216"/>
                  <a:pt x="1158" y="216"/>
                </a:cubicBezTo>
                <a:cubicBezTo>
                  <a:pt x="1062" y="247"/>
                  <a:pt x="1050" y="251"/>
                  <a:pt x="1038" y="254"/>
                </a:cubicBezTo>
                <a:cubicBezTo>
                  <a:pt x="982" y="279"/>
                  <a:pt x="980" y="290"/>
                  <a:pt x="972" y="288"/>
                </a:cubicBezTo>
                <a:cubicBezTo>
                  <a:pt x="935" y="313"/>
                  <a:pt x="929" y="312"/>
                  <a:pt x="925" y="320"/>
                </a:cubicBezTo>
                <a:cubicBezTo>
                  <a:pt x="855" y="381"/>
                  <a:pt x="820" y="380"/>
                  <a:pt x="800" y="419"/>
                </a:cubicBezTo>
                <a:cubicBezTo>
                  <a:pt x="765" y="430"/>
                  <a:pt x="767" y="425"/>
                  <a:pt x="770" y="415"/>
                </a:cubicBezTo>
                <a:cubicBezTo>
                  <a:pt x="792" y="399"/>
                  <a:pt x="793" y="393"/>
                  <a:pt x="797" y="392"/>
                </a:cubicBezTo>
                <a:cubicBezTo>
                  <a:pt x="839" y="363"/>
                  <a:pt x="849" y="346"/>
                  <a:pt x="864" y="343"/>
                </a:cubicBezTo>
                <a:cubicBezTo>
                  <a:pt x="906" y="317"/>
                  <a:pt x="909" y="316"/>
                  <a:pt x="911" y="310"/>
                </a:cubicBezTo>
                <a:cubicBezTo>
                  <a:pt x="954" y="278"/>
                  <a:pt x="972" y="277"/>
                  <a:pt x="986" y="265"/>
                </a:cubicBezTo>
                <a:cubicBezTo>
                  <a:pt x="1086" y="216"/>
                  <a:pt x="1093" y="214"/>
                  <a:pt x="1100" y="209"/>
                </a:cubicBezTo>
                <a:cubicBezTo>
                  <a:pt x="1141" y="192"/>
                  <a:pt x="1155" y="181"/>
                  <a:pt x="1172" y="178"/>
                </a:cubicBezTo>
                <a:cubicBezTo>
                  <a:pt x="1210" y="160"/>
                  <a:pt x="1216" y="163"/>
                  <a:pt x="1219" y="158"/>
                </a:cubicBezTo>
                <a:cubicBezTo>
                  <a:pt x="1274" y="148"/>
                  <a:pt x="1276" y="139"/>
                  <a:pt x="1280" y="138"/>
                </a:cubicBezTo>
                <a:cubicBezTo>
                  <a:pt x="1305" y="130"/>
                  <a:pt x="1317" y="128"/>
                  <a:pt x="1312" y="124"/>
                </a:cubicBezTo>
                <a:cubicBezTo>
                  <a:pt x="1248" y="141"/>
                  <a:pt x="1246" y="144"/>
                  <a:pt x="1242" y="143"/>
                </a:cubicBezTo>
                <a:cubicBezTo>
                  <a:pt x="1205" y="159"/>
                  <a:pt x="1197" y="159"/>
                  <a:pt x="1190" y="161"/>
                </a:cubicBezTo>
                <a:cubicBezTo>
                  <a:pt x="1114" y="186"/>
                  <a:pt x="1108" y="197"/>
                  <a:pt x="1099" y="199"/>
                </a:cubicBezTo>
                <a:cubicBezTo>
                  <a:pt x="1079" y="206"/>
                  <a:pt x="1077" y="209"/>
                  <a:pt x="1073" y="206"/>
                </a:cubicBezTo>
                <a:cubicBezTo>
                  <a:pt x="1056" y="215"/>
                  <a:pt x="1052" y="219"/>
                  <a:pt x="1048" y="220"/>
                </a:cubicBezTo>
                <a:cubicBezTo>
                  <a:pt x="1015" y="235"/>
                  <a:pt x="1008" y="244"/>
                  <a:pt x="998" y="245"/>
                </a:cubicBezTo>
                <a:cubicBezTo>
                  <a:pt x="944" y="280"/>
                  <a:pt x="936" y="280"/>
                  <a:pt x="931" y="288"/>
                </a:cubicBezTo>
                <a:cubicBezTo>
                  <a:pt x="861" y="336"/>
                  <a:pt x="851" y="331"/>
                  <a:pt x="845" y="341"/>
                </a:cubicBezTo>
                <a:cubicBezTo>
                  <a:pt x="818" y="361"/>
                  <a:pt x="811" y="366"/>
                  <a:pt x="805" y="374"/>
                </a:cubicBezTo>
                <a:cubicBezTo>
                  <a:pt x="788" y="384"/>
                  <a:pt x="785" y="384"/>
                  <a:pt x="786" y="381"/>
                </a:cubicBezTo>
                <a:cubicBezTo>
                  <a:pt x="833" y="325"/>
                  <a:pt x="840" y="315"/>
                  <a:pt x="850" y="311"/>
                </a:cubicBezTo>
                <a:cubicBezTo>
                  <a:pt x="877" y="284"/>
                  <a:pt x="883" y="285"/>
                  <a:pt x="886" y="280"/>
                </a:cubicBezTo>
                <a:cubicBezTo>
                  <a:pt x="916" y="258"/>
                  <a:pt x="918" y="255"/>
                  <a:pt x="922" y="258"/>
                </a:cubicBezTo>
                <a:cubicBezTo>
                  <a:pt x="943" y="250"/>
                  <a:pt x="941" y="233"/>
                  <a:pt x="948" y="242"/>
                </a:cubicBezTo>
                <a:cubicBezTo>
                  <a:pt x="1021" y="204"/>
                  <a:pt x="1025" y="194"/>
                  <a:pt x="1034" y="195"/>
                </a:cubicBezTo>
                <a:cubicBezTo>
                  <a:pt x="1060" y="184"/>
                  <a:pt x="1061" y="174"/>
                  <a:pt x="1067" y="178"/>
                </a:cubicBezTo>
                <a:cubicBezTo>
                  <a:pt x="1104" y="160"/>
                  <a:pt x="1109" y="162"/>
                  <a:pt x="1113" y="161"/>
                </a:cubicBezTo>
                <a:cubicBezTo>
                  <a:pt x="1139" y="147"/>
                  <a:pt x="1146" y="154"/>
                  <a:pt x="1148" y="148"/>
                </a:cubicBezTo>
                <a:cubicBezTo>
                  <a:pt x="1179" y="136"/>
                  <a:pt x="1186" y="128"/>
                  <a:pt x="1195" y="128"/>
                </a:cubicBezTo>
                <a:cubicBezTo>
                  <a:pt x="1222" y="118"/>
                  <a:pt x="1226" y="117"/>
                  <a:pt x="1229" y="115"/>
                </a:cubicBezTo>
                <a:cubicBezTo>
                  <a:pt x="1259" y="107"/>
                  <a:pt x="1260" y="98"/>
                  <a:pt x="1267" y="104"/>
                </a:cubicBezTo>
                <a:cubicBezTo>
                  <a:pt x="1321" y="80"/>
                  <a:pt x="1325" y="66"/>
                  <a:pt x="1334" y="68"/>
                </a:cubicBezTo>
                <a:cubicBezTo>
                  <a:pt x="1369" y="42"/>
                  <a:pt x="1376" y="46"/>
                  <a:pt x="1377" y="36"/>
                </a:cubicBezTo>
                <a:cubicBezTo>
                  <a:pt x="1424" y="3"/>
                  <a:pt x="1433" y="14"/>
                  <a:pt x="1433" y="4"/>
                </a:cubicBezTo>
                <a:cubicBezTo>
                  <a:pt x="1432" y="1"/>
                  <a:pt x="1432" y="1"/>
                  <a:pt x="1432" y="1"/>
                </a:cubicBezTo>
                <a:cubicBezTo>
                  <a:pt x="1362" y="42"/>
                  <a:pt x="1356" y="44"/>
                  <a:pt x="1350" y="46"/>
                </a:cubicBezTo>
                <a:cubicBezTo>
                  <a:pt x="1314" y="66"/>
                  <a:pt x="1308" y="68"/>
                  <a:pt x="1303" y="72"/>
                </a:cubicBezTo>
                <a:cubicBezTo>
                  <a:pt x="1229" y="101"/>
                  <a:pt x="1224" y="108"/>
                  <a:pt x="1217" y="107"/>
                </a:cubicBezTo>
                <a:cubicBezTo>
                  <a:pt x="1140" y="138"/>
                  <a:pt x="1131" y="141"/>
                  <a:pt x="1121" y="142"/>
                </a:cubicBezTo>
                <a:cubicBezTo>
                  <a:pt x="1088" y="159"/>
                  <a:pt x="1078" y="160"/>
                  <a:pt x="1070" y="163"/>
                </a:cubicBezTo>
                <a:cubicBezTo>
                  <a:pt x="1026" y="183"/>
                  <a:pt x="1021" y="182"/>
                  <a:pt x="1018" y="187"/>
                </a:cubicBezTo>
                <a:cubicBezTo>
                  <a:pt x="960" y="218"/>
                  <a:pt x="953" y="226"/>
                  <a:pt x="943" y="226"/>
                </a:cubicBezTo>
                <a:cubicBezTo>
                  <a:pt x="886" y="265"/>
                  <a:pt x="877" y="270"/>
                  <a:pt x="871" y="279"/>
                </a:cubicBezTo>
                <a:cubicBezTo>
                  <a:pt x="830" y="308"/>
                  <a:pt x="827" y="312"/>
                  <a:pt x="824" y="319"/>
                </a:cubicBezTo>
                <a:cubicBezTo>
                  <a:pt x="819" y="303"/>
                  <a:pt x="825" y="293"/>
                  <a:pt x="832" y="287"/>
                </a:cubicBezTo>
                <a:cubicBezTo>
                  <a:pt x="864" y="265"/>
                  <a:pt x="873" y="260"/>
                  <a:pt x="880" y="252"/>
                </a:cubicBezTo>
                <a:cubicBezTo>
                  <a:pt x="936" y="215"/>
                  <a:pt x="943" y="209"/>
                  <a:pt x="951" y="201"/>
                </a:cubicBezTo>
                <a:cubicBezTo>
                  <a:pt x="1022" y="159"/>
                  <a:pt x="1026" y="160"/>
                  <a:pt x="1029" y="157"/>
                </a:cubicBezTo>
                <a:cubicBezTo>
                  <a:pt x="1089" y="134"/>
                  <a:pt x="1092" y="124"/>
                  <a:pt x="1100" y="126"/>
                </a:cubicBezTo>
                <a:cubicBezTo>
                  <a:pt x="1135" y="116"/>
                  <a:pt x="1136" y="109"/>
                  <a:pt x="1141" y="113"/>
                </a:cubicBezTo>
                <a:cubicBezTo>
                  <a:pt x="1189" y="94"/>
                  <a:pt x="1215" y="82"/>
                  <a:pt x="1242" y="73"/>
                </a:cubicBezTo>
                <a:cubicBezTo>
                  <a:pt x="1288" y="53"/>
                  <a:pt x="1296" y="55"/>
                  <a:pt x="1301" y="49"/>
                </a:cubicBezTo>
                <a:cubicBezTo>
                  <a:pt x="1366" y="14"/>
                  <a:pt x="1371" y="6"/>
                  <a:pt x="1377" y="1"/>
                </a:cubicBezTo>
                <a:cubicBezTo>
                  <a:pt x="1363" y="3"/>
                  <a:pt x="1361" y="5"/>
                  <a:pt x="1357" y="4"/>
                </a:cubicBezTo>
                <a:cubicBezTo>
                  <a:pt x="1273" y="51"/>
                  <a:pt x="1265" y="51"/>
                  <a:pt x="1258" y="52"/>
                </a:cubicBezTo>
                <a:cubicBezTo>
                  <a:pt x="1216" y="72"/>
                  <a:pt x="1212" y="69"/>
                  <a:pt x="1208" y="71"/>
                </a:cubicBezTo>
                <a:cubicBezTo>
                  <a:pt x="1174" y="93"/>
                  <a:pt x="1163" y="85"/>
                  <a:pt x="1157" y="92"/>
                </a:cubicBezTo>
                <a:cubicBezTo>
                  <a:pt x="1050" y="130"/>
                  <a:pt x="1044" y="136"/>
                  <a:pt x="1037" y="139"/>
                </a:cubicBezTo>
                <a:cubicBezTo>
                  <a:pt x="1010" y="152"/>
                  <a:pt x="1004" y="159"/>
                  <a:pt x="996" y="158"/>
                </a:cubicBezTo>
                <a:cubicBezTo>
                  <a:pt x="976" y="180"/>
                  <a:pt x="969" y="175"/>
                  <a:pt x="967" y="180"/>
                </a:cubicBezTo>
                <a:cubicBezTo>
                  <a:pt x="930" y="205"/>
                  <a:pt x="921" y="204"/>
                  <a:pt x="916" y="214"/>
                </a:cubicBezTo>
                <a:cubicBezTo>
                  <a:pt x="847" y="257"/>
                  <a:pt x="843" y="270"/>
                  <a:pt x="834" y="269"/>
                </a:cubicBezTo>
                <a:cubicBezTo>
                  <a:pt x="885" y="219"/>
                  <a:pt x="891" y="199"/>
                  <a:pt x="904" y="199"/>
                </a:cubicBezTo>
                <a:cubicBezTo>
                  <a:pt x="921" y="184"/>
                  <a:pt x="923" y="181"/>
                  <a:pt x="927" y="184"/>
                </a:cubicBezTo>
                <a:cubicBezTo>
                  <a:pt x="974" y="157"/>
                  <a:pt x="976" y="145"/>
                  <a:pt x="983" y="146"/>
                </a:cubicBezTo>
                <a:cubicBezTo>
                  <a:pt x="1036" y="112"/>
                  <a:pt x="1045" y="120"/>
                  <a:pt x="1049" y="112"/>
                </a:cubicBezTo>
                <a:cubicBezTo>
                  <a:pt x="1088" y="94"/>
                  <a:pt x="1096" y="96"/>
                  <a:pt x="1100" y="91"/>
                </a:cubicBezTo>
                <a:cubicBezTo>
                  <a:pt x="1163" y="78"/>
                  <a:pt x="1164" y="64"/>
                  <a:pt x="1172" y="67"/>
                </a:cubicBezTo>
                <a:cubicBezTo>
                  <a:pt x="1195" y="58"/>
                  <a:pt x="1202" y="59"/>
                  <a:pt x="1207" y="54"/>
                </a:cubicBezTo>
                <a:cubicBezTo>
                  <a:pt x="1227" y="47"/>
                  <a:pt x="1229" y="46"/>
                  <a:pt x="1232" y="46"/>
                </a:cubicBezTo>
                <a:cubicBezTo>
                  <a:pt x="1283" y="24"/>
                  <a:pt x="1290" y="26"/>
                  <a:pt x="1295" y="21"/>
                </a:cubicBezTo>
                <a:cubicBezTo>
                  <a:pt x="1318" y="11"/>
                  <a:pt x="1324" y="12"/>
                  <a:pt x="1328" y="4"/>
                </a:cubicBezTo>
                <a:cubicBezTo>
                  <a:pt x="1314" y="2"/>
                  <a:pt x="1311" y="4"/>
                  <a:pt x="1309" y="5"/>
                </a:cubicBezTo>
                <a:cubicBezTo>
                  <a:pt x="1270" y="16"/>
                  <a:pt x="1257" y="26"/>
                  <a:pt x="1242" y="32"/>
                </a:cubicBezTo>
                <a:cubicBezTo>
                  <a:pt x="1182" y="43"/>
                  <a:pt x="1182" y="56"/>
                  <a:pt x="1175" y="52"/>
                </a:cubicBezTo>
                <a:cubicBezTo>
                  <a:pt x="1144" y="65"/>
                  <a:pt x="1139" y="64"/>
                  <a:pt x="1134" y="65"/>
                </a:cubicBezTo>
                <a:cubicBezTo>
                  <a:pt x="1089" y="81"/>
                  <a:pt x="1086" y="87"/>
                  <a:pt x="1081" y="85"/>
                </a:cubicBezTo>
                <a:cubicBezTo>
                  <a:pt x="1045" y="100"/>
                  <a:pt x="1036" y="104"/>
                  <a:pt x="1027" y="105"/>
                </a:cubicBezTo>
                <a:cubicBezTo>
                  <a:pt x="982" y="133"/>
                  <a:pt x="979" y="133"/>
                  <a:pt x="976" y="133"/>
                </a:cubicBezTo>
                <a:cubicBezTo>
                  <a:pt x="986" y="122"/>
                  <a:pt x="990" y="115"/>
                  <a:pt x="995" y="113"/>
                </a:cubicBezTo>
                <a:cubicBezTo>
                  <a:pt x="1042" y="90"/>
                  <a:pt x="1045" y="83"/>
                  <a:pt x="1051" y="81"/>
                </a:cubicBezTo>
                <a:cubicBezTo>
                  <a:pt x="1117" y="43"/>
                  <a:pt x="1158" y="28"/>
                  <a:pt x="1199" y="15"/>
                </a:cubicBezTo>
                <a:cubicBezTo>
                  <a:pt x="1197" y="2"/>
                  <a:pt x="1194" y="2"/>
                  <a:pt x="1192" y="2"/>
                </a:cubicBezTo>
                <a:cubicBezTo>
                  <a:pt x="1151" y="21"/>
                  <a:pt x="1138" y="24"/>
                  <a:pt x="1125" y="29"/>
                </a:cubicBezTo>
                <a:cubicBezTo>
                  <a:pt x="1098" y="34"/>
                  <a:pt x="1096" y="48"/>
                  <a:pt x="1088" y="47"/>
                </a:cubicBezTo>
                <a:cubicBezTo>
                  <a:pt x="1038" y="79"/>
                  <a:pt x="1032" y="72"/>
                  <a:pt x="1031" y="69"/>
                </a:cubicBezTo>
                <a:cubicBezTo>
                  <a:pt x="988" y="106"/>
                  <a:pt x="976" y="115"/>
                  <a:pt x="962" y="120"/>
                </a:cubicBezTo>
                <a:cubicBezTo>
                  <a:pt x="931" y="144"/>
                  <a:pt x="925" y="157"/>
                  <a:pt x="916" y="160"/>
                </a:cubicBezTo>
                <a:cubicBezTo>
                  <a:pt x="872" y="194"/>
                  <a:pt x="876" y="184"/>
                  <a:pt x="881" y="179"/>
                </a:cubicBezTo>
                <a:cubicBezTo>
                  <a:pt x="930" y="118"/>
                  <a:pt x="941" y="114"/>
                  <a:pt x="949" y="101"/>
                </a:cubicBezTo>
                <a:cubicBezTo>
                  <a:pt x="983" y="77"/>
                  <a:pt x="990" y="77"/>
                  <a:pt x="993" y="68"/>
                </a:cubicBezTo>
                <a:cubicBezTo>
                  <a:pt x="1029" y="49"/>
                  <a:pt x="1030" y="41"/>
                  <a:pt x="1035" y="45"/>
                </a:cubicBezTo>
                <a:cubicBezTo>
                  <a:pt x="1080" y="18"/>
                  <a:pt x="1082" y="14"/>
                  <a:pt x="1083" y="10"/>
                </a:cubicBezTo>
                <a:cubicBezTo>
                  <a:pt x="1079" y="1"/>
                  <a:pt x="1079" y="1"/>
                  <a:pt x="1079" y="1"/>
                </a:cubicBezTo>
                <a:cubicBezTo>
                  <a:pt x="1054" y="15"/>
                  <a:pt x="1051" y="18"/>
                  <a:pt x="1049" y="23"/>
                </a:cubicBezTo>
                <a:cubicBezTo>
                  <a:pt x="988" y="54"/>
                  <a:pt x="984" y="67"/>
                  <a:pt x="975" y="66"/>
                </a:cubicBezTo>
                <a:cubicBezTo>
                  <a:pt x="961" y="68"/>
                  <a:pt x="967" y="69"/>
                  <a:pt x="972" y="64"/>
                </a:cubicBezTo>
                <a:cubicBezTo>
                  <a:pt x="1010" y="42"/>
                  <a:pt x="1013" y="30"/>
                  <a:pt x="1019" y="25"/>
                </a:cubicBezTo>
                <a:cubicBezTo>
                  <a:pt x="1037" y="1"/>
                  <a:pt x="1037" y="1"/>
                  <a:pt x="1037" y="1"/>
                </a:cubicBezTo>
                <a:cubicBezTo>
                  <a:pt x="1017" y="14"/>
                  <a:pt x="1016" y="19"/>
                  <a:pt x="1011" y="15"/>
                </a:cubicBezTo>
                <a:cubicBezTo>
                  <a:pt x="981" y="37"/>
                  <a:pt x="977" y="45"/>
                  <a:pt x="970" y="48"/>
                </a:cubicBezTo>
                <a:cubicBezTo>
                  <a:pt x="947" y="68"/>
                  <a:pt x="944" y="53"/>
                  <a:pt x="947" y="43"/>
                </a:cubicBezTo>
                <a:cubicBezTo>
                  <a:pt x="987" y="5"/>
                  <a:pt x="990" y="2"/>
                  <a:pt x="993" y="1"/>
                </a:cubicBezTo>
                <a:cubicBezTo>
                  <a:pt x="943" y="8"/>
                  <a:pt x="944" y="4"/>
                  <a:pt x="945" y="1"/>
                </a:cubicBezTo>
                <a:cubicBezTo>
                  <a:pt x="924" y="35"/>
                  <a:pt x="926" y="49"/>
                  <a:pt x="920" y="66"/>
                </a:cubicBezTo>
                <a:cubicBezTo>
                  <a:pt x="911" y="32"/>
                  <a:pt x="916" y="22"/>
                  <a:pt x="915" y="16"/>
                </a:cubicBezTo>
                <a:cubicBezTo>
                  <a:pt x="905" y="3"/>
                  <a:pt x="905" y="6"/>
                  <a:pt x="905" y="8"/>
                </a:cubicBezTo>
                <a:cubicBezTo>
                  <a:pt x="886" y="104"/>
                  <a:pt x="877" y="130"/>
                  <a:pt x="870" y="155"/>
                </a:cubicBezTo>
                <a:cubicBezTo>
                  <a:pt x="861" y="148"/>
                  <a:pt x="869" y="111"/>
                  <a:pt x="875" y="74"/>
                </a:cubicBezTo>
                <a:cubicBezTo>
                  <a:pt x="883" y="39"/>
                  <a:pt x="877" y="32"/>
                  <a:pt x="884" y="21"/>
                </a:cubicBezTo>
                <a:cubicBezTo>
                  <a:pt x="871" y="12"/>
                  <a:pt x="872" y="23"/>
                  <a:pt x="867" y="36"/>
                </a:cubicBezTo>
                <a:cubicBezTo>
                  <a:pt x="858" y="93"/>
                  <a:pt x="860" y="96"/>
                  <a:pt x="857" y="101"/>
                </a:cubicBezTo>
                <a:cubicBezTo>
                  <a:pt x="851" y="59"/>
                  <a:pt x="858" y="52"/>
                  <a:pt x="855" y="49"/>
                </a:cubicBezTo>
                <a:cubicBezTo>
                  <a:pt x="853" y="4"/>
                  <a:pt x="854" y="2"/>
                  <a:pt x="855" y="1"/>
                </a:cubicBezTo>
                <a:cubicBezTo>
                  <a:pt x="845" y="60"/>
                  <a:pt x="841" y="79"/>
                  <a:pt x="843" y="95"/>
                </a:cubicBezTo>
                <a:cubicBezTo>
                  <a:pt x="834" y="149"/>
                  <a:pt x="842" y="159"/>
                  <a:pt x="836" y="168"/>
                </a:cubicBezTo>
                <a:cubicBezTo>
                  <a:pt x="834" y="198"/>
                  <a:pt x="833" y="202"/>
                  <a:pt x="834" y="205"/>
                </a:cubicBezTo>
                <a:cubicBezTo>
                  <a:pt x="820" y="237"/>
                  <a:pt x="829" y="245"/>
                  <a:pt x="820" y="243"/>
                </a:cubicBezTo>
                <a:cubicBezTo>
                  <a:pt x="822" y="112"/>
                  <a:pt x="818" y="95"/>
                  <a:pt x="817" y="76"/>
                </a:cubicBezTo>
                <a:cubicBezTo>
                  <a:pt x="798" y="1"/>
                  <a:pt x="798" y="1"/>
                  <a:pt x="798" y="1"/>
                </a:cubicBezTo>
                <a:cubicBezTo>
                  <a:pt x="803" y="41"/>
                  <a:pt x="801" y="50"/>
                  <a:pt x="803" y="57"/>
                </a:cubicBezTo>
                <a:cubicBezTo>
                  <a:pt x="809" y="125"/>
                  <a:pt x="810" y="129"/>
                  <a:pt x="810" y="134"/>
                </a:cubicBezTo>
                <a:cubicBezTo>
                  <a:pt x="817" y="193"/>
                  <a:pt x="807" y="195"/>
                  <a:pt x="813" y="202"/>
                </a:cubicBezTo>
                <a:cubicBezTo>
                  <a:pt x="811" y="246"/>
                  <a:pt x="804" y="252"/>
                  <a:pt x="809" y="254"/>
                </a:cubicBezTo>
                <a:cubicBezTo>
                  <a:pt x="792" y="298"/>
                  <a:pt x="795" y="289"/>
                  <a:pt x="797" y="281"/>
                </a:cubicBezTo>
                <a:cubicBezTo>
                  <a:pt x="796" y="244"/>
                  <a:pt x="792" y="231"/>
                  <a:pt x="794" y="216"/>
                </a:cubicBezTo>
                <a:cubicBezTo>
                  <a:pt x="783" y="159"/>
                  <a:pt x="786" y="142"/>
                  <a:pt x="780" y="129"/>
                </a:cubicBezTo>
                <a:cubicBezTo>
                  <a:pt x="778" y="97"/>
                  <a:pt x="775" y="93"/>
                  <a:pt x="778" y="84"/>
                </a:cubicBezTo>
                <a:cubicBezTo>
                  <a:pt x="776" y="27"/>
                  <a:pt x="776" y="14"/>
                  <a:pt x="776" y="1"/>
                </a:cubicBezTo>
                <a:cubicBezTo>
                  <a:pt x="772" y="113"/>
                  <a:pt x="769" y="124"/>
                  <a:pt x="772" y="132"/>
                </a:cubicBezTo>
                <a:cubicBezTo>
                  <a:pt x="776" y="182"/>
                  <a:pt x="780" y="185"/>
                  <a:pt x="777" y="192"/>
                </a:cubicBezTo>
                <a:cubicBezTo>
                  <a:pt x="779" y="257"/>
                  <a:pt x="786" y="260"/>
                  <a:pt x="784" y="265"/>
                </a:cubicBezTo>
                <a:cubicBezTo>
                  <a:pt x="775" y="350"/>
                  <a:pt x="781" y="352"/>
                  <a:pt x="777" y="358"/>
                </a:cubicBezTo>
                <a:cubicBezTo>
                  <a:pt x="767" y="305"/>
                  <a:pt x="768" y="288"/>
                  <a:pt x="765" y="273"/>
                </a:cubicBezTo>
                <a:cubicBezTo>
                  <a:pt x="754" y="211"/>
                  <a:pt x="761" y="204"/>
                  <a:pt x="756" y="202"/>
                </a:cubicBezTo>
                <a:cubicBezTo>
                  <a:pt x="746" y="146"/>
                  <a:pt x="749" y="136"/>
                  <a:pt x="745" y="129"/>
                </a:cubicBezTo>
                <a:cubicBezTo>
                  <a:pt x="734" y="92"/>
                  <a:pt x="741" y="85"/>
                  <a:pt x="734" y="83"/>
                </a:cubicBezTo>
                <a:cubicBezTo>
                  <a:pt x="726" y="53"/>
                  <a:pt x="731" y="43"/>
                  <a:pt x="723" y="37"/>
                </a:cubicBezTo>
                <a:cubicBezTo>
                  <a:pt x="715" y="4"/>
                  <a:pt x="717" y="7"/>
                  <a:pt x="716" y="11"/>
                </a:cubicBezTo>
                <a:cubicBezTo>
                  <a:pt x="731" y="88"/>
                  <a:pt x="729" y="97"/>
                  <a:pt x="735" y="102"/>
                </a:cubicBezTo>
                <a:cubicBezTo>
                  <a:pt x="747" y="191"/>
                  <a:pt x="744" y="209"/>
                  <a:pt x="749" y="224"/>
                </a:cubicBezTo>
                <a:cubicBezTo>
                  <a:pt x="756" y="280"/>
                  <a:pt x="759" y="287"/>
                  <a:pt x="754" y="296"/>
                </a:cubicBezTo>
                <a:cubicBezTo>
                  <a:pt x="754" y="383"/>
                  <a:pt x="754" y="393"/>
                  <a:pt x="753" y="404"/>
                </a:cubicBezTo>
                <a:cubicBezTo>
                  <a:pt x="747" y="424"/>
                  <a:pt x="746" y="415"/>
                  <a:pt x="749" y="405"/>
                </a:cubicBezTo>
                <a:cubicBezTo>
                  <a:pt x="743" y="364"/>
                  <a:pt x="750" y="357"/>
                  <a:pt x="747" y="354"/>
                </a:cubicBezTo>
                <a:cubicBezTo>
                  <a:pt x="740" y="266"/>
                  <a:pt x="739" y="257"/>
                  <a:pt x="738" y="248"/>
                </a:cubicBezTo>
                <a:cubicBezTo>
                  <a:pt x="738" y="215"/>
                  <a:pt x="737" y="211"/>
                  <a:pt x="731" y="209"/>
                </a:cubicBezTo>
                <a:cubicBezTo>
                  <a:pt x="724" y="148"/>
                  <a:pt x="719" y="132"/>
                  <a:pt x="717" y="113"/>
                </a:cubicBezTo>
                <a:cubicBezTo>
                  <a:pt x="702" y="24"/>
                  <a:pt x="707" y="13"/>
                  <a:pt x="703" y="5"/>
                </a:cubicBezTo>
                <a:cubicBezTo>
                  <a:pt x="697" y="1"/>
                  <a:pt x="697" y="2"/>
                  <a:pt x="698" y="2"/>
                </a:cubicBezTo>
                <a:cubicBezTo>
                  <a:pt x="694" y="36"/>
                  <a:pt x="688" y="42"/>
                  <a:pt x="691" y="44"/>
                </a:cubicBezTo>
                <a:cubicBezTo>
                  <a:pt x="688" y="82"/>
                  <a:pt x="684" y="87"/>
                  <a:pt x="682" y="91"/>
                </a:cubicBezTo>
                <a:cubicBezTo>
                  <a:pt x="678" y="138"/>
                  <a:pt x="677" y="149"/>
                  <a:pt x="677" y="159"/>
                </a:cubicBezTo>
                <a:cubicBezTo>
                  <a:pt x="679" y="188"/>
                  <a:pt x="679" y="191"/>
                  <a:pt x="680" y="195"/>
                </a:cubicBezTo>
                <a:cubicBezTo>
                  <a:pt x="682" y="243"/>
                  <a:pt x="685" y="249"/>
                  <a:pt x="683" y="257"/>
                </a:cubicBezTo>
                <a:cubicBezTo>
                  <a:pt x="686" y="325"/>
                  <a:pt x="689" y="328"/>
                  <a:pt x="687" y="332"/>
                </a:cubicBezTo>
                <a:cubicBezTo>
                  <a:pt x="701" y="398"/>
                  <a:pt x="695" y="415"/>
                  <a:pt x="701" y="428"/>
                </a:cubicBezTo>
                <a:cubicBezTo>
                  <a:pt x="700" y="475"/>
                  <a:pt x="704" y="477"/>
                  <a:pt x="705" y="481"/>
                </a:cubicBezTo>
                <a:cubicBezTo>
                  <a:pt x="704" y="521"/>
                  <a:pt x="706" y="528"/>
                  <a:pt x="702" y="537"/>
                </a:cubicBezTo>
                <a:cubicBezTo>
                  <a:pt x="705" y="567"/>
                  <a:pt x="696" y="578"/>
                  <a:pt x="699" y="584"/>
                </a:cubicBezTo>
                <a:cubicBezTo>
                  <a:pt x="690" y="591"/>
                  <a:pt x="686" y="578"/>
                  <a:pt x="691" y="561"/>
                </a:cubicBezTo>
                <a:cubicBezTo>
                  <a:pt x="685" y="485"/>
                  <a:pt x="686" y="476"/>
                  <a:pt x="681" y="470"/>
                </a:cubicBezTo>
                <a:cubicBezTo>
                  <a:pt x="669" y="402"/>
                  <a:pt x="672" y="395"/>
                  <a:pt x="673" y="390"/>
                </a:cubicBezTo>
                <a:cubicBezTo>
                  <a:pt x="664" y="357"/>
                  <a:pt x="664" y="351"/>
                  <a:pt x="661" y="346"/>
                </a:cubicBezTo>
                <a:cubicBezTo>
                  <a:pt x="656" y="261"/>
                  <a:pt x="647" y="244"/>
                  <a:pt x="656" y="219"/>
                </a:cubicBezTo>
                <a:cubicBezTo>
                  <a:pt x="652" y="177"/>
                  <a:pt x="659" y="163"/>
                  <a:pt x="654" y="154"/>
                </a:cubicBezTo>
                <a:cubicBezTo>
                  <a:pt x="660" y="117"/>
                  <a:pt x="660" y="108"/>
                  <a:pt x="656" y="101"/>
                </a:cubicBezTo>
                <a:cubicBezTo>
                  <a:pt x="650" y="125"/>
                  <a:pt x="654" y="129"/>
                  <a:pt x="653" y="135"/>
                </a:cubicBezTo>
                <a:cubicBezTo>
                  <a:pt x="650" y="168"/>
                  <a:pt x="648" y="175"/>
                  <a:pt x="644" y="182"/>
                </a:cubicBezTo>
                <a:cubicBezTo>
                  <a:pt x="643" y="266"/>
                  <a:pt x="636" y="281"/>
                  <a:pt x="635" y="293"/>
                </a:cubicBezTo>
                <a:cubicBezTo>
                  <a:pt x="637" y="335"/>
                  <a:pt x="636" y="341"/>
                  <a:pt x="632" y="348"/>
                </a:cubicBezTo>
                <a:cubicBezTo>
                  <a:pt x="637" y="413"/>
                  <a:pt x="635" y="425"/>
                  <a:pt x="640" y="435"/>
                </a:cubicBezTo>
                <a:cubicBezTo>
                  <a:pt x="636" y="461"/>
                  <a:pt x="643" y="462"/>
                  <a:pt x="638" y="466"/>
                </a:cubicBezTo>
                <a:cubicBezTo>
                  <a:pt x="646" y="514"/>
                  <a:pt x="646" y="520"/>
                  <a:pt x="647" y="524"/>
                </a:cubicBezTo>
                <a:cubicBezTo>
                  <a:pt x="652" y="580"/>
                  <a:pt x="659" y="587"/>
                  <a:pt x="654" y="598"/>
                </a:cubicBezTo>
                <a:cubicBezTo>
                  <a:pt x="665" y="631"/>
                  <a:pt x="664" y="638"/>
                  <a:pt x="669" y="643"/>
                </a:cubicBezTo>
                <a:cubicBezTo>
                  <a:pt x="670" y="686"/>
                  <a:pt x="671" y="688"/>
                  <a:pt x="667" y="690"/>
                </a:cubicBezTo>
                <a:cubicBezTo>
                  <a:pt x="652" y="723"/>
                  <a:pt x="654" y="702"/>
                  <a:pt x="643" y="685"/>
                </a:cubicBezTo>
                <a:cubicBezTo>
                  <a:pt x="631" y="649"/>
                  <a:pt x="637" y="635"/>
                  <a:pt x="628" y="628"/>
                </a:cubicBezTo>
                <a:cubicBezTo>
                  <a:pt x="613" y="591"/>
                  <a:pt x="622" y="577"/>
                  <a:pt x="613" y="570"/>
                </a:cubicBezTo>
                <a:cubicBezTo>
                  <a:pt x="603" y="532"/>
                  <a:pt x="607" y="519"/>
                  <a:pt x="602" y="510"/>
                </a:cubicBezTo>
                <a:cubicBezTo>
                  <a:pt x="603" y="490"/>
                  <a:pt x="599" y="486"/>
                  <a:pt x="600" y="481"/>
                </a:cubicBezTo>
                <a:cubicBezTo>
                  <a:pt x="598" y="413"/>
                  <a:pt x="592" y="410"/>
                  <a:pt x="597" y="403"/>
                </a:cubicBezTo>
                <a:cubicBezTo>
                  <a:pt x="599" y="349"/>
                  <a:pt x="592" y="346"/>
                  <a:pt x="598" y="339"/>
                </a:cubicBezTo>
                <a:cubicBezTo>
                  <a:pt x="602" y="285"/>
                  <a:pt x="605" y="278"/>
                  <a:pt x="602" y="274"/>
                </a:cubicBezTo>
                <a:cubicBezTo>
                  <a:pt x="585" y="373"/>
                  <a:pt x="586" y="389"/>
                  <a:pt x="583" y="406"/>
                </a:cubicBezTo>
                <a:cubicBezTo>
                  <a:pt x="584" y="462"/>
                  <a:pt x="590" y="468"/>
                  <a:pt x="589" y="476"/>
                </a:cubicBezTo>
                <a:cubicBezTo>
                  <a:pt x="593" y="507"/>
                  <a:pt x="594" y="514"/>
                  <a:pt x="594" y="522"/>
                </a:cubicBezTo>
                <a:cubicBezTo>
                  <a:pt x="600" y="552"/>
                  <a:pt x="599" y="560"/>
                  <a:pt x="602" y="567"/>
                </a:cubicBezTo>
                <a:cubicBezTo>
                  <a:pt x="612" y="596"/>
                  <a:pt x="605" y="606"/>
                  <a:pt x="613" y="611"/>
                </a:cubicBezTo>
                <a:cubicBezTo>
                  <a:pt x="637" y="714"/>
                  <a:pt x="642" y="719"/>
                  <a:pt x="645" y="724"/>
                </a:cubicBezTo>
                <a:cubicBezTo>
                  <a:pt x="648" y="770"/>
                  <a:pt x="649" y="776"/>
                  <a:pt x="645" y="785"/>
                </a:cubicBezTo>
                <a:cubicBezTo>
                  <a:pt x="633" y="749"/>
                  <a:pt x="632" y="739"/>
                  <a:pt x="629" y="730"/>
                </a:cubicBezTo>
                <a:cubicBezTo>
                  <a:pt x="621" y="713"/>
                  <a:pt x="624" y="706"/>
                  <a:pt x="619" y="703"/>
                </a:cubicBezTo>
                <a:cubicBezTo>
                  <a:pt x="601" y="659"/>
                  <a:pt x="604" y="653"/>
                  <a:pt x="599" y="649"/>
                </a:cubicBezTo>
                <a:cubicBezTo>
                  <a:pt x="580" y="567"/>
                  <a:pt x="577" y="563"/>
                  <a:pt x="577" y="559"/>
                </a:cubicBezTo>
                <a:cubicBezTo>
                  <a:pt x="572" y="508"/>
                  <a:pt x="571" y="499"/>
                  <a:pt x="566" y="491"/>
                </a:cubicBezTo>
                <a:cubicBezTo>
                  <a:pt x="564" y="467"/>
                  <a:pt x="567" y="463"/>
                  <a:pt x="564" y="461"/>
                </a:cubicBezTo>
                <a:cubicBezTo>
                  <a:pt x="559" y="519"/>
                  <a:pt x="558" y="525"/>
                  <a:pt x="561" y="530"/>
                </a:cubicBezTo>
                <a:cubicBezTo>
                  <a:pt x="567" y="584"/>
                  <a:pt x="562" y="592"/>
                  <a:pt x="559" y="599"/>
                </a:cubicBezTo>
                <a:cubicBezTo>
                  <a:pt x="568" y="643"/>
                  <a:pt x="564" y="650"/>
                  <a:pt x="561" y="657"/>
                </a:cubicBezTo>
                <a:cubicBezTo>
                  <a:pt x="565" y="717"/>
                  <a:pt x="557" y="734"/>
                  <a:pt x="561" y="747"/>
                </a:cubicBezTo>
                <a:cubicBezTo>
                  <a:pt x="568" y="815"/>
                  <a:pt x="569" y="822"/>
                  <a:pt x="572" y="828"/>
                </a:cubicBezTo>
                <a:cubicBezTo>
                  <a:pt x="588" y="914"/>
                  <a:pt x="593" y="920"/>
                  <a:pt x="593" y="927"/>
                </a:cubicBezTo>
                <a:cubicBezTo>
                  <a:pt x="606" y="973"/>
                  <a:pt x="604" y="981"/>
                  <a:pt x="607" y="988"/>
                </a:cubicBezTo>
                <a:cubicBezTo>
                  <a:pt x="613" y="1021"/>
                  <a:pt x="617" y="1026"/>
                  <a:pt x="612" y="1025"/>
                </a:cubicBezTo>
                <a:cubicBezTo>
                  <a:pt x="538" y="958"/>
                  <a:pt x="535" y="955"/>
                  <a:pt x="530" y="953"/>
                </a:cubicBezTo>
                <a:close/>
                <a:moveTo>
                  <a:pt x="951" y="83"/>
                </a:moveTo>
                <a:cubicBezTo>
                  <a:pt x="955" y="79"/>
                  <a:pt x="954" y="88"/>
                  <a:pt x="950" y="86"/>
                </a:cubicBezTo>
                <a:cubicBezTo>
                  <a:pt x="948" y="91"/>
                  <a:pt x="944" y="90"/>
                  <a:pt x="942" y="95"/>
                </a:cubicBezTo>
                <a:cubicBezTo>
                  <a:pt x="933" y="99"/>
                  <a:pt x="947" y="84"/>
                  <a:pt x="951" y="83"/>
                </a:cubicBezTo>
                <a:close/>
                <a:moveTo>
                  <a:pt x="922" y="89"/>
                </a:moveTo>
                <a:cubicBezTo>
                  <a:pt x="928" y="97"/>
                  <a:pt x="912" y="96"/>
                  <a:pt x="911" y="107"/>
                </a:cubicBezTo>
                <a:cubicBezTo>
                  <a:pt x="906" y="99"/>
                  <a:pt x="918" y="91"/>
                  <a:pt x="922" y="89"/>
                </a:cubicBezTo>
                <a:close/>
                <a:moveTo>
                  <a:pt x="697" y="53"/>
                </a:moveTo>
                <a:cubicBezTo>
                  <a:pt x="698" y="56"/>
                  <a:pt x="699" y="60"/>
                  <a:pt x="698" y="63"/>
                </a:cubicBezTo>
                <a:cubicBezTo>
                  <a:pt x="694" y="69"/>
                  <a:pt x="695" y="56"/>
                  <a:pt x="697" y="53"/>
                </a:cubicBezTo>
                <a:close/>
                <a:moveTo>
                  <a:pt x="704" y="365"/>
                </a:moveTo>
                <a:cubicBezTo>
                  <a:pt x="699" y="363"/>
                  <a:pt x="700" y="358"/>
                  <a:pt x="703" y="353"/>
                </a:cubicBezTo>
                <a:cubicBezTo>
                  <a:pt x="693" y="294"/>
                  <a:pt x="703" y="286"/>
                  <a:pt x="693" y="284"/>
                </a:cubicBezTo>
                <a:cubicBezTo>
                  <a:pt x="695" y="248"/>
                  <a:pt x="694" y="245"/>
                  <a:pt x="694" y="240"/>
                </a:cubicBezTo>
                <a:cubicBezTo>
                  <a:pt x="686" y="148"/>
                  <a:pt x="689" y="138"/>
                  <a:pt x="688" y="129"/>
                </a:cubicBezTo>
                <a:cubicBezTo>
                  <a:pt x="702" y="85"/>
                  <a:pt x="698" y="89"/>
                  <a:pt x="702" y="91"/>
                </a:cubicBezTo>
                <a:cubicBezTo>
                  <a:pt x="705" y="116"/>
                  <a:pt x="706" y="119"/>
                  <a:pt x="710" y="123"/>
                </a:cubicBezTo>
                <a:cubicBezTo>
                  <a:pt x="712" y="157"/>
                  <a:pt x="716" y="166"/>
                  <a:pt x="718" y="174"/>
                </a:cubicBezTo>
                <a:cubicBezTo>
                  <a:pt x="731" y="233"/>
                  <a:pt x="722" y="242"/>
                  <a:pt x="727" y="245"/>
                </a:cubicBezTo>
                <a:cubicBezTo>
                  <a:pt x="725" y="298"/>
                  <a:pt x="737" y="303"/>
                  <a:pt x="733" y="315"/>
                </a:cubicBezTo>
                <a:cubicBezTo>
                  <a:pt x="739" y="361"/>
                  <a:pt x="732" y="368"/>
                  <a:pt x="736" y="371"/>
                </a:cubicBezTo>
                <a:cubicBezTo>
                  <a:pt x="731" y="412"/>
                  <a:pt x="734" y="421"/>
                  <a:pt x="731" y="432"/>
                </a:cubicBezTo>
                <a:cubicBezTo>
                  <a:pt x="723" y="501"/>
                  <a:pt x="718" y="512"/>
                  <a:pt x="718" y="522"/>
                </a:cubicBezTo>
                <a:cubicBezTo>
                  <a:pt x="722" y="478"/>
                  <a:pt x="711" y="473"/>
                  <a:pt x="713" y="462"/>
                </a:cubicBezTo>
                <a:cubicBezTo>
                  <a:pt x="712" y="425"/>
                  <a:pt x="708" y="417"/>
                  <a:pt x="710" y="407"/>
                </a:cubicBezTo>
                <a:close/>
                <a:moveTo>
                  <a:pt x="779" y="744"/>
                </a:moveTo>
                <a:cubicBezTo>
                  <a:pt x="776" y="750"/>
                  <a:pt x="774" y="755"/>
                  <a:pt x="772" y="760"/>
                </a:cubicBezTo>
                <a:cubicBezTo>
                  <a:pt x="764" y="759"/>
                  <a:pt x="762" y="772"/>
                  <a:pt x="755" y="775"/>
                </a:cubicBezTo>
                <a:cubicBezTo>
                  <a:pt x="748" y="776"/>
                  <a:pt x="744" y="784"/>
                  <a:pt x="739" y="790"/>
                </a:cubicBezTo>
                <a:cubicBezTo>
                  <a:pt x="733" y="795"/>
                  <a:pt x="730" y="805"/>
                  <a:pt x="724" y="808"/>
                </a:cubicBezTo>
                <a:cubicBezTo>
                  <a:pt x="723" y="814"/>
                  <a:pt x="719" y="815"/>
                  <a:pt x="717" y="818"/>
                </a:cubicBezTo>
                <a:cubicBezTo>
                  <a:pt x="715" y="822"/>
                  <a:pt x="714" y="825"/>
                  <a:pt x="710" y="825"/>
                </a:cubicBezTo>
                <a:cubicBezTo>
                  <a:pt x="704" y="838"/>
                  <a:pt x="687" y="849"/>
                  <a:pt x="687" y="862"/>
                </a:cubicBezTo>
                <a:cubicBezTo>
                  <a:pt x="683" y="861"/>
                  <a:pt x="682" y="867"/>
                  <a:pt x="679" y="871"/>
                </a:cubicBezTo>
                <a:cubicBezTo>
                  <a:pt x="678" y="876"/>
                  <a:pt x="674" y="875"/>
                  <a:pt x="672" y="880"/>
                </a:cubicBezTo>
                <a:cubicBezTo>
                  <a:pt x="666" y="883"/>
                  <a:pt x="665" y="898"/>
                  <a:pt x="657" y="892"/>
                </a:cubicBezTo>
                <a:cubicBezTo>
                  <a:pt x="673" y="850"/>
                  <a:pt x="699" y="834"/>
                  <a:pt x="718" y="800"/>
                </a:cubicBezTo>
                <a:cubicBezTo>
                  <a:pt x="725" y="797"/>
                  <a:pt x="731" y="794"/>
                  <a:pt x="735" y="785"/>
                </a:cubicBezTo>
                <a:cubicBezTo>
                  <a:pt x="741" y="784"/>
                  <a:pt x="744" y="774"/>
                  <a:pt x="750" y="773"/>
                </a:cubicBezTo>
                <a:cubicBezTo>
                  <a:pt x="755" y="769"/>
                  <a:pt x="759" y="762"/>
                  <a:pt x="764" y="757"/>
                </a:cubicBezTo>
                <a:cubicBezTo>
                  <a:pt x="770" y="756"/>
                  <a:pt x="773" y="746"/>
                  <a:pt x="779" y="744"/>
                </a:cubicBezTo>
                <a:cubicBezTo>
                  <a:pt x="781" y="732"/>
                  <a:pt x="787" y="747"/>
                  <a:pt x="779" y="744"/>
                </a:cubicBezTo>
                <a:close/>
                <a:moveTo>
                  <a:pt x="861" y="670"/>
                </a:moveTo>
                <a:cubicBezTo>
                  <a:pt x="860" y="673"/>
                  <a:pt x="858" y="675"/>
                  <a:pt x="856" y="674"/>
                </a:cubicBezTo>
                <a:cubicBezTo>
                  <a:pt x="854" y="681"/>
                  <a:pt x="848" y="678"/>
                  <a:pt x="847" y="686"/>
                </a:cubicBezTo>
                <a:cubicBezTo>
                  <a:pt x="839" y="684"/>
                  <a:pt x="837" y="695"/>
                  <a:pt x="830" y="695"/>
                </a:cubicBezTo>
                <a:cubicBezTo>
                  <a:pt x="834" y="689"/>
                  <a:pt x="838" y="684"/>
                  <a:pt x="844" y="685"/>
                </a:cubicBezTo>
                <a:cubicBezTo>
                  <a:pt x="849" y="675"/>
                  <a:pt x="856" y="671"/>
                  <a:pt x="863" y="665"/>
                </a:cubicBezTo>
                <a:cubicBezTo>
                  <a:pt x="866" y="668"/>
                  <a:pt x="862" y="667"/>
                  <a:pt x="861" y="670"/>
                </a:cubicBezTo>
                <a:close/>
                <a:moveTo>
                  <a:pt x="873" y="657"/>
                </a:moveTo>
                <a:cubicBezTo>
                  <a:pt x="874" y="652"/>
                  <a:pt x="877" y="654"/>
                  <a:pt x="878" y="653"/>
                </a:cubicBezTo>
                <a:cubicBezTo>
                  <a:pt x="887" y="645"/>
                  <a:pt x="871" y="668"/>
                  <a:pt x="873" y="657"/>
                </a:cubicBezTo>
                <a:close/>
                <a:moveTo>
                  <a:pt x="947" y="537"/>
                </a:moveTo>
                <a:cubicBezTo>
                  <a:pt x="952" y="543"/>
                  <a:pt x="943" y="540"/>
                  <a:pt x="941" y="544"/>
                </a:cubicBezTo>
                <a:cubicBezTo>
                  <a:pt x="937" y="552"/>
                  <a:pt x="936" y="540"/>
                  <a:pt x="947" y="537"/>
                </a:cubicBezTo>
                <a:close/>
                <a:moveTo>
                  <a:pt x="694" y="741"/>
                </a:moveTo>
                <a:cubicBezTo>
                  <a:pt x="700" y="737"/>
                  <a:pt x="704" y="727"/>
                  <a:pt x="709" y="722"/>
                </a:cubicBezTo>
                <a:cubicBezTo>
                  <a:pt x="716" y="720"/>
                  <a:pt x="719" y="710"/>
                  <a:pt x="726" y="707"/>
                </a:cubicBezTo>
                <a:cubicBezTo>
                  <a:pt x="728" y="703"/>
                  <a:pt x="731" y="701"/>
                  <a:pt x="735" y="702"/>
                </a:cubicBezTo>
                <a:cubicBezTo>
                  <a:pt x="733" y="697"/>
                  <a:pt x="735" y="697"/>
                  <a:pt x="738" y="694"/>
                </a:cubicBezTo>
                <a:cubicBezTo>
                  <a:pt x="749" y="680"/>
                  <a:pt x="761" y="674"/>
                  <a:pt x="772" y="662"/>
                </a:cubicBezTo>
                <a:cubicBezTo>
                  <a:pt x="779" y="659"/>
                  <a:pt x="783" y="652"/>
                  <a:pt x="790" y="651"/>
                </a:cubicBezTo>
                <a:cubicBezTo>
                  <a:pt x="794" y="642"/>
                  <a:pt x="802" y="643"/>
                  <a:pt x="808" y="640"/>
                </a:cubicBezTo>
                <a:cubicBezTo>
                  <a:pt x="825" y="620"/>
                  <a:pt x="845" y="606"/>
                  <a:pt x="864" y="592"/>
                </a:cubicBezTo>
                <a:cubicBezTo>
                  <a:pt x="875" y="589"/>
                  <a:pt x="883" y="576"/>
                  <a:pt x="895" y="574"/>
                </a:cubicBezTo>
                <a:cubicBezTo>
                  <a:pt x="902" y="561"/>
                  <a:pt x="916" y="563"/>
                  <a:pt x="924" y="553"/>
                </a:cubicBezTo>
                <a:cubicBezTo>
                  <a:pt x="930" y="556"/>
                  <a:pt x="918" y="558"/>
                  <a:pt x="917" y="562"/>
                </a:cubicBezTo>
                <a:cubicBezTo>
                  <a:pt x="912" y="564"/>
                  <a:pt x="909" y="568"/>
                  <a:pt x="904" y="569"/>
                </a:cubicBezTo>
                <a:cubicBezTo>
                  <a:pt x="897" y="575"/>
                  <a:pt x="890" y="582"/>
                  <a:pt x="881" y="584"/>
                </a:cubicBezTo>
                <a:cubicBezTo>
                  <a:pt x="874" y="592"/>
                  <a:pt x="866" y="599"/>
                  <a:pt x="858" y="605"/>
                </a:cubicBezTo>
                <a:cubicBezTo>
                  <a:pt x="853" y="606"/>
                  <a:pt x="851" y="612"/>
                  <a:pt x="847" y="616"/>
                </a:cubicBezTo>
                <a:cubicBezTo>
                  <a:pt x="841" y="613"/>
                  <a:pt x="841" y="622"/>
                  <a:pt x="836" y="620"/>
                </a:cubicBezTo>
                <a:cubicBezTo>
                  <a:pt x="830" y="630"/>
                  <a:pt x="824" y="637"/>
                  <a:pt x="817" y="641"/>
                </a:cubicBezTo>
                <a:cubicBezTo>
                  <a:pt x="814" y="644"/>
                  <a:pt x="810" y="645"/>
                  <a:pt x="807" y="649"/>
                </a:cubicBezTo>
                <a:cubicBezTo>
                  <a:pt x="802" y="649"/>
                  <a:pt x="802" y="659"/>
                  <a:pt x="797" y="657"/>
                </a:cubicBezTo>
                <a:cubicBezTo>
                  <a:pt x="784" y="668"/>
                  <a:pt x="770" y="677"/>
                  <a:pt x="759" y="691"/>
                </a:cubicBezTo>
                <a:cubicBezTo>
                  <a:pt x="731" y="708"/>
                  <a:pt x="711" y="747"/>
                  <a:pt x="684" y="764"/>
                </a:cubicBezTo>
                <a:cubicBezTo>
                  <a:pt x="679" y="757"/>
                  <a:pt x="691" y="746"/>
                  <a:pt x="694" y="741"/>
                </a:cubicBezTo>
                <a:close/>
                <a:moveTo>
                  <a:pt x="671" y="603"/>
                </a:moveTo>
                <a:cubicBezTo>
                  <a:pt x="670" y="597"/>
                  <a:pt x="668" y="591"/>
                  <a:pt x="667" y="585"/>
                </a:cubicBezTo>
                <a:cubicBezTo>
                  <a:pt x="668" y="572"/>
                  <a:pt x="662" y="562"/>
                  <a:pt x="664" y="548"/>
                </a:cubicBezTo>
                <a:cubicBezTo>
                  <a:pt x="662" y="543"/>
                  <a:pt x="661" y="537"/>
                  <a:pt x="660" y="530"/>
                </a:cubicBezTo>
                <a:cubicBezTo>
                  <a:pt x="659" y="525"/>
                  <a:pt x="661" y="518"/>
                  <a:pt x="658" y="514"/>
                </a:cubicBezTo>
                <a:cubicBezTo>
                  <a:pt x="654" y="503"/>
                  <a:pt x="654" y="490"/>
                  <a:pt x="652" y="479"/>
                </a:cubicBezTo>
                <a:cubicBezTo>
                  <a:pt x="651" y="454"/>
                  <a:pt x="643" y="433"/>
                  <a:pt x="647" y="406"/>
                </a:cubicBezTo>
                <a:cubicBezTo>
                  <a:pt x="645" y="400"/>
                  <a:pt x="641" y="395"/>
                  <a:pt x="646" y="387"/>
                </a:cubicBezTo>
                <a:cubicBezTo>
                  <a:pt x="637" y="384"/>
                  <a:pt x="650" y="374"/>
                  <a:pt x="644" y="370"/>
                </a:cubicBezTo>
                <a:cubicBezTo>
                  <a:pt x="644" y="358"/>
                  <a:pt x="645" y="345"/>
                  <a:pt x="642" y="334"/>
                </a:cubicBezTo>
                <a:cubicBezTo>
                  <a:pt x="644" y="327"/>
                  <a:pt x="646" y="321"/>
                  <a:pt x="643" y="316"/>
                </a:cubicBezTo>
                <a:cubicBezTo>
                  <a:pt x="646" y="312"/>
                  <a:pt x="646" y="317"/>
                  <a:pt x="649" y="318"/>
                </a:cubicBezTo>
                <a:cubicBezTo>
                  <a:pt x="649" y="321"/>
                  <a:pt x="650" y="324"/>
                  <a:pt x="648" y="327"/>
                </a:cubicBezTo>
                <a:cubicBezTo>
                  <a:pt x="657" y="330"/>
                  <a:pt x="643" y="341"/>
                  <a:pt x="654" y="343"/>
                </a:cubicBezTo>
                <a:cubicBezTo>
                  <a:pt x="649" y="355"/>
                  <a:pt x="658" y="363"/>
                  <a:pt x="655" y="375"/>
                </a:cubicBezTo>
                <a:cubicBezTo>
                  <a:pt x="654" y="378"/>
                  <a:pt x="659" y="379"/>
                  <a:pt x="657" y="383"/>
                </a:cubicBezTo>
                <a:cubicBezTo>
                  <a:pt x="654" y="387"/>
                  <a:pt x="657" y="389"/>
                  <a:pt x="660" y="390"/>
                </a:cubicBezTo>
                <a:cubicBezTo>
                  <a:pt x="655" y="398"/>
                  <a:pt x="665" y="399"/>
                  <a:pt x="660" y="406"/>
                </a:cubicBezTo>
                <a:cubicBezTo>
                  <a:pt x="665" y="415"/>
                  <a:pt x="664" y="426"/>
                  <a:pt x="665" y="437"/>
                </a:cubicBezTo>
                <a:cubicBezTo>
                  <a:pt x="670" y="446"/>
                  <a:pt x="669" y="459"/>
                  <a:pt x="668" y="470"/>
                </a:cubicBezTo>
                <a:cubicBezTo>
                  <a:pt x="674" y="479"/>
                  <a:pt x="673" y="490"/>
                  <a:pt x="673" y="501"/>
                </a:cubicBezTo>
                <a:cubicBezTo>
                  <a:pt x="676" y="506"/>
                  <a:pt x="673" y="513"/>
                  <a:pt x="675" y="518"/>
                </a:cubicBezTo>
                <a:cubicBezTo>
                  <a:pt x="674" y="524"/>
                  <a:pt x="680" y="526"/>
                  <a:pt x="674" y="534"/>
                </a:cubicBezTo>
                <a:cubicBezTo>
                  <a:pt x="678" y="543"/>
                  <a:pt x="674" y="556"/>
                  <a:pt x="679" y="565"/>
                </a:cubicBezTo>
                <a:cubicBezTo>
                  <a:pt x="678" y="567"/>
                  <a:pt x="677" y="570"/>
                  <a:pt x="676" y="573"/>
                </a:cubicBezTo>
                <a:cubicBezTo>
                  <a:pt x="676" y="580"/>
                  <a:pt x="676" y="587"/>
                  <a:pt x="679" y="593"/>
                </a:cubicBezTo>
                <a:cubicBezTo>
                  <a:pt x="678" y="601"/>
                  <a:pt x="675" y="610"/>
                  <a:pt x="678" y="615"/>
                </a:cubicBezTo>
                <a:cubicBezTo>
                  <a:pt x="669" y="622"/>
                  <a:pt x="676" y="605"/>
                  <a:pt x="671" y="603"/>
                </a:cubicBezTo>
                <a:close/>
                <a:moveTo>
                  <a:pt x="675" y="770"/>
                </a:moveTo>
                <a:cubicBezTo>
                  <a:pt x="680" y="776"/>
                  <a:pt x="668" y="784"/>
                  <a:pt x="666" y="788"/>
                </a:cubicBezTo>
                <a:cubicBezTo>
                  <a:pt x="661" y="782"/>
                  <a:pt x="673" y="775"/>
                  <a:pt x="675" y="770"/>
                </a:cubicBezTo>
                <a:close/>
                <a:moveTo>
                  <a:pt x="656" y="838"/>
                </a:moveTo>
                <a:cubicBezTo>
                  <a:pt x="661" y="827"/>
                  <a:pt x="666" y="817"/>
                  <a:pt x="671" y="806"/>
                </a:cubicBezTo>
                <a:cubicBezTo>
                  <a:pt x="701" y="766"/>
                  <a:pt x="707" y="766"/>
                  <a:pt x="709" y="757"/>
                </a:cubicBezTo>
                <a:cubicBezTo>
                  <a:pt x="766" y="705"/>
                  <a:pt x="767" y="693"/>
                  <a:pt x="773" y="694"/>
                </a:cubicBezTo>
                <a:cubicBezTo>
                  <a:pt x="812" y="655"/>
                  <a:pt x="816" y="660"/>
                  <a:pt x="820" y="655"/>
                </a:cubicBezTo>
                <a:cubicBezTo>
                  <a:pt x="832" y="645"/>
                  <a:pt x="832" y="641"/>
                  <a:pt x="835" y="642"/>
                </a:cubicBezTo>
                <a:cubicBezTo>
                  <a:pt x="894" y="589"/>
                  <a:pt x="903" y="585"/>
                  <a:pt x="912" y="579"/>
                </a:cubicBezTo>
                <a:cubicBezTo>
                  <a:pt x="1009" y="510"/>
                  <a:pt x="1028" y="502"/>
                  <a:pt x="1047" y="494"/>
                </a:cubicBezTo>
                <a:cubicBezTo>
                  <a:pt x="1093" y="464"/>
                  <a:pt x="1101" y="471"/>
                  <a:pt x="1103" y="462"/>
                </a:cubicBezTo>
                <a:cubicBezTo>
                  <a:pt x="1091" y="473"/>
                  <a:pt x="1090" y="478"/>
                  <a:pt x="1086" y="477"/>
                </a:cubicBezTo>
                <a:cubicBezTo>
                  <a:pt x="1072" y="488"/>
                  <a:pt x="1069" y="488"/>
                  <a:pt x="1067" y="491"/>
                </a:cubicBezTo>
                <a:cubicBezTo>
                  <a:pt x="1036" y="510"/>
                  <a:pt x="1032" y="516"/>
                  <a:pt x="1027" y="517"/>
                </a:cubicBezTo>
                <a:cubicBezTo>
                  <a:pt x="967" y="561"/>
                  <a:pt x="959" y="569"/>
                  <a:pt x="949" y="574"/>
                </a:cubicBezTo>
                <a:cubicBezTo>
                  <a:pt x="906" y="611"/>
                  <a:pt x="899" y="608"/>
                  <a:pt x="898" y="617"/>
                </a:cubicBezTo>
                <a:cubicBezTo>
                  <a:pt x="856" y="655"/>
                  <a:pt x="854" y="661"/>
                  <a:pt x="849" y="661"/>
                </a:cubicBezTo>
                <a:cubicBezTo>
                  <a:pt x="764" y="733"/>
                  <a:pt x="760" y="751"/>
                  <a:pt x="749" y="753"/>
                </a:cubicBezTo>
                <a:cubicBezTo>
                  <a:pt x="705" y="789"/>
                  <a:pt x="707" y="809"/>
                  <a:pt x="700" y="804"/>
                </a:cubicBezTo>
                <a:close/>
                <a:moveTo>
                  <a:pt x="658" y="1014"/>
                </a:moveTo>
                <a:cubicBezTo>
                  <a:pt x="653" y="1006"/>
                  <a:pt x="668" y="1002"/>
                  <a:pt x="671" y="995"/>
                </a:cubicBezTo>
                <a:cubicBezTo>
                  <a:pt x="675" y="1001"/>
                  <a:pt x="662" y="1009"/>
                  <a:pt x="658" y="1014"/>
                </a:cubicBezTo>
                <a:close/>
                <a:moveTo>
                  <a:pt x="920" y="764"/>
                </a:moveTo>
                <a:cubicBezTo>
                  <a:pt x="923" y="767"/>
                  <a:pt x="918" y="766"/>
                  <a:pt x="917" y="769"/>
                </a:cubicBezTo>
                <a:cubicBezTo>
                  <a:pt x="916" y="772"/>
                  <a:pt x="915" y="775"/>
                  <a:pt x="914" y="777"/>
                </a:cubicBezTo>
                <a:cubicBezTo>
                  <a:pt x="908" y="782"/>
                  <a:pt x="905" y="792"/>
                  <a:pt x="899" y="796"/>
                </a:cubicBezTo>
                <a:cubicBezTo>
                  <a:pt x="893" y="799"/>
                  <a:pt x="891" y="811"/>
                  <a:pt x="885" y="812"/>
                </a:cubicBezTo>
                <a:cubicBezTo>
                  <a:pt x="881" y="819"/>
                  <a:pt x="875" y="821"/>
                  <a:pt x="871" y="828"/>
                </a:cubicBezTo>
                <a:cubicBezTo>
                  <a:pt x="869" y="840"/>
                  <a:pt x="860" y="832"/>
                  <a:pt x="858" y="844"/>
                </a:cubicBezTo>
                <a:cubicBezTo>
                  <a:pt x="853" y="843"/>
                  <a:pt x="853" y="852"/>
                  <a:pt x="849" y="850"/>
                </a:cubicBezTo>
                <a:cubicBezTo>
                  <a:pt x="846" y="851"/>
                  <a:pt x="844" y="853"/>
                  <a:pt x="842" y="856"/>
                </a:cubicBezTo>
                <a:cubicBezTo>
                  <a:pt x="836" y="858"/>
                  <a:pt x="833" y="866"/>
                  <a:pt x="827" y="868"/>
                </a:cubicBezTo>
                <a:cubicBezTo>
                  <a:pt x="817" y="877"/>
                  <a:pt x="807" y="884"/>
                  <a:pt x="798" y="897"/>
                </a:cubicBezTo>
                <a:cubicBezTo>
                  <a:pt x="774" y="909"/>
                  <a:pt x="754" y="932"/>
                  <a:pt x="730" y="942"/>
                </a:cubicBezTo>
                <a:cubicBezTo>
                  <a:pt x="723" y="954"/>
                  <a:pt x="713" y="959"/>
                  <a:pt x="705" y="969"/>
                </a:cubicBezTo>
                <a:cubicBezTo>
                  <a:pt x="696" y="976"/>
                  <a:pt x="689" y="988"/>
                  <a:pt x="678" y="992"/>
                </a:cubicBezTo>
                <a:cubicBezTo>
                  <a:pt x="673" y="985"/>
                  <a:pt x="687" y="979"/>
                  <a:pt x="689" y="974"/>
                </a:cubicBezTo>
                <a:cubicBezTo>
                  <a:pt x="695" y="971"/>
                  <a:pt x="700" y="964"/>
                  <a:pt x="706" y="960"/>
                </a:cubicBezTo>
                <a:cubicBezTo>
                  <a:pt x="708" y="946"/>
                  <a:pt x="718" y="953"/>
                  <a:pt x="721" y="941"/>
                </a:cubicBezTo>
                <a:cubicBezTo>
                  <a:pt x="727" y="938"/>
                  <a:pt x="731" y="929"/>
                  <a:pt x="739" y="930"/>
                </a:cubicBezTo>
                <a:cubicBezTo>
                  <a:pt x="737" y="925"/>
                  <a:pt x="739" y="925"/>
                  <a:pt x="742" y="922"/>
                </a:cubicBezTo>
                <a:cubicBezTo>
                  <a:pt x="747" y="923"/>
                  <a:pt x="742" y="916"/>
                  <a:pt x="747" y="918"/>
                </a:cubicBezTo>
                <a:cubicBezTo>
                  <a:pt x="753" y="913"/>
                  <a:pt x="758" y="907"/>
                  <a:pt x="764" y="903"/>
                </a:cubicBezTo>
                <a:cubicBezTo>
                  <a:pt x="768" y="896"/>
                  <a:pt x="775" y="895"/>
                  <a:pt x="780" y="888"/>
                </a:cubicBezTo>
                <a:cubicBezTo>
                  <a:pt x="785" y="881"/>
                  <a:pt x="793" y="884"/>
                  <a:pt x="796" y="873"/>
                </a:cubicBezTo>
                <a:cubicBezTo>
                  <a:pt x="804" y="875"/>
                  <a:pt x="807" y="863"/>
                  <a:pt x="813" y="859"/>
                </a:cubicBezTo>
                <a:cubicBezTo>
                  <a:pt x="819" y="855"/>
                  <a:pt x="823" y="848"/>
                  <a:pt x="829" y="844"/>
                </a:cubicBezTo>
                <a:cubicBezTo>
                  <a:pt x="841" y="836"/>
                  <a:pt x="850" y="822"/>
                  <a:pt x="863" y="818"/>
                </a:cubicBezTo>
                <a:cubicBezTo>
                  <a:pt x="884" y="796"/>
                  <a:pt x="906" y="777"/>
                  <a:pt x="924" y="747"/>
                </a:cubicBezTo>
                <a:cubicBezTo>
                  <a:pt x="930" y="750"/>
                  <a:pt x="920" y="759"/>
                  <a:pt x="920" y="764"/>
                </a:cubicBezTo>
                <a:close/>
                <a:moveTo>
                  <a:pt x="744" y="849"/>
                </a:moveTo>
                <a:cubicBezTo>
                  <a:pt x="749" y="849"/>
                  <a:pt x="751" y="843"/>
                  <a:pt x="755" y="839"/>
                </a:cubicBezTo>
                <a:cubicBezTo>
                  <a:pt x="761" y="829"/>
                  <a:pt x="770" y="828"/>
                  <a:pt x="775" y="816"/>
                </a:cubicBezTo>
                <a:cubicBezTo>
                  <a:pt x="780" y="815"/>
                  <a:pt x="783" y="809"/>
                  <a:pt x="786" y="805"/>
                </a:cubicBezTo>
                <a:cubicBezTo>
                  <a:pt x="790" y="803"/>
                  <a:pt x="793" y="796"/>
                  <a:pt x="797" y="794"/>
                </a:cubicBezTo>
                <a:cubicBezTo>
                  <a:pt x="799" y="785"/>
                  <a:pt x="807" y="793"/>
                  <a:pt x="809" y="783"/>
                </a:cubicBezTo>
                <a:cubicBezTo>
                  <a:pt x="813" y="784"/>
                  <a:pt x="814" y="774"/>
                  <a:pt x="819" y="775"/>
                </a:cubicBezTo>
                <a:cubicBezTo>
                  <a:pt x="818" y="767"/>
                  <a:pt x="833" y="772"/>
                  <a:pt x="826" y="766"/>
                </a:cubicBezTo>
                <a:cubicBezTo>
                  <a:pt x="830" y="762"/>
                  <a:pt x="836" y="765"/>
                  <a:pt x="838" y="755"/>
                </a:cubicBezTo>
                <a:cubicBezTo>
                  <a:pt x="845" y="749"/>
                  <a:pt x="850" y="737"/>
                  <a:pt x="859" y="736"/>
                </a:cubicBezTo>
                <a:cubicBezTo>
                  <a:pt x="871" y="716"/>
                  <a:pt x="890" y="714"/>
                  <a:pt x="902" y="692"/>
                </a:cubicBezTo>
                <a:cubicBezTo>
                  <a:pt x="909" y="688"/>
                  <a:pt x="917" y="687"/>
                  <a:pt x="922" y="676"/>
                </a:cubicBezTo>
                <a:cubicBezTo>
                  <a:pt x="930" y="677"/>
                  <a:pt x="934" y="666"/>
                  <a:pt x="941" y="662"/>
                </a:cubicBezTo>
                <a:cubicBezTo>
                  <a:pt x="951" y="665"/>
                  <a:pt x="953" y="648"/>
                  <a:pt x="962" y="650"/>
                </a:cubicBezTo>
                <a:cubicBezTo>
                  <a:pt x="967" y="641"/>
                  <a:pt x="975" y="641"/>
                  <a:pt x="980" y="632"/>
                </a:cubicBezTo>
                <a:cubicBezTo>
                  <a:pt x="985" y="636"/>
                  <a:pt x="975" y="646"/>
                  <a:pt x="974" y="652"/>
                </a:cubicBezTo>
                <a:cubicBezTo>
                  <a:pt x="968" y="657"/>
                  <a:pt x="965" y="670"/>
                  <a:pt x="958" y="673"/>
                </a:cubicBezTo>
                <a:cubicBezTo>
                  <a:pt x="950" y="684"/>
                  <a:pt x="939" y="689"/>
                  <a:pt x="930" y="699"/>
                </a:cubicBezTo>
                <a:cubicBezTo>
                  <a:pt x="924" y="701"/>
                  <a:pt x="920" y="705"/>
                  <a:pt x="915" y="711"/>
                </a:cubicBezTo>
                <a:cubicBezTo>
                  <a:pt x="909" y="709"/>
                  <a:pt x="907" y="721"/>
                  <a:pt x="901" y="721"/>
                </a:cubicBezTo>
                <a:cubicBezTo>
                  <a:pt x="893" y="730"/>
                  <a:pt x="882" y="735"/>
                  <a:pt x="874" y="746"/>
                </a:cubicBezTo>
                <a:cubicBezTo>
                  <a:pt x="868" y="745"/>
                  <a:pt x="866" y="758"/>
                  <a:pt x="860" y="756"/>
                </a:cubicBezTo>
                <a:cubicBezTo>
                  <a:pt x="856" y="762"/>
                  <a:pt x="851" y="764"/>
                  <a:pt x="849" y="773"/>
                </a:cubicBezTo>
                <a:cubicBezTo>
                  <a:pt x="841" y="769"/>
                  <a:pt x="837" y="777"/>
                  <a:pt x="833" y="785"/>
                </a:cubicBezTo>
                <a:cubicBezTo>
                  <a:pt x="826" y="781"/>
                  <a:pt x="824" y="791"/>
                  <a:pt x="820" y="795"/>
                </a:cubicBezTo>
                <a:cubicBezTo>
                  <a:pt x="807" y="793"/>
                  <a:pt x="803" y="814"/>
                  <a:pt x="792" y="814"/>
                </a:cubicBezTo>
                <a:cubicBezTo>
                  <a:pt x="790" y="826"/>
                  <a:pt x="781" y="822"/>
                  <a:pt x="778" y="830"/>
                </a:cubicBezTo>
                <a:cubicBezTo>
                  <a:pt x="774" y="835"/>
                  <a:pt x="768" y="836"/>
                  <a:pt x="764" y="840"/>
                </a:cubicBezTo>
                <a:cubicBezTo>
                  <a:pt x="755" y="847"/>
                  <a:pt x="746" y="854"/>
                  <a:pt x="738" y="862"/>
                </a:cubicBezTo>
                <a:cubicBezTo>
                  <a:pt x="731" y="857"/>
                  <a:pt x="743" y="855"/>
                  <a:pt x="744" y="849"/>
                </a:cubicBezTo>
                <a:close/>
                <a:moveTo>
                  <a:pt x="690" y="911"/>
                </a:moveTo>
                <a:cubicBezTo>
                  <a:pt x="694" y="905"/>
                  <a:pt x="699" y="903"/>
                  <a:pt x="701" y="894"/>
                </a:cubicBezTo>
                <a:cubicBezTo>
                  <a:pt x="708" y="896"/>
                  <a:pt x="709" y="881"/>
                  <a:pt x="716" y="881"/>
                </a:cubicBezTo>
                <a:cubicBezTo>
                  <a:pt x="718" y="871"/>
                  <a:pt x="725" y="873"/>
                  <a:pt x="727" y="864"/>
                </a:cubicBezTo>
                <a:cubicBezTo>
                  <a:pt x="739" y="869"/>
                  <a:pt x="722" y="876"/>
                  <a:pt x="720" y="880"/>
                </a:cubicBezTo>
                <a:cubicBezTo>
                  <a:pt x="717" y="889"/>
                  <a:pt x="710" y="889"/>
                  <a:pt x="708" y="900"/>
                </a:cubicBezTo>
                <a:cubicBezTo>
                  <a:pt x="697" y="901"/>
                  <a:pt x="692" y="919"/>
                  <a:pt x="683" y="927"/>
                </a:cubicBezTo>
                <a:cubicBezTo>
                  <a:pt x="676" y="921"/>
                  <a:pt x="688" y="916"/>
                  <a:pt x="690" y="911"/>
                </a:cubicBezTo>
                <a:close/>
                <a:moveTo>
                  <a:pt x="664" y="975"/>
                </a:moveTo>
                <a:cubicBezTo>
                  <a:pt x="668" y="961"/>
                  <a:pt x="676" y="959"/>
                  <a:pt x="681" y="945"/>
                </a:cubicBezTo>
                <a:cubicBezTo>
                  <a:pt x="712" y="914"/>
                  <a:pt x="716" y="909"/>
                  <a:pt x="719" y="902"/>
                </a:cubicBezTo>
                <a:cubicBezTo>
                  <a:pt x="747" y="866"/>
                  <a:pt x="755" y="873"/>
                  <a:pt x="757" y="862"/>
                </a:cubicBezTo>
                <a:cubicBezTo>
                  <a:pt x="816" y="817"/>
                  <a:pt x="817" y="804"/>
                  <a:pt x="824" y="806"/>
                </a:cubicBezTo>
                <a:cubicBezTo>
                  <a:pt x="871" y="768"/>
                  <a:pt x="877" y="756"/>
                  <a:pt x="887" y="752"/>
                </a:cubicBezTo>
                <a:cubicBezTo>
                  <a:pt x="942" y="715"/>
                  <a:pt x="927" y="720"/>
                  <a:pt x="925" y="732"/>
                </a:cubicBezTo>
                <a:cubicBezTo>
                  <a:pt x="898" y="765"/>
                  <a:pt x="886" y="775"/>
                  <a:pt x="876" y="789"/>
                </a:cubicBezTo>
                <a:cubicBezTo>
                  <a:pt x="832" y="828"/>
                  <a:pt x="818" y="832"/>
                  <a:pt x="808" y="847"/>
                </a:cubicBezTo>
                <a:cubicBezTo>
                  <a:pt x="761" y="879"/>
                  <a:pt x="754" y="902"/>
                  <a:pt x="740" y="905"/>
                </a:cubicBezTo>
                <a:cubicBezTo>
                  <a:pt x="704" y="946"/>
                  <a:pt x="695" y="943"/>
                  <a:pt x="691" y="956"/>
                </a:cubicBezTo>
                <a:cubicBezTo>
                  <a:pt x="663" y="978"/>
                  <a:pt x="653" y="997"/>
                  <a:pt x="648" y="1003"/>
                </a:cubicBezTo>
                <a:close/>
                <a:moveTo>
                  <a:pt x="645" y="960"/>
                </a:moveTo>
                <a:cubicBezTo>
                  <a:pt x="648" y="962"/>
                  <a:pt x="650" y="963"/>
                  <a:pt x="653" y="964"/>
                </a:cubicBezTo>
                <a:cubicBezTo>
                  <a:pt x="651" y="968"/>
                  <a:pt x="650" y="971"/>
                  <a:pt x="648" y="975"/>
                </a:cubicBezTo>
                <a:cubicBezTo>
                  <a:pt x="641" y="972"/>
                  <a:pt x="644" y="966"/>
                  <a:pt x="645" y="960"/>
                </a:cubicBezTo>
                <a:close/>
                <a:moveTo>
                  <a:pt x="567" y="587"/>
                </a:moveTo>
                <a:cubicBezTo>
                  <a:pt x="572" y="580"/>
                  <a:pt x="569" y="593"/>
                  <a:pt x="574" y="593"/>
                </a:cubicBezTo>
                <a:cubicBezTo>
                  <a:pt x="573" y="597"/>
                  <a:pt x="577" y="599"/>
                  <a:pt x="576" y="603"/>
                </a:cubicBezTo>
                <a:cubicBezTo>
                  <a:pt x="576" y="611"/>
                  <a:pt x="582" y="617"/>
                  <a:pt x="578" y="627"/>
                </a:cubicBezTo>
                <a:cubicBezTo>
                  <a:pt x="584" y="638"/>
                  <a:pt x="589" y="650"/>
                  <a:pt x="593" y="662"/>
                </a:cubicBezTo>
                <a:cubicBezTo>
                  <a:pt x="594" y="670"/>
                  <a:pt x="596" y="676"/>
                  <a:pt x="600" y="682"/>
                </a:cubicBezTo>
                <a:cubicBezTo>
                  <a:pt x="599" y="689"/>
                  <a:pt x="603" y="694"/>
                  <a:pt x="605" y="700"/>
                </a:cubicBezTo>
                <a:cubicBezTo>
                  <a:pt x="610" y="705"/>
                  <a:pt x="609" y="713"/>
                  <a:pt x="612" y="719"/>
                </a:cubicBezTo>
                <a:cubicBezTo>
                  <a:pt x="614" y="725"/>
                  <a:pt x="616" y="730"/>
                  <a:pt x="616" y="737"/>
                </a:cubicBezTo>
                <a:cubicBezTo>
                  <a:pt x="622" y="748"/>
                  <a:pt x="622" y="761"/>
                  <a:pt x="629" y="771"/>
                </a:cubicBezTo>
                <a:cubicBezTo>
                  <a:pt x="627" y="790"/>
                  <a:pt x="636" y="804"/>
                  <a:pt x="635" y="822"/>
                </a:cubicBezTo>
                <a:cubicBezTo>
                  <a:pt x="638" y="825"/>
                  <a:pt x="639" y="829"/>
                  <a:pt x="639" y="833"/>
                </a:cubicBezTo>
                <a:cubicBezTo>
                  <a:pt x="632" y="840"/>
                  <a:pt x="647" y="839"/>
                  <a:pt x="640" y="846"/>
                </a:cubicBezTo>
                <a:cubicBezTo>
                  <a:pt x="647" y="852"/>
                  <a:pt x="637" y="863"/>
                  <a:pt x="646" y="868"/>
                </a:cubicBezTo>
                <a:cubicBezTo>
                  <a:pt x="644" y="872"/>
                  <a:pt x="642" y="876"/>
                  <a:pt x="645" y="877"/>
                </a:cubicBezTo>
                <a:cubicBezTo>
                  <a:pt x="642" y="879"/>
                  <a:pt x="639" y="881"/>
                  <a:pt x="642" y="883"/>
                </a:cubicBezTo>
                <a:cubicBezTo>
                  <a:pt x="644" y="887"/>
                  <a:pt x="641" y="893"/>
                  <a:pt x="638" y="900"/>
                </a:cubicBezTo>
                <a:cubicBezTo>
                  <a:pt x="630" y="894"/>
                  <a:pt x="635" y="883"/>
                  <a:pt x="629" y="877"/>
                </a:cubicBezTo>
                <a:cubicBezTo>
                  <a:pt x="631" y="867"/>
                  <a:pt x="625" y="861"/>
                  <a:pt x="628" y="851"/>
                </a:cubicBezTo>
                <a:cubicBezTo>
                  <a:pt x="626" y="845"/>
                  <a:pt x="622" y="840"/>
                  <a:pt x="624" y="833"/>
                </a:cubicBezTo>
                <a:cubicBezTo>
                  <a:pt x="621" y="828"/>
                  <a:pt x="619" y="823"/>
                  <a:pt x="618" y="817"/>
                </a:cubicBezTo>
                <a:cubicBezTo>
                  <a:pt x="614" y="807"/>
                  <a:pt x="613" y="796"/>
                  <a:pt x="610" y="785"/>
                </a:cubicBezTo>
                <a:cubicBezTo>
                  <a:pt x="607" y="774"/>
                  <a:pt x="603" y="763"/>
                  <a:pt x="600" y="752"/>
                </a:cubicBezTo>
                <a:cubicBezTo>
                  <a:pt x="596" y="741"/>
                  <a:pt x="593" y="731"/>
                  <a:pt x="592" y="720"/>
                </a:cubicBezTo>
                <a:cubicBezTo>
                  <a:pt x="592" y="716"/>
                  <a:pt x="588" y="714"/>
                  <a:pt x="591" y="709"/>
                </a:cubicBezTo>
                <a:cubicBezTo>
                  <a:pt x="588" y="707"/>
                  <a:pt x="591" y="703"/>
                  <a:pt x="588" y="702"/>
                </a:cubicBezTo>
                <a:cubicBezTo>
                  <a:pt x="590" y="695"/>
                  <a:pt x="581" y="692"/>
                  <a:pt x="586" y="685"/>
                </a:cubicBezTo>
                <a:cubicBezTo>
                  <a:pt x="581" y="675"/>
                  <a:pt x="581" y="663"/>
                  <a:pt x="579" y="653"/>
                </a:cubicBezTo>
                <a:cubicBezTo>
                  <a:pt x="579" y="641"/>
                  <a:pt x="573" y="631"/>
                  <a:pt x="575" y="619"/>
                </a:cubicBezTo>
                <a:cubicBezTo>
                  <a:pt x="568" y="610"/>
                  <a:pt x="574" y="596"/>
                  <a:pt x="567" y="587"/>
                </a:cubicBezTo>
                <a:close/>
                <a:moveTo>
                  <a:pt x="608" y="931"/>
                </a:moveTo>
                <a:cubicBezTo>
                  <a:pt x="603" y="917"/>
                  <a:pt x="602" y="902"/>
                  <a:pt x="594" y="889"/>
                </a:cubicBezTo>
                <a:cubicBezTo>
                  <a:pt x="600" y="879"/>
                  <a:pt x="587" y="876"/>
                  <a:pt x="592" y="866"/>
                </a:cubicBezTo>
                <a:cubicBezTo>
                  <a:pt x="585" y="862"/>
                  <a:pt x="591" y="852"/>
                  <a:pt x="585" y="847"/>
                </a:cubicBezTo>
                <a:cubicBezTo>
                  <a:pt x="588" y="830"/>
                  <a:pt x="577" y="818"/>
                  <a:pt x="577" y="802"/>
                </a:cubicBezTo>
                <a:cubicBezTo>
                  <a:pt x="579" y="793"/>
                  <a:pt x="570" y="788"/>
                  <a:pt x="575" y="779"/>
                </a:cubicBezTo>
                <a:cubicBezTo>
                  <a:pt x="571" y="773"/>
                  <a:pt x="570" y="766"/>
                  <a:pt x="572" y="758"/>
                </a:cubicBezTo>
                <a:cubicBezTo>
                  <a:pt x="568" y="744"/>
                  <a:pt x="567" y="729"/>
                  <a:pt x="566" y="714"/>
                </a:cubicBezTo>
                <a:cubicBezTo>
                  <a:pt x="572" y="704"/>
                  <a:pt x="561" y="700"/>
                  <a:pt x="568" y="689"/>
                </a:cubicBezTo>
                <a:cubicBezTo>
                  <a:pt x="564" y="684"/>
                  <a:pt x="569" y="674"/>
                  <a:pt x="565" y="669"/>
                </a:cubicBezTo>
                <a:cubicBezTo>
                  <a:pt x="566" y="666"/>
                  <a:pt x="567" y="663"/>
                  <a:pt x="568" y="661"/>
                </a:cubicBezTo>
                <a:cubicBezTo>
                  <a:pt x="575" y="672"/>
                  <a:pt x="574" y="686"/>
                  <a:pt x="576" y="699"/>
                </a:cubicBezTo>
                <a:cubicBezTo>
                  <a:pt x="578" y="712"/>
                  <a:pt x="581" y="725"/>
                  <a:pt x="584" y="738"/>
                </a:cubicBezTo>
                <a:cubicBezTo>
                  <a:pt x="583" y="746"/>
                  <a:pt x="587" y="752"/>
                  <a:pt x="587" y="759"/>
                </a:cubicBezTo>
                <a:cubicBezTo>
                  <a:pt x="590" y="761"/>
                  <a:pt x="591" y="765"/>
                  <a:pt x="589" y="769"/>
                </a:cubicBezTo>
                <a:cubicBezTo>
                  <a:pt x="594" y="770"/>
                  <a:pt x="593" y="773"/>
                  <a:pt x="592" y="777"/>
                </a:cubicBezTo>
                <a:cubicBezTo>
                  <a:pt x="601" y="780"/>
                  <a:pt x="593" y="789"/>
                  <a:pt x="600" y="793"/>
                </a:cubicBezTo>
                <a:cubicBezTo>
                  <a:pt x="596" y="798"/>
                  <a:pt x="604" y="799"/>
                  <a:pt x="602" y="804"/>
                </a:cubicBezTo>
                <a:cubicBezTo>
                  <a:pt x="602" y="806"/>
                  <a:pt x="603" y="809"/>
                  <a:pt x="601" y="813"/>
                </a:cubicBezTo>
                <a:cubicBezTo>
                  <a:pt x="603" y="819"/>
                  <a:pt x="609" y="824"/>
                  <a:pt x="608" y="832"/>
                </a:cubicBezTo>
                <a:cubicBezTo>
                  <a:pt x="612" y="837"/>
                  <a:pt x="607" y="845"/>
                  <a:pt x="616" y="848"/>
                </a:cubicBezTo>
                <a:cubicBezTo>
                  <a:pt x="612" y="865"/>
                  <a:pt x="619" y="877"/>
                  <a:pt x="619" y="891"/>
                </a:cubicBezTo>
                <a:cubicBezTo>
                  <a:pt x="626" y="902"/>
                  <a:pt x="621" y="918"/>
                  <a:pt x="627" y="930"/>
                </a:cubicBezTo>
                <a:cubicBezTo>
                  <a:pt x="623" y="945"/>
                  <a:pt x="633" y="955"/>
                  <a:pt x="631" y="970"/>
                </a:cubicBezTo>
                <a:cubicBezTo>
                  <a:pt x="630" y="984"/>
                  <a:pt x="627" y="999"/>
                  <a:pt x="631" y="1011"/>
                </a:cubicBezTo>
                <a:cubicBezTo>
                  <a:pt x="628" y="1018"/>
                  <a:pt x="622" y="1008"/>
                  <a:pt x="624" y="1005"/>
                </a:cubicBezTo>
                <a:cubicBezTo>
                  <a:pt x="622" y="1003"/>
                  <a:pt x="621" y="999"/>
                  <a:pt x="623" y="995"/>
                </a:cubicBezTo>
                <a:cubicBezTo>
                  <a:pt x="618" y="988"/>
                  <a:pt x="619" y="980"/>
                  <a:pt x="617" y="973"/>
                </a:cubicBezTo>
                <a:cubicBezTo>
                  <a:pt x="616" y="958"/>
                  <a:pt x="608" y="946"/>
                  <a:pt x="608" y="931"/>
                </a:cubicBezTo>
                <a:close/>
                <a:moveTo>
                  <a:pt x="35" y="891"/>
                </a:moveTo>
                <a:cubicBezTo>
                  <a:pt x="38" y="888"/>
                  <a:pt x="45" y="888"/>
                  <a:pt x="46" y="882"/>
                </a:cubicBezTo>
                <a:cubicBezTo>
                  <a:pt x="56" y="884"/>
                  <a:pt x="49" y="870"/>
                  <a:pt x="60" y="873"/>
                </a:cubicBezTo>
                <a:cubicBezTo>
                  <a:pt x="74" y="858"/>
                  <a:pt x="89" y="845"/>
                  <a:pt x="106" y="834"/>
                </a:cubicBezTo>
                <a:cubicBezTo>
                  <a:pt x="114" y="827"/>
                  <a:pt x="120" y="819"/>
                  <a:pt x="131" y="816"/>
                </a:cubicBezTo>
                <a:cubicBezTo>
                  <a:pt x="135" y="805"/>
                  <a:pt x="152" y="807"/>
                  <a:pt x="154" y="795"/>
                </a:cubicBezTo>
                <a:cubicBezTo>
                  <a:pt x="176" y="789"/>
                  <a:pt x="187" y="771"/>
                  <a:pt x="208" y="765"/>
                </a:cubicBezTo>
                <a:cubicBezTo>
                  <a:pt x="215" y="757"/>
                  <a:pt x="228" y="755"/>
                  <a:pt x="234" y="746"/>
                </a:cubicBezTo>
                <a:cubicBezTo>
                  <a:pt x="241" y="747"/>
                  <a:pt x="246" y="745"/>
                  <a:pt x="248" y="740"/>
                </a:cubicBezTo>
                <a:cubicBezTo>
                  <a:pt x="252" y="736"/>
                  <a:pt x="262" y="739"/>
                  <a:pt x="263" y="731"/>
                </a:cubicBezTo>
                <a:cubicBezTo>
                  <a:pt x="254" y="731"/>
                  <a:pt x="248" y="734"/>
                  <a:pt x="245" y="740"/>
                </a:cubicBezTo>
                <a:cubicBezTo>
                  <a:pt x="235" y="740"/>
                  <a:pt x="232" y="746"/>
                  <a:pt x="222" y="747"/>
                </a:cubicBezTo>
                <a:cubicBezTo>
                  <a:pt x="213" y="756"/>
                  <a:pt x="198" y="759"/>
                  <a:pt x="188" y="768"/>
                </a:cubicBezTo>
                <a:cubicBezTo>
                  <a:pt x="161" y="778"/>
                  <a:pt x="142" y="795"/>
                  <a:pt x="120" y="810"/>
                </a:cubicBezTo>
                <a:cubicBezTo>
                  <a:pt x="116" y="816"/>
                  <a:pt x="109" y="817"/>
                  <a:pt x="105" y="822"/>
                </a:cubicBezTo>
                <a:cubicBezTo>
                  <a:pt x="102" y="828"/>
                  <a:pt x="90" y="827"/>
                  <a:pt x="88" y="834"/>
                </a:cubicBezTo>
                <a:cubicBezTo>
                  <a:pt x="73" y="838"/>
                  <a:pt x="68" y="851"/>
                  <a:pt x="57" y="858"/>
                </a:cubicBezTo>
                <a:cubicBezTo>
                  <a:pt x="46" y="866"/>
                  <a:pt x="40" y="878"/>
                  <a:pt x="26" y="882"/>
                </a:cubicBezTo>
                <a:cubicBezTo>
                  <a:pt x="22" y="887"/>
                  <a:pt x="20" y="894"/>
                  <a:pt x="12" y="894"/>
                </a:cubicBezTo>
                <a:cubicBezTo>
                  <a:pt x="12" y="899"/>
                  <a:pt x="9" y="901"/>
                  <a:pt x="3" y="900"/>
                </a:cubicBezTo>
                <a:cubicBezTo>
                  <a:pt x="3" y="901"/>
                  <a:pt x="2" y="902"/>
                  <a:pt x="2" y="902"/>
                </a:cubicBezTo>
                <a:cubicBezTo>
                  <a:pt x="2" y="919"/>
                  <a:pt x="2" y="919"/>
                  <a:pt x="2" y="919"/>
                </a:cubicBezTo>
                <a:cubicBezTo>
                  <a:pt x="5" y="917"/>
                  <a:pt x="9" y="915"/>
                  <a:pt x="12" y="912"/>
                </a:cubicBezTo>
                <a:cubicBezTo>
                  <a:pt x="19" y="905"/>
                  <a:pt x="30" y="900"/>
                  <a:pt x="35" y="891"/>
                </a:cubicBezTo>
                <a:close/>
                <a:moveTo>
                  <a:pt x="18" y="804"/>
                </a:moveTo>
                <a:cubicBezTo>
                  <a:pt x="28" y="803"/>
                  <a:pt x="29" y="794"/>
                  <a:pt x="38" y="792"/>
                </a:cubicBezTo>
                <a:cubicBezTo>
                  <a:pt x="42" y="785"/>
                  <a:pt x="51" y="782"/>
                  <a:pt x="58" y="777"/>
                </a:cubicBezTo>
                <a:cubicBezTo>
                  <a:pt x="69" y="766"/>
                  <a:pt x="81" y="755"/>
                  <a:pt x="95" y="747"/>
                </a:cubicBezTo>
                <a:cubicBezTo>
                  <a:pt x="98" y="739"/>
                  <a:pt x="108" y="739"/>
                  <a:pt x="112" y="732"/>
                </a:cubicBezTo>
                <a:cubicBezTo>
                  <a:pt x="121" y="729"/>
                  <a:pt x="125" y="722"/>
                  <a:pt x="135" y="720"/>
                </a:cubicBezTo>
                <a:cubicBezTo>
                  <a:pt x="145" y="708"/>
                  <a:pt x="161" y="701"/>
                  <a:pt x="175" y="693"/>
                </a:cubicBezTo>
                <a:cubicBezTo>
                  <a:pt x="180" y="688"/>
                  <a:pt x="189" y="686"/>
                  <a:pt x="195" y="681"/>
                </a:cubicBezTo>
                <a:cubicBezTo>
                  <a:pt x="204" y="679"/>
                  <a:pt x="207" y="670"/>
                  <a:pt x="217" y="669"/>
                </a:cubicBezTo>
                <a:cubicBezTo>
                  <a:pt x="233" y="661"/>
                  <a:pt x="248" y="654"/>
                  <a:pt x="263" y="647"/>
                </a:cubicBezTo>
                <a:cubicBezTo>
                  <a:pt x="268" y="647"/>
                  <a:pt x="274" y="648"/>
                  <a:pt x="275" y="644"/>
                </a:cubicBezTo>
                <a:cubicBezTo>
                  <a:pt x="264" y="643"/>
                  <a:pt x="256" y="645"/>
                  <a:pt x="249" y="647"/>
                </a:cubicBezTo>
                <a:cubicBezTo>
                  <a:pt x="241" y="649"/>
                  <a:pt x="240" y="658"/>
                  <a:pt x="229" y="657"/>
                </a:cubicBezTo>
                <a:cubicBezTo>
                  <a:pt x="220" y="658"/>
                  <a:pt x="214" y="662"/>
                  <a:pt x="209" y="666"/>
                </a:cubicBezTo>
                <a:cubicBezTo>
                  <a:pt x="200" y="668"/>
                  <a:pt x="192" y="671"/>
                  <a:pt x="189" y="678"/>
                </a:cubicBezTo>
                <a:cubicBezTo>
                  <a:pt x="179" y="678"/>
                  <a:pt x="173" y="682"/>
                  <a:pt x="169" y="687"/>
                </a:cubicBezTo>
                <a:cubicBezTo>
                  <a:pt x="160" y="690"/>
                  <a:pt x="152" y="692"/>
                  <a:pt x="149" y="699"/>
                </a:cubicBezTo>
                <a:cubicBezTo>
                  <a:pt x="139" y="700"/>
                  <a:pt x="139" y="709"/>
                  <a:pt x="129" y="709"/>
                </a:cubicBezTo>
                <a:cubicBezTo>
                  <a:pt x="125" y="715"/>
                  <a:pt x="114" y="716"/>
                  <a:pt x="112" y="724"/>
                </a:cubicBezTo>
                <a:cubicBezTo>
                  <a:pt x="101" y="723"/>
                  <a:pt x="104" y="735"/>
                  <a:pt x="92" y="733"/>
                </a:cubicBezTo>
                <a:cubicBezTo>
                  <a:pt x="87" y="738"/>
                  <a:pt x="79" y="742"/>
                  <a:pt x="74" y="748"/>
                </a:cubicBezTo>
                <a:cubicBezTo>
                  <a:pt x="61" y="755"/>
                  <a:pt x="54" y="768"/>
                  <a:pt x="37" y="772"/>
                </a:cubicBezTo>
                <a:cubicBezTo>
                  <a:pt x="29" y="783"/>
                  <a:pt x="15" y="791"/>
                  <a:pt x="6" y="802"/>
                </a:cubicBezTo>
                <a:cubicBezTo>
                  <a:pt x="5" y="802"/>
                  <a:pt x="3" y="804"/>
                  <a:pt x="2" y="805"/>
                </a:cubicBezTo>
                <a:cubicBezTo>
                  <a:pt x="2" y="821"/>
                  <a:pt x="2" y="821"/>
                  <a:pt x="2" y="821"/>
                </a:cubicBezTo>
                <a:cubicBezTo>
                  <a:pt x="8" y="816"/>
                  <a:pt x="15" y="812"/>
                  <a:pt x="18" y="804"/>
                </a:cubicBezTo>
                <a:close/>
                <a:moveTo>
                  <a:pt x="33" y="955"/>
                </a:moveTo>
                <a:cubicBezTo>
                  <a:pt x="37" y="947"/>
                  <a:pt x="50" y="948"/>
                  <a:pt x="53" y="940"/>
                </a:cubicBezTo>
                <a:cubicBezTo>
                  <a:pt x="119" y="889"/>
                  <a:pt x="125" y="883"/>
                  <a:pt x="133" y="880"/>
                </a:cubicBezTo>
                <a:cubicBezTo>
                  <a:pt x="213" y="827"/>
                  <a:pt x="226" y="816"/>
                  <a:pt x="244" y="810"/>
                </a:cubicBezTo>
                <a:cubicBezTo>
                  <a:pt x="277" y="796"/>
                  <a:pt x="280" y="788"/>
                  <a:pt x="293" y="788"/>
                </a:cubicBezTo>
                <a:cubicBezTo>
                  <a:pt x="351" y="764"/>
                  <a:pt x="354" y="759"/>
                  <a:pt x="365" y="761"/>
                </a:cubicBezTo>
                <a:cubicBezTo>
                  <a:pt x="350" y="760"/>
                  <a:pt x="340" y="757"/>
                  <a:pt x="339" y="761"/>
                </a:cubicBezTo>
                <a:cubicBezTo>
                  <a:pt x="306" y="770"/>
                  <a:pt x="307" y="776"/>
                  <a:pt x="298" y="774"/>
                </a:cubicBezTo>
                <a:cubicBezTo>
                  <a:pt x="246" y="803"/>
                  <a:pt x="232" y="801"/>
                  <a:pt x="227" y="808"/>
                </a:cubicBezTo>
                <a:cubicBezTo>
                  <a:pt x="185" y="825"/>
                  <a:pt x="174" y="838"/>
                  <a:pt x="158" y="847"/>
                </a:cubicBezTo>
                <a:cubicBezTo>
                  <a:pt x="131" y="867"/>
                  <a:pt x="123" y="870"/>
                  <a:pt x="115" y="874"/>
                </a:cubicBezTo>
                <a:cubicBezTo>
                  <a:pt x="98" y="897"/>
                  <a:pt x="90" y="895"/>
                  <a:pt x="87" y="898"/>
                </a:cubicBezTo>
                <a:cubicBezTo>
                  <a:pt x="2" y="972"/>
                  <a:pt x="2" y="972"/>
                  <a:pt x="2" y="972"/>
                </a:cubicBezTo>
                <a:close/>
                <a:moveTo>
                  <a:pt x="2458" y="113"/>
                </a:moveTo>
                <a:cubicBezTo>
                  <a:pt x="2460" y="118"/>
                  <a:pt x="2458" y="121"/>
                  <a:pt x="2455" y="123"/>
                </a:cubicBezTo>
                <a:cubicBezTo>
                  <a:pt x="2435" y="161"/>
                  <a:pt x="2429" y="166"/>
                  <a:pt x="2430" y="175"/>
                </a:cubicBezTo>
                <a:cubicBezTo>
                  <a:pt x="2410" y="206"/>
                  <a:pt x="2415" y="215"/>
                  <a:pt x="2411" y="217"/>
                </a:cubicBezTo>
                <a:cubicBezTo>
                  <a:pt x="2393" y="268"/>
                  <a:pt x="2384" y="272"/>
                  <a:pt x="2389" y="284"/>
                </a:cubicBezTo>
                <a:cubicBezTo>
                  <a:pt x="2370" y="334"/>
                  <a:pt x="2373" y="346"/>
                  <a:pt x="2367" y="350"/>
                </a:cubicBezTo>
                <a:cubicBezTo>
                  <a:pt x="2365" y="381"/>
                  <a:pt x="2365" y="386"/>
                  <a:pt x="2363" y="390"/>
                </a:cubicBezTo>
                <a:cubicBezTo>
                  <a:pt x="2363" y="425"/>
                  <a:pt x="2360" y="437"/>
                  <a:pt x="2367" y="436"/>
                </a:cubicBezTo>
                <a:cubicBezTo>
                  <a:pt x="2377" y="364"/>
                  <a:pt x="2374" y="353"/>
                  <a:pt x="2379" y="348"/>
                </a:cubicBezTo>
                <a:cubicBezTo>
                  <a:pt x="2435" y="186"/>
                  <a:pt x="2435" y="179"/>
                  <a:pt x="2441" y="176"/>
                </a:cubicBezTo>
                <a:cubicBezTo>
                  <a:pt x="2469" y="113"/>
                  <a:pt x="2475" y="110"/>
                  <a:pt x="2474" y="101"/>
                </a:cubicBezTo>
                <a:cubicBezTo>
                  <a:pt x="2491" y="72"/>
                  <a:pt x="2493" y="69"/>
                  <a:pt x="2497" y="67"/>
                </a:cubicBezTo>
                <a:cubicBezTo>
                  <a:pt x="2521" y="1"/>
                  <a:pt x="2521" y="1"/>
                  <a:pt x="2521" y="1"/>
                </a:cubicBezTo>
                <a:cubicBezTo>
                  <a:pt x="2503" y="34"/>
                  <a:pt x="2499" y="45"/>
                  <a:pt x="2487" y="51"/>
                </a:cubicBezTo>
                <a:close/>
                <a:moveTo>
                  <a:pt x="27" y="929"/>
                </a:moveTo>
                <a:cubicBezTo>
                  <a:pt x="34" y="924"/>
                  <a:pt x="44" y="922"/>
                  <a:pt x="47" y="914"/>
                </a:cubicBezTo>
                <a:cubicBezTo>
                  <a:pt x="55" y="916"/>
                  <a:pt x="53" y="908"/>
                  <a:pt x="58" y="908"/>
                </a:cubicBezTo>
                <a:cubicBezTo>
                  <a:pt x="64" y="906"/>
                  <a:pt x="60" y="896"/>
                  <a:pt x="70" y="899"/>
                </a:cubicBezTo>
                <a:cubicBezTo>
                  <a:pt x="80" y="885"/>
                  <a:pt x="96" y="877"/>
                  <a:pt x="109" y="866"/>
                </a:cubicBezTo>
                <a:cubicBezTo>
                  <a:pt x="112" y="863"/>
                  <a:pt x="115" y="860"/>
                  <a:pt x="118" y="857"/>
                </a:cubicBezTo>
                <a:cubicBezTo>
                  <a:pt x="122" y="854"/>
                  <a:pt x="129" y="854"/>
                  <a:pt x="129" y="848"/>
                </a:cubicBezTo>
                <a:cubicBezTo>
                  <a:pt x="140" y="846"/>
                  <a:pt x="141" y="834"/>
                  <a:pt x="152" y="833"/>
                </a:cubicBezTo>
                <a:cubicBezTo>
                  <a:pt x="155" y="824"/>
                  <a:pt x="166" y="823"/>
                  <a:pt x="172" y="818"/>
                </a:cubicBezTo>
                <a:cubicBezTo>
                  <a:pt x="178" y="811"/>
                  <a:pt x="189" y="809"/>
                  <a:pt x="195" y="803"/>
                </a:cubicBezTo>
                <a:cubicBezTo>
                  <a:pt x="210" y="793"/>
                  <a:pt x="226" y="783"/>
                  <a:pt x="243" y="775"/>
                </a:cubicBezTo>
                <a:cubicBezTo>
                  <a:pt x="255" y="763"/>
                  <a:pt x="278" y="761"/>
                  <a:pt x="289" y="748"/>
                </a:cubicBezTo>
                <a:cubicBezTo>
                  <a:pt x="294" y="747"/>
                  <a:pt x="299" y="746"/>
                  <a:pt x="301" y="742"/>
                </a:cubicBezTo>
                <a:cubicBezTo>
                  <a:pt x="306" y="740"/>
                  <a:pt x="313" y="740"/>
                  <a:pt x="315" y="736"/>
                </a:cubicBezTo>
                <a:cubicBezTo>
                  <a:pt x="320" y="735"/>
                  <a:pt x="325" y="734"/>
                  <a:pt x="326" y="730"/>
                </a:cubicBezTo>
                <a:cubicBezTo>
                  <a:pt x="331" y="728"/>
                  <a:pt x="338" y="728"/>
                  <a:pt x="341" y="723"/>
                </a:cubicBezTo>
                <a:cubicBezTo>
                  <a:pt x="327" y="722"/>
                  <a:pt x="324" y="730"/>
                  <a:pt x="312" y="730"/>
                </a:cubicBezTo>
                <a:cubicBezTo>
                  <a:pt x="306" y="736"/>
                  <a:pt x="294" y="736"/>
                  <a:pt x="289" y="742"/>
                </a:cubicBezTo>
                <a:cubicBezTo>
                  <a:pt x="267" y="745"/>
                  <a:pt x="260" y="762"/>
                  <a:pt x="237" y="764"/>
                </a:cubicBezTo>
                <a:cubicBezTo>
                  <a:pt x="233" y="771"/>
                  <a:pt x="223" y="772"/>
                  <a:pt x="217" y="779"/>
                </a:cubicBezTo>
                <a:cubicBezTo>
                  <a:pt x="209" y="783"/>
                  <a:pt x="200" y="785"/>
                  <a:pt x="195" y="791"/>
                </a:cubicBezTo>
                <a:cubicBezTo>
                  <a:pt x="187" y="795"/>
                  <a:pt x="182" y="802"/>
                  <a:pt x="172" y="803"/>
                </a:cubicBezTo>
                <a:cubicBezTo>
                  <a:pt x="167" y="811"/>
                  <a:pt x="158" y="814"/>
                  <a:pt x="149" y="818"/>
                </a:cubicBezTo>
                <a:cubicBezTo>
                  <a:pt x="146" y="827"/>
                  <a:pt x="133" y="826"/>
                  <a:pt x="129" y="833"/>
                </a:cubicBezTo>
                <a:cubicBezTo>
                  <a:pt x="123" y="839"/>
                  <a:pt x="115" y="843"/>
                  <a:pt x="109" y="848"/>
                </a:cubicBezTo>
                <a:cubicBezTo>
                  <a:pt x="97" y="861"/>
                  <a:pt x="81" y="869"/>
                  <a:pt x="69" y="881"/>
                </a:cubicBezTo>
                <a:cubicBezTo>
                  <a:pt x="47" y="900"/>
                  <a:pt x="23" y="916"/>
                  <a:pt x="2" y="935"/>
                </a:cubicBezTo>
                <a:cubicBezTo>
                  <a:pt x="2" y="952"/>
                  <a:pt x="2" y="952"/>
                  <a:pt x="2" y="952"/>
                </a:cubicBezTo>
                <a:cubicBezTo>
                  <a:pt x="11" y="945"/>
                  <a:pt x="22" y="939"/>
                  <a:pt x="27" y="929"/>
                </a:cubicBezTo>
                <a:close/>
                <a:moveTo>
                  <a:pt x="8" y="886"/>
                </a:moveTo>
                <a:cubicBezTo>
                  <a:pt x="10" y="875"/>
                  <a:pt x="24" y="876"/>
                  <a:pt x="25" y="865"/>
                </a:cubicBezTo>
                <a:cubicBezTo>
                  <a:pt x="35" y="862"/>
                  <a:pt x="38" y="854"/>
                  <a:pt x="45" y="850"/>
                </a:cubicBezTo>
                <a:cubicBezTo>
                  <a:pt x="44" y="843"/>
                  <a:pt x="58" y="851"/>
                  <a:pt x="54" y="841"/>
                </a:cubicBezTo>
                <a:cubicBezTo>
                  <a:pt x="57" y="838"/>
                  <a:pt x="64" y="838"/>
                  <a:pt x="65" y="832"/>
                </a:cubicBezTo>
                <a:cubicBezTo>
                  <a:pt x="79" y="822"/>
                  <a:pt x="94" y="812"/>
                  <a:pt x="108" y="802"/>
                </a:cubicBezTo>
                <a:cubicBezTo>
                  <a:pt x="119" y="788"/>
                  <a:pt x="137" y="781"/>
                  <a:pt x="150" y="769"/>
                </a:cubicBezTo>
                <a:cubicBezTo>
                  <a:pt x="158" y="764"/>
                  <a:pt x="166" y="761"/>
                  <a:pt x="170" y="754"/>
                </a:cubicBezTo>
                <a:cubicBezTo>
                  <a:pt x="179" y="750"/>
                  <a:pt x="188" y="746"/>
                  <a:pt x="193" y="739"/>
                </a:cubicBezTo>
                <a:cubicBezTo>
                  <a:pt x="213" y="734"/>
                  <a:pt x="222" y="717"/>
                  <a:pt x="245" y="714"/>
                </a:cubicBezTo>
                <a:cubicBezTo>
                  <a:pt x="249" y="707"/>
                  <a:pt x="260" y="706"/>
                  <a:pt x="268" y="702"/>
                </a:cubicBezTo>
                <a:cubicBezTo>
                  <a:pt x="274" y="696"/>
                  <a:pt x="284" y="693"/>
                  <a:pt x="293" y="690"/>
                </a:cubicBezTo>
                <a:cubicBezTo>
                  <a:pt x="297" y="687"/>
                  <a:pt x="301" y="686"/>
                  <a:pt x="308" y="687"/>
                </a:cubicBezTo>
                <a:cubicBezTo>
                  <a:pt x="309" y="682"/>
                  <a:pt x="322" y="686"/>
                  <a:pt x="322" y="680"/>
                </a:cubicBezTo>
                <a:cubicBezTo>
                  <a:pt x="326" y="679"/>
                  <a:pt x="337" y="683"/>
                  <a:pt x="337" y="677"/>
                </a:cubicBezTo>
                <a:cubicBezTo>
                  <a:pt x="338" y="679"/>
                  <a:pt x="351" y="684"/>
                  <a:pt x="351" y="677"/>
                </a:cubicBezTo>
                <a:cubicBezTo>
                  <a:pt x="335" y="669"/>
                  <a:pt x="314" y="678"/>
                  <a:pt x="296" y="678"/>
                </a:cubicBezTo>
                <a:cubicBezTo>
                  <a:pt x="290" y="685"/>
                  <a:pt x="276" y="684"/>
                  <a:pt x="270" y="690"/>
                </a:cubicBezTo>
                <a:cubicBezTo>
                  <a:pt x="260" y="694"/>
                  <a:pt x="251" y="698"/>
                  <a:pt x="242" y="703"/>
                </a:cubicBezTo>
                <a:cubicBezTo>
                  <a:pt x="225" y="713"/>
                  <a:pt x="206" y="719"/>
                  <a:pt x="190" y="730"/>
                </a:cubicBezTo>
                <a:cubicBezTo>
                  <a:pt x="182" y="735"/>
                  <a:pt x="176" y="741"/>
                  <a:pt x="167" y="745"/>
                </a:cubicBezTo>
                <a:cubicBezTo>
                  <a:pt x="156" y="748"/>
                  <a:pt x="152" y="757"/>
                  <a:pt x="142" y="760"/>
                </a:cubicBezTo>
                <a:cubicBezTo>
                  <a:pt x="127" y="773"/>
                  <a:pt x="109" y="782"/>
                  <a:pt x="96" y="796"/>
                </a:cubicBezTo>
                <a:cubicBezTo>
                  <a:pt x="96" y="802"/>
                  <a:pt x="86" y="798"/>
                  <a:pt x="85" y="802"/>
                </a:cubicBezTo>
                <a:cubicBezTo>
                  <a:pt x="82" y="806"/>
                  <a:pt x="77" y="808"/>
                  <a:pt x="73" y="811"/>
                </a:cubicBezTo>
                <a:cubicBezTo>
                  <a:pt x="66" y="818"/>
                  <a:pt x="57" y="823"/>
                  <a:pt x="50" y="829"/>
                </a:cubicBezTo>
                <a:cubicBezTo>
                  <a:pt x="35" y="840"/>
                  <a:pt x="23" y="855"/>
                  <a:pt x="8" y="865"/>
                </a:cubicBezTo>
                <a:cubicBezTo>
                  <a:pt x="9" y="870"/>
                  <a:pt x="5" y="870"/>
                  <a:pt x="2" y="871"/>
                </a:cubicBezTo>
                <a:cubicBezTo>
                  <a:pt x="2" y="889"/>
                  <a:pt x="2" y="889"/>
                  <a:pt x="2" y="889"/>
                </a:cubicBezTo>
                <a:cubicBezTo>
                  <a:pt x="3" y="887"/>
                  <a:pt x="4" y="885"/>
                  <a:pt x="8" y="886"/>
                </a:cubicBezTo>
                <a:close/>
                <a:moveTo>
                  <a:pt x="120" y="1060"/>
                </a:moveTo>
                <a:cubicBezTo>
                  <a:pt x="123" y="1064"/>
                  <a:pt x="130" y="1064"/>
                  <a:pt x="135" y="1065"/>
                </a:cubicBezTo>
                <a:cubicBezTo>
                  <a:pt x="275" y="1075"/>
                  <a:pt x="299" y="1082"/>
                  <a:pt x="347" y="1071"/>
                </a:cubicBezTo>
                <a:cubicBezTo>
                  <a:pt x="396" y="1061"/>
                  <a:pt x="397" y="1055"/>
                  <a:pt x="404" y="1055"/>
                </a:cubicBezTo>
                <a:cubicBezTo>
                  <a:pt x="447" y="1036"/>
                  <a:pt x="454" y="1036"/>
                  <a:pt x="453" y="1028"/>
                </a:cubicBezTo>
                <a:cubicBezTo>
                  <a:pt x="372" y="1060"/>
                  <a:pt x="368" y="1059"/>
                  <a:pt x="367" y="1059"/>
                </a:cubicBezTo>
                <a:cubicBezTo>
                  <a:pt x="349" y="1064"/>
                  <a:pt x="346" y="1063"/>
                  <a:pt x="344" y="1066"/>
                </a:cubicBezTo>
                <a:cubicBezTo>
                  <a:pt x="215" y="1066"/>
                  <a:pt x="190" y="1061"/>
                  <a:pt x="161" y="1062"/>
                </a:cubicBezTo>
                <a:cubicBezTo>
                  <a:pt x="136" y="1046"/>
                  <a:pt x="121" y="1056"/>
                  <a:pt x="123" y="1048"/>
                </a:cubicBezTo>
                <a:cubicBezTo>
                  <a:pt x="91" y="1040"/>
                  <a:pt x="81" y="1045"/>
                  <a:pt x="76" y="1043"/>
                </a:cubicBezTo>
                <a:cubicBezTo>
                  <a:pt x="117" y="1049"/>
                  <a:pt x="127" y="1043"/>
                  <a:pt x="131" y="1045"/>
                </a:cubicBezTo>
                <a:cubicBezTo>
                  <a:pt x="210" y="1054"/>
                  <a:pt x="239" y="1054"/>
                  <a:pt x="268" y="1053"/>
                </a:cubicBezTo>
                <a:cubicBezTo>
                  <a:pt x="398" y="1031"/>
                  <a:pt x="398" y="1024"/>
                  <a:pt x="406" y="1026"/>
                </a:cubicBezTo>
                <a:cubicBezTo>
                  <a:pt x="470" y="995"/>
                  <a:pt x="483" y="993"/>
                  <a:pt x="487" y="984"/>
                </a:cubicBezTo>
                <a:cubicBezTo>
                  <a:pt x="411" y="1014"/>
                  <a:pt x="407" y="1015"/>
                  <a:pt x="406" y="1020"/>
                </a:cubicBezTo>
                <a:cubicBezTo>
                  <a:pt x="342" y="1033"/>
                  <a:pt x="339" y="1029"/>
                  <a:pt x="337" y="1034"/>
                </a:cubicBezTo>
                <a:cubicBezTo>
                  <a:pt x="281" y="1041"/>
                  <a:pt x="271" y="1041"/>
                  <a:pt x="262" y="1042"/>
                </a:cubicBezTo>
                <a:cubicBezTo>
                  <a:pt x="164" y="1039"/>
                  <a:pt x="156" y="1042"/>
                  <a:pt x="143" y="1036"/>
                </a:cubicBezTo>
                <a:cubicBezTo>
                  <a:pt x="109" y="1030"/>
                  <a:pt x="103" y="1032"/>
                  <a:pt x="102" y="1028"/>
                </a:cubicBezTo>
                <a:cubicBezTo>
                  <a:pt x="27" y="1013"/>
                  <a:pt x="18" y="1013"/>
                  <a:pt x="14" y="1007"/>
                </a:cubicBezTo>
                <a:cubicBezTo>
                  <a:pt x="201" y="1026"/>
                  <a:pt x="240" y="1025"/>
                  <a:pt x="279" y="1024"/>
                </a:cubicBezTo>
                <a:cubicBezTo>
                  <a:pt x="313" y="1016"/>
                  <a:pt x="321" y="1016"/>
                  <a:pt x="322" y="1020"/>
                </a:cubicBezTo>
                <a:cubicBezTo>
                  <a:pt x="426" y="991"/>
                  <a:pt x="430" y="984"/>
                  <a:pt x="440" y="985"/>
                </a:cubicBezTo>
                <a:cubicBezTo>
                  <a:pt x="391" y="990"/>
                  <a:pt x="379" y="999"/>
                  <a:pt x="359" y="1001"/>
                </a:cubicBezTo>
                <a:cubicBezTo>
                  <a:pt x="315" y="1013"/>
                  <a:pt x="304" y="1008"/>
                  <a:pt x="305" y="1014"/>
                </a:cubicBezTo>
                <a:cubicBezTo>
                  <a:pt x="170" y="1013"/>
                  <a:pt x="150" y="1016"/>
                  <a:pt x="139" y="1010"/>
                </a:cubicBezTo>
                <a:cubicBezTo>
                  <a:pt x="130" y="1003"/>
                  <a:pt x="158" y="1001"/>
                  <a:pt x="183" y="1003"/>
                </a:cubicBezTo>
                <a:cubicBezTo>
                  <a:pt x="214" y="1001"/>
                  <a:pt x="212" y="996"/>
                  <a:pt x="220" y="996"/>
                </a:cubicBezTo>
                <a:cubicBezTo>
                  <a:pt x="267" y="984"/>
                  <a:pt x="284" y="989"/>
                  <a:pt x="289" y="983"/>
                </a:cubicBezTo>
                <a:cubicBezTo>
                  <a:pt x="403" y="951"/>
                  <a:pt x="412" y="950"/>
                  <a:pt x="419" y="948"/>
                </a:cubicBezTo>
                <a:cubicBezTo>
                  <a:pt x="422" y="934"/>
                  <a:pt x="423" y="940"/>
                  <a:pt x="416" y="939"/>
                </a:cubicBezTo>
                <a:cubicBezTo>
                  <a:pt x="256" y="981"/>
                  <a:pt x="247" y="983"/>
                  <a:pt x="226" y="987"/>
                </a:cubicBezTo>
                <a:cubicBezTo>
                  <a:pt x="191" y="988"/>
                  <a:pt x="185" y="988"/>
                  <a:pt x="179" y="989"/>
                </a:cubicBezTo>
                <a:cubicBezTo>
                  <a:pt x="232" y="970"/>
                  <a:pt x="248" y="965"/>
                  <a:pt x="266" y="960"/>
                </a:cubicBezTo>
                <a:cubicBezTo>
                  <a:pt x="323" y="943"/>
                  <a:pt x="329" y="938"/>
                  <a:pt x="337" y="935"/>
                </a:cubicBezTo>
                <a:cubicBezTo>
                  <a:pt x="306" y="939"/>
                  <a:pt x="293" y="944"/>
                  <a:pt x="280" y="948"/>
                </a:cubicBezTo>
                <a:cubicBezTo>
                  <a:pt x="127" y="980"/>
                  <a:pt x="107" y="986"/>
                  <a:pt x="86" y="988"/>
                </a:cubicBezTo>
                <a:cubicBezTo>
                  <a:pt x="42" y="997"/>
                  <a:pt x="27" y="997"/>
                  <a:pt x="29" y="992"/>
                </a:cubicBezTo>
                <a:cubicBezTo>
                  <a:pt x="126" y="959"/>
                  <a:pt x="146" y="956"/>
                  <a:pt x="164" y="951"/>
                </a:cubicBezTo>
                <a:cubicBezTo>
                  <a:pt x="233" y="930"/>
                  <a:pt x="249" y="924"/>
                  <a:pt x="267" y="920"/>
                </a:cubicBezTo>
                <a:cubicBezTo>
                  <a:pt x="345" y="894"/>
                  <a:pt x="344" y="887"/>
                  <a:pt x="351" y="888"/>
                </a:cubicBezTo>
                <a:cubicBezTo>
                  <a:pt x="415" y="858"/>
                  <a:pt x="427" y="858"/>
                  <a:pt x="431" y="852"/>
                </a:cubicBezTo>
                <a:cubicBezTo>
                  <a:pt x="448" y="841"/>
                  <a:pt x="446" y="839"/>
                  <a:pt x="445" y="843"/>
                </a:cubicBezTo>
                <a:cubicBezTo>
                  <a:pt x="372" y="876"/>
                  <a:pt x="360" y="871"/>
                  <a:pt x="359" y="877"/>
                </a:cubicBezTo>
                <a:cubicBezTo>
                  <a:pt x="268" y="909"/>
                  <a:pt x="249" y="912"/>
                  <a:pt x="233" y="918"/>
                </a:cubicBezTo>
                <a:cubicBezTo>
                  <a:pt x="157" y="941"/>
                  <a:pt x="151" y="940"/>
                  <a:pt x="146" y="940"/>
                </a:cubicBezTo>
                <a:cubicBezTo>
                  <a:pt x="158" y="927"/>
                  <a:pt x="164" y="928"/>
                  <a:pt x="166" y="925"/>
                </a:cubicBezTo>
                <a:cubicBezTo>
                  <a:pt x="199" y="898"/>
                  <a:pt x="214" y="902"/>
                  <a:pt x="214" y="892"/>
                </a:cubicBezTo>
                <a:cubicBezTo>
                  <a:pt x="271" y="862"/>
                  <a:pt x="285" y="854"/>
                  <a:pt x="300" y="846"/>
                </a:cubicBezTo>
                <a:cubicBezTo>
                  <a:pt x="437" y="785"/>
                  <a:pt x="441" y="784"/>
                  <a:pt x="444" y="782"/>
                </a:cubicBezTo>
                <a:cubicBezTo>
                  <a:pt x="472" y="772"/>
                  <a:pt x="485" y="769"/>
                  <a:pt x="475" y="766"/>
                </a:cubicBezTo>
                <a:cubicBezTo>
                  <a:pt x="395" y="789"/>
                  <a:pt x="396" y="793"/>
                  <a:pt x="392" y="795"/>
                </a:cubicBezTo>
                <a:cubicBezTo>
                  <a:pt x="368" y="808"/>
                  <a:pt x="356" y="804"/>
                  <a:pt x="354" y="810"/>
                </a:cubicBezTo>
                <a:cubicBezTo>
                  <a:pt x="247" y="865"/>
                  <a:pt x="235" y="865"/>
                  <a:pt x="231" y="871"/>
                </a:cubicBezTo>
                <a:cubicBezTo>
                  <a:pt x="188" y="897"/>
                  <a:pt x="182" y="896"/>
                  <a:pt x="180" y="899"/>
                </a:cubicBezTo>
                <a:cubicBezTo>
                  <a:pt x="191" y="886"/>
                  <a:pt x="197" y="882"/>
                  <a:pt x="203" y="878"/>
                </a:cubicBezTo>
                <a:cubicBezTo>
                  <a:pt x="280" y="826"/>
                  <a:pt x="298" y="825"/>
                  <a:pt x="305" y="814"/>
                </a:cubicBezTo>
                <a:cubicBezTo>
                  <a:pt x="369" y="786"/>
                  <a:pt x="377" y="784"/>
                  <a:pt x="383" y="780"/>
                </a:cubicBezTo>
                <a:cubicBezTo>
                  <a:pt x="448" y="751"/>
                  <a:pt x="464" y="757"/>
                  <a:pt x="463" y="746"/>
                </a:cubicBezTo>
                <a:cubicBezTo>
                  <a:pt x="393" y="777"/>
                  <a:pt x="375" y="767"/>
                  <a:pt x="377" y="775"/>
                </a:cubicBezTo>
                <a:cubicBezTo>
                  <a:pt x="286" y="811"/>
                  <a:pt x="280" y="817"/>
                  <a:pt x="271" y="821"/>
                </a:cubicBezTo>
                <a:cubicBezTo>
                  <a:pt x="195" y="872"/>
                  <a:pt x="184" y="873"/>
                  <a:pt x="176" y="878"/>
                </a:cubicBezTo>
                <a:cubicBezTo>
                  <a:pt x="147" y="899"/>
                  <a:pt x="141" y="906"/>
                  <a:pt x="131" y="909"/>
                </a:cubicBezTo>
                <a:cubicBezTo>
                  <a:pt x="75" y="942"/>
                  <a:pt x="69" y="949"/>
                  <a:pt x="56" y="951"/>
                </a:cubicBezTo>
                <a:cubicBezTo>
                  <a:pt x="30" y="974"/>
                  <a:pt x="14" y="965"/>
                  <a:pt x="16" y="972"/>
                </a:cubicBezTo>
                <a:cubicBezTo>
                  <a:pt x="15" y="1020"/>
                  <a:pt x="22" y="1026"/>
                  <a:pt x="32" y="1027"/>
                </a:cubicBezTo>
                <a:cubicBezTo>
                  <a:pt x="2" y="1036"/>
                  <a:pt x="2" y="1036"/>
                  <a:pt x="2" y="1036"/>
                </a:cubicBezTo>
                <a:close/>
                <a:moveTo>
                  <a:pt x="160" y="905"/>
                </a:moveTo>
                <a:cubicBezTo>
                  <a:pt x="162" y="905"/>
                  <a:pt x="164" y="905"/>
                  <a:pt x="166" y="905"/>
                </a:cubicBezTo>
                <a:cubicBezTo>
                  <a:pt x="167" y="911"/>
                  <a:pt x="162" y="910"/>
                  <a:pt x="157" y="911"/>
                </a:cubicBezTo>
                <a:cubicBezTo>
                  <a:pt x="157" y="908"/>
                  <a:pt x="160" y="908"/>
                  <a:pt x="160" y="905"/>
                </a:cubicBezTo>
                <a:close/>
                <a:moveTo>
                  <a:pt x="128" y="926"/>
                </a:moveTo>
                <a:cubicBezTo>
                  <a:pt x="136" y="928"/>
                  <a:pt x="122" y="933"/>
                  <a:pt x="123" y="938"/>
                </a:cubicBezTo>
                <a:cubicBezTo>
                  <a:pt x="119" y="938"/>
                  <a:pt x="115" y="938"/>
                  <a:pt x="114" y="941"/>
                </a:cubicBezTo>
                <a:cubicBezTo>
                  <a:pt x="105" y="934"/>
                  <a:pt x="128" y="933"/>
                  <a:pt x="128" y="926"/>
                </a:cubicBezTo>
                <a:close/>
                <a:moveTo>
                  <a:pt x="2859" y="2158"/>
                </a:moveTo>
                <a:cubicBezTo>
                  <a:pt x="2857" y="2159"/>
                  <a:pt x="2856" y="2159"/>
                  <a:pt x="2854" y="2160"/>
                </a:cubicBezTo>
                <a:cubicBezTo>
                  <a:pt x="2877" y="2160"/>
                  <a:pt x="2877" y="2160"/>
                  <a:pt x="2877" y="2160"/>
                </a:cubicBezTo>
                <a:cubicBezTo>
                  <a:pt x="2879" y="2159"/>
                  <a:pt x="2881" y="2158"/>
                  <a:pt x="2882" y="2159"/>
                </a:cubicBezTo>
                <a:cubicBezTo>
                  <a:pt x="2882" y="2147"/>
                  <a:pt x="2882" y="2147"/>
                  <a:pt x="2882" y="2147"/>
                </a:cubicBezTo>
                <a:cubicBezTo>
                  <a:pt x="2880" y="2148"/>
                  <a:pt x="2878" y="2150"/>
                  <a:pt x="2875" y="2151"/>
                </a:cubicBezTo>
                <a:cubicBezTo>
                  <a:pt x="2870" y="2154"/>
                  <a:pt x="2864" y="2155"/>
                  <a:pt x="2859" y="2158"/>
                </a:cubicBezTo>
                <a:close/>
                <a:moveTo>
                  <a:pt x="2281" y="2042"/>
                </a:moveTo>
                <a:cubicBezTo>
                  <a:pt x="2282" y="2071"/>
                  <a:pt x="2273" y="2096"/>
                  <a:pt x="2277" y="2125"/>
                </a:cubicBezTo>
                <a:cubicBezTo>
                  <a:pt x="2273" y="2133"/>
                  <a:pt x="2270" y="2140"/>
                  <a:pt x="2269" y="2149"/>
                </a:cubicBezTo>
                <a:cubicBezTo>
                  <a:pt x="2263" y="2151"/>
                  <a:pt x="2270" y="2158"/>
                  <a:pt x="2265" y="2160"/>
                </a:cubicBezTo>
                <a:cubicBezTo>
                  <a:pt x="2280" y="2160"/>
                  <a:pt x="2280" y="2160"/>
                  <a:pt x="2280" y="2160"/>
                </a:cubicBezTo>
                <a:cubicBezTo>
                  <a:pt x="2279" y="2157"/>
                  <a:pt x="2278" y="2154"/>
                  <a:pt x="2277" y="2151"/>
                </a:cubicBezTo>
                <a:cubicBezTo>
                  <a:pt x="2286" y="2136"/>
                  <a:pt x="2279" y="2114"/>
                  <a:pt x="2286" y="2098"/>
                </a:cubicBezTo>
                <a:cubicBezTo>
                  <a:pt x="2281" y="2087"/>
                  <a:pt x="2290" y="2081"/>
                  <a:pt x="2285" y="2070"/>
                </a:cubicBezTo>
                <a:cubicBezTo>
                  <a:pt x="2287" y="2065"/>
                  <a:pt x="2287" y="2060"/>
                  <a:pt x="2288" y="2055"/>
                </a:cubicBezTo>
                <a:cubicBezTo>
                  <a:pt x="2284" y="2052"/>
                  <a:pt x="2290" y="2041"/>
                  <a:pt x="2281" y="2042"/>
                </a:cubicBezTo>
                <a:close/>
                <a:moveTo>
                  <a:pt x="2266" y="2037"/>
                </a:moveTo>
                <a:cubicBezTo>
                  <a:pt x="2265" y="2030"/>
                  <a:pt x="2264" y="2024"/>
                  <a:pt x="2266" y="2018"/>
                </a:cubicBezTo>
                <a:cubicBezTo>
                  <a:pt x="2268" y="2011"/>
                  <a:pt x="2266" y="2003"/>
                  <a:pt x="2269" y="1997"/>
                </a:cubicBezTo>
                <a:cubicBezTo>
                  <a:pt x="2269" y="1983"/>
                  <a:pt x="2269" y="1970"/>
                  <a:pt x="2268" y="1955"/>
                </a:cubicBezTo>
                <a:cubicBezTo>
                  <a:pt x="2263" y="1947"/>
                  <a:pt x="2270" y="1943"/>
                  <a:pt x="2264" y="1935"/>
                </a:cubicBezTo>
                <a:cubicBezTo>
                  <a:pt x="2268" y="1932"/>
                  <a:pt x="2262" y="1927"/>
                  <a:pt x="2265" y="1924"/>
                </a:cubicBezTo>
                <a:cubicBezTo>
                  <a:pt x="2263" y="1921"/>
                  <a:pt x="2262" y="1914"/>
                  <a:pt x="2258" y="1915"/>
                </a:cubicBezTo>
                <a:cubicBezTo>
                  <a:pt x="2259" y="1928"/>
                  <a:pt x="2262" y="1941"/>
                  <a:pt x="2260" y="1953"/>
                </a:cubicBezTo>
                <a:cubicBezTo>
                  <a:pt x="2262" y="1960"/>
                  <a:pt x="2262" y="1967"/>
                  <a:pt x="2260" y="1972"/>
                </a:cubicBezTo>
                <a:cubicBezTo>
                  <a:pt x="2262" y="1979"/>
                  <a:pt x="2262" y="1986"/>
                  <a:pt x="2260" y="1992"/>
                </a:cubicBezTo>
                <a:cubicBezTo>
                  <a:pt x="2261" y="2004"/>
                  <a:pt x="2260" y="2016"/>
                  <a:pt x="2258" y="2028"/>
                </a:cubicBezTo>
                <a:cubicBezTo>
                  <a:pt x="2251" y="2032"/>
                  <a:pt x="2259" y="2041"/>
                  <a:pt x="2254" y="2046"/>
                </a:cubicBezTo>
                <a:cubicBezTo>
                  <a:pt x="2251" y="2048"/>
                  <a:pt x="2251" y="2051"/>
                  <a:pt x="2251" y="2054"/>
                </a:cubicBezTo>
                <a:cubicBezTo>
                  <a:pt x="2255" y="2059"/>
                  <a:pt x="2250" y="2061"/>
                  <a:pt x="2250" y="2064"/>
                </a:cubicBezTo>
                <a:cubicBezTo>
                  <a:pt x="2244" y="2068"/>
                  <a:pt x="2251" y="2076"/>
                  <a:pt x="2245" y="2080"/>
                </a:cubicBezTo>
                <a:cubicBezTo>
                  <a:pt x="2247" y="2083"/>
                  <a:pt x="2246" y="2086"/>
                  <a:pt x="2246" y="2089"/>
                </a:cubicBezTo>
                <a:cubicBezTo>
                  <a:pt x="2241" y="2090"/>
                  <a:pt x="2243" y="2095"/>
                  <a:pt x="2241" y="2098"/>
                </a:cubicBezTo>
                <a:cubicBezTo>
                  <a:pt x="2239" y="2104"/>
                  <a:pt x="2241" y="2111"/>
                  <a:pt x="2237" y="2116"/>
                </a:cubicBezTo>
                <a:cubicBezTo>
                  <a:pt x="2235" y="2122"/>
                  <a:pt x="2233" y="2128"/>
                  <a:pt x="2233" y="2134"/>
                </a:cubicBezTo>
                <a:cubicBezTo>
                  <a:pt x="2229" y="2143"/>
                  <a:pt x="2225" y="2151"/>
                  <a:pt x="2221" y="2160"/>
                </a:cubicBezTo>
                <a:cubicBezTo>
                  <a:pt x="2245" y="2160"/>
                  <a:pt x="2245" y="2160"/>
                  <a:pt x="2245" y="2160"/>
                </a:cubicBezTo>
                <a:cubicBezTo>
                  <a:pt x="2245" y="2158"/>
                  <a:pt x="2246" y="2156"/>
                  <a:pt x="2246" y="2154"/>
                </a:cubicBezTo>
                <a:cubicBezTo>
                  <a:pt x="2254" y="2143"/>
                  <a:pt x="2255" y="2129"/>
                  <a:pt x="2256" y="2116"/>
                </a:cubicBezTo>
                <a:cubicBezTo>
                  <a:pt x="2264" y="2104"/>
                  <a:pt x="2259" y="2088"/>
                  <a:pt x="2266" y="2076"/>
                </a:cubicBezTo>
                <a:cubicBezTo>
                  <a:pt x="2263" y="2062"/>
                  <a:pt x="2260" y="2048"/>
                  <a:pt x="2266" y="2037"/>
                </a:cubicBezTo>
                <a:close/>
                <a:moveTo>
                  <a:pt x="2163" y="1971"/>
                </a:moveTo>
                <a:cubicBezTo>
                  <a:pt x="2157" y="1957"/>
                  <a:pt x="2162" y="1947"/>
                  <a:pt x="2160" y="1934"/>
                </a:cubicBezTo>
                <a:cubicBezTo>
                  <a:pt x="2157" y="1920"/>
                  <a:pt x="2157" y="1907"/>
                  <a:pt x="2157" y="1894"/>
                </a:cubicBezTo>
                <a:cubicBezTo>
                  <a:pt x="2155" y="1879"/>
                  <a:pt x="2153" y="1864"/>
                  <a:pt x="2150" y="1849"/>
                </a:cubicBezTo>
                <a:cubicBezTo>
                  <a:pt x="2147" y="1837"/>
                  <a:pt x="2144" y="1825"/>
                  <a:pt x="2139" y="1812"/>
                </a:cubicBezTo>
                <a:cubicBezTo>
                  <a:pt x="2135" y="1803"/>
                  <a:pt x="2131" y="1795"/>
                  <a:pt x="2126" y="1786"/>
                </a:cubicBezTo>
                <a:cubicBezTo>
                  <a:pt x="2113" y="1788"/>
                  <a:pt x="2135" y="1803"/>
                  <a:pt x="2128" y="1808"/>
                </a:cubicBezTo>
                <a:cubicBezTo>
                  <a:pt x="2137" y="1814"/>
                  <a:pt x="2133" y="1821"/>
                  <a:pt x="2139" y="1831"/>
                </a:cubicBezTo>
                <a:cubicBezTo>
                  <a:pt x="2139" y="1837"/>
                  <a:pt x="2140" y="1843"/>
                  <a:pt x="2141" y="1849"/>
                </a:cubicBezTo>
                <a:cubicBezTo>
                  <a:pt x="2141" y="1852"/>
                  <a:pt x="2142" y="1855"/>
                  <a:pt x="2143" y="1859"/>
                </a:cubicBezTo>
                <a:cubicBezTo>
                  <a:pt x="2147" y="1864"/>
                  <a:pt x="2141" y="1867"/>
                  <a:pt x="2146" y="1873"/>
                </a:cubicBezTo>
                <a:cubicBezTo>
                  <a:pt x="2138" y="1874"/>
                  <a:pt x="2154" y="1884"/>
                  <a:pt x="2146" y="1886"/>
                </a:cubicBezTo>
                <a:cubicBezTo>
                  <a:pt x="2147" y="1895"/>
                  <a:pt x="2148" y="1904"/>
                  <a:pt x="2150" y="1913"/>
                </a:cubicBezTo>
                <a:cubicBezTo>
                  <a:pt x="2151" y="1918"/>
                  <a:pt x="2149" y="1921"/>
                  <a:pt x="2150" y="1926"/>
                </a:cubicBezTo>
                <a:cubicBezTo>
                  <a:pt x="2147" y="1929"/>
                  <a:pt x="2154" y="1936"/>
                  <a:pt x="2150" y="1939"/>
                </a:cubicBezTo>
                <a:cubicBezTo>
                  <a:pt x="2154" y="1976"/>
                  <a:pt x="2153" y="2011"/>
                  <a:pt x="2150" y="2045"/>
                </a:cubicBezTo>
                <a:cubicBezTo>
                  <a:pt x="2144" y="2061"/>
                  <a:pt x="2145" y="2078"/>
                  <a:pt x="2138" y="2093"/>
                </a:cubicBezTo>
                <a:cubicBezTo>
                  <a:pt x="2141" y="2098"/>
                  <a:pt x="2133" y="2100"/>
                  <a:pt x="2138" y="2106"/>
                </a:cubicBezTo>
                <a:cubicBezTo>
                  <a:pt x="2137" y="2110"/>
                  <a:pt x="2136" y="2114"/>
                  <a:pt x="2134" y="2118"/>
                </a:cubicBezTo>
                <a:cubicBezTo>
                  <a:pt x="2132" y="2126"/>
                  <a:pt x="2133" y="2136"/>
                  <a:pt x="2128" y="2144"/>
                </a:cubicBezTo>
                <a:cubicBezTo>
                  <a:pt x="2127" y="2149"/>
                  <a:pt x="2126" y="2155"/>
                  <a:pt x="2124" y="2160"/>
                </a:cubicBezTo>
                <a:cubicBezTo>
                  <a:pt x="2136" y="2160"/>
                  <a:pt x="2136" y="2160"/>
                  <a:pt x="2136" y="2160"/>
                </a:cubicBezTo>
                <a:cubicBezTo>
                  <a:pt x="2137" y="2158"/>
                  <a:pt x="2138" y="2156"/>
                  <a:pt x="2139" y="2154"/>
                </a:cubicBezTo>
                <a:cubicBezTo>
                  <a:pt x="2139" y="2141"/>
                  <a:pt x="2144" y="2130"/>
                  <a:pt x="2147" y="2118"/>
                </a:cubicBezTo>
                <a:cubicBezTo>
                  <a:pt x="2149" y="2106"/>
                  <a:pt x="2148" y="2093"/>
                  <a:pt x="2153" y="2083"/>
                </a:cubicBezTo>
                <a:cubicBezTo>
                  <a:pt x="2156" y="2071"/>
                  <a:pt x="2156" y="2058"/>
                  <a:pt x="2161" y="2047"/>
                </a:cubicBezTo>
                <a:cubicBezTo>
                  <a:pt x="2160" y="2041"/>
                  <a:pt x="2162" y="2036"/>
                  <a:pt x="2162" y="2030"/>
                </a:cubicBezTo>
                <a:cubicBezTo>
                  <a:pt x="2165" y="2024"/>
                  <a:pt x="2161" y="2016"/>
                  <a:pt x="2162" y="2010"/>
                </a:cubicBezTo>
                <a:cubicBezTo>
                  <a:pt x="2166" y="1999"/>
                  <a:pt x="2162" y="1984"/>
                  <a:pt x="2163" y="1971"/>
                </a:cubicBezTo>
                <a:close/>
                <a:moveTo>
                  <a:pt x="2222" y="1981"/>
                </a:moveTo>
                <a:cubicBezTo>
                  <a:pt x="2224" y="1968"/>
                  <a:pt x="2226" y="1955"/>
                  <a:pt x="2225" y="1941"/>
                </a:cubicBezTo>
                <a:cubicBezTo>
                  <a:pt x="2224" y="1926"/>
                  <a:pt x="2229" y="1913"/>
                  <a:pt x="2223" y="1897"/>
                </a:cubicBezTo>
                <a:cubicBezTo>
                  <a:pt x="2225" y="1884"/>
                  <a:pt x="2218" y="1868"/>
                  <a:pt x="2218" y="1854"/>
                </a:cubicBezTo>
                <a:cubicBezTo>
                  <a:pt x="2217" y="1852"/>
                  <a:pt x="2217" y="1851"/>
                  <a:pt x="2217" y="1849"/>
                </a:cubicBezTo>
                <a:cubicBezTo>
                  <a:pt x="2216" y="1843"/>
                  <a:pt x="2219" y="1838"/>
                  <a:pt x="2213" y="1831"/>
                </a:cubicBezTo>
                <a:cubicBezTo>
                  <a:pt x="2217" y="1828"/>
                  <a:pt x="2212" y="1823"/>
                  <a:pt x="2210" y="1819"/>
                </a:cubicBezTo>
                <a:cubicBezTo>
                  <a:pt x="2214" y="1817"/>
                  <a:pt x="2210" y="1810"/>
                  <a:pt x="2207" y="1811"/>
                </a:cubicBezTo>
                <a:cubicBezTo>
                  <a:pt x="2209" y="1824"/>
                  <a:pt x="2211" y="1836"/>
                  <a:pt x="2213" y="1849"/>
                </a:cubicBezTo>
                <a:cubicBezTo>
                  <a:pt x="2214" y="1853"/>
                  <a:pt x="2214" y="1857"/>
                  <a:pt x="2215" y="1862"/>
                </a:cubicBezTo>
                <a:cubicBezTo>
                  <a:pt x="2209" y="1876"/>
                  <a:pt x="2223" y="1896"/>
                  <a:pt x="2216" y="1910"/>
                </a:cubicBezTo>
                <a:cubicBezTo>
                  <a:pt x="2220" y="1919"/>
                  <a:pt x="2214" y="1925"/>
                  <a:pt x="2219" y="1934"/>
                </a:cubicBezTo>
                <a:cubicBezTo>
                  <a:pt x="2217" y="1942"/>
                  <a:pt x="2215" y="1949"/>
                  <a:pt x="2217" y="1958"/>
                </a:cubicBezTo>
                <a:cubicBezTo>
                  <a:pt x="2219" y="1962"/>
                  <a:pt x="2212" y="1963"/>
                  <a:pt x="2216" y="1968"/>
                </a:cubicBezTo>
                <a:cubicBezTo>
                  <a:pt x="2211" y="1971"/>
                  <a:pt x="2218" y="1977"/>
                  <a:pt x="2212" y="1980"/>
                </a:cubicBezTo>
                <a:cubicBezTo>
                  <a:pt x="2216" y="1989"/>
                  <a:pt x="2207" y="1994"/>
                  <a:pt x="2214" y="2004"/>
                </a:cubicBezTo>
                <a:cubicBezTo>
                  <a:pt x="2205" y="2010"/>
                  <a:pt x="2207" y="2019"/>
                  <a:pt x="2206" y="2028"/>
                </a:cubicBezTo>
                <a:cubicBezTo>
                  <a:pt x="2206" y="2037"/>
                  <a:pt x="2199" y="2044"/>
                  <a:pt x="2200" y="2053"/>
                </a:cubicBezTo>
                <a:cubicBezTo>
                  <a:pt x="2200" y="2063"/>
                  <a:pt x="2194" y="2070"/>
                  <a:pt x="2197" y="2081"/>
                </a:cubicBezTo>
                <a:cubicBezTo>
                  <a:pt x="2188" y="2087"/>
                  <a:pt x="2191" y="2097"/>
                  <a:pt x="2186" y="2105"/>
                </a:cubicBezTo>
                <a:cubicBezTo>
                  <a:pt x="2184" y="2122"/>
                  <a:pt x="2174" y="2137"/>
                  <a:pt x="2168" y="2153"/>
                </a:cubicBezTo>
                <a:cubicBezTo>
                  <a:pt x="2166" y="2155"/>
                  <a:pt x="2165" y="2158"/>
                  <a:pt x="2164" y="2160"/>
                </a:cubicBezTo>
                <a:cubicBezTo>
                  <a:pt x="2176" y="2160"/>
                  <a:pt x="2176" y="2160"/>
                  <a:pt x="2176" y="2160"/>
                </a:cubicBezTo>
                <a:cubicBezTo>
                  <a:pt x="2180" y="2152"/>
                  <a:pt x="2184" y="2144"/>
                  <a:pt x="2189" y="2136"/>
                </a:cubicBezTo>
                <a:cubicBezTo>
                  <a:pt x="2196" y="2111"/>
                  <a:pt x="2201" y="2086"/>
                  <a:pt x="2210" y="2061"/>
                </a:cubicBezTo>
                <a:cubicBezTo>
                  <a:pt x="2214" y="2049"/>
                  <a:pt x="2211" y="2034"/>
                  <a:pt x="2217" y="2022"/>
                </a:cubicBezTo>
                <a:cubicBezTo>
                  <a:pt x="2217" y="2015"/>
                  <a:pt x="2219" y="2009"/>
                  <a:pt x="2219" y="2002"/>
                </a:cubicBezTo>
                <a:cubicBezTo>
                  <a:pt x="2223" y="1996"/>
                  <a:pt x="2220" y="1988"/>
                  <a:pt x="2222" y="1981"/>
                </a:cubicBezTo>
                <a:close/>
                <a:moveTo>
                  <a:pt x="2373" y="982"/>
                </a:moveTo>
                <a:cubicBezTo>
                  <a:pt x="2379" y="990"/>
                  <a:pt x="2390" y="991"/>
                  <a:pt x="2399" y="995"/>
                </a:cubicBezTo>
                <a:cubicBezTo>
                  <a:pt x="2455" y="1039"/>
                  <a:pt x="2465" y="1041"/>
                  <a:pt x="2470" y="1051"/>
                </a:cubicBezTo>
                <a:cubicBezTo>
                  <a:pt x="2504" y="1086"/>
                  <a:pt x="2511" y="1084"/>
                  <a:pt x="2510" y="1093"/>
                </a:cubicBezTo>
                <a:cubicBezTo>
                  <a:pt x="2550" y="1157"/>
                  <a:pt x="2543" y="1156"/>
                  <a:pt x="2537" y="1153"/>
                </a:cubicBezTo>
                <a:cubicBezTo>
                  <a:pt x="2512" y="1114"/>
                  <a:pt x="2509" y="1107"/>
                  <a:pt x="2499" y="1111"/>
                </a:cubicBezTo>
                <a:cubicBezTo>
                  <a:pt x="2515" y="1138"/>
                  <a:pt x="2515" y="1144"/>
                  <a:pt x="2516" y="1149"/>
                </a:cubicBezTo>
                <a:cubicBezTo>
                  <a:pt x="2441" y="1159"/>
                  <a:pt x="2455" y="1161"/>
                  <a:pt x="2473" y="1157"/>
                </a:cubicBezTo>
                <a:cubicBezTo>
                  <a:pt x="2491" y="1165"/>
                  <a:pt x="2496" y="1165"/>
                  <a:pt x="2497" y="1173"/>
                </a:cubicBezTo>
                <a:cubicBezTo>
                  <a:pt x="2529" y="1189"/>
                  <a:pt x="2539" y="1186"/>
                  <a:pt x="2542" y="1194"/>
                </a:cubicBezTo>
                <a:cubicBezTo>
                  <a:pt x="2610" y="1309"/>
                  <a:pt x="2609" y="1320"/>
                  <a:pt x="2620" y="1314"/>
                </a:cubicBezTo>
                <a:cubicBezTo>
                  <a:pt x="2623" y="1283"/>
                  <a:pt x="2627" y="1279"/>
                  <a:pt x="2622" y="1278"/>
                </a:cubicBezTo>
                <a:cubicBezTo>
                  <a:pt x="2615" y="1252"/>
                  <a:pt x="2615" y="1246"/>
                  <a:pt x="2614" y="1241"/>
                </a:cubicBezTo>
                <a:cubicBezTo>
                  <a:pt x="2612" y="1169"/>
                  <a:pt x="2607" y="1155"/>
                  <a:pt x="2613" y="1150"/>
                </a:cubicBezTo>
                <a:cubicBezTo>
                  <a:pt x="2635" y="1094"/>
                  <a:pt x="2646" y="1091"/>
                  <a:pt x="2644" y="1079"/>
                </a:cubicBezTo>
                <a:cubicBezTo>
                  <a:pt x="2614" y="1116"/>
                  <a:pt x="2607" y="1118"/>
                  <a:pt x="2609" y="1127"/>
                </a:cubicBezTo>
                <a:cubicBezTo>
                  <a:pt x="2592" y="1168"/>
                  <a:pt x="2599" y="1181"/>
                  <a:pt x="2591" y="1184"/>
                </a:cubicBezTo>
                <a:cubicBezTo>
                  <a:pt x="2582" y="1131"/>
                  <a:pt x="2586" y="1123"/>
                  <a:pt x="2585" y="1111"/>
                </a:cubicBezTo>
                <a:cubicBezTo>
                  <a:pt x="2594" y="1077"/>
                  <a:pt x="2593" y="1070"/>
                  <a:pt x="2593" y="1065"/>
                </a:cubicBezTo>
                <a:cubicBezTo>
                  <a:pt x="2609" y="1010"/>
                  <a:pt x="2608" y="995"/>
                  <a:pt x="2616" y="986"/>
                </a:cubicBezTo>
                <a:cubicBezTo>
                  <a:pt x="2647" y="911"/>
                  <a:pt x="2655" y="909"/>
                  <a:pt x="2655" y="902"/>
                </a:cubicBezTo>
                <a:cubicBezTo>
                  <a:pt x="2688" y="842"/>
                  <a:pt x="2698" y="834"/>
                  <a:pt x="2701" y="822"/>
                </a:cubicBezTo>
                <a:cubicBezTo>
                  <a:pt x="2726" y="779"/>
                  <a:pt x="2733" y="780"/>
                  <a:pt x="2730" y="774"/>
                </a:cubicBezTo>
                <a:cubicBezTo>
                  <a:pt x="2754" y="741"/>
                  <a:pt x="2751" y="732"/>
                  <a:pt x="2756" y="728"/>
                </a:cubicBezTo>
                <a:cubicBezTo>
                  <a:pt x="2769" y="708"/>
                  <a:pt x="2752" y="704"/>
                  <a:pt x="2757" y="716"/>
                </a:cubicBezTo>
                <a:cubicBezTo>
                  <a:pt x="2740" y="740"/>
                  <a:pt x="2738" y="746"/>
                  <a:pt x="2738" y="755"/>
                </a:cubicBezTo>
                <a:cubicBezTo>
                  <a:pt x="2694" y="813"/>
                  <a:pt x="2698" y="823"/>
                  <a:pt x="2691" y="827"/>
                </a:cubicBezTo>
                <a:cubicBezTo>
                  <a:pt x="2663" y="869"/>
                  <a:pt x="2658" y="875"/>
                  <a:pt x="2654" y="881"/>
                </a:cubicBezTo>
                <a:cubicBezTo>
                  <a:pt x="2644" y="903"/>
                  <a:pt x="2642" y="906"/>
                  <a:pt x="2639" y="908"/>
                </a:cubicBezTo>
                <a:cubicBezTo>
                  <a:pt x="2610" y="974"/>
                  <a:pt x="2603" y="987"/>
                  <a:pt x="2595" y="1000"/>
                </a:cubicBezTo>
                <a:cubicBezTo>
                  <a:pt x="2581" y="1076"/>
                  <a:pt x="2580" y="1081"/>
                  <a:pt x="2576" y="1083"/>
                </a:cubicBezTo>
                <a:cubicBezTo>
                  <a:pt x="2578" y="1039"/>
                  <a:pt x="2575" y="1027"/>
                  <a:pt x="2581" y="1020"/>
                </a:cubicBezTo>
                <a:cubicBezTo>
                  <a:pt x="2589" y="985"/>
                  <a:pt x="2593" y="982"/>
                  <a:pt x="2593" y="976"/>
                </a:cubicBezTo>
                <a:cubicBezTo>
                  <a:pt x="2608" y="929"/>
                  <a:pt x="2615" y="928"/>
                  <a:pt x="2615" y="922"/>
                </a:cubicBezTo>
                <a:cubicBezTo>
                  <a:pt x="2645" y="867"/>
                  <a:pt x="2659" y="853"/>
                  <a:pt x="2669" y="837"/>
                </a:cubicBezTo>
                <a:cubicBezTo>
                  <a:pt x="2691" y="814"/>
                  <a:pt x="2689" y="807"/>
                  <a:pt x="2695" y="805"/>
                </a:cubicBezTo>
                <a:cubicBezTo>
                  <a:pt x="2722" y="760"/>
                  <a:pt x="2731" y="754"/>
                  <a:pt x="2733" y="744"/>
                </a:cubicBezTo>
                <a:cubicBezTo>
                  <a:pt x="2777" y="664"/>
                  <a:pt x="2778" y="659"/>
                  <a:pt x="2780" y="655"/>
                </a:cubicBezTo>
                <a:cubicBezTo>
                  <a:pt x="2760" y="678"/>
                  <a:pt x="2758" y="691"/>
                  <a:pt x="2751" y="699"/>
                </a:cubicBezTo>
                <a:cubicBezTo>
                  <a:pt x="2734" y="736"/>
                  <a:pt x="2724" y="737"/>
                  <a:pt x="2727" y="745"/>
                </a:cubicBezTo>
                <a:cubicBezTo>
                  <a:pt x="2711" y="770"/>
                  <a:pt x="2709" y="771"/>
                  <a:pt x="2706" y="773"/>
                </a:cubicBezTo>
                <a:cubicBezTo>
                  <a:pt x="2684" y="808"/>
                  <a:pt x="2677" y="810"/>
                  <a:pt x="2673" y="815"/>
                </a:cubicBezTo>
                <a:cubicBezTo>
                  <a:pt x="2621" y="881"/>
                  <a:pt x="2626" y="890"/>
                  <a:pt x="2621" y="891"/>
                </a:cubicBezTo>
                <a:cubicBezTo>
                  <a:pt x="2598" y="929"/>
                  <a:pt x="2600" y="932"/>
                  <a:pt x="2600" y="934"/>
                </a:cubicBezTo>
                <a:cubicBezTo>
                  <a:pt x="2591" y="962"/>
                  <a:pt x="2587" y="963"/>
                  <a:pt x="2585" y="966"/>
                </a:cubicBezTo>
                <a:cubicBezTo>
                  <a:pt x="2568" y="1004"/>
                  <a:pt x="2579" y="1016"/>
                  <a:pt x="2568" y="1014"/>
                </a:cubicBezTo>
                <a:cubicBezTo>
                  <a:pt x="2559" y="1044"/>
                  <a:pt x="2559" y="1035"/>
                  <a:pt x="2556" y="1025"/>
                </a:cubicBezTo>
                <a:cubicBezTo>
                  <a:pt x="2579" y="948"/>
                  <a:pt x="2578" y="935"/>
                  <a:pt x="2587" y="927"/>
                </a:cubicBezTo>
                <a:cubicBezTo>
                  <a:pt x="2611" y="865"/>
                  <a:pt x="2616" y="858"/>
                  <a:pt x="2622" y="852"/>
                </a:cubicBezTo>
                <a:cubicBezTo>
                  <a:pt x="2639" y="814"/>
                  <a:pt x="2649" y="815"/>
                  <a:pt x="2645" y="806"/>
                </a:cubicBezTo>
                <a:cubicBezTo>
                  <a:pt x="2672" y="757"/>
                  <a:pt x="2680" y="758"/>
                  <a:pt x="2682" y="754"/>
                </a:cubicBezTo>
                <a:cubicBezTo>
                  <a:pt x="2712" y="708"/>
                  <a:pt x="2721" y="694"/>
                  <a:pt x="2732" y="682"/>
                </a:cubicBezTo>
                <a:cubicBezTo>
                  <a:pt x="2755" y="647"/>
                  <a:pt x="2754" y="640"/>
                  <a:pt x="2759" y="638"/>
                </a:cubicBezTo>
                <a:cubicBezTo>
                  <a:pt x="2824" y="509"/>
                  <a:pt x="2832" y="507"/>
                  <a:pt x="2835" y="502"/>
                </a:cubicBezTo>
                <a:cubicBezTo>
                  <a:pt x="2813" y="511"/>
                  <a:pt x="2815" y="528"/>
                  <a:pt x="2801" y="524"/>
                </a:cubicBezTo>
                <a:cubicBezTo>
                  <a:pt x="2775" y="561"/>
                  <a:pt x="2774" y="566"/>
                  <a:pt x="2769" y="568"/>
                </a:cubicBezTo>
                <a:cubicBezTo>
                  <a:pt x="2692" y="656"/>
                  <a:pt x="2693" y="663"/>
                  <a:pt x="2688" y="665"/>
                </a:cubicBezTo>
                <a:cubicBezTo>
                  <a:pt x="2678" y="681"/>
                  <a:pt x="2671" y="683"/>
                  <a:pt x="2668" y="686"/>
                </a:cubicBezTo>
                <a:cubicBezTo>
                  <a:pt x="2617" y="758"/>
                  <a:pt x="2607" y="774"/>
                  <a:pt x="2597" y="789"/>
                </a:cubicBezTo>
                <a:cubicBezTo>
                  <a:pt x="2582" y="814"/>
                  <a:pt x="2581" y="816"/>
                  <a:pt x="2582" y="819"/>
                </a:cubicBezTo>
                <a:cubicBezTo>
                  <a:pt x="2565" y="846"/>
                  <a:pt x="2564" y="857"/>
                  <a:pt x="2559" y="865"/>
                </a:cubicBezTo>
                <a:cubicBezTo>
                  <a:pt x="2548" y="877"/>
                  <a:pt x="2552" y="870"/>
                  <a:pt x="2552" y="860"/>
                </a:cubicBezTo>
                <a:cubicBezTo>
                  <a:pt x="2565" y="832"/>
                  <a:pt x="2565" y="824"/>
                  <a:pt x="2571" y="821"/>
                </a:cubicBezTo>
                <a:cubicBezTo>
                  <a:pt x="2587" y="791"/>
                  <a:pt x="2592" y="779"/>
                  <a:pt x="2599" y="768"/>
                </a:cubicBezTo>
                <a:cubicBezTo>
                  <a:pt x="2621" y="729"/>
                  <a:pt x="2624" y="724"/>
                  <a:pt x="2627" y="718"/>
                </a:cubicBezTo>
                <a:cubicBezTo>
                  <a:pt x="2657" y="683"/>
                  <a:pt x="2649" y="669"/>
                  <a:pt x="2659" y="667"/>
                </a:cubicBezTo>
                <a:cubicBezTo>
                  <a:pt x="2686" y="609"/>
                  <a:pt x="2689" y="602"/>
                  <a:pt x="2695" y="598"/>
                </a:cubicBezTo>
                <a:cubicBezTo>
                  <a:pt x="2743" y="482"/>
                  <a:pt x="2750" y="479"/>
                  <a:pt x="2749" y="472"/>
                </a:cubicBezTo>
                <a:cubicBezTo>
                  <a:pt x="2767" y="433"/>
                  <a:pt x="2762" y="426"/>
                  <a:pt x="2766" y="424"/>
                </a:cubicBezTo>
                <a:cubicBezTo>
                  <a:pt x="2774" y="386"/>
                  <a:pt x="2783" y="384"/>
                  <a:pt x="2780" y="374"/>
                </a:cubicBezTo>
                <a:cubicBezTo>
                  <a:pt x="2795" y="330"/>
                  <a:pt x="2789" y="318"/>
                  <a:pt x="2795" y="315"/>
                </a:cubicBezTo>
                <a:cubicBezTo>
                  <a:pt x="2798" y="244"/>
                  <a:pt x="2796" y="243"/>
                  <a:pt x="2792" y="244"/>
                </a:cubicBezTo>
                <a:cubicBezTo>
                  <a:pt x="2787" y="225"/>
                  <a:pt x="2786" y="231"/>
                  <a:pt x="2784" y="234"/>
                </a:cubicBezTo>
                <a:cubicBezTo>
                  <a:pt x="2785" y="280"/>
                  <a:pt x="2785" y="290"/>
                  <a:pt x="2782" y="297"/>
                </a:cubicBezTo>
                <a:cubicBezTo>
                  <a:pt x="2767" y="353"/>
                  <a:pt x="2761" y="359"/>
                  <a:pt x="2761" y="369"/>
                </a:cubicBezTo>
                <a:cubicBezTo>
                  <a:pt x="2738" y="420"/>
                  <a:pt x="2740" y="431"/>
                  <a:pt x="2733" y="437"/>
                </a:cubicBezTo>
                <a:cubicBezTo>
                  <a:pt x="2723" y="477"/>
                  <a:pt x="2714" y="475"/>
                  <a:pt x="2716" y="482"/>
                </a:cubicBezTo>
                <a:cubicBezTo>
                  <a:pt x="2696" y="532"/>
                  <a:pt x="2695" y="537"/>
                  <a:pt x="2692" y="540"/>
                </a:cubicBezTo>
                <a:cubicBezTo>
                  <a:pt x="2676" y="561"/>
                  <a:pt x="2681" y="569"/>
                  <a:pt x="2674" y="570"/>
                </a:cubicBezTo>
                <a:cubicBezTo>
                  <a:pt x="2653" y="604"/>
                  <a:pt x="2656" y="612"/>
                  <a:pt x="2651" y="613"/>
                </a:cubicBezTo>
                <a:cubicBezTo>
                  <a:pt x="2635" y="649"/>
                  <a:pt x="2626" y="661"/>
                  <a:pt x="2622" y="675"/>
                </a:cubicBezTo>
                <a:cubicBezTo>
                  <a:pt x="2604" y="697"/>
                  <a:pt x="2606" y="707"/>
                  <a:pt x="2599" y="712"/>
                </a:cubicBezTo>
                <a:cubicBezTo>
                  <a:pt x="2580" y="733"/>
                  <a:pt x="2586" y="746"/>
                  <a:pt x="2577" y="749"/>
                </a:cubicBezTo>
                <a:cubicBezTo>
                  <a:pt x="2545" y="813"/>
                  <a:pt x="2545" y="822"/>
                  <a:pt x="2543" y="830"/>
                </a:cubicBezTo>
                <a:cubicBezTo>
                  <a:pt x="2512" y="921"/>
                  <a:pt x="2510" y="929"/>
                  <a:pt x="2505" y="935"/>
                </a:cubicBezTo>
                <a:cubicBezTo>
                  <a:pt x="2486" y="944"/>
                  <a:pt x="2501" y="940"/>
                  <a:pt x="2498" y="930"/>
                </a:cubicBezTo>
                <a:cubicBezTo>
                  <a:pt x="2544" y="763"/>
                  <a:pt x="2545" y="752"/>
                  <a:pt x="2549" y="743"/>
                </a:cubicBezTo>
                <a:cubicBezTo>
                  <a:pt x="2569" y="690"/>
                  <a:pt x="2579" y="690"/>
                  <a:pt x="2576" y="681"/>
                </a:cubicBezTo>
                <a:cubicBezTo>
                  <a:pt x="2637" y="580"/>
                  <a:pt x="2647" y="561"/>
                  <a:pt x="2657" y="541"/>
                </a:cubicBezTo>
                <a:cubicBezTo>
                  <a:pt x="2688" y="479"/>
                  <a:pt x="2687" y="471"/>
                  <a:pt x="2689" y="466"/>
                </a:cubicBezTo>
                <a:cubicBezTo>
                  <a:pt x="2699" y="430"/>
                  <a:pt x="2714" y="424"/>
                  <a:pt x="2704" y="422"/>
                </a:cubicBezTo>
                <a:cubicBezTo>
                  <a:pt x="2685" y="463"/>
                  <a:pt x="2682" y="474"/>
                  <a:pt x="2675" y="484"/>
                </a:cubicBezTo>
                <a:cubicBezTo>
                  <a:pt x="2655" y="540"/>
                  <a:pt x="2643" y="539"/>
                  <a:pt x="2646" y="549"/>
                </a:cubicBezTo>
                <a:cubicBezTo>
                  <a:pt x="2609" y="601"/>
                  <a:pt x="2607" y="608"/>
                  <a:pt x="2600" y="611"/>
                </a:cubicBezTo>
                <a:cubicBezTo>
                  <a:pt x="2568" y="670"/>
                  <a:pt x="2569" y="678"/>
                  <a:pt x="2561" y="681"/>
                </a:cubicBezTo>
                <a:cubicBezTo>
                  <a:pt x="2572" y="650"/>
                  <a:pt x="2574" y="647"/>
                  <a:pt x="2577" y="645"/>
                </a:cubicBezTo>
                <a:cubicBezTo>
                  <a:pt x="2610" y="566"/>
                  <a:pt x="2616" y="561"/>
                  <a:pt x="2618" y="554"/>
                </a:cubicBezTo>
                <a:cubicBezTo>
                  <a:pt x="2630" y="530"/>
                  <a:pt x="2637" y="528"/>
                  <a:pt x="2638" y="521"/>
                </a:cubicBezTo>
                <a:cubicBezTo>
                  <a:pt x="2648" y="495"/>
                  <a:pt x="2659" y="494"/>
                  <a:pt x="2657" y="484"/>
                </a:cubicBezTo>
                <a:cubicBezTo>
                  <a:pt x="2694" y="429"/>
                  <a:pt x="2697" y="423"/>
                  <a:pt x="2700" y="417"/>
                </a:cubicBezTo>
                <a:cubicBezTo>
                  <a:pt x="2710" y="407"/>
                  <a:pt x="2705" y="418"/>
                  <a:pt x="2712" y="417"/>
                </a:cubicBezTo>
                <a:cubicBezTo>
                  <a:pt x="2716" y="392"/>
                  <a:pt x="2719" y="391"/>
                  <a:pt x="2717" y="387"/>
                </a:cubicBezTo>
                <a:cubicBezTo>
                  <a:pt x="2762" y="293"/>
                  <a:pt x="2772" y="286"/>
                  <a:pt x="2771" y="272"/>
                </a:cubicBezTo>
                <a:cubicBezTo>
                  <a:pt x="2753" y="298"/>
                  <a:pt x="2758" y="307"/>
                  <a:pt x="2752" y="309"/>
                </a:cubicBezTo>
                <a:cubicBezTo>
                  <a:pt x="2732" y="362"/>
                  <a:pt x="2720" y="366"/>
                  <a:pt x="2719" y="377"/>
                </a:cubicBezTo>
                <a:cubicBezTo>
                  <a:pt x="2690" y="416"/>
                  <a:pt x="2692" y="421"/>
                  <a:pt x="2689" y="422"/>
                </a:cubicBezTo>
                <a:cubicBezTo>
                  <a:pt x="2675" y="446"/>
                  <a:pt x="2667" y="448"/>
                  <a:pt x="2666" y="453"/>
                </a:cubicBezTo>
                <a:cubicBezTo>
                  <a:pt x="2645" y="497"/>
                  <a:pt x="2640" y="497"/>
                  <a:pt x="2640" y="500"/>
                </a:cubicBezTo>
                <a:cubicBezTo>
                  <a:pt x="2618" y="540"/>
                  <a:pt x="2611" y="542"/>
                  <a:pt x="2611" y="550"/>
                </a:cubicBezTo>
                <a:cubicBezTo>
                  <a:pt x="2599" y="571"/>
                  <a:pt x="2597" y="573"/>
                  <a:pt x="2593" y="574"/>
                </a:cubicBezTo>
                <a:cubicBezTo>
                  <a:pt x="2580" y="618"/>
                  <a:pt x="2567" y="624"/>
                  <a:pt x="2567" y="639"/>
                </a:cubicBezTo>
                <a:cubicBezTo>
                  <a:pt x="2543" y="697"/>
                  <a:pt x="2536" y="699"/>
                  <a:pt x="2536" y="707"/>
                </a:cubicBezTo>
                <a:cubicBezTo>
                  <a:pt x="2504" y="791"/>
                  <a:pt x="2503" y="805"/>
                  <a:pt x="2496" y="815"/>
                </a:cubicBezTo>
                <a:cubicBezTo>
                  <a:pt x="2480" y="865"/>
                  <a:pt x="2480" y="880"/>
                  <a:pt x="2480" y="896"/>
                </a:cubicBezTo>
                <a:cubicBezTo>
                  <a:pt x="2501" y="855"/>
                  <a:pt x="2496" y="846"/>
                  <a:pt x="2502" y="844"/>
                </a:cubicBezTo>
                <a:cubicBezTo>
                  <a:pt x="2510" y="806"/>
                  <a:pt x="2517" y="799"/>
                  <a:pt x="2514" y="785"/>
                </a:cubicBezTo>
                <a:cubicBezTo>
                  <a:pt x="2550" y="703"/>
                  <a:pt x="2549" y="696"/>
                  <a:pt x="2554" y="694"/>
                </a:cubicBezTo>
                <a:cubicBezTo>
                  <a:pt x="2555" y="687"/>
                  <a:pt x="2566" y="700"/>
                  <a:pt x="2555" y="697"/>
                </a:cubicBezTo>
                <a:cubicBezTo>
                  <a:pt x="2535" y="738"/>
                  <a:pt x="2539" y="751"/>
                  <a:pt x="2531" y="755"/>
                </a:cubicBezTo>
                <a:cubicBezTo>
                  <a:pt x="2519" y="782"/>
                  <a:pt x="2525" y="790"/>
                  <a:pt x="2521" y="793"/>
                </a:cubicBezTo>
                <a:cubicBezTo>
                  <a:pt x="2506" y="832"/>
                  <a:pt x="2511" y="840"/>
                  <a:pt x="2507" y="843"/>
                </a:cubicBezTo>
                <a:cubicBezTo>
                  <a:pt x="2504" y="876"/>
                  <a:pt x="2500" y="879"/>
                  <a:pt x="2501" y="885"/>
                </a:cubicBezTo>
                <a:cubicBezTo>
                  <a:pt x="2491" y="916"/>
                  <a:pt x="2493" y="927"/>
                  <a:pt x="2487" y="933"/>
                </a:cubicBezTo>
                <a:cubicBezTo>
                  <a:pt x="2470" y="884"/>
                  <a:pt x="2478" y="885"/>
                  <a:pt x="2473" y="876"/>
                </a:cubicBezTo>
                <a:cubicBezTo>
                  <a:pt x="2472" y="830"/>
                  <a:pt x="2471" y="822"/>
                  <a:pt x="2469" y="815"/>
                </a:cubicBezTo>
                <a:cubicBezTo>
                  <a:pt x="2474" y="777"/>
                  <a:pt x="2478" y="763"/>
                  <a:pt x="2481" y="753"/>
                </a:cubicBezTo>
                <a:cubicBezTo>
                  <a:pt x="2491" y="726"/>
                  <a:pt x="2486" y="717"/>
                  <a:pt x="2491" y="716"/>
                </a:cubicBezTo>
                <a:cubicBezTo>
                  <a:pt x="2517" y="642"/>
                  <a:pt x="2512" y="634"/>
                  <a:pt x="2519" y="634"/>
                </a:cubicBezTo>
                <a:cubicBezTo>
                  <a:pt x="2530" y="609"/>
                  <a:pt x="2524" y="600"/>
                  <a:pt x="2529" y="599"/>
                </a:cubicBezTo>
                <a:cubicBezTo>
                  <a:pt x="2548" y="573"/>
                  <a:pt x="2545" y="562"/>
                  <a:pt x="2550" y="556"/>
                </a:cubicBezTo>
                <a:cubicBezTo>
                  <a:pt x="2576" y="507"/>
                  <a:pt x="2578" y="498"/>
                  <a:pt x="2585" y="493"/>
                </a:cubicBezTo>
                <a:cubicBezTo>
                  <a:pt x="2606" y="458"/>
                  <a:pt x="2608" y="454"/>
                  <a:pt x="2609" y="450"/>
                </a:cubicBezTo>
                <a:cubicBezTo>
                  <a:pt x="2651" y="384"/>
                  <a:pt x="2655" y="377"/>
                  <a:pt x="2661" y="371"/>
                </a:cubicBezTo>
                <a:cubicBezTo>
                  <a:pt x="2682" y="339"/>
                  <a:pt x="2685" y="335"/>
                  <a:pt x="2686" y="331"/>
                </a:cubicBezTo>
                <a:cubicBezTo>
                  <a:pt x="2744" y="235"/>
                  <a:pt x="2746" y="218"/>
                  <a:pt x="2758" y="207"/>
                </a:cubicBezTo>
                <a:cubicBezTo>
                  <a:pt x="2770" y="168"/>
                  <a:pt x="2785" y="173"/>
                  <a:pt x="2779" y="164"/>
                </a:cubicBezTo>
                <a:cubicBezTo>
                  <a:pt x="2796" y="136"/>
                  <a:pt x="2800" y="129"/>
                  <a:pt x="2806" y="123"/>
                </a:cubicBezTo>
                <a:cubicBezTo>
                  <a:pt x="2828" y="48"/>
                  <a:pt x="2840" y="39"/>
                  <a:pt x="2836" y="20"/>
                </a:cubicBezTo>
                <a:cubicBezTo>
                  <a:pt x="2834" y="5"/>
                  <a:pt x="2831" y="10"/>
                  <a:pt x="2829" y="15"/>
                </a:cubicBezTo>
                <a:cubicBezTo>
                  <a:pt x="2809" y="39"/>
                  <a:pt x="2815" y="47"/>
                  <a:pt x="2809" y="49"/>
                </a:cubicBezTo>
                <a:cubicBezTo>
                  <a:pt x="2772" y="83"/>
                  <a:pt x="2778" y="97"/>
                  <a:pt x="2769" y="101"/>
                </a:cubicBezTo>
                <a:cubicBezTo>
                  <a:pt x="2709" y="177"/>
                  <a:pt x="2696" y="189"/>
                  <a:pt x="2683" y="201"/>
                </a:cubicBezTo>
                <a:cubicBezTo>
                  <a:pt x="2648" y="253"/>
                  <a:pt x="2640" y="258"/>
                  <a:pt x="2634" y="264"/>
                </a:cubicBezTo>
                <a:cubicBezTo>
                  <a:pt x="2614" y="294"/>
                  <a:pt x="2609" y="301"/>
                  <a:pt x="2601" y="307"/>
                </a:cubicBezTo>
                <a:cubicBezTo>
                  <a:pt x="2584" y="332"/>
                  <a:pt x="2582" y="336"/>
                  <a:pt x="2581" y="340"/>
                </a:cubicBezTo>
                <a:cubicBezTo>
                  <a:pt x="2548" y="375"/>
                  <a:pt x="2553" y="389"/>
                  <a:pt x="2541" y="392"/>
                </a:cubicBezTo>
                <a:cubicBezTo>
                  <a:pt x="2493" y="467"/>
                  <a:pt x="2494" y="478"/>
                  <a:pt x="2489" y="486"/>
                </a:cubicBezTo>
                <a:cubicBezTo>
                  <a:pt x="2442" y="623"/>
                  <a:pt x="2440" y="632"/>
                  <a:pt x="2437" y="641"/>
                </a:cubicBezTo>
                <a:cubicBezTo>
                  <a:pt x="2428" y="687"/>
                  <a:pt x="2423" y="690"/>
                  <a:pt x="2425" y="697"/>
                </a:cubicBezTo>
                <a:cubicBezTo>
                  <a:pt x="2413" y="699"/>
                  <a:pt x="2411" y="700"/>
                  <a:pt x="2411" y="700"/>
                </a:cubicBezTo>
                <a:cubicBezTo>
                  <a:pt x="2415" y="682"/>
                  <a:pt x="2411" y="668"/>
                  <a:pt x="2411" y="658"/>
                </a:cubicBezTo>
                <a:cubicBezTo>
                  <a:pt x="2429" y="595"/>
                  <a:pt x="2427" y="588"/>
                  <a:pt x="2425" y="581"/>
                </a:cubicBezTo>
                <a:cubicBezTo>
                  <a:pt x="2437" y="526"/>
                  <a:pt x="2449" y="523"/>
                  <a:pt x="2446" y="509"/>
                </a:cubicBezTo>
                <a:cubicBezTo>
                  <a:pt x="2465" y="464"/>
                  <a:pt x="2470" y="461"/>
                  <a:pt x="2468" y="454"/>
                </a:cubicBezTo>
                <a:cubicBezTo>
                  <a:pt x="2513" y="375"/>
                  <a:pt x="2523" y="367"/>
                  <a:pt x="2531" y="356"/>
                </a:cubicBezTo>
                <a:cubicBezTo>
                  <a:pt x="2557" y="322"/>
                  <a:pt x="2557" y="317"/>
                  <a:pt x="2559" y="321"/>
                </a:cubicBezTo>
                <a:cubicBezTo>
                  <a:pt x="2585" y="285"/>
                  <a:pt x="2597" y="276"/>
                  <a:pt x="2604" y="264"/>
                </a:cubicBezTo>
                <a:cubicBezTo>
                  <a:pt x="2667" y="195"/>
                  <a:pt x="2677" y="185"/>
                  <a:pt x="2684" y="175"/>
                </a:cubicBezTo>
                <a:cubicBezTo>
                  <a:pt x="2698" y="155"/>
                  <a:pt x="2706" y="157"/>
                  <a:pt x="2706" y="152"/>
                </a:cubicBezTo>
                <a:cubicBezTo>
                  <a:pt x="2764" y="76"/>
                  <a:pt x="2774" y="75"/>
                  <a:pt x="2771" y="65"/>
                </a:cubicBezTo>
                <a:cubicBezTo>
                  <a:pt x="2810" y="10"/>
                  <a:pt x="2814" y="6"/>
                  <a:pt x="2817" y="1"/>
                </a:cubicBezTo>
                <a:cubicBezTo>
                  <a:pt x="2744" y="55"/>
                  <a:pt x="2742" y="65"/>
                  <a:pt x="2734" y="70"/>
                </a:cubicBezTo>
                <a:cubicBezTo>
                  <a:pt x="2717" y="82"/>
                  <a:pt x="2720" y="87"/>
                  <a:pt x="2717" y="88"/>
                </a:cubicBezTo>
                <a:cubicBezTo>
                  <a:pt x="2680" y="135"/>
                  <a:pt x="2670" y="133"/>
                  <a:pt x="2671" y="139"/>
                </a:cubicBezTo>
                <a:cubicBezTo>
                  <a:pt x="2633" y="177"/>
                  <a:pt x="2634" y="189"/>
                  <a:pt x="2622" y="193"/>
                </a:cubicBezTo>
                <a:cubicBezTo>
                  <a:pt x="2607" y="211"/>
                  <a:pt x="2609" y="215"/>
                  <a:pt x="2606" y="217"/>
                </a:cubicBezTo>
                <a:cubicBezTo>
                  <a:pt x="2570" y="246"/>
                  <a:pt x="2573" y="262"/>
                  <a:pt x="2557" y="265"/>
                </a:cubicBezTo>
                <a:cubicBezTo>
                  <a:pt x="2526" y="311"/>
                  <a:pt x="2518" y="313"/>
                  <a:pt x="2518" y="320"/>
                </a:cubicBezTo>
                <a:cubicBezTo>
                  <a:pt x="2491" y="355"/>
                  <a:pt x="2486" y="366"/>
                  <a:pt x="2479" y="375"/>
                </a:cubicBezTo>
                <a:cubicBezTo>
                  <a:pt x="2446" y="422"/>
                  <a:pt x="2446" y="430"/>
                  <a:pt x="2440" y="433"/>
                </a:cubicBezTo>
                <a:cubicBezTo>
                  <a:pt x="2425" y="467"/>
                  <a:pt x="2425" y="481"/>
                  <a:pt x="2421" y="473"/>
                </a:cubicBezTo>
                <a:cubicBezTo>
                  <a:pt x="2444" y="421"/>
                  <a:pt x="2445" y="415"/>
                  <a:pt x="2443" y="406"/>
                </a:cubicBezTo>
                <a:cubicBezTo>
                  <a:pt x="2477" y="339"/>
                  <a:pt x="2476" y="332"/>
                  <a:pt x="2483" y="336"/>
                </a:cubicBezTo>
                <a:cubicBezTo>
                  <a:pt x="2500" y="303"/>
                  <a:pt x="2506" y="300"/>
                  <a:pt x="2510" y="295"/>
                </a:cubicBezTo>
                <a:cubicBezTo>
                  <a:pt x="2536" y="254"/>
                  <a:pt x="2548" y="249"/>
                  <a:pt x="2551" y="237"/>
                </a:cubicBezTo>
                <a:cubicBezTo>
                  <a:pt x="2586" y="188"/>
                  <a:pt x="2592" y="185"/>
                  <a:pt x="2596" y="180"/>
                </a:cubicBezTo>
                <a:cubicBezTo>
                  <a:pt x="2631" y="132"/>
                  <a:pt x="2632" y="126"/>
                  <a:pt x="2641" y="124"/>
                </a:cubicBezTo>
                <a:cubicBezTo>
                  <a:pt x="2670" y="85"/>
                  <a:pt x="2679" y="77"/>
                  <a:pt x="2686" y="68"/>
                </a:cubicBezTo>
                <a:cubicBezTo>
                  <a:pt x="2720" y="27"/>
                  <a:pt x="2728" y="13"/>
                  <a:pt x="2738" y="1"/>
                </a:cubicBezTo>
                <a:cubicBezTo>
                  <a:pt x="2707" y="15"/>
                  <a:pt x="2712" y="24"/>
                  <a:pt x="2707" y="25"/>
                </a:cubicBezTo>
                <a:cubicBezTo>
                  <a:pt x="2656" y="91"/>
                  <a:pt x="2636" y="99"/>
                  <a:pt x="2631" y="117"/>
                </a:cubicBezTo>
                <a:cubicBezTo>
                  <a:pt x="2595" y="168"/>
                  <a:pt x="2587" y="173"/>
                  <a:pt x="2581" y="180"/>
                </a:cubicBezTo>
                <a:cubicBezTo>
                  <a:pt x="2570" y="197"/>
                  <a:pt x="2569" y="202"/>
                  <a:pt x="2567" y="198"/>
                </a:cubicBezTo>
                <a:cubicBezTo>
                  <a:pt x="2659" y="58"/>
                  <a:pt x="2669" y="36"/>
                  <a:pt x="2685" y="18"/>
                </a:cubicBezTo>
                <a:cubicBezTo>
                  <a:pt x="2680" y="1"/>
                  <a:pt x="2680" y="1"/>
                  <a:pt x="2680" y="1"/>
                </a:cubicBezTo>
                <a:cubicBezTo>
                  <a:pt x="2656" y="28"/>
                  <a:pt x="2662" y="37"/>
                  <a:pt x="2656" y="38"/>
                </a:cubicBezTo>
                <a:cubicBezTo>
                  <a:pt x="2626" y="90"/>
                  <a:pt x="2624" y="100"/>
                  <a:pt x="2617" y="105"/>
                </a:cubicBezTo>
                <a:cubicBezTo>
                  <a:pt x="2586" y="154"/>
                  <a:pt x="2581" y="157"/>
                  <a:pt x="2577" y="160"/>
                </a:cubicBezTo>
                <a:cubicBezTo>
                  <a:pt x="2558" y="193"/>
                  <a:pt x="2555" y="198"/>
                  <a:pt x="2550" y="201"/>
                </a:cubicBezTo>
                <a:cubicBezTo>
                  <a:pt x="2519" y="246"/>
                  <a:pt x="2517" y="252"/>
                  <a:pt x="2514" y="256"/>
                </a:cubicBezTo>
                <a:cubicBezTo>
                  <a:pt x="2488" y="289"/>
                  <a:pt x="2482" y="298"/>
                  <a:pt x="2480" y="310"/>
                </a:cubicBezTo>
                <a:cubicBezTo>
                  <a:pt x="2454" y="355"/>
                  <a:pt x="2453" y="357"/>
                  <a:pt x="2452" y="360"/>
                </a:cubicBezTo>
                <a:cubicBezTo>
                  <a:pt x="2463" y="311"/>
                  <a:pt x="2464" y="305"/>
                  <a:pt x="2463" y="299"/>
                </a:cubicBezTo>
                <a:cubicBezTo>
                  <a:pt x="2488" y="253"/>
                  <a:pt x="2491" y="247"/>
                  <a:pt x="2496" y="242"/>
                </a:cubicBezTo>
                <a:cubicBezTo>
                  <a:pt x="2522" y="199"/>
                  <a:pt x="2522" y="191"/>
                  <a:pt x="2526" y="185"/>
                </a:cubicBezTo>
                <a:cubicBezTo>
                  <a:pt x="2560" y="128"/>
                  <a:pt x="2562" y="125"/>
                  <a:pt x="2567" y="124"/>
                </a:cubicBezTo>
                <a:cubicBezTo>
                  <a:pt x="2588" y="84"/>
                  <a:pt x="2599" y="74"/>
                  <a:pt x="2605" y="60"/>
                </a:cubicBezTo>
                <a:cubicBezTo>
                  <a:pt x="2631" y="12"/>
                  <a:pt x="2635" y="11"/>
                  <a:pt x="2635" y="7"/>
                </a:cubicBezTo>
                <a:cubicBezTo>
                  <a:pt x="2623" y="17"/>
                  <a:pt x="2608" y="25"/>
                  <a:pt x="2607" y="42"/>
                </a:cubicBezTo>
                <a:cubicBezTo>
                  <a:pt x="2589" y="66"/>
                  <a:pt x="2582" y="71"/>
                  <a:pt x="2582" y="80"/>
                </a:cubicBezTo>
                <a:cubicBezTo>
                  <a:pt x="2544" y="140"/>
                  <a:pt x="2542" y="143"/>
                  <a:pt x="2539" y="145"/>
                </a:cubicBezTo>
                <a:cubicBezTo>
                  <a:pt x="2521" y="179"/>
                  <a:pt x="2515" y="179"/>
                  <a:pt x="2514" y="182"/>
                </a:cubicBezTo>
                <a:cubicBezTo>
                  <a:pt x="2496" y="221"/>
                  <a:pt x="2487" y="224"/>
                  <a:pt x="2489" y="234"/>
                </a:cubicBezTo>
                <a:cubicBezTo>
                  <a:pt x="2464" y="289"/>
                  <a:pt x="2454" y="288"/>
                  <a:pt x="2456" y="294"/>
                </a:cubicBezTo>
                <a:cubicBezTo>
                  <a:pt x="2439" y="339"/>
                  <a:pt x="2439" y="349"/>
                  <a:pt x="2437" y="357"/>
                </a:cubicBezTo>
                <a:cubicBezTo>
                  <a:pt x="2410" y="436"/>
                  <a:pt x="2409" y="440"/>
                  <a:pt x="2410" y="445"/>
                </a:cubicBezTo>
                <a:cubicBezTo>
                  <a:pt x="2399" y="473"/>
                  <a:pt x="2405" y="481"/>
                  <a:pt x="2400" y="483"/>
                </a:cubicBezTo>
                <a:cubicBezTo>
                  <a:pt x="2394" y="520"/>
                  <a:pt x="2385" y="524"/>
                  <a:pt x="2390" y="538"/>
                </a:cubicBezTo>
                <a:cubicBezTo>
                  <a:pt x="2378" y="556"/>
                  <a:pt x="2378" y="552"/>
                  <a:pt x="2375" y="553"/>
                </a:cubicBezTo>
                <a:cubicBezTo>
                  <a:pt x="2347" y="465"/>
                  <a:pt x="2356" y="442"/>
                  <a:pt x="2349" y="437"/>
                </a:cubicBezTo>
                <a:cubicBezTo>
                  <a:pt x="2363" y="353"/>
                  <a:pt x="2357" y="339"/>
                  <a:pt x="2360" y="331"/>
                </a:cubicBezTo>
                <a:cubicBezTo>
                  <a:pt x="2371" y="269"/>
                  <a:pt x="2368" y="258"/>
                  <a:pt x="2374" y="252"/>
                </a:cubicBezTo>
                <a:cubicBezTo>
                  <a:pt x="2404" y="173"/>
                  <a:pt x="2405" y="164"/>
                  <a:pt x="2411" y="158"/>
                </a:cubicBezTo>
                <a:cubicBezTo>
                  <a:pt x="2433" y="104"/>
                  <a:pt x="2431" y="93"/>
                  <a:pt x="2439" y="88"/>
                </a:cubicBezTo>
                <a:cubicBezTo>
                  <a:pt x="2454" y="64"/>
                  <a:pt x="2449" y="55"/>
                  <a:pt x="2452" y="52"/>
                </a:cubicBezTo>
                <a:cubicBezTo>
                  <a:pt x="2469" y="12"/>
                  <a:pt x="2473" y="7"/>
                  <a:pt x="2475" y="1"/>
                </a:cubicBezTo>
                <a:cubicBezTo>
                  <a:pt x="2455" y="26"/>
                  <a:pt x="2446" y="35"/>
                  <a:pt x="2445" y="48"/>
                </a:cubicBezTo>
                <a:cubicBezTo>
                  <a:pt x="2423" y="82"/>
                  <a:pt x="2426" y="90"/>
                  <a:pt x="2422" y="94"/>
                </a:cubicBezTo>
                <a:cubicBezTo>
                  <a:pt x="2409" y="132"/>
                  <a:pt x="2404" y="136"/>
                  <a:pt x="2406" y="145"/>
                </a:cubicBezTo>
                <a:cubicBezTo>
                  <a:pt x="2386" y="196"/>
                  <a:pt x="2384" y="198"/>
                  <a:pt x="2381" y="200"/>
                </a:cubicBezTo>
                <a:cubicBezTo>
                  <a:pt x="2400" y="115"/>
                  <a:pt x="2409" y="113"/>
                  <a:pt x="2406" y="103"/>
                </a:cubicBezTo>
                <a:cubicBezTo>
                  <a:pt x="2420" y="55"/>
                  <a:pt x="2420" y="47"/>
                  <a:pt x="2423" y="41"/>
                </a:cubicBezTo>
                <a:cubicBezTo>
                  <a:pt x="2432" y="14"/>
                  <a:pt x="2432" y="6"/>
                  <a:pt x="2435" y="1"/>
                </a:cubicBezTo>
                <a:cubicBezTo>
                  <a:pt x="2411" y="32"/>
                  <a:pt x="2415" y="48"/>
                  <a:pt x="2406" y="56"/>
                </a:cubicBezTo>
                <a:cubicBezTo>
                  <a:pt x="2380" y="139"/>
                  <a:pt x="2379" y="152"/>
                  <a:pt x="2377" y="165"/>
                </a:cubicBezTo>
                <a:cubicBezTo>
                  <a:pt x="2373" y="198"/>
                  <a:pt x="2362" y="206"/>
                  <a:pt x="2366" y="212"/>
                </a:cubicBezTo>
                <a:cubicBezTo>
                  <a:pt x="2350" y="253"/>
                  <a:pt x="2359" y="266"/>
                  <a:pt x="2351" y="268"/>
                </a:cubicBezTo>
                <a:cubicBezTo>
                  <a:pt x="2354" y="217"/>
                  <a:pt x="2354" y="212"/>
                  <a:pt x="2352" y="203"/>
                </a:cubicBezTo>
                <a:cubicBezTo>
                  <a:pt x="2363" y="162"/>
                  <a:pt x="2363" y="149"/>
                  <a:pt x="2369" y="140"/>
                </a:cubicBezTo>
                <a:cubicBezTo>
                  <a:pt x="2385" y="84"/>
                  <a:pt x="2377" y="72"/>
                  <a:pt x="2385" y="69"/>
                </a:cubicBezTo>
                <a:cubicBezTo>
                  <a:pt x="2388" y="1"/>
                  <a:pt x="2388" y="1"/>
                  <a:pt x="2388" y="1"/>
                </a:cubicBezTo>
                <a:cubicBezTo>
                  <a:pt x="2366" y="90"/>
                  <a:pt x="2365" y="107"/>
                  <a:pt x="2360" y="121"/>
                </a:cubicBezTo>
                <a:cubicBezTo>
                  <a:pt x="2340" y="203"/>
                  <a:pt x="2342" y="242"/>
                  <a:pt x="2338" y="277"/>
                </a:cubicBezTo>
                <a:cubicBezTo>
                  <a:pt x="2334" y="339"/>
                  <a:pt x="2347" y="354"/>
                  <a:pt x="2335" y="354"/>
                </a:cubicBezTo>
                <a:cubicBezTo>
                  <a:pt x="2320" y="214"/>
                  <a:pt x="2323" y="210"/>
                  <a:pt x="2323" y="203"/>
                </a:cubicBezTo>
                <a:cubicBezTo>
                  <a:pt x="2331" y="116"/>
                  <a:pt x="2328" y="100"/>
                  <a:pt x="2336" y="91"/>
                </a:cubicBezTo>
                <a:cubicBezTo>
                  <a:pt x="2346" y="20"/>
                  <a:pt x="2349" y="11"/>
                  <a:pt x="2350" y="1"/>
                </a:cubicBezTo>
                <a:cubicBezTo>
                  <a:pt x="2335" y="6"/>
                  <a:pt x="2340" y="13"/>
                  <a:pt x="2335" y="14"/>
                </a:cubicBezTo>
                <a:cubicBezTo>
                  <a:pt x="2326" y="57"/>
                  <a:pt x="2322" y="69"/>
                  <a:pt x="2323" y="84"/>
                </a:cubicBezTo>
                <a:cubicBezTo>
                  <a:pt x="2320" y="22"/>
                  <a:pt x="2318" y="11"/>
                  <a:pt x="2321" y="5"/>
                </a:cubicBezTo>
                <a:cubicBezTo>
                  <a:pt x="2310" y="6"/>
                  <a:pt x="2310" y="12"/>
                  <a:pt x="2309" y="16"/>
                </a:cubicBezTo>
                <a:cubicBezTo>
                  <a:pt x="2303" y="36"/>
                  <a:pt x="2299" y="24"/>
                  <a:pt x="2303" y="17"/>
                </a:cubicBezTo>
                <a:cubicBezTo>
                  <a:pt x="2291" y="5"/>
                  <a:pt x="2289" y="10"/>
                  <a:pt x="2291" y="17"/>
                </a:cubicBezTo>
                <a:cubicBezTo>
                  <a:pt x="2288" y="49"/>
                  <a:pt x="2286" y="58"/>
                  <a:pt x="2290" y="70"/>
                </a:cubicBezTo>
                <a:cubicBezTo>
                  <a:pt x="2284" y="84"/>
                  <a:pt x="2281" y="71"/>
                  <a:pt x="2279" y="58"/>
                </a:cubicBezTo>
                <a:cubicBezTo>
                  <a:pt x="2281" y="11"/>
                  <a:pt x="2280" y="6"/>
                  <a:pt x="2280" y="1"/>
                </a:cubicBezTo>
                <a:cubicBezTo>
                  <a:pt x="2270" y="73"/>
                  <a:pt x="2270" y="78"/>
                  <a:pt x="2269" y="81"/>
                </a:cubicBezTo>
                <a:cubicBezTo>
                  <a:pt x="2273" y="111"/>
                  <a:pt x="2280" y="120"/>
                  <a:pt x="2274" y="121"/>
                </a:cubicBezTo>
                <a:cubicBezTo>
                  <a:pt x="2243" y="31"/>
                  <a:pt x="2245" y="24"/>
                  <a:pt x="2237" y="10"/>
                </a:cubicBezTo>
                <a:cubicBezTo>
                  <a:pt x="2225" y="2"/>
                  <a:pt x="2228" y="0"/>
                  <a:pt x="2224" y="7"/>
                </a:cubicBezTo>
                <a:cubicBezTo>
                  <a:pt x="2245" y="72"/>
                  <a:pt x="2257" y="98"/>
                  <a:pt x="2266" y="128"/>
                </a:cubicBezTo>
                <a:cubicBezTo>
                  <a:pt x="2290" y="228"/>
                  <a:pt x="2290" y="233"/>
                  <a:pt x="2288" y="236"/>
                </a:cubicBezTo>
                <a:cubicBezTo>
                  <a:pt x="2304" y="286"/>
                  <a:pt x="2308" y="306"/>
                  <a:pt x="2312" y="326"/>
                </a:cubicBezTo>
                <a:cubicBezTo>
                  <a:pt x="2306" y="350"/>
                  <a:pt x="2298" y="341"/>
                  <a:pt x="2302" y="334"/>
                </a:cubicBezTo>
                <a:cubicBezTo>
                  <a:pt x="2269" y="216"/>
                  <a:pt x="2259" y="206"/>
                  <a:pt x="2257" y="183"/>
                </a:cubicBezTo>
                <a:cubicBezTo>
                  <a:pt x="2234" y="140"/>
                  <a:pt x="2232" y="132"/>
                  <a:pt x="2228" y="127"/>
                </a:cubicBezTo>
                <a:cubicBezTo>
                  <a:pt x="2197" y="62"/>
                  <a:pt x="2192" y="58"/>
                  <a:pt x="2189" y="52"/>
                </a:cubicBezTo>
                <a:cubicBezTo>
                  <a:pt x="2150" y="1"/>
                  <a:pt x="2150" y="1"/>
                  <a:pt x="2150" y="1"/>
                </a:cubicBezTo>
                <a:cubicBezTo>
                  <a:pt x="2167" y="28"/>
                  <a:pt x="2167" y="32"/>
                  <a:pt x="2170" y="32"/>
                </a:cubicBezTo>
                <a:cubicBezTo>
                  <a:pt x="2181" y="73"/>
                  <a:pt x="2194" y="76"/>
                  <a:pt x="2197" y="92"/>
                </a:cubicBezTo>
                <a:cubicBezTo>
                  <a:pt x="2230" y="145"/>
                  <a:pt x="2229" y="158"/>
                  <a:pt x="2235" y="161"/>
                </a:cubicBezTo>
                <a:cubicBezTo>
                  <a:pt x="2280" y="284"/>
                  <a:pt x="2281" y="292"/>
                  <a:pt x="2283" y="299"/>
                </a:cubicBezTo>
                <a:cubicBezTo>
                  <a:pt x="2280" y="295"/>
                  <a:pt x="2270" y="302"/>
                  <a:pt x="2270" y="293"/>
                </a:cubicBezTo>
                <a:cubicBezTo>
                  <a:pt x="2257" y="245"/>
                  <a:pt x="2256" y="240"/>
                  <a:pt x="2255" y="234"/>
                </a:cubicBezTo>
                <a:cubicBezTo>
                  <a:pt x="2226" y="167"/>
                  <a:pt x="2227" y="161"/>
                  <a:pt x="2223" y="161"/>
                </a:cubicBezTo>
                <a:cubicBezTo>
                  <a:pt x="2192" y="94"/>
                  <a:pt x="2184" y="84"/>
                  <a:pt x="2178" y="69"/>
                </a:cubicBezTo>
                <a:cubicBezTo>
                  <a:pt x="2156" y="44"/>
                  <a:pt x="2157" y="35"/>
                  <a:pt x="2153" y="36"/>
                </a:cubicBezTo>
                <a:cubicBezTo>
                  <a:pt x="2114" y="1"/>
                  <a:pt x="2114" y="1"/>
                  <a:pt x="2114" y="1"/>
                </a:cubicBezTo>
                <a:cubicBezTo>
                  <a:pt x="2130" y="21"/>
                  <a:pt x="2133" y="23"/>
                  <a:pt x="2134" y="28"/>
                </a:cubicBezTo>
                <a:cubicBezTo>
                  <a:pt x="2176" y="82"/>
                  <a:pt x="2178" y="91"/>
                  <a:pt x="2183" y="95"/>
                </a:cubicBezTo>
                <a:cubicBezTo>
                  <a:pt x="2229" y="181"/>
                  <a:pt x="2238" y="215"/>
                  <a:pt x="2251" y="244"/>
                </a:cubicBezTo>
                <a:cubicBezTo>
                  <a:pt x="2252" y="262"/>
                  <a:pt x="2236" y="257"/>
                  <a:pt x="2232" y="236"/>
                </a:cubicBezTo>
                <a:cubicBezTo>
                  <a:pt x="2208" y="214"/>
                  <a:pt x="2207" y="207"/>
                  <a:pt x="2200" y="210"/>
                </a:cubicBezTo>
                <a:cubicBezTo>
                  <a:pt x="2152" y="144"/>
                  <a:pt x="2149" y="139"/>
                  <a:pt x="2146" y="132"/>
                </a:cubicBezTo>
                <a:cubicBezTo>
                  <a:pt x="2103" y="81"/>
                  <a:pt x="2101" y="77"/>
                  <a:pt x="2101" y="70"/>
                </a:cubicBezTo>
                <a:cubicBezTo>
                  <a:pt x="2077" y="45"/>
                  <a:pt x="2077" y="40"/>
                  <a:pt x="2074" y="40"/>
                </a:cubicBezTo>
                <a:cubicBezTo>
                  <a:pt x="2057" y="10"/>
                  <a:pt x="2052" y="7"/>
                  <a:pt x="2049" y="1"/>
                </a:cubicBezTo>
                <a:cubicBezTo>
                  <a:pt x="2052" y="19"/>
                  <a:pt x="2059" y="37"/>
                  <a:pt x="2070" y="49"/>
                </a:cubicBezTo>
                <a:cubicBezTo>
                  <a:pt x="2103" y="94"/>
                  <a:pt x="2108" y="100"/>
                  <a:pt x="2112" y="109"/>
                </a:cubicBezTo>
                <a:cubicBezTo>
                  <a:pt x="2118" y="120"/>
                  <a:pt x="2112" y="113"/>
                  <a:pt x="2105" y="107"/>
                </a:cubicBezTo>
                <a:cubicBezTo>
                  <a:pt x="2062" y="59"/>
                  <a:pt x="2054" y="54"/>
                  <a:pt x="2046" y="48"/>
                </a:cubicBezTo>
                <a:cubicBezTo>
                  <a:pt x="1986" y="1"/>
                  <a:pt x="1986" y="1"/>
                  <a:pt x="1986" y="1"/>
                </a:cubicBezTo>
                <a:cubicBezTo>
                  <a:pt x="2063" y="74"/>
                  <a:pt x="2064" y="82"/>
                  <a:pt x="2068" y="85"/>
                </a:cubicBezTo>
                <a:cubicBezTo>
                  <a:pt x="2121" y="136"/>
                  <a:pt x="2134" y="157"/>
                  <a:pt x="2153" y="169"/>
                </a:cubicBezTo>
                <a:cubicBezTo>
                  <a:pt x="2231" y="257"/>
                  <a:pt x="2233" y="269"/>
                  <a:pt x="2239" y="273"/>
                </a:cubicBezTo>
                <a:cubicBezTo>
                  <a:pt x="2273" y="325"/>
                  <a:pt x="2274" y="320"/>
                  <a:pt x="2276" y="324"/>
                </a:cubicBezTo>
                <a:cubicBezTo>
                  <a:pt x="2294" y="363"/>
                  <a:pt x="2304" y="358"/>
                  <a:pt x="2303" y="369"/>
                </a:cubicBezTo>
                <a:cubicBezTo>
                  <a:pt x="2287" y="355"/>
                  <a:pt x="2280" y="357"/>
                  <a:pt x="2281" y="347"/>
                </a:cubicBezTo>
                <a:cubicBezTo>
                  <a:pt x="2269" y="332"/>
                  <a:pt x="2266" y="332"/>
                  <a:pt x="2265" y="330"/>
                </a:cubicBezTo>
                <a:cubicBezTo>
                  <a:pt x="2234" y="295"/>
                  <a:pt x="2230" y="287"/>
                  <a:pt x="2226" y="278"/>
                </a:cubicBezTo>
                <a:cubicBezTo>
                  <a:pt x="2149" y="198"/>
                  <a:pt x="2139" y="191"/>
                  <a:pt x="2129" y="182"/>
                </a:cubicBezTo>
                <a:cubicBezTo>
                  <a:pt x="2082" y="145"/>
                  <a:pt x="2068" y="122"/>
                  <a:pt x="2047" y="110"/>
                </a:cubicBezTo>
                <a:cubicBezTo>
                  <a:pt x="2011" y="75"/>
                  <a:pt x="2000" y="69"/>
                  <a:pt x="1992" y="59"/>
                </a:cubicBezTo>
                <a:cubicBezTo>
                  <a:pt x="1974" y="46"/>
                  <a:pt x="1971" y="40"/>
                  <a:pt x="1967" y="35"/>
                </a:cubicBezTo>
                <a:cubicBezTo>
                  <a:pt x="1938" y="6"/>
                  <a:pt x="1936" y="3"/>
                  <a:pt x="1934" y="1"/>
                </a:cubicBezTo>
                <a:cubicBezTo>
                  <a:pt x="1928" y="10"/>
                  <a:pt x="1937" y="17"/>
                  <a:pt x="1944" y="27"/>
                </a:cubicBezTo>
                <a:cubicBezTo>
                  <a:pt x="2033" y="111"/>
                  <a:pt x="2041" y="120"/>
                  <a:pt x="2050" y="127"/>
                </a:cubicBezTo>
                <a:cubicBezTo>
                  <a:pt x="2070" y="143"/>
                  <a:pt x="2072" y="150"/>
                  <a:pt x="2079" y="151"/>
                </a:cubicBezTo>
                <a:cubicBezTo>
                  <a:pt x="2122" y="194"/>
                  <a:pt x="2128" y="196"/>
                  <a:pt x="2133" y="199"/>
                </a:cubicBezTo>
                <a:cubicBezTo>
                  <a:pt x="2195" y="257"/>
                  <a:pt x="2197" y="274"/>
                  <a:pt x="2210" y="276"/>
                </a:cubicBezTo>
                <a:cubicBezTo>
                  <a:pt x="2224" y="301"/>
                  <a:pt x="2231" y="297"/>
                  <a:pt x="2231" y="304"/>
                </a:cubicBezTo>
                <a:cubicBezTo>
                  <a:pt x="2270" y="352"/>
                  <a:pt x="2274" y="357"/>
                  <a:pt x="2276" y="366"/>
                </a:cubicBezTo>
                <a:cubicBezTo>
                  <a:pt x="2303" y="409"/>
                  <a:pt x="2317" y="413"/>
                  <a:pt x="2315" y="429"/>
                </a:cubicBezTo>
                <a:cubicBezTo>
                  <a:pt x="2330" y="444"/>
                  <a:pt x="2336" y="461"/>
                  <a:pt x="2331" y="464"/>
                </a:cubicBezTo>
                <a:cubicBezTo>
                  <a:pt x="2306" y="425"/>
                  <a:pt x="2305" y="417"/>
                  <a:pt x="2298" y="418"/>
                </a:cubicBezTo>
                <a:cubicBezTo>
                  <a:pt x="2272" y="393"/>
                  <a:pt x="2271" y="389"/>
                  <a:pt x="2271" y="385"/>
                </a:cubicBezTo>
                <a:cubicBezTo>
                  <a:pt x="2232" y="349"/>
                  <a:pt x="2223" y="342"/>
                  <a:pt x="2218" y="330"/>
                </a:cubicBezTo>
                <a:cubicBezTo>
                  <a:pt x="2135" y="264"/>
                  <a:pt x="2134" y="254"/>
                  <a:pt x="2128" y="251"/>
                </a:cubicBezTo>
                <a:cubicBezTo>
                  <a:pt x="2084" y="208"/>
                  <a:pt x="2074" y="213"/>
                  <a:pt x="2072" y="206"/>
                </a:cubicBezTo>
                <a:cubicBezTo>
                  <a:pt x="2039" y="182"/>
                  <a:pt x="2034" y="170"/>
                  <a:pt x="2023" y="168"/>
                </a:cubicBezTo>
                <a:cubicBezTo>
                  <a:pt x="1977" y="118"/>
                  <a:pt x="1967" y="123"/>
                  <a:pt x="1968" y="114"/>
                </a:cubicBezTo>
                <a:cubicBezTo>
                  <a:pt x="1930" y="77"/>
                  <a:pt x="1925" y="77"/>
                  <a:pt x="1921" y="73"/>
                </a:cubicBezTo>
                <a:cubicBezTo>
                  <a:pt x="1915" y="66"/>
                  <a:pt x="1915" y="71"/>
                  <a:pt x="1918" y="71"/>
                </a:cubicBezTo>
                <a:cubicBezTo>
                  <a:pt x="1948" y="98"/>
                  <a:pt x="1940" y="104"/>
                  <a:pt x="1946" y="110"/>
                </a:cubicBezTo>
                <a:cubicBezTo>
                  <a:pt x="2006" y="162"/>
                  <a:pt x="2013" y="170"/>
                  <a:pt x="2022" y="177"/>
                </a:cubicBezTo>
                <a:cubicBezTo>
                  <a:pt x="2051" y="206"/>
                  <a:pt x="2056" y="209"/>
                  <a:pt x="2061" y="211"/>
                </a:cubicBezTo>
                <a:cubicBezTo>
                  <a:pt x="2091" y="237"/>
                  <a:pt x="2099" y="235"/>
                  <a:pt x="2103" y="241"/>
                </a:cubicBezTo>
                <a:cubicBezTo>
                  <a:pt x="2126" y="264"/>
                  <a:pt x="2129" y="266"/>
                  <a:pt x="2129" y="271"/>
                </a:cubicBezTo>
                <a:cubicBezTo>
                  <a:pt x="2165" y="305"/>
                  <a:pt x="2175" y="302"/>
                  <a:pt x="2176" y="312"/>
                </a:cubicBezTo>
                <a:cubicBezTo>
                  <a:pt x="2210" y="348"/>
                  <a:pt x="2219" y="346"/>
                  <a:pt x="2220" y="356"/>
                </a:cubicBezTo>
                <a:cubicBezTo>
                  <a:pt x="2266" y="405"/>
                  <a:pt x="2273" y="401"/>
                  <a:pt x="2272" y="408"/>
                </a:cubicBezTo>
                <a:cubicBezTo>
                  <a:pt x="2299" y="429"/>
                  <a:pt x="2298" y="438"/>
                  <a:pt x="2302" y="438"/>
                </a:cubicBezTo>
                <a:cubicBezTo>
                  <a:pt x="2332" y="495"/>
                  <a:pt x="2338" y="495"/>
                  <a:pt x="2339" y="504"/>
                </a:cubicBezTo>
                <a:cubicBezTo>
                  <a:pt x="2361" y="570"/>
                  <a:pt x="2362" y="577"/>
                  <a:pt x="2367" y="584"/>
                </a:cubicBezTo>
                <a:cubicBezTo>
                  <a:pt x="2375" y="624"/>
                  <a:pt x="2378" y="623"/>
                  <a:pt x="2380" y="638"/>
                </a:cubicBezTo>
                <a:cubicBezTo>
                  <a:pt x="2358" y="602"/>
                  <a:pt x="2346" y="596"/>
                  <a:pt x="2342" y="577"/>
                </a:cubicBezTo>
                <a:cubicBezTo>
                  <a:pt x="2306" y="532"/>
                  <a:pt x="2296" y="522"/>
                  <a:pt x="2287" y="511"/>
                </a:cubicBezTo>
                <a:cubicBezTo>
                  <a:pt x="2218" y="422"/>
                  <a:pt x="2212" y="419"/>
                  <a:pt x="2208" y="412"/>
                </a:cubicBezTo>
                <a:cubicBezTo>
                  <a:pt x="2191" y="388"/>
                  <a:pt x="2184" y="386"/>
                  <a:pt x="2178" y="382"/>
                </a:cubicBezTo>
                <a:cubicBezTo>
                  <a:pt x="2147" y="342"/>
                  <a:pt x="2140" y="343"/>
                  <a:pt x="2139" y="334"/>
                </a:cubicBezTo>
                <a:cubicBezTo>
                  <a:pt x="2102" y="303"/>
                  <a:pt x="2101" y="294"/>
                  <a:pt x="2093" y="296"/>
                </a:cubicBezTo>
                <a:cubicBezTo>
                  <a:pt x="2070" y="270"/>
                  <a:pt x="2065" y="269"/>
                  <a:pt x="2061" y="267"/>
                </a:cubicBezTo>
                <a:cubicBezTo>
                  <a:pt x="2036" y="239"/>
                  <a:pt x="2031" y="237"/>
                  <a:pt x="2027" y="233"/>
                </a:cubicBezTo>
                <a:cubicBezTo>
                  <a:pt x="1972" y="189"/>
                  <a:pt x="1967" y="179"/>
                  <a:pt x="1959" y="172"/>
                </a:cubicBezTo>
                <a:cubicBezTo>
                  <a:pt x="1905" y="125"/>
                  <a:pt x="1899" y="116"/>
                  <a:pt x="1893" y="109"/>
                </a:cubicBezTo>
                <a:cubicBezTo>
                  <a:pt x="1863" y="80"/>
                  <a:pt x="1854" y="74"/>
                  <a:pt x="1851" y="61"/>
                </a:cubicBezTo>
                <a:cubicBezTo>
                  <a:pt x="1838" y="42"/>
                  <a:pt x="1833" y="44"/>
                  <a:pt x="1832" y="41"/>
                </a:cubicBezTo>
                <a:cubicBezTo>
                  <a:pt x="1811" y="5"/>
                  <a:pt x="1813" y="10"/>
                  <a:pt x="1815" y="15"/>
                </a:cubicBezTo>
                <a:cubicBezTo>
                  <a:pt x="1832" y="41"/>
                  <a:pt x="1821" y="47"/>
                  <a:pt x="1830" y="47"/>
                </a:cubicBezTo>
                <a:cubicBezTo>
                  <a:pt x="1846" y="72"/>
                  <a:pt x="1853" y="76"/>
                  <a:pt x="1852" y="84"/>
                </a:cubicBezTo>
                <a:cubicBezTo>
                  <a:pt x="1903" y="147"/>
                  <a:pt x="1907" y="161"/>
                  <a:pt x="1916" y="166"/>
                </a:cubicBezTo>
                <a:cubicBezTo>
                  <a:pt x="1940" y="195"/>
                  <a:pt x="1944" y="193"/>
                  <a:pt x="1946" y="196"/>
                </a:cubicBezTo>
                <a:cubicBezTo>
                  <a:pt x="1969" y="215"/>
                  <a:pt x="1968" y="226"/>
                  <a:pt x="1975" y="225"/>
                </a:cubicBezTo>
                <a:cubicBezTo>
                  <a:pt x="1994" y="246"/>
                  <a:pt x="2002" y="254"/>
                  <a:pt x="2009" y="263"/>
                </a:cubicBezTo>
                <a:cubicBezTo>
                  <a:pt x="2043" y="292"/>
                  <a:pt x="2047" y="305"/>
                  <a:pt x="2055" y="313"/>
                </a:cubicBezTo>
                <a:cubicBezTo>
                  <a:pt x="2084" y="347"/>
                  <a:pt x="2088" y="348"/>
                  <a:pt x="2089" y="350"/>
                </a:cubicBezTo>
                <a:cubicBezTo>
                  <a:pt x="2114" y="381"/>
                  <a:pt x="2114" y="392"/>
                  <a:pt x="2121" y="391"/>
                </a:cubicBezTo>
                <a:cubicBezTo>
                  <a:pt x="2152" y="424"/>
                  <a:pt x="2156" y="437"/>
                  <a:pt x="2167" y="441"/>
                </a:cubicBezTo>
                <a:cubicBezTo>
                  <a:pt x="2176" y="455"/>
                  <a:pt x="2177" y="457"/>
                  <a:pt x="2179" y="459"/>
                </a:cubicBezTo>
                <a:cubicBezTo>
                  <a:pt x="2147" y="435"/>
                  <a:pt x="2143" y="434"/>
                  <a:pt x="2143" y="428"/>
                </a:cubicBezTo>
                <a:cubicBezTo>
                  <a:pt x="2099" y="389"/>
                  <a:pt x="2078" y="370"/>
                  <a:pt x="2057" y="351"/>
                </a:cubicBezTo>
                <a:cubicBezTo>
                  <a:pt x="1952" y="270"/>
                  <a:pt x="1951" y="259"/>
                  <a:pt x="1943" y="258"/>
                </a:cubicBezTo>
                <a:cubicBezTo>
                  <a:pt x="1909" y="218"/>
                  <a:pt x="1887" y="202"/>
                  <a:pt x="1866" y="182"/>
                </a:cubicBezTo>
                <a:cubicBezTo>
                  <a:pt x="1819" y="136"/>
                  <a:pt x="1816" y="134"/>
                  <a:pt x="1812" y="134"/>
                </a:cubicBezTo>
                <a:cubicBezTo>
                  <a:pt x="1742" y="59"/>
                  <a:pt x="1743" y="51"/>
                  <a:pt x="1739" y="51"/>
                </a:cubicBezTo>
                <a:cubicBezTo>
                  <a:pt x="1717" y="16"/>
                  <a:pt x="1708" y="17"/>
                  <a:pt x="1707" y="7"/>
                </a:cubicBezTo>
                <a:cubicBezTo>
                  <a:pt x="1699" y="3"/>
                  <a:pt x="1701" y="6"/>
                  <a:pt x="1702" y="11"/>
                </a:cubicBezTo>
                <a:cubicBezTo>
                  <a:pt x="1725" y="37"/>
                  <a:pt x="1731" y="53"/>
                  <a:pt x="1741" y="62"/>
                </a:cubicBezTo>
                <a:cubicBezTo>
                  <a:pt x="1809" y="137"/>
                  <a:pt x="1816" y="151"/>
                  <a:pt x="1829" y="157"/>
                </a:cubicBezTo>
                <a:cubicBezTo>
                  <a:pt x="1867" y="197"/>
                  <a:pt x="1879" y="204"/>
                  <a:pt x="1888" y="216"/>
                </a:cubicBezTo>
                <a:cubicBezTo>
                  <a:pt x="1902" y="223"/>
                  <a:pt x="1902" y="229"/>
                  <a:pt x="1905" y="227"/>
                </a:cubicBezTo>
                <a:cubicBezTo>
                  <a:pt x="1988" y="304"/>
                  <a:pt x="1991" y="312"/>
                  <a:pt x="1996" y="316"/>
                </a:cubicBezTo>
                <a:cubicBezTo>
                  <a:pt x="2022" y="338"/>
                  <a:pt x="2026" y="339"/>
                  <a:pt x="2028" y="342"/>
                </a:cubicBezTo>
                <a:cubicBezTo>
                  <a:pt x="2087" y="393"/>
                  <a:pt x="2097" y="405"/>
                  <a:pt x="2108" y="414"/>
                </a:cubicBezTo>
                <a:cubicBezTo>
                  <a:pt x="2148" y="454"/>
                  <a:pt x="2160" y="461"/>
                  <a:pt x="2172" y="469"/>
                </a:cubicBezTo>
                <a:cubicBezTo>
                  <a:pt x="2212" y="514"/>
                  <a:pt x="2217" y="517"/>
                  <a:pt x="2221" y="522"/>
                </a:cubicBezTo>
                <a:cubicBezTo>
                  <a:pt x="2248" y="556"/>
                  <a:pt x="2250" y="559"/>
                  <a:pt x="2251" y="566"/>
                </a:cubicBezTo>
                <a:cubicBezTo>
                  <a:pt x="2280" y="592"/>
                  <a:pt x="2280" y="595"/>
                  <a:pt x="2283" y="595"/>
                </a:cubicBezTo>
                <a:cubicBezTo>
                  <a:pt x="2262" y="580"/>
                  <a:pt x="2254" y="579"/>
                  <a:pt x="2249" y="572"/>
                </a:cubicBezTo>
                <a:cubicBezTo>
                  <a:pt x="2227" y="558"/>
                  <a:pt x="2226" y="554"/>
                  <a:pt x="2222" y="554"/>
                </a:cubicBezTo>
                <a:cubicBezTo>
                  <a:pt x="2212" y="535"/>
                  <a:pt x="2208" y="535"/>
                  <a:pt x="2208" y="530"/>
                </a:cubicBezTo>
                <a:cubicBezTo>
                  <a:pt x="2182" y="511"/>
                  <a:pt x="2175" y="506"/>
                  <a:pt x="2167" y="503"/>
                </a:cubicBezTo>
                <a:cubicBezTo>
                  <a:pt x="2143" y="480"/>
                  <a:pt x="2137" y="474"/>
                  <a:pt x="2133" y="466"/>
                </a:cubicBezTo>
                <a:cubicBezTo>
                  <a:pt x="2056" y="411"/>
                  <a:pt x="2054" y="404"/>
                  <a:pt x="2047" y="403"/>
                </a:cubicBezTo>
                <a:cubicBezTo>
                  <a:pt x="2003" y="358"/>
                  <a:pt x="1984" y="344"/>
                  <a:pt x="1966" y="328"/>
                </a:cubicBezTo>
                <a:cubicBezTo>
                  <a:pt x="1935" y="300"/>
                  <a:pt x="1931" y="295"/>
                  <a:pt x="1929" y="288"/>
                </a:cubicBezTo>
                <a:cubicBezTo>
                  <a:pt x="1884" y="247"/>
                  <a:pt x="1881" y="241"/>
                  <a:pt x="1877" y="236"/>
                </a:cubicBezTo>
                <a:cubicBezTo>
                  <a:pt x="1833" y="184"/>
                  <a:pt x="1822" y="178"/>
                  <a:pt x="1815" y="166"/>
                </a:cubicBezTo>
                <a:cubicBezTo>
                  <a:pt x="1782" y="131"/>
                  <a:pt x="1773" y="123"/>
                  <a:pt x="1766" y="110"/>
                </a:cubicBezTo>
                <a:cubicBezTo>
                  <a:pt x="1735" y="80"/>
                  <a:pt x="1733" y="71"/>
                  <a:pt x="1728" y="68"/>
                </a:cubicBezTo>
                <a:cubicBezTo>
                  <a:pt x="1728" y="78"/>
                  <a:pt x="1732" y="84"/>
                  <a:pt x="1738" y="87"/>
                </a:cubicBezTo>
                <a:cubicBezTo>
                  <a:pt x="1763" y="126"/>
                  <a:pt x="1770" y="127"/>
                  <a:pt x="1773" y="133"/>
                </a:cubicBezTo>
                <a:cubicBezTo>
                  <a:pt x="1804" y="166"/>
                  <a:pt x="1809" y="171"/>
                  <a:pt x="1812" y="178"/>
                </a:cubicBezTo>
                <a:cubicBezTo>
                  <a:pt x="1830" y="196"/>
                  <a:pt x="1832" y="203"/>
                  <a:pt x="1838" y="205"/>
                </a:cubicBezTo>
                <a:cubicBezTo>
                  <a:pt x="1854" y="225"/>
                  <a:pt x="1858" y="234"/>
                  <a:pt x="1865" y="235"/>
                </a:cubicBezTo>
                <a:cubicBezTo>
                  <a:pt x="1901" y="271"/>
                  <a:pt x="1908" y="285"/>
                  <a:pt x="1918" y="293"/>
                </a:cubicBezTo>
                <a:cubicBezTo>
                  <a:pt x="1983" y="354"/>
                  <a:pt x="1992" y="363"/>
                  <a:pt x="2002" y="371"/>
                </a:cubicBezTo>
                <a:cubicBezTo>
                  <a:pt x="2047" y="418"/>
                  <a:pt x="2053" y="419"/>
                  <a:pt x="2059" y="421"/>
                </a:cubicBezTo>
                <a:cubicBezTo>
                  <a:pt x="2101" y="451"/>
                  <a:pt x="2106" y="466"/>
                  <a:pt x="2119" y="468"/>
                </a:cubicBezTo>
                <a:cubicBezTo>
                  <a:pt x="2111" y="477"/>
                  <a:pt x="2103" y="470"/>
                  <a:pt x="2094" y="464"/>
                </a:cubicBezTo>
                <a:cubicBezTo>
                  <a:pt x="2052" y="437"/>
                  <a:pt x="2051" y="428"/>
                  <a:pt x="2043" y="430"/>
                </a:cubicBezTo>
                <a:cubicBezTo>
                  <a:pt x="2013" y="412"/>
                  <a:pt x="2011" y="405"/>
                  <a:pt x="2008" y="402"/>
                </a:cubicBezTo>
                <a:cubicBezTo>
                  <a:pt x="1968" y="367"/>
                  <a:pt x="1963" y="367"/>
                  <a:pt x="1961" y="361"/>
                </a:cubicBezTo>
                <a:cubicBezTo>
                  <a:pt x="1932" y="345"/>
                  <a:pt x="1935" y="332"/>
                  <a:pt x="1929" y="332"/>
                </a:cubicBezTo>
                <a:cubicBezTo>
                  <a:pt x="1885" y="290"/>
                  <a:pt x="1882" y="285"/>
                  <a:pt x="1878" y="283"/>
                </a:cubicBezTo>
                <a:cubicBezTo>
                  <a:pt x="1820" y="228"/>
                  <a:pt x="1816" y="219"/>
                  <a:pt x="1808" y="215"/>
                </a:cubicBezTo>
                <a:cubicBezTo>
                  <a:pt x="1796" y="213"/>
                  <a:pt x="1808" y="226"/>
                  <a:pt x="1821" y="238"/>
                </a:cubicBezTo>
                <a:cubicBezTo>
                  <a:pt x="1861" y="286"/>
                  <a:pt x="1868" y="282"/>
                  <a:pt x="1870" y="288"/>
                </a:cubicBezTo>
                <a:cubicBezTo>
                  <a:pt x="1887" y="303"/>
                  <a:pt x="1892" y="311"/>
                  <a:pt x="1899" y="317"/>
                </a:cubicBezTo>
                <a:cubicBezTo>
                  <a:pt x="1927" y="342"/>
                  <a:pt x="1931" y="353"/>
                  <a:pt x="1940" y="357"/>
                </a:cubicBezTo>
                <a:cubicBezTo>
                  <a:pt x="1970" y="400"/>
                  <a:pt x="1979" y="406"/>
                  <a:pt x="1987" y="415"/>
                </a:cubicBezTo>
                <a:cubicBezTo>
                  <a:pt x="2048" y="469"/>
                  <a:pt x="2056" y="480"/>
                  <a:pt x="2069" y="484"/>
                </a:cubicBezTo>
                <a:cubicBezTo>
                  <a:pt x="2095" y="507"/>
                  <a:pt x="2099" y="507"/>
                  <a:pt x="2101" y="510"/>
                </a:cubicBezTo>
                <a:cubicBezTo>
                  <a:pt x="2136" y="543"/>
                  <a:pt x="2146" y="541"/>
                  <a:pt x="2150" y="548"/>
                </a:cubicBezTo>
                <a:cubicBezTo>
                  <a:pt x="2174" y="563"/>
                  <a:pt x="2174" y="578"/>
                  <a:pt x="2185" y="576"/>
                </a:cubicBezTo>
                <a:cubicBezTo>
                  <a:pt x="2252" y="631"/>
                  <a:pt x="2255" y="642"/>
                  <a:pt x="2266" y="640"/>
                </a:cubicBezTo>
                <a:cubicBezTo>
                  <a:pt x="2289" y="666"/>
                  <a:pt x="2297" y="668"/>
                  <a:pt x="2300" y="677"/>
                </a:cubicBezTo>
                <a:cubicBezTo>
                  <a:pt x="2344" y="723"/>
                  <a:pt x="2350" y="730"/>
                  <a:pt x="2356" y="737"/>
                </a:cubicBezTo>
                <a:cubicBezTo>
                  <a:pt x="2417" y="805"/>
                  <a:pt x="2415" y="815"/>
                  <a:pt x="2422" y="813"/>
                </a:cubicBezTo>
                <a:cubicBezTo>
                  <a:pt x="2445" y="849"/>
                  <a:pt x="2426" y="842"/>
                  <a:pt x="2432" y="852"/>
                </a:cubicBezTo>
                <a:cubicBezTo>
                  <a:pt x="2411" y="828"/>
                  <a:pt x="2405" y="822"/>
                  <a:pt x="2401" y="814"/>
                </a:cubicBezTo>
                <a:cubicBezTo>
                  <a:pt x="2288" y="715"/>
                  <a:pt x="2285" y="705"/>
                  <a:pt x="2278" y="702"/>
                </a:cubicBezTo>
                <a:cubicBezTo>
                  <a:pt x="2249" y="676"/>
                  <a:pt x="2242" y="679"/>
                  <a:pt x="2242" y="671"/>
                </a:cubicBezTo>
                <a:cubicBezTo>
                  <a:pt x="2217" y="659"/>
                  <a:pt x="2214" y="657"/>
                  <a:pt x="2212" y="654"/>
                </a:cubicBezTo>
                <a:cubicBezTo>
                  <a:pt x="2180" y="629"/>
                  <a:pt x="2175" y="631"/>
                  <a:pt x="2172" y="629"/>
                </a:cubicBezTo>
                <a:cubicBezTo>
                  <a:pt x="2138" y="596"/>
                  <a:pt x="2125" y="599"/>
                  <a:pt x="2122" y="586"/>
                </a:cubicBezTo>
                <a:cubicBezTo>
                  <a:pt x="2087" y="565"/>
                  <a:pt x="2081" y="555"/>
                  <a:pt x="2071" y="552"/>
                </a:cubicBezTo>
                <a:cubicBezTo>
                  <a:pt x="2033" y="518"/>
                  <a:pt x="2030" y="514"/>
                  <a:pt x="2027" y="511"/>
                </a:cubicBezTo>
                <a:cubicBezTo>
                  <a:pt x="1950" y="442"/>
                  <a:pt x="1945" y="433"/>
                  <a:pt x="1936" y="428"/>
                </a:cubicBezTo>
                <a:cubicBezTo>
                  <a:pt x="1888" y="371"/>
                  <a:pt x="1882" y="362"/>
                  <a:pt x="1874" y="355"/>
                </a:cubicBezTo>
                <a:cubicBezTo>
                  <a:pt x="1823" y="288"/>
                  <a:pt x="1821" y="282"/>
                  <a:pt x="1820" y="274"/>
                </a:cubicBezTo>
                <a:cubicBezTo>
                  <a:pt x="1815" y="280"/>
                  <a:pt x="1816" y="292"/>
                  <a:pt x="1824" y="294"/>
                </a:cubicBezTo>
                <a:cubicBezTo>
                  <a:pt x="1871" y="364"/>
                  <a:pt x="1891" y="388"/>
                  <a:pt x="1912" y="412"/>
                </a:cubicBezTo>
                <a:cubicBezTo>
                  <a:pt x="1948" y="454"/>
                  <a:pt x="1955" y="456"/>
                  <a:pt x="1958" y="465"/>
                </a:cubicBezTo>
                <a:cubicBezTo>
                  <a:pt x="2055" y="554"/>
                  <a:pt x="2068" y="559"/>
                  <a:pt x="2075" y="572"/>
                </a:cubicBezTo>
                <a:cubicBezTo>
                  <a:pt x="2139" y="620"/>
                  <a:pt x="2147" y="622"/>
                  <a:pt x="2151" y="630"/>
                </a:cubicBezTo>
                <a:cubicBezTo>
                  <a:pt x="2220" y="678"/>
                  <a:pt x="2227" y="679"/>
                  <a:pt x="2233" y="682"/>
                </a:cubicBezTo>
                <a:cubicBezTo>
                  <a:pt x="2259" y="704"/>
                  <a:pt x="2272" y="710"/>
                  <a:pt x="2279" y="723"/>
                </a:cubicBezTo>
                <a:cubicBezTo>
                  <a:pt x="2323" y="759"/>
                  <a:pt x="2329" y="758"/>
                  <a:pt x="2332" y="763"/>
                </a:cubicBezTo>
                <a:cubicBezTo>
                  <a:pt x="2355" y="785"/>
                  <a:pt x="2355" y="790"/>
                  <a:pt x="2358" y="790"/>
                </a:cubicBezTo>
                <a:cubicBezTo>
                  <a:pt x="2400" y="838"/>
                  <a:pt x="2395" y="831"/>
                  <a:pt x="2389" y="825"/>
                </a:cubicBezTo>
                <a:cubicBezTo>
                  <a:pt x="2359" y="800"/>
                  <a:pt x="2349" y="795"/>
                  <a:pt x="2342" y="784"/>
                </a:cubicBezTo>
                <a:cubicBezTo>
                  <a:pt x="2319" y="775"/>
                  <a:pt x="2317" y="766"/>
                  <a:pt x="2309" y="767"/>
                </a:cubicBezTo>
                <a:cubicBezTo>
                  <a:pt x="2256" y="739"/>
                  <a:pt x="2258" y="725"/>
                  <a:pt x="2248" y="729"/>
                </a:cubicBezTo>
                <a:cubicBezTo>
                  <a:pt x="2179" y="693"/>
                  <a:pt x="2174" y="690"/>
                  <a:pt x="2168" y="686"/>
                </a:cubicBezTo>
                <a:cubicBezTo>
                  <a:pt x="2111" y="663"/>
                  <a:pt x="2111" y="653"/>
                  <a:pt x="2103" y="655"/>
                </a:cubicBezTo>
                <a:cubicBezTo>
                  <a:pt x="2067" y="632"/>
                  <a:pt x="2060" y="631"/>
                  <a:pt x="2054" y="629"/>
                </a:cubicBezTo>
                <a:cubicBezTo>
                  <a:pt x="1990" y="575"/>
                  <a:pt x="1981" y="567"/>
                  <a:pt x="1972" y="560"/>
                </a:cubicBezTo>
                <a:cubicBezTo>
                  <a:pt x="1936" y="524"/>
                  <a:pt x="1928" y="514"/>
                  <a:pt x="1919" y="505"/>
                </a:cubicBezTo>
                <a:cubicBezTo>
                  <a:pt x="1936" y="530"/>
                  <a:pt x="1941" y="538"/>
                  <a:pt x="1945" y="548"/>
                </a:cubicBezTo>
                <a:cubicBezTo>
                  <a:pt x="1994" y="593"/>
                  <a:pt x="2002" y="596"/>
                  <a:pt x="2007" y="606"/>
                </a:cubicBezTo>
                <a:cubicBezTo>
                  <a:pt x="2110" y="672"/>
                  <a:pt x="2119" y="674"/>
                  <a:pt x="2128" y="676"/>
                </a:cubicBezTo>
                <a:cubicBezTo>
                  <a:pt x="2158" y="691"/>
                  <a:pt x="2157" y="699"/>
                  <a:pt x="2164" y="696"/>
                </a:cubicBezTo>
                <a:cubicBezTo>
                  <a:pt x="2210" y="722"/>
                  <a:pt x="2219" y="727"/>
                  <a:pt x="2228" y="730"/>
                </a:cubicBezTo>
                <a:cubicBezTo>
                  <a:pt x="2271" y="761"/>
                  <a:pt x="2279" y="761"/>
                  <a:pt x="2282" y="767"/>
                </a:cubicBezTo>
                <a:cubicBezTo>
                  <a:pt x="2359" y="817"/>
                  <a:pt x="2363" y="823"/>
                  <a:pt x="2370" y="823"/>
                </a:cubicBezTo>
                <a:cubicBezTo>
                  <a:pt x="2410" y="866"/>
                  <a:pt x="2420" y="864"/>
                  <a:pt x="2419" y="875"/>
                </a:cubicBezTo>
                <a:cubicBezTo>
                  <a:pt x="2461" y="917"/>
                  <a:pt x="2461" y="927"/>
                  <a:pt x="2466" y="931"/>
                </a:cubicBezTo>
                <a:cubicBezTo>
                  <a:pt x="2475" y="946"/>
                  <a:pt x="2460" y="941"/>
                  <a:pt x="2453" y="925"/>
                </a:cubicBezTo>
                <a:cubicBezTo>
                  <a:pt x="2402" y="880"/>
                  <a:pt x="2395" y="874"/>
                  <a:pt x="2386" y="870"/>
                </a:cubicBezTo>
                <a:cubicBezTo>
                  <a:pt x="2349" y="840"/>
                  <a:pt x="2349" y="836"/>
                  <a:pt x="2347" y="837"/>
                </a:cubicBezTo>
                <a:cubicBezTo>
                  <a:pt x="2324" y="820"/>
                  <a:pt x="2323" y="811"/>
                  <a:pt x="2315" y="813"/>
                </a:cubicBezTo>
                <a:cubicBezTo>
                  <a:pt x="2250" y="769"/>
                  <a:pt x="2245" y="768"/>
                  <a:pt x="2241" y="766"/>
                </a:cubicBezTo>
                <a:cubicBezTo>
                  <a:pt x="2205" y="747"/>
                  <a:pt x="2197" y="742"/>
                  <a:pt x="2188" y="738"/>
                </a:cubicBezTo>
                <a:cubicBezTo>
                  <a:pt x="2170" y="730"/>
                  <a:pt x="2166" y="725"/>
                  <a:pt x="2159" y="726"/>
                </a:cubicBezTo>
                <a:cubicBezTo>
                  <a:pt x="2089" y="689"/>
                  <a:pt x="2087" y="684"/>
                  <a:pt x="2080" y="686"/>
                </a:cubicBezTo>
                <a:cubicBezTo>
                  <a:pt x="2035" y="659"/>
                  <a:pt x="2033" y="651"/>
                  <a:pt x="2028" y="649"/>
                </a:cubicBezTo>
                <a:cubicBezTo>
                  <a:pt x="1943" y="554"/>
                  <a:pt x="1930" y="550"/>
                  <a:pt x="1925" y="534"/>
                </a:cubicBezTo>
                <a:cubicBezTo>
                  <a:pt x="1914" y="536"/>
                  <a:pt x="1921" y="540"/>
                  <a:pt x="1925" y="549"/>
                </a:cubicBezTo>
                <a:cubicBezTo>
                  <a:pt x="1948" y="574"/>
                  <a:pt x="1952" y="582"/>
                  <a:pt x="1957" y="590"/>
                </a:cubicBezTo>
                <a:cubicBezTo>
                  <a:pt x="2033" y="664"/>
                  <a:pt x="2038" y="671"/>
                  <a:pt x="2045" y="675"/>
                </a:cubicBezTo>
                <a:cubicBezTo>
                  <a:pt x="2081" y="696"/>
                  <a:pt x="2097" y="704"/>
                  <a:pt x="2109" y="716"/>
                </a:cubicBezTo>
                <a:cubicBezTo>
                  <a:pt x="2172" y="745"/>
                  <a:pt x="2188" y="752"/>
                  <a:pt x="2204" y="759"/>
                </a:cubicBezTo>
                <a:cubicBezTo>
                  <a:pt x="2234" y="774"/>
                  <a:pt x="2241" y="779"/>
                  <a:pt x="2248" y="786"/>
                </a:cubicBezTo>
                <a:cubicBezTo>
                  <a:pt x="2276" y="803"/>
                  <a:pt x="2286" y="805"/>
                  <a:pt x="2291" y="812"/>
                </a:cubicBezTo>
                <a:cubicBezTo>
                  <a:pt x="2321" y="828"/>
                  <a:pt x="2326" y="837"/>
                  <a:pt x="2333" y="842"/>
                </a:cubicBezTo>
                <a:cubicBezTo>
                  <a:pt x="2364" y="866"/>
                  <a:pt x="2367" y="865"/>
                  <a:pt x="2368" y="868"/>
                </a:cubicBezTo>
                <a:cubicBezTo>
                  <a:pt x="2355" y="870"/>
                  <a:pt x="2355" y="864"/>
                  <a:pt x="2352" y="862"/>
                </a:cubicBezTo>
                <a:cubicBezTo>
                  <a:pt x="2278" y="837"/>
                  <a:pt x="2273" y="831"/>
                  <a:pt x="2263" y="833"/>
                </a:cubicBezTo>
                <a:cubicBezTo>
                  <a:pt x="2191" y="804"/>
                  <a:pt x="2183" y="801"/>
                  <a:pt x="2174" y="800"/>
                </a:cubicBezTo>
                <a:cubicBezTo>
                  <a:pt x="2102" y="757"/>
                  <a:pt x="2093" y="755"/>
                  <a:pt x="2089" y="746"/>
                </a:cubicBezTo>
                <a:cubicBezTo>
                  <a:pt x="2013" y="696"/>
                  <a:pt x="2008" y="681"/>
                  <a:pt x="1995" y="677"/>
                </a:cubicBezTo>
                <a:cubicBezTo>
                  <a:pt x="2038" y="721"/>
                  <a:pt x="2049" y="733"/>
                  <a:pt x="2062" y="743"/>
                </a:cubicBezTo>
                <a:cubicBezTo>
                  <a:pt x="2107" y="774"/>
                  <a:pt x="2113" y="778"/>
                  <a:pt x="2120" y="782"/>
                </a:cubicBezTo>
                <a:cubicBezTo>
                  <a:pt x="2149" y="790"/>
                  <a:pt x="2144" y="804"/>
                  <a:pt x="2153" y="799"/>
                </a:cubicBezTo>
                <a:cubicBezTo>
                  <a:pt x="2192" y="819"/>
                  <a:pt x="2201" y="820"/>
                  <a:pt x="2206" y="827"/>
                </a:cubicBezTo>
                <a:cubicBezTo>
                  <a:pt x="2263" y="844"/>
                  <a:pt x="2271" y="847"/>
                  <a:pt x="2281" y="847"/>
                </a:cubicBezTo>
                <a:cubicBezTo>
                  <a:pt x="2328" y="875"/>
                  <a:pt x="2342" y="870"/>
                  <a:pt x="2346" y="878"/>
                </a:cubicBezTo>
                <a:cubicBezTo>
                  <a:pt x="2359" y="886"/>
                  <a:pt x="2354" y="885"/>
                  <a:pt x="2350" y="883"/>
                </a:cubicBezTo>
                <a:cubicBezTo>
                  <a:pt x="2292" y="866"/>
                  <a:pt x="2282" y="863"/>
                  <a:pt x="2271" y="861"/>
                </a:cubicBezTo>
                <a:cubicBezTo>
                  <a:pt x="2169" y="829"/>
                  <a:pt x="2160" y="824"/>
                  <a:pt x="2151" y="820"/>
                </a:cubicBezTo>
                <a:cubicBezTo>
                  <a:pt x="2124" y="815"/>
                  <a:pt x="2135" y="811"/>
                  <a:pt x="2139" y="819"/>
                </a:cubicBezTo>
                <a:cubicBezTo>
                  <a:pt x="2186" y="845"/>
                  <a:pt x="2191" y="852"/>
                  <a:pt x="2202" y="851"/>
                </a:cubicBezTo>
                <a:cubicBezTo>
                  <a:pt x="2304" y="921"/>
                  <a:pt x="2316" y="924"/>
                  <a:pt x="2327" y="929"/>
                </a:cubicBezTo>
                <a:cubicBezTo>
                  <a:pt x="2354" y="939"/>
                  <a:pt x="2355" y="943"/>
                  <a:pt x="2359" y="943"/>
                </a:cubicBezTo>
                <a:cubicBezTo>
                  <a:pt x="2402" y="953"/>
                  <a:pt x="2398" y="967"/>
                  <a:pt x="2407" y="963"/>
                </a:cubicBezTo>
                <a:cubicBezTo>
                  <a:pt x="2461" y="1000"/>
                  <a:pt x="2471" y="1006"/>
                  <a:pt x="2480" y="1014"/>
                </a:cubicBezTo>
                <a:cubicBezTo>
                  <a:pt x="2501" y="1045"/>
                  <a:pt x="2508" y="1051"/>
                  <a:pt x="2515" y="1057"/>
                </a:cubicBezTo>
                <a:cubicBezTo>
                  <a:pt x="2542" y="1092"/>
                  <a:pt x="2545" y="1109"/>
                  <a:pt x="2540" y="1108"/>
                </a:cubicBezTo>
                <a:cubicBezTo>
                  <a:pt x="2507" y="1073"/>
                  <a:pt x="2509" y="1065"/>
                  <a:pt x="2505" y="1065"/>
                </a:cubicBezTo>
                <a:cubicBezTo>
                  <a:pt x="2468" y="1030"/>
                  <a:pt x="2458" y="1018"/>
                  <a:pt x="2444" y="1012"/>
                </a:cubicBezTo>
                <a:cubicBezTo>
                  <a:pt x="2372" y="969"/>
                  <a:pt x="2359" y="970"/>
                  <a:pt x="2351" y="963"/>
                </a:cubicBezTo>
                <a:cubicBezTo>
                  <a:pt x="2306" y="945"/>
                  <a:pt x="2296" y="935"/>
                  <a:pt x="2294" y="945"/>
                </a:cubicBezTo>
                <a:cubicBezTo>
                  <a:pt x="2326" y="966"/>
                  <a:pt x="2338" y="966"/>
                  <a:pt x="2344" y="973"/>
                </a:cubicBezTo>
                <a:close/>
                <a:moveTo>
                  <a:pt x="2568" y="1103"/>
                </a:moveTo>
                <a:cubicBezTo>
                  <a:pt x="2580" y="1099"/>
                  <a:pt x="2571" y="1115"/>
                  <a:pt x="2572" y="1120"/>
                </a:cubicBezTo>
                <a:cubicBezTo>
                  <a:pt x="2563" y="1118"/>
                  <a:pt x="2570" y="1107"/>
                  <a:pt x="2568" y="1103"/>
                </a:cubicBezTo>
                <a:close/>
                <a:moveTo>
                  <a:pt x="2571" y="1205"/>
                </a:moveTo>
                <a:cubicBezTo>
                  <a:pt x="2575" y="1209"/>
                  <a:pt x="2578" y="1213"/>
                  <a:pt x="2582" y="1215"/>
                </a:cubicBezTo>
                <a:cubicBezTo>
                  <a:pt x="2584" y="1223"/>
                  <a:pt x="2585" y="1230"/>
                  <a:pt x="2587" y="1238"/>
                </a:cubicBezTo>
                <a:cubicBezTo>
                  <a:pt x="2587" y="1243"/>
                  <a:pt x="2590" y="1242"/>
                  <a:pt x="2591" y="1246"/>
                </a:cubicBezTo>
                <a:cubicBezTo>
                  <a:pt x="2592" y="1249"/>
                  <a:pt x="2592" y="1251"/>
                  <a:pt x="2593" y="1254"/>
                </a:cubicBezTo>
                <a:cubicBezTo>
                  <a:pt x="2594" y="1257"/>
                  <a:pt x="2594" y="1260"/>
                  <a:pt x="2595" y="1263"/>
                </a:cubicBezTo>
                <a:cubicBezTo>
                  <a:pt x="2591" y="1263"/>
                  <a:pt x="2591" y="1256"/>
                  <a:pt x="2590" y="1252"/>
                </a:cubicBezTo>
                <a:cubicBezTo>
                  <a:pt x="2587" y="1245"/>
                  <a:pt x="2583" y="1240"/>
                  <a:pt x="2578" y="1237"/>
                </a:cubicBezTo>
                <a:cubicBezTo>
                  <a:pt x="2578" y="1228"/>
                  <a:pt x="2573" y="1227"/>
                  <a:pt x="2571" y="1220"/>
                </a:cubicBezTo>
                <a:cubicBezTo>
                  <a:pt x="2569" y="1215"/>
                  <a:pt x="2568" y="1209"/>
                  <a:pt x="2563" y="1207"/>
                </a:cubicBezTo>
                <a:cubicBezTo>
                  <a:pt x="2564" y="1202"/>
                  <a:pt x="2568" y="1206"/>
                  <a:pt x="2571" y="1205"/>
                </a:cubicBezTo>
                <a:close/>
                <a:moveTo>
                  <a:pt x="2594" y="743"/>
                </a:moveTo>
                <a:cubicBezTo>
                  <a:pt x="2598" y="739"/>
                  <a:pt x="2601" y="734"/>
                  <a:pt x="2603" y="729"/>
                </a:cubicBezTo>
                <a:cubicBezTo>
                  <a:pt x="2615" y="704"/>
                  <a:pt x="2626" y="698"/>
                  <a:pt x="2627" y="686"/>
                </a:cubicBezTo>
                <a:cubicBezTo>
                  <a:pt x="2674" y="586"/>
                  <a:pt x="2682" y="578"/>
                  <a:pt x="2689" y="570"/>
                </a:cubicBezTo>
                <a:cubicBezTo>
                  <a:pt x="2716" y="496"/>
                  <a:pt x="2723" y="487"/>
                  <a:pt x="2727" y="476"/>
                </a:cubicBezTo>
                <a:cubicBezTo>
                  <a:pt x="2744" y="436"/>
                  <a:pt x="2748" y="425"/>
                  <a:pt x="2749" y="413"/>
                </a:cubicBezTo>
                <a:cubicBezTo>
                  <a:pt x="2776" y="345"/>
                  <a:pt x="2775" y="338"/>
                  <a:pt x="2778" y="333"/>
                </a:cubicBezTo>
                <a:cubicBezTo>
                  <a:pt x="2784" y="320"/>
                  <a:pt x="2785" y="323"/>
                  <a:pt x="2785" y="326"/>
                </a:cubicBezTo>
                <a:cubicBezTo>
                  <a:pt x="2774" y="383"/>
                  <a:pt x="2763" y="395"/>
                  <a:pt x="2761" y="413"/>
                </a:cubicBezTo>
                <a:cubicBezTo>
                  <a:pt x="2749" y="447"/>
                  <a:pt x="2744" y="454"/>
                  <a:pt x="2745" y="464"/>
                </a:cubicBezTo>
                <a:cubicBezTo>
                  <a:pt x="2716" y="521"/>
                  <a:pt x="2712" y="536"/>
                  <a:pt x="2709" y="551"/>
                </a:cubicBezTo>
                <a:cubicBezTo>
                  <a:pt x="2669" y="627"/>
                  <a:pt x="2668" y="630"/>
                  <a:pt x="2663" y="631"/>
                </a:cubicBezTo>
                <a:cubicBezTo>
                  <a:pt x="2653" y="653"/>
                  <a:pt x="2651" y="656"/>
                  <a:pt x="2648" y="658"/>
                </a:cubicBezTo>
                <a:cubicBezTo>
                  <a:pt x="2614" y="720"/>
                  <a:pt x="2610" y="726"/>
                  <a:pt x="2606" y="731"/>
                </a:cubicBezTo>
                <a:cubicBezTo>
                  <a:pt x="2571" y="790"/>
                  <a:pt x="2574" y="800"/>
                  <a:pt x="2564" y="802"/>
                </a:cubicBezTo>
                <a:close/>
                <a:moveTo>
                  <a:pt x="2430" y="412"/>
                </a:moveTo>
                <a:cubicBezTo>
                  <a:pt x="2426" y="404"/>
                  <a:pt x="2434" y="405"/>
                  <a:pt x="2433" y="399"/>
                </a:cubicBezTo>
                <a:cubicBezTo>
                  <a:pt x="2435" y="390"/>
                  <a:pt x="2440" y="382"/>
                  <a:pt x="2443" y="374"/>
                </a:cubicBezTo>
                <a:cubicBezTo>
                  <a:pt x="2447" y="374"/>
                  <a:pt x="2444" y="379"/>
                  <a:pt x="2441" y="380"/>
                </a:cubicBezTo>
                <a:cubicBezTo>
                  <a:pt x="2441" y="397"/>
                  <a:pt x="2431" y="408"/>
                  <a:pt x="2429" y="424"/>
                </a:cubicBezTo>
                <a:cubicBezTo>
                  <a:pt x="2422" y="424"/>
                  <a:pt x="2427" y="413"/>
                  <a:pt x="2430" y="412"/>
                </a:cubicBezTo>
                <a:close/>
                <a:moveTo>
                  <a:pt x="2310" y="226"/>
                </a:moveTo>
                <a:cubicBezTo>
                  <a:pt x="2310" y="231"/>
                  <a:pt x="2315" y="240"/>
                  <a:pt x="2306" y="239"/>
                </a:cubicBezTo>
                <a:cubicBezTo>
                  <a:pt x="2311" y="232"/>
                  <a:pt x="2302" y="232"/>
                  <a:pt x="2303" y="221"/>
                </a:cubicBezTo>
                <a:cubicBezTo>
                  <a:pt x="2299" y="213"/>
                  <a:pt x="2306" y="212"/>
                  <a:pt x="2302" y="204"/>
                </a:cubicBezTo>
                <a:cubicBezTo>
                  <a:pt x="2300" y="193"/>
                  <a:pt x="2298" y="183"/>
                  <a:pt x="2296" y="173"/>
                </a:cubicBezTo>
                <a:cubicBezTo>
                  <a:pt x="2296" y="137"/>
                  <a:pt x="2301" y="105"/>
                  <a:pt x="2302" y="71"/>
                </a:cubicBezTo>
                <a:cubicBezTo>
                  <a:pt x="2305" y="70"/>
                  <a:pt x="2305" y="74"/>
                  <a:pt x="2306" y="76"/>
                </a:cubicBezTo>
                <a:cubicBezTo>
                  <a:pt x="2308" y="101"/>
                  <a:pt x="2305" y="123"/>
                  <a:pt x="2312" y="152"/>
                </a:cubicBezTo>
                <a:cubicBezTo>
                  <a:pt x="2313" y="162"/>
                  <a:pt x="2309" y="169"/>
                  <a:pt x="2312" y="181"/>
                </a:cubicBezTo>
                <a:cubicBezTo>
                  <a:pt x="2318" y="187"/>
                  <a:pt x="2301" y="191"/>
                  <a:pt x="2312" y="193"/>
                </a:cubicBezTo>
                <a:cubicBezTo>
                  <a:pt x="2310" y="197"/>
                  <a:pt x="2311" y="204"/>
                  <a:pt x="2309" y="208"/>
                </a:cubicBezTo>
                <a:cubicBezTo>
                  <a:pt x="2308" y="214"/>
                  <a:pt x="2316" y="224"/>
                  <a:pt x="2310" y="226"/>
                </a:cubicBezTo>
                <a:close/>
                <a:moveTo>
                  <a:pt x="2315" y="281"/>
                </a:moveTo>
                <a:cubicBezTo>
                  <a:pt x="2314" y="277"/>
                  <a:pt x="2313" y="274"/>
                  <a:pt x="2312" y="270"/>
                </a:cubicBezTo>
                <a:cubicBezTo>
                  <a:pt x="2313" y="265"/>
                  <a:pt x="2315" y="269"/>
                  <a:pt x="2316" y="272"/>
                </a:cubicBezTo>
                <a:cubicBezTo>
                  <a:pt x="2317" y="276"/>
                  <a:pt x="2317" y="280"/>
                  <a:pt x="2318" y="283"/>
                </a:cubicBezTo>
                <a:cubicBezTo>
                  <a:pt x="2318" y="288"/>
                  <a:pt x="2315" y="284"/>
                  <a:pt x="2315" y="281"/>
                </a:cubicBezTo>
                <a:close/>
                <a:moveTo>
                  <a:pt x="2320" y="100"/>
                </a:moveTo>
                <a:cubicBezTo>
                  <a:pt x="2314" y="99"/>
                  <a:pt x="2318" y="95"/>
                  <a:pt x="2318" y="91"/>
                </a:cubicBezTo>
                <a:cubicBezTo>
                  <a:pt x="2322" y="83"/>
                  <a:pt x="2319" y="96"/>
                  <a:pt x="2320" y="100"/>
                </a:cubicBezTo>
                <a:close/>
                <a:moveTo>
                  <a:pt x="2315" y="385"/>
                </a:moveTo>
                <a:cubicBezTo>
                  <a:pt x="2321" y="373"/>
                  <a:pt x="2327" y="393"/>
                  <a:pt x="2327" y="403"/>
                </a:cubicBezTo>
                <a:cubicBezTo>
                  <a:pt x="2320" y="401"/>
                  <a:pt x="2322" y="387"/>
                  <a:pt x="2315" y="385"/>
                </a:cubicBezTo>
                <a:close/>
                <a:moveTo>
                  <a:pt x="2328" y="420"/>
                </a:moveTo>
                <a:cubicBezTo>
                  <a:pt x="2327" y="417"/>
                  <a:pt x="2326" y="413"/>
                  <a:pt x="2326" y="409"/>
                </a:cubicBezTo>
                <a:cubicBezTo>
                  <a:pt x="2326" y="404"/>
                  <a:pt x="2329" y="408"/>
                  <a:pt x="2329" y="411"/>
                </a:cubicBezTo>
                <a:cubicBezTo>
                  <a:pt x="2330" y="415"/>
                  <a:pt x="2331" y="419"/>
                  <a:pt x="2331" y="423"/>
                </a:cubicBezTo>
                <a:cubicBezTo>
                  <a:pt x="2331" y="427"/>
                  <a:pt x="2328" y="423"/>
                  <a:pt x="2328" y="420"/>
                </a:cubicBezTo>
                <a:close/>
                <a:moveTo>
                  <a:pt x="1944" y="365"/>
                </a:moveTo>
                <a:cubicBezTo>
                  <a:pt x="1950" y="367"/>
                  <a:pt x="1957" y="368"/>
                  <a:pt x="1958" y="376"/>
                </a:cubicBezTo>
                <a:cubicBezTo>
                  <a:pt x="1953" y="374"/>
                  <a:pt x="1946" y="373"/>
                  <a:pt x="1944" y="365"/>
                </a:cubicBezTo>
                <a:close/>
                <a:moveTo>
                  <a:pt x="1973" y="391"/>
                </a:moveTo>
                <a:cubicBezTo>
                  <a:pt x="1968" y="390"/>
                  <a:pt x="1966" y="382"/>
                  <a:pt x="1960" y="382"/>
                </a:cubicBezTo>
                <a:cubicBezTo>
                  <a:pt x="1961" y="374"/>
                  <a:pt x="1967" y="387"/>
                  <a:pt x="1972" y="385"/>
                </a:cubicBezTo>
                <a:cubicBezTo>
                  <a:pt x="1976" y="390"/>
                  <a:pt x="1980" y="393"/>
                  <a:pt x="1986" y="395"/>
                </a:cubicBezTo>
                <a:cubicBezTo>
                  <a:pt x="1985" y="403"/>
                  <a:pt x="1975" y="394"/>
                  <a:pt x="1973" y="391"/>
                </a:cubicBezTo>
                <a:close/>
                <a:moveTo>
                  <a:pt x="2396" y="596"/>
                </a:moveTo>
                <a:cubicBezTo>
                  <a:pt x="2404" y="592"/>
                  <a:pt x="2394" y="577"/>
                  <a:pt x="2403" y="574"/>
                </a:cubicBezTo>
                <a:cubicBezTo>
                  <a:pt x="2416" y="518"/>
                  <a:pt x="2424" y="514"/>
                  <a:pt x="2422" y="505"/>
                </a:cubicBezTo>
                <a:cubicBezTo>
                  <a:pt x="2471" y="414"/>
                  <a:pt x="2479" y="391"/>
                  <a:pt x="2493" y="373"/>
                </a:cubicBezTo>
                <a:cubicBezTo>
                  <a:pt x="2545" y="298"/>
                  <a:pt x="2559" y="280"/>
                  <a:pt x="2577" y="264"/>
                </a:cubicBezTo>
                <a:cubicBezTo>
                  <a:pt x="2604" y="233"/>
                  <a:pt x="2607" y="229"/>
                  <a:pt x="2611" y="225"/>
                </a:cubicBezTo>
                <a:cubicBezTo>
                  <a:pt x="2635" y="198"/>
                  <a:pt x="2633" y="194"/>
                  <a:pt x="2637" y="193"/>
                </a:cubicBezTo>
                <a:cubicBezTo>
                  <a:pt x="2685" y="139"/>
                  <a:pt x="2692" y="132"/>
                  <a:pt x="2697" y="124"/>
                </a:cubicBezTo>
                <a:cubicBezTo>
                  <a:pt x="2720" y="96"/>
                  <a:pt x="2732" y="92"/>
                  <a:pt x="2736" y="84"/>
                </a:cubicBezTo>
                <a:cubicBezTo>
                  <a:pt x="2770" y="51"/>
                  <a:pt x="2771" y="46"/>
                  <a:pt x="2772" y="41"/>
                </a:cubicBezTo>
                <a:cubicBezTo>
                  <a:pt x="2784" y="32"/>
                  <a:pt x="2782" y="35"/>
                  <a:pt x="2781" y="40"/>
                </a:cubicBezTo>
                <a:cubicBezTo>
                  <a:pt x="2726" y="106"/>
                  <a:pt x="2717" y="119"/>
                  <a:pt x="2708" y="131"/>
                </a:cubicBezTo>
                <a:cubicBezTo>
                  <a:pt x="2689" y="150"/>
                  <a:pt x="2683" y="164"/>
                  <a:pt x="2676" y="167"/>
                </a:cubicBezTo>
                <a:cubicBezTo>
                  <a:pt x="2607" y="244"/>
                  <a:pt x="2603" y="251"/>
                  <a:pt x="2597" y="257"/>
                </a:cubicBezTo>
                <a:cubicBezTo>
                  <a:pt x="2585" y="268"/>
                  <a:pt x="2583" y="271"/>
                  <a:pt x="2583" y="275"/>
                </a:cubicBezTo>
                <a:cubicBezTo>
                  <a:pt x="2546" y="324"/>
                  <a:pt x="2536" y="323"/>
                  <a:pt x="2537" y="328"/>
                </a:cubicBezTo>
                <a:cubicBezTo>
                  <a:pt x="2507" y="370"/>
                  <a:pt x="2505" y="373"/>
                  <a:pt x="2502" y="377"/>
                </a:cubicBezTo>
                <a:cubicBezTo>
                  <a:pt x="2480" y="408"/>
                  <a:pt x="2485" y="416"/>
                  <a:pt x="2478" y="417"/>
                </a:cubicBezTo>
                <a:cubicBezTo>
                  <a:pt x="2461" y="457"/>
                  <a:pt x="2455" y="461"/>
                  <a:pt x="2453" y="469"/>
                </a:cubicBezTo>
                <a:cubicBezTo>
                  <a:pt x="2436" y="524"/>
                  <a:pt x="2425" y="527"/>
                  <a:pt x="2429" y="539"/>
                </a:cubicBezTo>
                <a:cubicBezTo>
                  <a:pt x="2409" y="628"/>
                  <a:pt x="2403" y="642"/>
                  <a:pt x="2403" y="660"/>
                </a:cubicBezTo>
                <a:cubicBezTo>
                  <a:pt x="2384" y="608"/>
                  <a:pt x="2399" y="608"/>
                  <a:pt x="2396" y="596"/>
                </a:cubicBezTo>
                <a:close/>
                <a:moveTo>
                  <a:pt x="2398" y="693"/>
                </a:moveTo>
                <a:cubicBezTo>
                  <a:pt x="2396" y="699"/>
                  <a:pt x="2394" y="692"/>
                  <a:pt x="2394" y="688"/>
                </a:cubicBezTo>
                <a:cubicBezTo>
                  <a:pt x="2395" y="683"/>
                  <a:pt x="2397" y="689"/>
                  <a:pt x="2398" y="693"/>
                </a:cubicBezTo>
                <a:close/>
                <a:moveTo>
                  <a:pt x="1893" y="123"/>
                </a:moveTo>
                <a:cubicBezTo>
                  <a:pt x="1901" y="123"/>
                  <a:pt x="1900" y="134"/>
                  <a:pt x="1907" y="135"/>
                </a:cubicBezTo>
                <a:cubicBezTo>
                  <a:pt x="1905" y="142"/>
                  <a:pt x="1894" y="130"/>
                  <a:pt x="1893" y="123"/>
                </a:cubicBezTo>
                <a:close/>
                <a:moveTo>
                  <a:pt x="2222" y="513"/>
                </a:moveTo>
                <a:cubicBezTo>
                  <a:pt x="2220" y="511"/>
                  <a:pt x="2218" y="509"/>
                  <a:pt x="2218" y="505"/>
                </a:cubicBezTo>
                <a:cubicBezTo>
                  <a:pt x="2210" y="506"/>
                  <a:pt x="2211" y="494"/>
                  <a:pt x="2204" y="496"/>
                </a:cubicBezTo>
                <a:cubicBezTo>
                  <a:pt x="2198" y="485"/>
                  <a:pt x="2190" y="477"/>
                  <a:pt x="2181" y="471"/>
                </a:cubicBezTo>
                <a:cubicBezTo>
                  <a:pt x="2182" y="465"/>
                  <a:pt x="2187" y="468"/>
                  <a:pt x="2188" y="472"/>
                </a:cubicBezTo>
                <a:cubicBezTo>
                  <a:pt x="2192" y="473"/>
                  <a:pt x="2193" y="476"/>
                  <a:pt x="2197" y="476"/>
                </a:cubicBezTo>
                <a:cubicBezTo>
                  <a:pt x="2206" y="492"/>
                  <a:pt x="2219" y="500"/>
                  <a:pt x="2229" y="514"/>
                </a:cubicBezTo>
                <a:cubicBezTo>
                  <a:pt x="2227" y="520"/>
                  <a:pt x="2226" y="512"/>
                  <a:pt x="2222" y="513"/>
                </a:cubicBezTo>
                <a:close/>
                <a:moveTo>
                  <a:pt x="2255" y="556"/>
                </a:moveTo>
                <a:cubicBezTo>
                  <a:pt x="2254" y="542"/>
                  <a:pt x="2242" y="546"/>
                  <a:pt x="2241" y="533"/>
                </a:cubicBezTo>
                <a:cubicBezTo>
                  <a:pt x="2249" y="536"/>
                  <a:pt x="2252" y="549"/>
                  <a:pt x="2260" y="552"/>
                </a:cubicBezTo>
                <a:cubicBezTo>
                  <a:pt x="2264" y="561"/>
                  <a:pt x="2272" y="564"/>
                  <a:pt x="2276" y="573"/>
                </a:cubicBezTo>
                <a:cubicBezTo>
                  <a:pt x="2266" y="571"/>
                  <a:pt x="2265" y="557"/>
                  <a:pt x="2255" y="556"/>
                </a:cubicBezTo>
                <a:close/>
                <a:moveTo>
                  <a:pt x="2244" y="517"/>
                </a:moveTo>
                <a:cubicBezTo>
                  <a:pt x="2234" y="499"/>
                  <a:pt x="2217" y="490"/>
                  <a:pt x="2208" y="471"/>
                </a:cubicBezTo>
                <a:cubicBezTo>
                  <a:pt x="2161" y="429"/>
                  <a:pt x="2161" y="413"/>
                  <a:pt x="2152" y="412"/>
                </a:cubicBezTo>
                <a:cubicBezTo>
                  <a:pt x="2109" y="364"/>
                  <a:pt x="2107" y="351"/>
                  <a:pt x="2100" y="345"/>
                </a:cubicBezTo>
                <a:cubicBezTo>
                  <a:pt x="2049" y="284"/>
                  <a:pt x="2039" y="279"/>
                  <a:pt x="2032" y="270"/>
                </a:cubicBezTo>
                <a:cubicBezTo>
                  <a:pt x="1983" y="214"/>
                  <a:pt x="1975" y="217"/>
                  <a:pt x="1972" y="211"/>
                </a:cubicBezTo>
                <a:cubicBezTo>
                  <a:pt x="1943" y="186"/>
                  <a:pt x="1942" y="178"/>
                  <a:pt x="1936" y="177"/>
                </a:cubicBezTo>
                <a:cubicBezTo>
                  <a:pt x="1912" y="148"/>
                  <a:pt x="1909" y="146"/>
                  <a:pt x="1908" y="141"/>
                </a:cubicBezTo>
                <a:cubicBezTo>
                  <a:pt x="1957" y="177"/>
                  <a:pt x="1957" y="192"/>
                  <a:pt x="1966" y="192"/>
                </a:cubicBezTo>
                <a:cubicBezTo>
                  <a:pt x="2024" y="244"/>
                  <a:pt x="2033" y="256"/>
                  <a:pt x="2045" y="264"/>
                </a:cubicBezTo>
                <a:cubicBezTo>
                  <a:pt x="2067" y="286"/>
                  <a:pt x="2073" y="291"/>
                  <a:pt x="2078" y="296"/>
                </a:cubicBezTo>
                <a:cubicBezTo>
                  <a:pt x="2174" y="397"/>
                  <a:pt x="2182" y="399"/>
                  <a:pt x="2188" y="401"/>
                </a:cubicBezTo>
                <a:cubicBezTo>
                  <a:pt x="2229" y="460"/>
                  <a:pt x="2238" y="458"/>
                  <a:pt x="2240" y="468"/>
                </a:cubicBezTo>
                <a:cubicBezTo>
                  <a:pt x="2284" y="528"/>
                  <a:pt x="2293" y="532"/>
                  <a:pt x="2299" y="542"/>
                </a:cubicBezTo>
                <a:cubicBezTo>
                  <a:pt x="2346" y="605"/>
                  <a:pt x="2348" y="613"/>
                  <a:pt x="2350" y="620"/>
                </a:cubicBezTo>
                <a:cubicBezTo>
                  <a:pt x="2377" y="697"/>
                  <a:pt x="2379" y="686"/>
                  <a:pt x="2373" y="686"/>
                </a:cubicBezTo>
                <a:cubicBezTo>
                  <a:pt x="2354" y="655"/>
                  <a:pt x="2352" y="651"/>
                  <a:pt x="2348" y="650"/>
                </a:cubicBezTo>
                <a:cubicBezTo>
                  <a:pt x="2327" y="617"/>
                  <a:pt x="2318" y="615"/>
                  <a:pt x="2314" y="604"/>
                </a:cubicBezTo>
                <a:close/>
                <a:moveTo>
                  <a:pt x="2284" y="583"/>
                </a:moveTo>
                <a:cubicBezTo>
                  <a:pt x="2296" y="588"/>
                  <a:pt x="2297" y="610"/>
                  <a:pt x="2311" y="613"/>
                </a:cubicBezTo>
                <a:cubicBezTo>
                  <a:pt x="2311" y="624"/>
                  <a:pt x="2319" y="623"/>
                  <a:pt x="2320" y="632"/>
                </a:cubicBezTo>
                <a:cubicBezTo>
                  <a:pt x="2309" y="627"/>
                  <a:pt x="2302" y="615"/>
                  <a:pt x="2292" y="608"/>
                </a:cubicBezTo>
                <a:cubicBezTo>
                  <a:pt x="2293" y="596"/>
                  <a:pt x="2289" y="594"/>
                  <a:pt x="2284" y="583"/>
                </a:cubicBezTo>
                <a:close/>
                <a:moveTo>
                  <a:pt x="2405" y="775"/>
                </a:moveTo>
                <a:cubicBezTo>
                  <a:pt x="2397" y="766"/>
                  <a:pt x="2390" y="755"/>
                  <a:pt x="2384" y="743"/>
                </a:cubicBezTo>
                <a:cubicBezTo>
                  <a:pt x="2329" y="688"/>
                  <a:pt x="2320" y="677"/>
                  <a:pt x="2310" y="669"/>
                </a:cubicBezTo>
                <a:cubicBezTo>
                  <a:pt x="2274" y="634"/>
                  <a:pt x="2264" y="627"/>
                  <a:pt x="2253" y="622"/>
                </a:cubicBezTo>
                <a:cubicBezTo>
                  <a:pt x="2221" y="588"/>
                  <a:pt x="2218" y="586"/>
                  <a:pt x="2213" y="585"/>
                </a:cubicBezTo>
                <a:cubicBezTo>
                  <a:pt x="2168" y="546"/>
                  <a:pt x="2160" y="543"/>
                  <a:pt x="2156" y="535"/>
                </a:cubicBezTo>
                <a:cubicBezTo>
                  <a:pt x="2103" y="491"/>
                  <a:pt x="2083" y="490"/>
                  <a:pt x="2075" y="471"/>
                </a:cubicBezTo>
                <a:cubicBezTo>
                  <a:pt x="2018" y="433"/>
                  <a:pt x="2017" y="422"/>
                  <a:pt x="2009" y="422"/>
                </a:cubicBezTo>
                <a:cubicBezTo>
                  <a:pt x="2026" y="431"/>
                  <a:pt x="2032" y="435"/>
                  <a:pt x="2039" y="437"/>
                </a:cubicBezTo>
                <a:cubicBezTo>
                  <a:pt x="2092" y="477"/>
                  <a:pt x="2097" y="481"/>
                  <a:pt x="2104" y="483"/>
                </a:cubicBezTo>
                <a:cubicBezTo>
                  <a:pt x="2173" y="528"/>
                  <a:pt x="2172" y="534"/>
                  <a:pt x="2173" y="534"/>
                </a:cubicBezTo>
                <a:cubicBezTo>
                  <a:pt x="2205" y="559"/>
                  <a:pt x="2213" y="559"/>
                  <a:pt x="2218" y="564"/>
                </a:cubicBezTo>
                <a:cubicBezTo>
                  <a:pt x="2273" y="608"/>
                  <a:pt x="2282" y="618"/>
                  <a:pt x="2295" y="622"/>
                </a:cubicBezTo>
                <a:cubicBezTo>
                  <a:pt x="2356" y="681"/>
                  <a:pt x="2361" y="694"/>
                  <a:pt x="2372" y="698"/>
                </a:cubicBezTo>
                <a:cubicBezTo>
                  <a:pt x="2404" y="751"/>
                  <a:pt x="2411" y="750"/>
                  <a:pt x="2411" y="759"/>
                </a:cubicBezTo>
                <a:cubicBezTo>
                  <a:pt x="2419" y="798"/>
                  <a:pt x="2412" y="786"/>
                  <a:pt x="2405" y="775"/>
                </a:cubicBezTo>
                <a:close/>
                <a:moveTo>
                  <a:pt x="2433" y="769"/>
                </a:moveTo>
                <a:cubicBezTo>
                  <a:pt x="2433" y="759"/>
                  <a:pt x="2429" y="756"/>
                  <a:pt x="2427" y="750"/>
                </a:cubicBezTo>
                <a:cubicBezTo>
                  <a:pt x="2434" y="682"/>
                  <a:pt x="2445" y="671"/>
                  <a:pt x="2442" y="652"/>
                </a:cubicBezTo>
                <a:cubicBezTo>
                  <a:pt x="2455" y="614"/>
                  <a:pt x="2455" y="610"/>
                  <a:pt x="2454" y="605"/>
                </a:cubicBezTo>
                <a:cubicBezTo>
                  <a:pt x="2465" y="566"/>
                  <a:pt x="2469" y="565"/>
                  <a:pt x="2469" y="561"/>
                </a:cubicBezTo>
                <a:cubicBezTo>
                  <a:pt x="2515" y="452"/>
                  <a:pt x="2524" y="452"/>
                  <a:pt x="2522" y="446"/>
                </a:cubicBezTo>
                <a:cubicBezTo>
                  <a:pt x="2557" y="387"/>
                  <a:pt x="2568" y="376"/>
                  <a:pt x="2577" y="365"/>
                </a:cubicBezTo>
                <a:cubicBezTo>
                  <a:pt x="2603" y="318"/>
                  <a:pt x="2613" y="317"/>
                  <a:pt x="2613" y="307"/>
                </a:cubicBezTo>
                <a:cubicBezTo>
                  <a:pt x="2647" y="267"/>
                  <a:pt x="2651" y="262"/>
                  <a:pt x="2656" y="257"/>
                </a:cubicBezTo>
                <a:cubicBezTo>
                  <a:pt x="2732" y="164"/>
                  <a:pt x="2748" y="139"/>
                  <a:pt x="2770" y="119"/>
                </a:cubicBezTo>
                <a:cubicBezTo>
                  <a:pt x="2774" y="130"/>
                  <a:pt x="2764" y="131"/>
                  <a:pt x="2765" y="137"/>
                </a:cubicBezTo>
                <a:cubicBezTo>
                  <a:pt x="2754" y="157"/>
                  <a:pt x="2751" y="161"/>
                  <a:pt x="2747" y="165"/>
                </a:cubicBezTo>
                <a:cubicBezTo>
                  <a:pt x="2698" y="241"/>
                  <a:pt x="2696" y="247"/>
                  <a:pt x="2690" y="250"/>
                </a:cubicBezTo>
                <a:cubicBezTo>
                  <a:pt x="2664" y="288"/>
                  <a:pt x="2661" y="294"/>
                  <a:pt x="2655" y="299"/>
                </a:cubicBezTo>
                <a:cubicBezTo>
                  <a:pt x="2627" y="357"/>
                  <a:pt x="2621" y="361"/>
                  <a:pt x="2616" y="366"/>
                </a:cubicBezTo>
                <a:cubicBezTo>
                  <a:pt x="2583" y="417"/>
                  <a:pt x="2581" y="420"/>
                  <a:pt x="2576" y="421"/>
                </a:cubicBezTo>
                <a:cubicBezTo>
                  <a:pt x="2560" y="447"/>
                  <a:pt x="2564" y="452"/>
                  <a:pt x="2562" y="453"/>
                </a:cubicBezTo>
                <a:cubicBezTo>
                  <a:pt x="2554" y="472"/>
                  <a:pt x="2540" y="470"/>
                  <a:pt x="2544" y="481"/>
                </a:cubicBezTo>
                <a:cubicBezTo>
                  <a:pt x="2516" y="524"/>
                  <a:pt x="2510" y="536"/>
                  <a:pt x="2508" y="550"/>
                </a:cubicBezTo>
                <a:cubicBezTo>
                  <a:pt x="2462" y="644"/>
                  <a:pt x="2456" y="671"/>
                  <a:pt x="2452" y="700"/>
                </a:cubicBezTo>
                <a:cubicBezTo>
                  <a:pt x="2444" y="756"/>
                  <a:pt x="2443" y="770"/>
                  <a:pt x="2443" y="785"/>
                </a:cubicBezTo>
                <a:close/>
                <a:moveTo>
                  <a:pt x="2440" y="862"/>
                </a:moveTo>
                <a:cubicBezTo>
                  <a:pt x="2443" y="862"/>
                  <a:pt x="2446" y="861"/>
                  <a:pt x="2449" y="860"/>
                </a:cubicBezTo>
                <a:cubicBezTo>
                  <a:pt x="2453" y="863"/>
                  <a:pt x="2454" y="870"/>
                  <a:pt x="2455" y="877"/>
                </a:cubicBezTo>
                <a:cubicBezTo>
                  <a:pt x="2449" y="874"/>
                  <a:pt x="2444" y="869"/>
                  <a:pt x="2440" y="862"/>
                </a:cubicBezTo>
                <a:close/>
                <a:moveTo>
                  <a:pt x="2463" y="855"/>
                </a:moveTo>
                <a:cubicBezTo>
                  <a:pt x="2452" y="849"/>
                  <a:pt x="2458" y="839"/>
                  <a:pt x="2452" y="830"/>
                </a:cubicBezTo>
                <a:cubicBezTo>
                  <a:pt x="2455" y="830"/>
                  <a:pt x="2457" y="829"/>
                  <a:pt x="2457" y="826"/>
                </a:cubicBezTo>
                <a:cubicBezTo>
                  <a:pt x="2465" y="830"/>
                  <a:pt x="2463" y="848"/>
                  <a:pt x="2463" y="855"/>
                </a:cubicBezTo>
                <a:close/>
                <a:moveTo>
                  <a:pt x="2461" y="819"/>
                </a:moveTo>
                <a:cubicBezTo>
                  <a:pt x="2451" y="819"/>
                  <a:pt x="2460" y="813"/>
                  <a:pt x="2455" y="803"/>
                </a:cubicBezTo>
                <a:cubicBezTo>
                  <a:pt x="2458" y="736"/>
                  <a:pt x="2456" y="727"/>
                  <a:pt x="2460" y="722"/>
                </a:cubicBezTo>
                <a:cubicBezTo>
                  <a:pt x="2467" y="691"/>
                  <a:pt x="2468" y="689"/>
                  <a:pt x="2465" y="689"/>
                </a:cubicBezTo>
                <a:cubicBezTo>
                  <a:pt x="2477" y="646"/>
                  <a:pt x="2478" y="642"/>
                  <a:pt x="2478" y="639"/>
                </a:cubicBezTo>
                <a:cubicBezTo>
                  <a:pt x="2492" y="607"/>
                  <a:pt x="2493" y="604"/>
                  <a:pt x="2494" y="600"/>
                </a:cubicBezTo>
                <a:cubicBezTo>
                  <a:pt x="2525" y="540"/>
                  <a:pt x="2526" y="524"/>
                  <a:pt x="2536" y="515"/>
                </a:cubicBezTo>
                <a:cubicBezTo>
                  <a:pt x="2593" y="420"/>
                  <a:pt x="2598" y="419"/>
                  <a:pt x="2596" y="414"/>
                </a:cubicBezTo>
                <a:cubicBezTo>
                  <a:pt x="2637" y="346"/>
                  <a:pt x="2655" y="324"/>
                  <a:pt x="2667" y="299"/>
                </a:cubicBezTo>
                <a:cubicBezTo>
                  <a:pt x="2747" y="183"/>
                  <a:pt x="2754" y="171"/>
                  <a:pt x="2760" y="159"/>
                </a:cubicBezTo>
                <a:cubicBezTo>
                  <a:pt x="2770" y="136"/>
                  <a:pt x="2776" y="137"/>
                  <a:pt x="2776" y="135"/>
                </a:cubicBezTo>
                <a:cubicBezTo>
                  <a:pt x="2792" y="96"/>
                  <a:pt x="2792" y="88"/>
                  <a:pt x="2795" y="81"/>
                </a:cubicBezTo>
                <a:cubicBezTo>
                  <a:pt x="2831" y="54"/>
                  <a:pt x="2824" y="55"/>
                  <a:pt x="2823" y="61"/>
                </a:cubicBezTo>
                <a:cubicBezTo>
                  <a:pt x="2798" y="112"/>
                  <a:pt x="2795" y="131"/>
                  <a:pt x="2781" y="143"/>
                </a:cubicBezTo>
                <a:cubicBezTo>
                  <a:pt x="2755" y="180"/>
                  <a:pt x="2765" y="191"/>
                  <a:pt x="2755" y="190"/>
                </a:cubicBezTo>
                <a:cubicBezTo>
                  <a:pt x="2741" y="235"/>
                  <a:pt x="2727" y="230"/>
                  <a:pt x="2732" y="239"/>
                </a:cubicBezTo>
                <a:cubicBezTo>
                  <a:pt x="2696" y="300"/>
                  <a:pt x="2684" y="314"/>
                  <a:pt x="2676" y="330"/>
                </a:cubicBezTo>
                <a:cubicBezTo>
                  <a:pt x="2652" y="367"/>
                  <a:pt x="2642" y="381"/>
                  <a:pt x="2630" y="395"/>
                </a:cubicBezTo>
                <a:cubicBezTo>
                  <a:pt x="2602" y="443"/>
                  <a:pt x="2597" y="446"/>
                  <a:pt x="2598" y="452"/>
                </a:cubicBezTo>
                <a:cubicBezTo>
                  <a:pt x="2574" y="489"/>
                  <a:pt x="2569" y="492"/>
                  <a:pt x="2571" y="499"/>
                </a:cubicBezTo>
                <a:cubicBezTo>
                  <a:pt x="2539" y="562"/>
                  <a:pt x="2532" y="563"/>
                  <a:pt x="2532" y="569"/>
                </a:cubicBezTo>
                <a:cubicBezTo>
                  <a:pt x="2512" y="621"/>
                  <a:pt x="2501" y="635"/>
                  <a:pt x="2499" y="655"/>
                </a:cubicBezTo>
                <a:cubicBezTo>
                  <a:pt x="2474" y="740"/>
                  <a:pt x="2469" y="743"/>
                  <a:pt x="2471" y="750"/>
                </a:cubicBezTo>
                <a:close/>
                <a:moveTo>
                  <a:pt x="2417" y="953"/>
                </a:moveTo>
                <a:cubicBezTo>
                  <a:pt x="2411" y="951"/>
                  <a:pt x="2404" y="950"/>
                  <a:pt x="2401" y="944"/>
                </a:cubicBezTo>
                <a:cubicBezTo>
                  <a:pt x="2394" y="944"/>
                  <a:pt x="2387" y="943"/>
                  <a:pt x="2384" y="936"/>
                </a:cubicBezTo>
                <a:cubicBezTo>
                  <a:pt x="2374" y="939"/>
                  <a:pt x="2371" y="933"/>
                  <a:pt x="2365" y="930"/>
                </a:cubicBezTo>
                <a:cubicBezTo>
                  <a:pt x="2357" y="934"/>
                  <a:pt x="2356" y="924"/>
                  <a:pt x="2349" y="925"/>
                </a:cubicBezTo>
                <a:cubicBezTo>
                  <a:pt x="2349" y="922"/>
                  <a:pt x="2345" y="923"/>
                  <a:pt x="2343" y="923"/>
                </a:cubicBezTo>
                <a:cubicBezTo>
                  <a:pt x="2341" y="923"/>
                  <a:pt x="2341" y="921"/>
                  <a:pt x="2340" y="921"/>
                </a:cubicBezTo>
                <a:cubicBezTo>
                  <a:pt x="2337" y="920"/>
                  <a:pt x="2332" y="917"/>
                  <a:pt x="2327" y="917"/>
                </a:cubicBezTo>
                <a:cubicBezTo>
                  <a:pt x="2324" y="918"/>
                  <a:pt x="2317" y="916"/>
                  <a:pt x="2314" y="911"/>
                </a:cubicBezTo>
                <a:cubicBezTo>
                  <a:pt x="2301" y="910"/>
                  <a:pt x="2291" y="903"/>
                  <a:pt x="2282" y="897"/>
                </a:cubicBezTo>
                <a:cubicBezTo>
                  <a:pt x="2276" y="900"/>
                  <a:pt x="2277" y="892"/>
                  <a:pt x="2272" y="893"/>
                </a:cubicBezTo>
                <a:cubicBezTo>
                  <a:pt x="2269" y="892"/>
                  <a:pt x="2267" y="892"/>
                  <a:pt x="2265" y="888"/>
                </a:cubicBezTo>
                <a:cubicBezTo>
                  <a:pt x="2260" y="885"/>
                  <a:pt x="2252" y="886"/>
                  <a:pt x="2249" y="880"/>
                </a:cubicBezTo>
                <a:cubicBezTo>
                  <a:pt x="2242" y="879"/>
                  <a:pt x="2239" y="872"/>
                  <a:pt x="2232" y="871"/>
                </a:cubicBezTo>
                <a:cubicBezTo>
                  <a:pt x="2231" y="868"/>
                  <a:pt x="2226" y="871"/>
                  <a:pt x="2225" y="867"/>
                </a:cubicBezTo>
                <a:cubicBezTo>
                  <a:pt x="2224" y="865"/>
                  <a:pt x="2222" y="862"/>
                  <a:pt x="2219" y="862"/>
                </a:cubicBezTo>
                <a:cubicBezTo>
                  <a:pt x="2220" y="854"/>
                  <a:pt x="2230" y="864"/>
                  <a:pt x="2234" y="865"/>
                </a:cubicBezTo>
                <a:cubicBezTo>
                  <a:pt x="2239" y="867"/>
                  <a:pt x="2249" y="862"/>
                  <a:pt x="2250" y="871"/>
                </a:cubicBezTo>
                <a:cubicBezTo>
                  <a:pt x="2259" y="867"/>
                  <a:pt x="2263" y="872"/>
                  <a:pt x="2268" y="873"/>
                </a:cubicBezTo>
                <a:cubicBezTo>
                  <a:pt x="2276" y="871"/>
                  <a:pt x="2278" y="878"/>
                  <a:pt x="2286" y="875"/>
                </a:cubicBezTo>
                <a:cubicBezTo>
                  <a:pt x="2294" y="883"/>
                  <a:pt x="2308" y="882"/>
                  <a:pt x="2318" y="887"/>
                </a:cubicBezTo>
                <a:cubicBezTo>
                  <a:pt x="2331" y="888"/>
                  <a:pt x="2338" y="896"/>
                  <a:pt x="2352" y="895"/>
                </a:cubicBezTo>
                <a:cubicBezTo>
                  <a:pt x="2364" y="905"/>
                  <a:pt x="2378" y="910"/>
                  <a:pt x="2392" y="916"/>
                </a:cubicBezTo>
                <a:cubicBezTo>
                  <a:pt x="2396" y="921"/>
                  <a:pt x="2400" y="924"/>
                  <a:pt x="2406" y="925"/>
                </a:cubicBezTo>
                <a:cubicBezTo>
                  <a:pt x="2405" y="936"/>
                  <a:pt x="2417" y="928"/>
                  <a:pt x="2417" y="938"/>
                </a:cubicBezTo>
                <a:cubicBezTo>
                  <a:pt x="2428" y="941"/>
                  <a:pt x="2437" y="948"/>
                  <a:pt x="2447" y="953"/>
                </a:cubicBezTo>
                <a:cubicBezTo>
                  <a:pt x="2455" y="969"/>
                  <a:pt x="2470" y="977"/>
                  <a:pt x="2479" y="993"/>
                </a:cubicBezTo>
                <a:cubicBezTo>
                  <a:pt x="2458" y="979"/>
                  <a:pt x="2437" y="967"/>
                  <a:pt x="2417" y="953"/>
                </a:cubicBezTo>
                <a:close/>
                <a:moveTo>
                  <a:pt x="2482" y="996"/>
                </a:moveTo>
                <a:cubicBezTo>
                  <a:pt x="2485" y="997"/>
                  <a:pt x="2487" y="1000"/>
                  <a:pt x="2489" y="1003"/>
                </a:cubicBezTo>
                <a:cubicBezTo>
                  <a:pt x="2490" y="1010"/>
                  <a:pt x="2482" y="1000"/>
                  <a:pt x="2482" y="996"/>
                </a:cubicBezTo>
                <a:close/>
                <a:moveTo>
                  <a:pt x="2542" y="895"/>
                </a:moveTo>
                <a:cubicBezTo>
                  <a:pt x="2544" y="884"/>
                  <a:pt x="2548" y="899"/>
                  <a:pt x="2546" y="900"/>
                </a:cubicBezTo>
                <a:cubicBezTo>
                  <a:pt x="2544" y="901"/>
                  <a:pt x="2541" y="897"/>
                  <a:pt x="2542" y="895"/>
                </a:cubicBezTo>
                <a:close/>
                <a:moveTo>
                  <a:pt x="2510" y="987"/>
                </a:moveTo>
                <a:cubicBezTo>
                  <a:pt x="2506" y="987"/>
                  <a:pt x="2506" y="982"/>
                  <a:pt x="2505" y="979"/>
                </a:cubicBezTo>
                <a:cubicBezTo>
                  <a:pt x="2510" y="977"/>
                  <a:pt x="2511" y="980"/>
                  <a:pt x="2512" y="984"/>
                </a:cubicBezTo>
                <a:cubicBezTo>
                  <a:pt x="2510" y="984"/>
                  <a:pt x="2510" y="985"/>
                  <a:pt x="2510" y="987"/>
                </a:cubicBezTo>
                <a:close/>
                <a:moveTo>
                  <a:pt x="2522" y="1017"/>
                </a:moveTo>
                <a:cubicBezTo>
                  <a:pt x="2520" y="1018"/>
                  <a:pt x="2517" y="1014"/>
                  <a:pt x="2518" y="1012"/>
                </a:cubicBezTo>
                <a:cubicBezTo>
                  <a:pt x="2520" y="1001"/>
                  <a:pt x="2524" y="1016"/>
                  <a:pt x="2522" y="1017"/>
                </a:cubicBezTo>
                <a:close/>
                <a:moveTo>
                  <a:pt x="2525" y="928"/>
                </a:moveTo>
                <a:cubicBezTo>
                  <a:pt x="2526" y="935"/>
                  <a:pt x="2522" y="938"/>
                  <a:pt x="2522" y="943"/>
                </a:cubicBezTo>
                <a:cubicBezTo>
                  <a:pt x="2523" y="947"/>
                  <a:pt x="2518" y="948"/>
                  <a:pt x="2517" y="950"/>
                </a:cubicBezTo>
                <a:cubicBezTo>
                  <a:pt x="2517" y="951"/>
                  <a:pt x="2519" y="955"/>
                  <a:pt x="2518" y="956"/>
                </a:cubicBezTo>
                <a:cubicBezTo>
                  <a:pt x="2518" y="956"/>
                  <a:pt x="2516" y="956"/>
                  <a:pt x="2515" y="956"/>
                </a:cubicBezTo>
                <a:cubicBezTo>
                  <a:pt x="2514" y="960"/>
                  <a:pt x="2518" y="970"/>
                  <a:pt x="2509" y="970"/>
                </a:cubicBezTo>
                <a:cubicBezTo>
                  <a:pt x="2505" y="961"/>
                  <a:pt x="2512" y="960"/>
                  <a:pt x="2512" y="954"/>
                </a:cubicBezTo>
                <a:cubicBezTo>
                  <a:pt x="2514" y="950"/>
                  <a:pt x="2515" y="945"/>
                  <a:pt x="2518" y="941"/>
                </a:cubicBezTo>
                <a:cubicBezTo>
                  <a:pt x="2518" y="930"/>
                  <a:pt x="2526" y="925"/>
                  <a:pt x="2525" y="913"/>
                </a:cubicBezTo>
                <a:cubicBezTo>
                  <a:pt x="2532" y="914"/>
                  <a:pt x="2528" y="926"/>
                  <a:pt x="2525" y="928"/>
                </a:cubicBezTo>
                <a:close/>
                <a:moveTo>
                  <a:pt x="2530" y="1045"/>
                </a:moveTo>
                <a:cubicBezTo>
                  <a:pt x="2527" y="1038"/>
                  <a:pt x="2535" y="1038"/>
                  <a:pt x="2534" y="1033"/>
                </a:cubicBezTo>
                <a:cubicBezTo>
                  <a:pt x="2537" y="972"/>
                  <a:pt x="2534" y="960"/>
                  <a:pt x="2535" y="952"/>
                </a:cubicBezTo>
                <a:cubicBezTo>
                  <a:pt x="2553" y="912"/>
                  <a:pt x="2557" y="903"/>
                  <a:pt x="2559" y="892"/>
                </a:cubicBezTo>
                <a:cubicBezTo>
                  <a:pt x="2592" y="831"/>
                  <a:pt x="2590" y="821"/>
                  <a:pt x="2597" y="816"/>
                </a:cubicBezTo>
                <a:cubicBezTo>
                  <a:pt x="2618" y="787"/>
                  <a:pt x="2614" y="780"/>
                  <a:pt x="2619" y="779"/>
                </a:cubicBezTo>
                <a:cubicBezTo>
                  <a:pt x="2646" y="737"/>
                  <a:pt x="2650" y="732"/>
                  <a:pt x="2652" y="725"/>
                </a:cubicBezTo>
                <a:cubicBezTo>
                  <a:pt x="2732" y="618"/>
                  <a:pt x="2741" y="619"/>
                  <a:pt x="2739" y="613"/>
                </a:cubicBezTo>
                <a:cubicBezTo>
                  <a:pt x="2768" y="578"/>
                  <a:pt x="2782" y="570"/>
                  <a:pt x="2787" y="556"/>
                </a:cubicBezTo>
                <a:cubicBezTo>
                  <a:pt x="2774" y="583"/>
                  <a:pt x="2776" y="590"/>
                  <a:pt x="2774" y="594"/>
                </a:cubicBezTo>
                <a:cubicBezTo>
                  <a:pt x="2752" y="632"/>
                  <a:pt x="2751" y="637"/>
                  <a:pt x="2748" y="641"/>
                </a:cubicBezTo>
                <a:cubicBezTo>
                  <a:pt x="2731" y="668"/>
                  <a:pt x="2725" y="669"/>
                  <a:pt x="2725" y="675"/>
                </a:cubicBezTo>
                <a:cubicBezTo>
                  <a:pt x="2705" y="699"/>
                  <a:pt x="2704" y="705"/>
                  <a:pt x="2702" y="709"/>
                </a:cubicBezTo>
                <a:cubicBezTo>
                  <a:pt x="2670" y="743"/>
                  <a:pt x="2676" y="756"/>
                  <a:pt x="2665" y="758"/>
                </a:cubicBezTo>
                <a:cubicBezTo>
                  <a:pt x="2639" y="799"/>
                  <a:pt x="2637" y="802"/>
                  <a:pt x="2632" y="803"/>
                </a:cubicBezTo>
                <a:cubicBezTo>
                  <a:pt x="2614" y="838"/>
                  <a:pt x="2614" y="847"/>
                  <a:pt x="2606" y="849"/>
                </a:cubicBezTo>
                <a:cubicBezTo>
                  <a:pt x="2589" y="873"/>
                  <a:pt x="2596" y="886"/>
                  <a:pt x="2584" y="886"/>
                </a:cubicBezTo>
                <a:cubicBezTo>
                  <a:pt x="2574" y="932"/>
                  <a:pt x="2564" y="937"/>
                  <a:pt x="2564" y="950"/>
                </a:cubicBezTo>
                <a:cubicBezTo>
                  <a:pt x="2537" y="1075"/>
                  <a:pt x="2538" y="1053"/>
                  <a:pt x="2530" y="1045"/>
                </a:cubicBezTo>
                <a:close/>
                <a:moveTo>
                  <a:pt x="2858" y="2117"/>
                </a:moveTo>
                <a:cubicBezTo>
                  <a:pt x="2852" y="2119"/>
                  <a:pt x="2847" y="2123"/>
                  <a:pt x="2841" y="2124"/>
                </a:cubicBezTo>
                <a:cubicBezTo>
                  <a:pt x="2781" y="2132"/>
                  <a:pt x="2773" y="2127"/>
                  <a:pt x="2765" y="2127"/>
                </a:cubicBezTo>
                <a:cubicBezTo>
                  <a:pt x="2684" y="2121"/>
                  <a:pt x="2674" y="2127"/>
                  <a:pt x="2667" y="2123"/>
                </a:cubicBezTo>
                <a:cubicBezTo>
                  <a:pt x="2625" y="2122"/>
                  <a:pt x="2619" y="2130"/>
                  <a:pt x="2615" y="2128"/>
                </a:cubicBezTo>
                <a:cubicBezTo>
                  <a:pt x="2583" y="2131"/>
                  <a:pt x="2575" y="2128"/>
                  <a:pt x="2566" y="2131"/>
                </a:cubicBezTo>
                <a:cubicBezTo>
                  <a:pt x="2524" y="2132"/>
                  <a:pt x="2518" y="2140"/>
                  <a:pt x="2514" y="2136"/>
                </a:cubicBezTo>
                <a:cubicBezTo>
                  <a:pt x="2477" y="2156"/>
                  <a:pt x="2490" y="2152"/>
                  <a:pt x="2503" y="2150"/>
                </a:cubicBezTo>
                <a:cubicBezTo>
                  <a:pt x="2588" y="2142"/>
                  <a:pt x="2595" y="2138"/>
                  <a:pt x="2600" y="2141"/>
                </a:cubicBezTo>
                <a:cubicBezTo>
                  <a:pt x="2669" y="2134"/>
                  <a:pt x="2686" y="2137"/>
                  <a:pt x="2703" y="2138"/>
                </a:cubicBezTo>
                <a:cubicBezTo>
                  <a:pt x="2743" y="2140"/>
                  <a:pt x="2745" y="2140"/>
                  <a:pt x="2748" y="2138"/>
                </a:cubicBezTo>
                <a:cubicBezTo>
                  <a:pt x="2679" y="2149"/>
                  <a:pt x="2659" y="2161"/>
                  <a:pt x="2643" y="2151"/>
                </a:cubicBezTo>
                <a:cubicBezTo>
                  <a:pt x="2607" y="2160"/>
                  <a:pt x="2604" y="2156"/>
                  <a:pt x="2602" y="2156"/>
                </a:cubicBezTo>
                <a:cubicBezTo>
                  <a:pt x="2733" y="2160"/>
                  <a:pt x="2733" y="2160"/>
                  <a:pt x="2733" y="2160"/>
                </a:cubicBezTo>
                <a:cubicBezTo>
                  <a:pt x="2765" y="2154"/>
                  <a:pt x="2776" y="2155"/>
                  <a:pt x="2772" y="2150"/>
                </a:cubicBezTo>
                <a:cubicBezTo>
                  <a:pt x="2799" y="2160"/>
                  <a:pt x="2799" y="2160"/>
                  <a:pt x="2799" y="2160"/>
                </a:cubicBezTo>
                <a:cubicBezTo>
                  <a:pt x="2827" y="2160"/>
                  <a:pt x="2827" y="2160"/>
                  <a:pt x="2827" y="2160"/>
                </a:cubicBezTo>
                <a:cubicBezTo>
                  <a:pt x="2866" y="2140"/>
                  <a:pt x="2872" y="2136"/>
                  <a:pt x="2877" y="2133"/>
                </a:cubicBezTo>
                <a:cubicBezTo>
                  <a:pt x="2882" y="2114"/>
                  <a:pt x="2882" y="2114"/>
                  <a:pt x="2882" y="2114"/>
                </a:cubicBezTo>
                <a:close/>
                <a:moveTo>
                  <a:pt x="2307" y="1491"/>
                </a:moveTo>
                <a:cubicBezTo>
                  <a:pt x="2296" y="1501"/>
                  <a:pt x="2292" y="1512"/>
                  <a:pt x="2283" y="1522"/>
                </a:cubicBezTo>
                <a:cubicBezTo>
                  <a:pt x="2262" y="1560"/>
                  <a:pt x="2263" y="1566"/>
                  <a:pt x="2257" y="1569"/>
                </a:cubicBezTo>
                <a:cubicBezTo>
                  <a:pt x="2249" y="1593"/>
                  <a:pt x="2255" y="1602"/>
                  <a:pt x="2248" y="1607"/>
                </a:cubicBezTo>
                <a:cubicBezTo>
                  <a:pt x="2220" y="1556"/>
                  <a:pt x="2226" y="1554"/>
                  <a:pt x="2222" y="1550"/>
                </a:cubicBezTo>
                <a:cubicBezTo>
                  <a:pt x="2208" y="1508"/>
                  <a:pt x="2218" y="1506"/>
                  <a:pt x="2212" y="1500"/>
                </a:cubicBezTo>
                <a:cubicBezTo>
                  <a:pt x="2209" y="1468"/>
                  <a:pt x="2208" y="1464"/>
                  <a:pt x="2210" y="1460"/>
                </a:cubicBezTo>
                <a:cubicBezTo>
                  <a:pt x="2212" y="1374"/>
                  <a:pt x="2212" y="1365"/>
                  <a:pt x="2215" y="1357"/>
                </a:cubicBezTo>
                <a:cubicBezTo>
                  <a:pt x="2220" y="1295"/>
                  <a:pt x="2228" y="1292"/>
                  <a:pt x="2226" y="1287"/>
                </a:cubicBezTo>
                <a:cubicBezTo>
                  <a:pt x="2231" y="1234"/>
                  <a:pt x="2228" y="1228"/>
                  <a:pt x="2229" y="1223"/>
                </a:cubicBezTo>
                <a:cubicBezTo>
                  <a:pt x="2236" y="1177"/>
                  <a:pt x="2233" y="1168"/>
                  <a:pt x="2235" y="1161"/>
                </a:cubicBezTo>
                <a:cubicBezTo>
                  <a:pt x="2222" y="1098"/>
                  <a:pt x="2216" y="1084"/>
                  <a:pt x="2212" y="1071"/>
                </a:cubicBezTo>
                <a:cubicBezTo>
                  <a:pt x="2210" y="1075"/>
                  <a:pt x="2212" y="1097"/>
                  <a:pt x="2222" y="1121"/>
                </a:cubicBezTo>
                <a:cubicBezTo>
                  <a:pt x="2220" y="1149"/>
                  <a:pt x="2227" y="1155"/>
                  <a:pt x="2225" y="1158"/>
                </a:cubicBezTo>
                <a:cubicBezTo>
                  <a:pt x="2224" y="1253"/>
                  <a:pt x="2211" y="1289"/>
                  <a:pt x="2210" y="1328"/>
                </a:cubicBezTo>
                <a:cubicBezTo>
                  <a:pt x="2204" y="1349"/>
                  <a:pt x="2203" y="1351"/>
                  <a:pt x="2201" y="1353"/>
                </a:cubicBezTo>
                <a:cubicBezTo>
                  <a:pt x="2200" y="1442"/>
                  <a:pt x="2197" y="1446"/>
                  <a:pt x="2196" y="1450"/>
                </a:cubicBezTo>
                <a:cubicBezTo>
                  <a:pt x="2206" y="1512"/>
                  <a:pt x="2201" y="1526"/>
                  <a:pt x="2207" y="1544"/>
                </a:cubicBezTo>
                <a:cubicBezTo>
                  <a:pt x="2217" y="1582"/>
                  <a:pt x="2218" y="1585"/>
                  <a:pt x="2219" y="1587"/>
                </a:cubicBezTo>
                <a:cubicBezTo>
                  <a:pt x="2219" y="1591"/>
                  <a:pt x="2217" y="1589"/>
                  <a:pt x="2214" y="1587"/>
                </a:cubicBezTo>
                <a:cubicBezTo>
                  <a:pt x="2205" y="1572"/>
                  <a:pt x="2203" y="1569"/>
                  <a:pt x="2201" y="1565"/>
                </a:cubicBezTo>
                <a:cubicBezTo>
                  <a:pt x="2185" y="1482"/>
                  <a:pt x="2188" y="1477"/>
                  <a:pt x="2186" y="1474"/>
                </a:cubicBezTo>
                <a:cubicBezTo>
                  <a:pt x="2184" y="1403"/>
                  <a:pt x="2187" y="1399"/>
                  <a:pt x="2189" y="1395"/>
                </a:cubicBezTo>
                <a:cubicBezTo>
                  <a:pt x="2193" y="1361"/>
                  <a:pt x="2190" y="1355"/>
                  <a:pt x="2191" y="1350"/>
                </a:cubicBezTo>
                <a:cubicBezTo>
                  <a:pt x="2193" y="1307"/>
                  <a:pt x="2197" y="1306"/>
                  <a:pt x="2197" y="1303"/>
                </a:cubicBezTo>
                <a:cubicBezTo>
                  <a:pt x="2199" y="1280"/>
                  <a:pt x="2199" y="1278"/>
                  <a:pt x="2199" y="1275"/>
                </a:cubicBezTo>
                <a:cubicBezTo>
                  <a:pt x="2200" y="1250"/>
                  <a:pt x="2199" y="1248"/>
                  <a:pt x="2203" y="1246"/>
                </a:cubicBezTo>
                <a:cubicBezTo>
                  <a:pt x="2197" y="1176"/>
                  <a:pt x="2207" y="1174"/>
                  <a:pt x="2201" y="1168"/>
                </a:cubicBezTo>
                <a:cubicBezTo>
                  <a:pt x="2192" y="1111"/>
                  <a:pt x="2193" y="1101"/>
                  <a:pt x="2191" y="1091"/>
                </a:cubicBezTo>
                <a:cubicBezTo>
                  <a:pt x="2180" y="1038"/>
                  <a:pt x="2176" y="1025"/>
                  <a:pt x="2166" y="999"/>
                </a:cubicBezTo>
                <a:cubicBezTo>
                  <a:pt x="2133" y="919"/>
                  <a:pt x="2128" y="912"/>
                  <a:pt x="2130" y="908"/>
                </a:cubicBezTo>
                <a:cubicBezTo>
                  <a:pt x="2102" y="863"/>
                  <a:pt x="2105" y="860"/>
                  <a:pt x="2100" y="854"/>
                </a:cubicBezTo>
                <a:cubicBezTo>
                  <a:pt x="2119" y="922"/>
                  <a:pt x="2122" y="928"/>
                  <a:pt x="2123" y="932"/>
                </a:cubicBezTo>
                <a:cubicBezTo>
                  <a:pt x="2129" y="984"/>
                  <a:pt x="2139" y="997"/>
                  <a:pt x="2134" y="1005"/>
                </a:cubicBezTo>
                <a:cubicBezTo>
                  <a:pt x="2134" y="1056"/>
                  <a:pt x="2133" y="1060"/>
                  <a:pt x="2132" y="1065"/>
                </a:cubicBezTo>
                <a:cubicBezTo>
                  <a:pt x="2126" y="1099"/>
                  <a:pt x="2136" y="1107"/>
                  <a:pt x="2127" y="1109"/>
                </a:cubicBezTo>
                <a:cubicBezTo>
                  <a:pt x="2124" y="1141"/>
                  <a:pt x="2121" y="1143"/>
                  <a:pt x="2124" y="1146"/>
                </a:cubicBezTo>
                <a:cubicBezTo>
                  <a:pt x="2116" y="1224"/>
                  <a:pt x="2109" y="1232"/>
                  <a:pt x="2113" y="1243"/>
                </a:cubicBezTo>
                <a:cubicBezTo>
                  <a:pt x="2111" y="1287"/>
                  <a:pt x="2105" y="1289"/>
                  <a:pt x="2106" y="1294"/>
                </a:cubicBezTo>
                <a:cubicBezTo>
                  <a:pt x="2100" y="1328"/>
                  <a:pt x="2104" y="1337"/>
                  <a:pt x="2100" y="1345"/>
                </a:cubicBezTo>
                <a:cubicBezTo>
                  <a:pt x="2099" y="1402"/>
                  <a:pt x="2096" y="1406"/>
                  <a:pt x="2098" y="1411"/>
                </a:cubicBezTo>
                <a:cubicBezTo>
                  <a:pt x="2104" y="1460"/>
                  <a:pt x="2099" y="1464"/>
                  <a:pt x="2105" y="1471"/>
                </a:cubicBezTo>
                <a:cubicBezTo>
                  <a:pt x="2112" y="1513"/>
                  <a:pt x="2116" y="1520"/>
                  <a:pt x="2114" y="1525"/>
                </a:cubicBezTo>
                <a:cubicBezTo>
                  <a:pt x="2078" y="1491"/>
                  <a:pt x="2078" y="1481"/>
                  <a:pt x="2072" y="1469"/>
                </a:cubicBezTo>
                <a:cubicBezTo>
                  <a:pt x="2069" y="1416"/>
                  <a:pt x="2066" y="1408"/>
                  <a:pt x="2066" y="1402"/>
                </a:cubicBezTo>
                <a:cubicBezTo>
                  <a:pt x="2064" y="1356"/>
                  <a:pt x="2071" y="1354"/>
                  <a:pt x="2066" y="1349"/>
                </a:cubicBezTo>
                <a:cubicBezTo>
                  <a:pt x="2083" y="1248"/>
                  <a:pt x="2080" y="1237"/>
                  <a:pt x="2085" y="1230"/>
                </a:cubicBezTo>
                <a:cubicBezTo>
                  <a:pt x="2096" y="1167"/>
                  <a:pt x="2093" y="1156"/>
                  <a:pt x="2099" y="1148"/>
                </a:cubicBezTo>
                <a:cubicBezTo>
                  <a:pt x="2102" y="1126"/>
                  <a:pt x="2103" y="1124"/>
                  <a:pt x="2105" y="1122"/>
                </a:cubicBezTo>
                <a:cubicBezTo>
                  <a:pt x="2105" y="1104"/>
                  <a:pt x="2106" y="1099"/>
                  <a:pt x="2110" y="1095"/>
                </a:cubicBezTo>
                <a:cubicBezTo>
                  <a:pt x="2114" y="1033"/>
                  <a:pt x="2111" y="1028"/>
                  <a:pt x="2115" y="1025"/>
                </a:cubicBezTo>
                <a:cubicBezTo>
                  <a:pt x="2116" y="972"/>
                  <a:pt x="2116" y="962"/>
                  <a:pt x="2113" y="952"/>
                </a:cubicBezTo>
                <a:cubicBezTo>
                  <a:pt x="2106" y="909"/>
                  <a:pt x="2105" y="910"/>
                  <a:pt x="2102" y="900"/>
                </a:cubicBezTo>
                <a:cubicBezTo>
                  <a:pt x="2099" y="891"/>
                  <a:pt x="2098" y="903"/>
                  <a:pt x="2103" y="917"/>
                </a:cubicBezTo>
                <a:cubicBezTo>
                  <a:pt x="2110" y="965"/>
                  <a:pt x="2106" y="970"/>
                  <a:pt x="2106" y="977"/>
                </a:cubicBezTo>
                <a:cubicBezTo>
                  <a:pt x="2104" y="1047"/>
                  <a:pt x="2103" y="1059"/>
                  <a:pt x="2100" y="1071"/>
                </a:cubicBezTo>
                <a:cubicBezTo>
                  <a:pt x="2100" y="1097"/>
                  <a:pt x="2092" y="1102"/>
                  <a:pt x="2095" y="1109"/>
                </a:cubicBezTo>
                <a:cubicBezTo>
                  <a:pt x="2080" y="1195"/>
                  <a:pt x="2077" y="1207"/>
                  <a:pt x="2073" y="1219"/>
                </a:cubicBezTo>
                <a:cubicBezTo>
                  <a:pt x="2064" y="1268"/>
                  <a:pt x="2070" y="1273"/>
                  <a:pt x="2067" y="1275"/>
                </a:cubicBezTo>
                <a:cubicBezTo>
                  <a:pt x="2060" y="1318"/>
                  <a:pt x="2059" y="1325"/>
                  <a:pt x="2060" y="1332"/>
                </a:cubicBezTo>
                <a:cubicBezTo>
                  <a:pt x="2056" y="1356"/>
                  <a:pt x="2051" y="1361"/>
                  <a:pt x="2057" y="1369"/>
                </a:cubicBezTo>
                <a:cubicBezTo>
                  <a:pt x="2061" y="1423"/>
                  <a:pt x="2056" y="1435"/>
                  <a:pt x="2060" y="1449"/>
                </a:cubicBezTo>
                <a:cubicBezTo>
                  <a:pt x="2062" y="1491"/>
                  <a:pt x="2060" y="1482"/>
                  <a:pt x="2056" y="1484"/>
                </a:cubicBezTo>
                <a:cubicBezTo>
                  <a:pt x="2048" y="1459"/>
                  <a:pt x="2043" y="1464"/>
                  <a:pt x="2041" y="1457"/>
                </a:cubicBezTo>
                <a:cubicBezTo>
                  <a:pt x="2042" y="1409"/>
                  <a:pt x="2039" y="1396"/>
                  <a:pt x="2043" y="1386"/>
                </a:cubicBezTo>
                <a:cubicBezTo>
                  <a:pt x="2044" y="1356"/>
                  <a:pt x="2042" y="1353"/>
                  <a:pt x="2043" y="1350"/>
                </a:cubicBezTo>
                <a:cubicBezTo>
                  <a:pt x="2049" y="1290"/>
                  <a:pt x="2050" y="1284"/>
                  <a:pt x="2051" y="1278"/>
                </a:cubicBezTo>
                <a:cubicBezTo>
                  <a:pt x="2060" y="1256"/>
                  <a:pt x="2055" y="1248"/>
                  <a:pt x="2057" y="1242"/>
                </a:cubicBezTo>
                <a:cubicBezTo>
                  <a:pt x="2073" y="1171"/>
                  <a:pt x="2073" y="1168"/>
                  <a:pt x="2073" y="1166"/>
                </a:cubicBezTo>
                <a:cubicBezTo>
                  <a:pt x="2082" y="1134"/>
                  <a:pt x="2074" y="1126"/>
                  <a:pt x="2082" y="1123"/>
                </a:cubicBezTo>
                <a:cubicBezTo>
                  <a:pt x="2084" y="1084"/>
                  <a:pt x="2084" y="1081"/>
                  <a:pt x="2087" y="1079"/>
                </a:cubicBezTo>
                <a:cubicBezTo>
                  <a:pt x="2095" y="1009"/>
                  <a:pt x="2095" y="985"/>
                  <a:pt x="2094" y="960"/>
                </a:cubicBezTo>
                <a:cubicBezTo>
                  <a:pt x="2092" y="917"/>
                  <a:pt x="2090" y="910"/>
                  <a:pt x="2089" y="904"/>
                </a:cubicBezTo>
                <a:cubicBezTo>
                  <a:pt x="2089" y="901"/>
                  <a:pt x="2082" y="910"/>
                  <a:pt x="2089" y="925"/>
                </a:cubicBezTo>
                <a:cubicBezTo>
                  <a:pt x="2085" y="1008"/>
                  <a:pt x="2085" y="1020"/>
                  <a:pt x="2085" y="1033"/>
                </a:cubicBezTo>
                <a:cubicBezTo>
                  <a:pt x="2076" y="1060"/>
                  <a:pt x="2078" y="1064"/>
                  <a:pt x="2077" y="1067"/>
                </a:cubicBezTo>
                <a:cubicBezTo>
                  <a:pt x="2068" y="1114"/>
                  <a:pt x="2070" y="1126"/>
                  <a:pt x="2066" y="1137"/>
                </a:cubicBezTo>
                <a:cubicBezTo>
                  <a:pt x="2061" y="1176"/>
                  <a:pt x="2058" y="1178"/>
                  <a:pt x="2061" y="1181"/>
                </a:cubicBezTo>
                <a:cubicBezTo>
                  <a:pt x="2057" y="1210"/>
                  <a:pt x="2053" y="1215"/>
                  <a:pt x="2050" y="1220"/>
                </a:cubicBezTo>
                <a:cubicBezTo>
                  <a:pt x="2047" y="1256"/>
                  <a:pt x="2043" y="1261"/>
                  <a:pt x="2041" y="1266"/>
                </a:cubicBezTo>
                <a:cubicBezTo>
                  <a:pt x="2033" y="1319"/>
                  <a:pt x="2040" y="1326"/>
                  <a:pt x="2032" y="1330"/>
                </a:cubicBezTo>
                <a:cubicBezTo>
                  <a:pt x="2031" y="1369"/>
                  <a:pt x="2027" y="1373"/>
                  <a:pt x="2031" y="1380"/>
                </a:cubicBezTo>
                <a:cubicBezTo>
                  <a:pt x="2030" y="1417"/>
                  <a:pt x="2031" y="1419"/>
                  <a:pt x="2027" y="1421"/>
                </a:cubicBezTo>
                <a:cubicBezTo>
                  <a:pt x="2031" y="1449"/>
                  <a:pt x="2031" y="1451"/>
                  <a:pt x="2031" y="1454"/>
                </a:cubicBezTo>
                <a:cubicBezTo>
                  <a:pt x="2013" y="1410"/>
                  <a:pt x="2003" y="1389"/>
                  <a:pt x="2009" y="1372"/>
                </a:cubicBezTo>
                <a:cubicBezTo>
                  <a:pt x="2007" y="1339"/>
                  <a:pt x="2010" y="1335"/>
                  <a:pt x="2013" y="1332"/>
                </a:cubicBezTo>
                <a:cubicBezTo>
                  <a:pt x="2014" y="1279"/>
                  <a:pt x="2017" y="1270"/>
                  <a:pt x="2018" y="1261"/>
                </a:cubicBezTo>
                <a:cubicBezTo>
                  <a:pt x="2024" y="1230"/>
                  <a:pt x="2021" y="1225"/>
                  <a:pt x="2025" y="1222"/>
                </a:cubicBezTo>
                <a:cubicBezTo>
                  <a:pt x="2036" y="1185"/>
                  <a:pt x="2036" y="1178"/>
                  <a:pt x="2039" y="1173"/>
                </a:cubicBezTo>
                <a:cubicBezTo>
                  <a:pt x="2052" y="1124"/>
                  <a:pt x="2047" y="1118"/>
                  <a:pt x="2048" y="1115"/>
                </a:cubicBezTo>
                <a:cubicBezTo>
                  <a:pt x="2061" y="1090"/>
                  <a:pt x="2052" y="1083"/>
                  <a:pt x="2058" y="1080"/>
                </a:cubicBezTo>
                <a:cubicBezTo>
                  <a:pt x="2066" y="1050"/>
                  <a:pt x="2066" y="1041"/>
                  <a:pt x="2067" y="1034"/>
                </a:cubicBezTo>
                <a:cubicBezTo>
                  <a:pt x="2076" y="952"/>
                  <a:pt x="2077" y="945"/>
                  <a:pt x="2075" y="936"/>
                </a:cubicBezTo>
                <a:cubicBezTo>
                  <a:pt x="2075" y="902"/>
                  <a:pt x="2070" y="892"/>
                  <a:pt x="2072" y="884"/>
                </a:cubicBezTo>
                <a:cubicBezTo>
                  <a:pt x="2058" y="814"/>
                  <a:pt x="2053" y="795"/>
                  <a:pt x="2048" y="777"/>
                </a:cubicBezTo>
                <a:cubicBezTo>
                  <a:pt x="2052" y="816"/>
                  <a:pt x="2060" y="824"/>
                  <a:pt x="2056" y="828"/>
                </a:cubicBezTo>
                <a:cubicBezTo>
                  <a:pt x="2062" y="885"/>
                  <a:pt x="2072" y="893"/>
                  <a:pt x="2065" y="897"/>
                </a:cubicBezTo>
                <a:cubicBezTo>
                  <a:pt x="2068" y="953"/>
                  <a:pt x="2063" y="957"/>
                  <a:pt x="2067" y="964"/>
                </a:cubicBezTo>
                <a:cubicBezTo>
                  <a:pt x="2061" y="1024"/>
                  <a:pt x="2053" y="1033"/>
                  <a:pt x="2056" y="1046"/>
                </a:cubicBezTo>
                <a:cubicBezTo>
                  <a:pt x="2043" y="1076"/>
                  <a:pt x="2050" y="1081"/>
                  <a:pt x="2046" y="1084"/>
                </a:cubicBezTo>
                <a:cubicBezTo>
                  <a:pt x="2037" y="1110"/>
                  <a:pt x="2040" y="1116"/>
                  <a:pt x="2036" y="1119"/>
                </a:cubicBezTo>
                <a:cubicBezTo>
                  <a:pt x="2035" y="1152"/>
                  <a:pt x="2026" y="1157"/>
                  <a:pt x="2030" y="1166"/>
                </a:cubicBezTo>
                <a:cubicBezTo>
                  <a:pt x="2014" y="1215"/>
                  <a:pt x="2013" y="1218"/>
                  <a:pt x="2014" y="1222"/>
                </a:cubicBezTo>
                <a:cubicBezTo>
                  <a:pt x="2005" y="1266"/>
                  <a:pt x="2008" y="1275"/>
                  <a:pt x="2002" y="1281"/>
                </a:cubicBezTo>
                <a:cubicBezTo>
                  <a:pt x="2000" y="1338"/>
                  <a:pt x="2001" y="1347"/>
                  <a:pt x="1995" y="1353"/>
                </a:cubicBezTo>
                <a:cubicBezTo>
                  <a:pt x="1993" y="1410"/>
                  <a:pt x="2004" y="1421"/>
                  <a:pt x="1995" y="1427"/>
                </a:cubicBezTo>
                <a:cubicBezTo>
                  <a:pt x="1989" y="1376"/>
                  <a:pt x="1980" y="1370"/>
                  <a:pt x="1988" y="1366"/>
                </a:cubicBezTo>
                <a:cubicBezTo>
                  <a:pt x="1981" y="1292"/>
                  <a:pt x="1994" y="1292"/>
                  <a:pt x="1988" y="1287"/>
                </a:cubicBezTo>
                <a:cubicBezTo>
                  <a:pt x="1995" y="1237"/>
                  <a:pt x="2001" y="1223"/>
                  <a:pt x="2006" y="1209"/>
                </a:cubicBezTo>
                <a:cubicBezTo>
                  <a:pt x="2007" y="1181"/>
                  <a:pt x="2016" y="1180"/>
                  <a:pt x="2014" y="1175"/>
                </a:cubicBezTo>
                <a:cubicBezTo>
                  <a:pt x="2021" y="1136"/>
                  <a:pt x="2023" y="1130"/>
                  <a:pt x="2023" y="1123"/>
                </a:cubicBezTo>
                <a:cubicBezTo>
                  <a:pt x="2037" y="1079"/>
                  <a:pt x="2036" y="1071"/>
                  <a:pt x="2038" y="1065"/>
                </a:cubicBezTo>
                <a:cubicBezTo>
                  <a:pt x="2046" y="1019"/>
                  <a:pt x="2050" y="1013"/>
                  <a:pt x="2049" y="1006"/>
                </a:cubicBezTo>
                <a:cubicBezTo>
                  <a:pt x="2052" y="958"/>
                  <a:pt x="2054" y="952"/>
                  <a:pt x="2057" y="946"/>
                </a:cubicBezTo>
                <a:cubicBezTo>
                  <a:pt x="2053" y="896"/>
                  <a:pt x="2061" y="891"/>
                  <a:pt x="2054" y="882"/>
                </a:cubicBezTo>
                <a:cubicBezTo>
                  <a:pt x="2046" y="846"/>
                  <a:pt x="2053" y="838"/>
                  <a:pt x="2045" y="840"/>
                </a:cubicBezTo>
                <a:cubicBezTo>
                  <a:pt x="2053" y="880"/>
                  <a:pt x="2046" y="882"/>
                  <a:pt x="2051" y="887"/>
                </a:cubicBezTo>
                <a:cubicBezTo>
                  <a:pt x="2042" y="984"/>
                  <a:pt x="2043" y="991"/>
                  <a:pt x="2042" y="998"/>
                </a:cubicBezTo>
                <a:cubicBezTo>
                  <a:pt x="2031" y="1050"/>
                  <a:pt x="2029" y="1058"/>
                  <a:pt x="2030" y="1066"/>
                </a:cubicBezTo>
                <a:cubicBezTo>
                  <a:pt x="2008" y="1142"/>
                  <a:pt x="2012" y="1151"/>
                  <a:pt x="2004" y="1157"/>
                </a:cubicBezTo>
                <a:cubicBezTo>
                  <a:pt x="2005" y="1190"/>
                  <a:pt x="1992" y="1195"/>
                  <a:pt x="1994" y="1204"/>
                </a:cubicBezTo>
                <a:cubicBezTo>
                  <a:pt x="1989" y="1233"/>
                  <a:pt x="1983" y="1239"/>
                  <a:pt x="1984" y="1248"/>
                </a:cubicBezTo>
                <a:cubicBezTo>
                  <a:pt x="1970" y="1309"/>
                  <a:pt x="1980" y="1316"/>
                  <a:pt x="1973" y="1318"/>
                </a:cubicBezTo>
                <a:cubicBezTo>
                  <a:pt x="1970" y="1370"/>
                  <a:pt x="1977" y="1376"/>
                  <a:pt x="1974" y="1379"/>
                </a:cubicBezTo>
                <a:cubicBezTo>
                  <a:pt x="1961" y="1373"/>
                  <a:pt x="1965" y="1362"/>
                  <a:pt x="1961" y="1349"/>
                </a:cubicBezTo>
                <a:cubicBezTo>
                  <a:pt x="1960" y="1260"/>
                  <a:pt x="1963" y="1249"/>
                  <a:pt x="1962" y="1236"/>
                </a:cubicBezTo>
                <a:cubicBezTo>
                  <a:pt x="1965" y="1214"/>
                  <a:pt x="1967" y="1208"/>
                  <a:pt x="1967" y="1201"/>
                </a:cubicBezTo>
                <a:cubicBezTo>
                  <a:pt x="1975" y="1178"/>
                  <a:pt x="1972" y="1176"/>
                  <a:pt x="1972" y="1175"/>
                </a:cubicBezTo>
                <a:cubicBezTo>
                  <a:pt x="1989" y="1120"/>
                  <a:pt x="1991" y="1108"/>
                  <a:pt x="1997" y="1097"/>
                </a:cubicBezTo>
                <a:cubicBezTo>
                  <a:pt x="2011" y="1058"/>
                  <a:pt x="2007" y="1051"/>
                  <a:pt x="2009" y="1045"/>
                </a:cubicBezTo>
                <a:cubicBezTo>
                  <a:pt x="2022" y="980"/>
                  <a:pt x="2023" y="967"/>
                  <a:pt x="2027" y="956"/>
                </a:cubicBezTo>
                <a:cubicBezTo>
                  <a:pt x="2024" y="924"/>
                  <a:pt x="2031" y="922"/>
                  <a:pt x="2027" y="918"/>
                </a:cubicBezTo>
                <a:cubicBezTo>
                  <a:pt x="2030" y="878"/>
                  <a:pt x="2024" y="873"/>
                  <a:pt x="2027" y="871"/>
                </a:cubicBezTo>
                <a:cubicBezTo>
                  <a:pt x="2027" y="836"/>
                  <a:pt x="2023" y="829"/>
                  <a:pt x="2020" y="822"/>
                </a:cubicBezTo>
                <a:cubicBezTo>
                  <a:pt x="2017" y="795"/>
                  <a:pt x="2013" y="802"/>
                  <a:pt x="2017" y="812"/>
                </a:cubicBezTo>
                <a:cubicBezTo>
                  <a:pt x="2022" y="847"/>
                  <a:pt x="2019" y="855"/>
                  <a:pt x="2020" y="863"/>
                </a:cubicBezTo>
                <a:cubicBezTo>
                  <a:pt x="2020" y="898"/>
                  <a:pt x="2020" y="906"/>
                  <a:pt x="2019" y="914"/>
                </a:cubicBezTo>
                <a:cubicBezTo>
                  <a:pt x="2010" y="942"/>
                  <a:pt x="2019" y="949"/>
                  <a:pt x="2017" y="953"/>
                </a:cubicBezTo>
                <a:cubicBezTo>
                  <a:pt x="2009" y="982"/>
                  <a:pt x="2012" y="987"/>
                  <a:pt x="2008" y="990"/>
                </a:cubicBezTo>
                <a:cubicBezTo>
                  <a:pt x="1996" y="1054"/>
                  <a:pt x="1993" y="1057"/>
                  <a:pt x="1992" y="1061"/>
                </a:cubicBezTo>
                <a:cubicBezTo>
                  <a:pt x="1981" y="1100"/>
                  <a:pt x="1984" y="1106"/>
                  <a:pt x="1980" y="1109"/>
                </a:cubicBezTo>
                <a:cubicBezTo>
                  <a:pt x="1971" y="1142"/>
                  <a:pt x="1975" y="1151"/>
                  <a:pt x="1966" y="1158"/>
                </a:cubicBezTo>
                <a:cubicBezTo>
                  <a:pt x="1960" y="1191"/>
                  <a:pt x="1958" y="1200"/>
                  <a:pt x="1959" y="1209"/>
                </a:cubicBezTo>
                <a:cubicBezTo>
                  <a:pt x="1953" y="1240"/>
                  <a:pt x="1950" y="1244"/>
                  <a:pt x="1949" y="1249"/>
                </a:cubicBezTo>
                <a:cubicBezTo>
                  <a:pt x="1946" y="1284"/>
                  <a:pt x="1951" y="1290"/>
                  <a:pt x="1944" y="1293"/>
                </a:cubicBezTo>
                <a:cubicBezTo>
                  <a:pt x="1949" y="1346"/>
                  <a:pt x="1949" y="1353"/>
                  <a:pt x="1950" y="1361"/>
                </a:cubicBezTo>
                <a:cubicBezTo>
                  <a:pt x="1936" y="1331"/>
                  <a:pt x="1932" y="1316"/>
                  <a:pt x="1932" y="1303"/>
                </a:cubicBezTo>
                <a:cubicBezTo>
                  <a:pt x="1933" y="1238"/>
                  <a:pt x="1931" y="1230"/>
                  <a:pt x="1929" y="1223"/>
                </a:cubicBezTo>
                <a:cubicBezTo>
                  <a:pt x="1938" y="1181"/>
                  <a:pt x="1935" y="1176"/>
                  <a:pt x="1939" y="1173"/>
                </a:cubicBezTo>
                <a:cubicBezTo>
                  <a:pt x="1944" y="1139"/>
                  <a:pt x="1942" y="1130"/>
                  <a:pt x="1949" y="1123"/>
                </a:cubicBezTo>
                <a:cubicBezTo>
                  <a:pt x="1954" y="1103"/>
                  <a:pt x="1951" y="1099"/>
                  <a:pt x="1953" y="1097"/>
                </a:cubicBezTo>
                <a:cubicBezTo>
                  <a:pt x="1958" y="1068"/>
                  <a:pt x="1964" y="1065"/>
                  <a:pt x="1962" y="1060"/>
                </a:cubicBezTo>
                <a:cubicBezTo>
                  <a:pt x="1968" y="1016"/>
                  <a:pt x="1977" y="1014"/>
                  <a:pt x="1971" y="1008"/>
                </a:cubicBezTo>
                <a:cubicBezTo>
                  <a:pt x="1978" y="962"/>
                  <a:pt x="1978" y="953"/>
                  <a:pt x="1980" y="944"/>
                </a:cubicBezTo>
                <a:cubicBezTo>
                  <a:pt x="1978" y="913"/>
                  <a:pt x="1989" y="912"/>
                  <a:pt x="1981" y="905"/>
                </a:cubicBezTo>
                <a:cubicBezTo>
                  <a:pt x="1986" y="876"/>
                  <a:pt x="1979" y="869"/>
                  <a:pt x="1983" y="866"/>
                </a:cubicBezTo>
                <a:cubicBezTo>
                  <a:pt x="1977" y="833"/>
                  <a:pt x="1980" y="830"/>
                  <a:pt x="1974" y="824"/>
                </a:cubicBezTo>
                <a:cubicBezTo>
                  <a:pt x="1975" y="882"/>
                  <a:pt x="1978" y="888"/>
                  <a:pt x="1977" y="893"/>
                </a:cubicBezTo>
                <a:cubicBezTo>
                  <a:pt x="1978" y="921"/>
                  <a:pt x="1971" y="922"/>
                  <a:pt x="1975" y="926"/>
                </a:cubicBezTo>
                <a:cubicBezTo>
                  <a:pt x="1965" y="983"/>
                  <a:pt x="1961" y="993"/>
                  <a:pt x="1963" y="1004"/>
                </a:cubicBezTo>
                <a:cubicBezTo>
                  <a:pt x="1950" y="1087"/>
                  <a:pt x="1939" y="1090"/>
                  <a:pt x="1944" y="1097"/>
                </a:cubicBezTo>
                <a:cubicBezTo>
                  <a:pt x="1939" y="1121"/>
                  <a:pt x="1933" y="1122"/>
                  <a:pt x="1937" y="1127"/>
                </a:cubicBezTo>
                <a:cubicBezTo>
                  <a:pt x="1916" y="1230"/>
                  <a:pt x="1923" y="1242"/>
                  <a:pt x="1918" y="1252"/>
                </a:cubicBezTo>
                <a:cubicBezTo>
                  <a:pt x="1921" y="1290"/>
                  <a:pt x="1921" y="1296"/>
                  <a:pt x="1919" y="1301"/>
                </a:cubicBezTo>
                <a:cubicBezTo>
                  <a:pt x="1930" y="1364"/>
                  <a:pt x="1944" y="1379"/>
                  <a:pt x="1938" y="1388"/>
                </a:cubicBezTo>
                <a:cubicBezTo>
                  <a:pt x="1925" y="1368"/>
                  <a:pt x="1921" y="1369"/>
                  <a:pt x="1923" y="1367"/>
                </a:cubicBezTo>
                <a:cubicBezTo>
                  <a:pt x="1904" y="1295"/>
                  <a:pt x="1906" y="1288"/>
                  <a:pt x="1901" y="1279"/>
                </a:cubicBezTo>
                <a:cubicBezTo>
                  <a:pt x="1898" y="1240"/>
                  <a:pt x="1901" y="1236"/>
                  <a:pt x="1898" y="1231"/>
                </a:cubicBezTo>
                <a:cubicBezTo>
                  <a:pt x="1904" y="1155"/>
                  <a:pt x="1896" y="1144"/>
                  <a:pt x="1902" y="1138"/>
                </a:cubicBezTo>
                <a:cubicBezTo>
                  <a:pt x="1901" y="1106"/>
                  <a:pt x="1907" y="1100"/>
                  <a:pt x="1902" y="1090"/>
                </a:cubicBezTo>
                <a:cubicBezTo>
                  <a:pt x="1907" y="1061"/>
                  <a:pt x="1909" y="1053"/>
                  <a:pt x="1913" y="1046"/>
                </a:cubicBezTo>
                <a:cubicBezTo>
                  <a:pt x="1913" y="1014"/>
                  <a:pt x="1921" y="1008"/>
                  <a:pt x="1919" y="999"/>
                </a:cubicBezTo>
                <a:cubicBezTo>
                  <a:pt x="1940" y="901"/>
                  <a:pt x="1935" y="892"/>
                  <a:pt x="1941" y="886"/>
                </a:cubicBezTo>
                <a:cubicBezTo>
                  <a:pt x="1947" y="831"/>
                  <a:pt x="1952" y="824"/>
                  <a:pt x="1949" y="815"/>
                </a:cubicBezTo>
                <a:cubicBezTo>
                  <a:pt x="1953" y="765"/>
                  <a:pt x="1946" y="759"/>
                  <a:pt x="1948" y="756"/>
                </a:cubicBezTo>
                <a:cubicBezTo>
                  <a:pt x="1943" y="727"/>
                  <a:pt x="1947" y="718"/>
                  <a:pt x="1940" y="720"/>
                </a:cubicBezTo>
                <a:cubicBezTo>
                  <a:pt x="1940" y="766"/>
                  <a:pt x="1947" y="775"/>
                  <a:pt x="1945" y="781"/>
                </a:cubicBezTo>
                <a:cubicBezTo>
                  <a:pt x="1938" y="847"/>
                  <a:pt x="1940" y="854"/>
                  <a:pt x="1936" y="860"/>
                </a:cubicBezTo>
                <a:cubicBezTo>
                  <a:pt x="1923" y="924"/>
                  <a:pt x="1925" y="931"/>
                  <a:pt x="1923" y="938"/>
                </a:cubicBezTo>
                <a:cubicBezTo>
                  <a:pt x="1906" y="1007"/>
                  <a:pt x="1910" y="1022"/>
                  <a:pt x="1903" y="1034"/>
                </a:cubicBezTo>
                <a:cubicBezTo>
                  <a:pt x="1899" y="1065"/>
                  <a:pt x="1900" y="1069"/>
                  <a:pt x="1898" y="1072"/>
                </a:cubicBezTo>
                <a:cubicBezTo>
                  <a:pt x="1893" y="1166"/>
                  <a:pt x="1885" y="1178"/>
                  <a:pt x="1892" y="1193"/>
                </a:cubicBezTo>
                <a:cubicBezTo>
                  <a:pt x="1893" y="1240"/>
                  <a:pt x="1884" y="1245"/>
                  <a:pt x="1890" y="1253"/>
                </a:cubicBezTo>
                <a:cubicBezTo>
                  <a:pt x="1891" y="1282"/>
                  <a:pt x="1892" y="1288"/>
                  <a:pt x="1893" y="1295"/>
                </a:cubicBezTo>
                <a:cubicBezTo>
                  <a:pt x="1908" y="1348"/>
                  <a:pt x="1908" y="1355"/>
                  <a:pt x="1906" y="1362"/>
                </a:cubicBezTo>
                <a:cubicBezTo>
                  <a:pt x="1896" y="1343"/>
                  <a:pt x="1897" y="1346"/>
                  <a:pt x="1899" y="1345"/>
                </a:cubicBezTo>
                <a:cubicBezTo>
                  <a:pt x="1875" y="1262"/>
                  <a:pt x="1871" y="1251"/>
                  <a:pt x="1875" y="1243"/>
                </a:cubicBezTo>
                <a:cubicBezTo>
                  <a:pt x="1871" y="1176"/>
                  <a:pt x="1873" y="1167"/>
                  <a:pt x="1872" y="1157"/>
                </a:cubicBezTo>
                <a:cubicBezTo>
                  <a:pt x="1887" y="1067"/>
                  <a:pt x="1882" y="1056"/>
                  <a:pt x="1891" y="1049"/>
                </a:cubicBezTo>
                <a:cubicBezTo>
                  <a:pt x="1898" y="989"/>
                  <a:pt x="1903" y="985"/>
                  <a:pt x="1902" y="979"/>
                </a:cubicBezTo>
                <a:cubicBezTo>
                  <a:pt x="1911" y="942"/>
                  <a:pt x="1909" y="936"/>
                  <a:pt x="1913" y="931"/>
                </a:cubicBezTo>
                <a:cubicBezTo>
                  <a:pt x="1918" y="873"/>
                  <a:pt x="1928" y="853"/>
                  <a:pt x="1927" y="829"/>
                </a:cubicBezTo>
                <a:cubicBezTo>
                  <a:pt x="1936" y="786"/>
                  <a:pt x="1931" y="773"/>
                  <a:pt x="1934" y="761"/>
                </a:cubicBezTo>
                <a:cubicBezTo>
                  <a:pt x="1924" y="811"/>
                  <a:pt x="1922" y="824"/>
                  <a:pt x="1920" y="837"/>
                </a:cubicBezTo>
                <a:cubicBezTo>
                  <a:pt x="1905" y="917"/>
                  <a:pt x="1904" y="920"/>
                  <a:pt x="1906" y="923"/>
                </a:cubicBezTo>
                <a:cubicBezTo>
                  <a:pt x="1903" y="959"/>
                  <a:pt x="1890" y="962"/>
                  <a:pt x="1897" y="970"/>
                </a:cubicBezTo>
                <a:cubicBezTo>
                  <a:pt x="1883" y="1013"/>
                  <a:pt x="1885" y="1020"/>
                  <a:pt x="1881" y="1026"/>
                </a:cubicBezTo>
                <a:cubicBezTo>
                  <a:pt x="1873" y="1069"/>
                  <a:pt x="1868" y="1072"/>
                  <a:pt x="1872" y="1078"/>
                </a:cubicBezTo>
                <a:cubicBezTo>
                  <a:pt x="1864" y="1142"/>
                  <a:pt x="1861" y="1146"/>
                  <a:pt x="1862" y="1151"/>
                </a:cubicBezTo>
                <a:cubicBezTo>
                  <a:pt x="1859" y="1200"/>
                  <a:pt x="1858" y="1209"/>
                  <a:pt x="1862" y="1219"/>
                </a:cubicBezTo>
                <a:cubicBezTo>
                  <a:pt x="1867" y="1230"/>
                  <a:pt x="1856" y="1239"/>
                  <a:pt x="1864" y="1244"/>
                </a:cubicBezTo>
                <a:cubicBezTo>
                  <a:pt x="1863" y="1286"/>
                  <a:pt x="1866" y="1291"/>
                  <a:pt x="1870" y="1296"/>
                </a:cubicBezTo>
                <a:cubicBezTo>
                  <a:pt x="1860" y="1293"/>
                  <a:pt x="1853" y="1283"/>
                  <a:pt x="1848" y="1273"/>
                </a:cubicBezTo>
                <a:cubicBezTo>
                  <a:pt x="1833" y="1175"/>
                  <a:pt x="1831" y="1170"/>
                  <a:pt x="1828" y="1164"/>
                </a:cubicBezTo>
                <a:cubicBezTo>
                  <a:pt x="1831" y="1127"/>
                  <a:pt x="1828" y="1120"/>
                  <a:pt x="1831" y="1115"/>
                </a:cubicBezTo>
                <a:cubicBezTo>
                  <a:pt x="1826" y="1071"/>
                  <a:pt x="1832" y="1062"/>
                  <a:pt x="1830" y="1051"/>
                </a:cubicBezTo>
                <a:cubicBezTo>
                  <a:pt x="1836" y="1035"/>
                  <a:pt x="1836" y="1033"/>
                  <a:pt x="1836" y="1030"/>
                </a:cubicBezTo>
                <a:cubicBezTo>
                  <a:pt x="1844" y="1002"/>
                  <a:pt x="1836" y="994"/>
                  <a:pt x="1844" y="991"/>
                </a:cubicBezTo>
                <a:cubicBezTo>
                  <a:pt x="1856" y="927"/>
                  <a:pt x="1862" y="924"/>
                  <a:pt x="1862" y="918"/>
                </a:cubicBezTo>
                <a:cubicBezTo>
                  <a:pt x="1890" y="834"/>
                  <a:pt x="1896" y="825"/>
                  <a:pt x="1899" y="816"/>
                </a:cubicBezTo>
                <a:cubicBezTo>
                  <a:pt x="1908" y="781"/>
                  <a:pt x="1910" y="777"/>
                  <a:pt x="1910" y="771"/>
                </a:cubicBezTo>
                <a:cubicBezTo>
                  <a:pt x="1919" y="739"/>
                  <a:pt x="1919" y="737"/>
                  <a:pt x="1919" y="734"/>
                </a:cubicBezTo>
                <a:cubicBezTo>
                  <a:pt x="1913" y="749"/>
                  <a:pt x="1909" y="751"/>
                  <a:pt x="1909" y="754"/>
                </a:cubicBezTo>
                <a:cubicBezTo>
                  <a:pt x="1904" y="790"/>
                  <a:pt x="1894" y="794"/>
                  <a:pt x="1897" y="802"/>
                </a:cubicBezTo>
                <a:cubicBezTo>
                  <a:pt x="1861" y="886"/>
                  <a:pt x="1861" y="899"/>
                  <a:pt x="1855" y="911"/>
                </a:cubicBezTo>
                <a:cubicBezTo>
                  <a:pt x="1835" y="988"/>
                  <a:pt x="1831" y="989"/>
                  <a:pt x="1830" y="992"/>
                </a:cubicBezTo>
                <a:cubicBezTo>
                  <a:pt x="1828" y="1035"/>
                  <a:pt x="1822" y="1044"/>
                  <a:pt x="1823" y="1055"/>
                </a:cubicBezTo>
                <a:cubicBezTo>
                  <a:pt x="1821" y="1124"/>
                  <a:pt x="1815" y="1128"/>
                  <a:pt x="1818" y="1134"/>
                </a:cubicBezTo>
                <a:cubicBezTo>
                  <a:pt x="1826" y="1225"/>
                  <a:pt x="1832" y="1231"/>
                  <a:pt x="1830" y="1236"/>
                </a:cubicBezTo>
                <a:cubicBezTo>
                  <a:pt x="1838" y="1278"/>
                  <a:pt x="1847" y="1286"/>
                  <a:pt x="1839" y="1290"/>
                </a:cubicBezTo>
                <a:cubicBezTo>
                  <a:pt x="1816" y="1218"/>
                  <a:pt x="1819" y="1207"/>
                  <a:pt x="1813" y="1205"/>
                </a:cubicBezTo>
                <a:cubicBezTo>
                  <a:pt x="1807" y="1158"/>
                  <a:pt x="1808" y="1156"/>
                  <a:pt x="1810" y="1153"/>
                </a:cubicBezTo>
                <a:cubicBezTo>
                  <a:pt x="1812" y="1127"/>
                  <a:pt x="1805" y="1121"/>
                  <a:pt x="1809" y="1119"/>
                </a:cubicBezTo>
                <a:cubicBezTo>
                  <a:pt x="1809" y="1085"/>
                  <a:pt x="1810" y="1081"/>
                  <a:pt x="1813" y="1078"/>
                </a:cubicBezTo>
                <a:cubicBezTo>
                  <a:pt x="1826" y="1025"/>
                  <a:pt x="1814" y="1018"/>
                  <a:pt x="1819" y="1016"/>
                </a:cubicBezTo>
                <a:cubicBezTo>
                  <a:pt x="1832" y="953"/>
                  <a:pt x="1829" y="949"/>
                  <a:pt x="1831" y="947"/>
                </a:cubicBezTo>
                <a:cubicBezTo>
                  <a:pt x="1837" y="914"/>
                  <a:pt x="1844" y="905"/>
                  <a:pt x="1846" y="895"/>
                </a:cubicBezTo>
                <a:cubicBezTo>
                  <a:pt x="1879" y="803"/>
                  <a:pt x="1876" y="800"/>
                  <a:pt x="1878" y="798"/>
                </a:cubicBezTo>
                <a:cubicBezTo>
                  <a:pt x="1886" y="765"/>
                  <a:pt x="1893" y="756"/>
                  <a:pt x="1893" y="746"/>
                </a:cubicBezTo>
                <a:cubicBezTo>
                  <a:pt x="1892" y="717"/>
                  <a:pt x="1893" y="723"/>
                  <a:pt x="1892" y="728"/>
                </a:cubicBezTo>
                <a:cubicBezTo>
                  <a:pt x="1881" y="768"/>
                  <a:pt x="1879" y="773"/>
                  <a:pt x="1879" y="780"/>
                </a:cubicBezTo>
                <a:cubicBezTo>
                  <a:pt x="1870" y="800"/>
                  <a:pt x="1868" y="806"/>
                  <a:pt x="1868" y="812"/>
                </a:cubicBezTo>
                <a:cubicBezTo>
                  <a:pt x="1854" y="832"/>
                  <a:pt x="1859" y="839"/>
                  <a:pt x="1853" y="844"/>
                </a:cubicBezTo>
                <a:cubicBezTo>
                  <a:pt x="1814" y="1002"/>
                  <a:pt x="1805" y="1024"/>
                  <a:pt x="1805" y="1047"/>
                </a:cubicBezTo>
                <a:cubicBezTo>
                  <a:pt x="1796" y="1104"/>
                  <a:pt x="1798" y="1111"/>
                  <a:pt x="1796" y="1117"/>
                </a:cubicBezTo>
                <a:cubicBezTo>
                  <a:pt x="1799" y="1147"/>
                  <a:pt x="1796" y="1150"/>
                  <a:pt x="1799" y="1154"/>
                </a:cubicBezTo>
                <a:cubicBezTo>
                  <a:pt x="1804" y="1203"/>
                  <a:pt x="1802" y="1214"/>
                  <a:pt x="1808" y="1228"/>
                </a:cubicBezTo>
                <a:cubicBezTo>
                  <a:pt x="1810" y="1264"/>
                  <a:pt x="1805" y="1257"/>
                  <a:pt x="1799" y="1254"/>
                </a:cubicBezTo>
                <a:cubicBezTo>
                  <a:pt x="1785" y="1202"/>
                  <a:pt x="1794" y="1179"/>
                  <a:pt x="1779" y="1150"/>
                </a:cubicBezTo>
                <a:cubicBezTo>
                  <a:pt x="1781" y="1085"/>
                  <a:pt x="1780" y="1068"/>
                  <a:pt x="1781" y="1052"/>
                </a:cubicBezTo>
                <a:cubicBezTo>
                  <a:pt x="1793" y="990"/>
                  <a:pt x="1789" y="985"/>
                  <a:pt x="1788" y="980"/>
                </a:cubicBezTo>
                <a:cubicBezTo>
                  <a:pt x="1802" y="929"/>
                  <a:pt x="1805" y="925"/>
                  <a:pt x="1801" y="920"/>
                </a:cubicBezTo>
                <a:cubicBezTo>
                  <a:pt x="1827" y="852"/>
                  <a:pt x="1832" y="845"/>
                  <a:pt x="1835" y="837"/>
                </a:cubicBezTo>
                <a:cubicBezTo>
                  <a:pt x="1856" y="786"/>
                  <a:pt x="1855" y="781"/>
                  <a:pt x="1861" y="778"/>
                </a:cubicBezTo>
                <a:cubicBezTo>
                  <a:pt x="1852" y="781"/>
                  <a:pt x="1851" y="785"/>
                  <a:pt x="1849" y="788"/>
                </a:cubicBezTo>
                <a:cubicBezTo>
                  <a:pt x="1840" y="826"/>
                  <a:pt x="1828" y="827"/>
                  <a:pt x="1832" y="832"/>
                </a:cubicBezTo>
                <a:cubicBezTo>
                  <a:pt x="1799" y="903"/>
                  <a:pt x="1800" y="911"/>
                  <a:pt x="1798" y="919"/>
                </a:cubicBezTo>
                <a:cubicBezTo>
                  <a:pt x="1779" y="973"/>
                  <a:pt x="1783" y="980"/>
                  <a:pt x="1781" y="984"/>
                </a:cubicBezTo>
                <a:cubicBezTo>
                  <a:pt x="1771" y="1033"/>
                  <a:pt x="1775" y="1040"/>
                  <a:pt x="1770" y="1043"/>
                </a:cubicBezTo>
                <a:cubicBezTo>
                  <a:pt x="1769" y="1086"/>
                  <a:pt x="1771" y="1093"/>
                  <a:pt x="1769" y="1100"/>
                </a:cubicBezTo>
                <a:cubicBezTo>
                  <a:pt x="1776" y="1190"/>
                  <a:pt x="1783" y="1196"/>
                  <a:pt x="1780" y="1199"/>
                </a:cubicBezTo>
                <a:cubicBezTo>
                  <a:pt x="1784" y="1223"/>
                  <a:pt x="1791" y="1228"/>
                  <a:pt x="1783" y="1230"/>
                </a:cubicBezTo>
                <a:cubicBezTo>
                  <a:pt x="1758" y="1164"/>
                  <a:pt x="1765" y="1163"/>
                  <a:pt x="1760" y="1158"/>
                </a:cubicBezTo>
                <a:cubicBezTo>
                  <a:pt x="1749" y="1088"/>
                  <a:pt x="1740" y="1081"/>
                  <a:pt x="1749" y="1079"/>
                </a:cubicBezTo>
                <a:cubicBezTo>
                  <a:pt x="1751" y="984"/>
                  <a:pt x="1753" y="967"/>
                  <a:pt x="1753" y="950"/>
                </a:cubicBezTo>
                <a:cubicBezTo>
                  <a:pt x="1765" y="916"/>
                  <a:pt x="1767" y="915"/>
                  <a:pt x="1764" y="911"/>
                </a:cubicBezTo>
                <a:cubicBezTo>
                  <a:pt x="1772" y="897"/>
                  <a:pt x="1769" y="895"/>
                  <a:pt x="1769" y="894"/>
                </a:cubicBezTo>
                <a:cubicBezTo>
                  <a:pt x="1801" y="810"/>
                  <a:pt x="1791" y="796"/>
                  <a:pt x="1801" y="788"/>
                </a:cubicBezTo>
                <a:cubicBezTo>
                  <a:pt x="1801" y="728"/>
                  <a:pt x="1808" y="724"/>
                  <a:pt x="1803" y="716"/>
                </a:cubicBezTo>
                <a:cubicBezTo>
                  <a:pt x="1802" y="687"/>
                  <a:pt x="1803" y="682"/>
                  <a:pt x="1799" y="683"/>
                </a:cubicBezTo>
                <a:cubicBezTo>
                  <a:pt x="1799" y="749"/>
                  <a:pt x="1793" y="764"/>
                  <a:pt x="1795" y="782"/>
                </a:cubicBezTo>
                <a:cubicBezTo>
                  <a:pt x="1770" y="863"/>
                  <a:pt x="1767" y="875"/>
                  <a:pt x="1762" y="886"/>
                </a:cubicBezTo>
                <a:cubicBezTo>
                  <a:pt x="1751" y="914"/>
                  <a:pt x="1753" y="918"/>
                  <a:pt x="1752" y="921"/>
                </a:cubicBezTo>
                <a:cubicBezTo>
                  <a:pt x="1735" y="998"/>
                  <a:pt x="1735" y="1004"/>
                  <a:pt x="1738" y="1011"/>
                </a:cubicBezTo>
                <a:cubicBezTo>
                  <a:pt x="1729" y="1072"/>
                  <a:pt x="1739" y="1079"/>
                  <a:pt x="1736" y="1083"/>
                </a:cubicBezTo>
                <a:cubicBezTo>
                  <a:pt x="1740" y="1115"/>
                  <a:pt x="1742" y="1121"/>
                  <a:pt x="1739" y="1125"/>
                </a:cubicBezTo>
                <a:cubicBezTo>
                  <a:pt x="1742" y="1175"/>
                  <a:pt x="1750" y="1171"/>
                  <a:pt x="1741" y="1165"/>
                </a:cubicBezTo>
                <a:cubicBezTo>
                  <a:pt x="1733" y="1137"/>
                  <a:pt x="1733" y="1134"/>
                  <a:pt x="1734" y="1131"/>
                </a:cubicBezTo>
                <a:cubicBezTo>
                  <a:pt x="1725" y="1087"/>
                  <a:pt x="1725" y="1067"/>
                  <a:pt x="1722" y="1046"/>
                </a:cubicBezTo>
                <a:cubicBezTo>
                  <a:pt x="1723" y="1032"/>
                  <a:pt x="1721" y="1031"/>
                  <a:pt x="1721" y="1029"/>
                </a:cubicBezTo>
                <a:cubicBezTo>
                  <a:pt x="1724" y="979"/>
                  <a:pt x="1719" y="968"/>
                  <a:pt x="1724" y="960"/>
                </a:cubicBezTo>
                <a:cubicBezTo>
                  <a:pt x="1727" y="926"/>
                  <a:pt x="1726" y="922"/>
                  <a:pt x="1727" y="917"/>
                </a:cubicBezTo>
                <a:cubicBezTo>
                  <a:pt x="1732" y="884"/>
                  <a:pt x="1734" y="879"/>
                  <a:pt x="1732" y="874"/>
                </a:cubicBezTo>
                <a:cubicBezTo>
                  <a:pt x="1746" y="829"/>
                  <a:pt x="1742" y="823"/>
                  <a:pt x="1745" y="819"/>
                </a:cubicBezTo>
                <a:cubicBezTo>
                  <a:pt x="1749" y="772"/>
                  <a:pt x="1757" y="769"/>
                  <a:pt x="1752" y="762"/>
                </a:cubicBezTo>
                <a:cubicBezTo>
                  <a:pt x="1755" y="715"/>
                  <a:pt x="1747" y="707"/>
                  <a:pt x="1752" y="704"/>
                </a:cubicBezTo>
                <a:cubicBezTo>
                  <a:pt x="1727" y="648"/>
                  <a:pt x="1731" y="634"/>
                  <a:pt x="1720" y="636"/>
                </a:cubicBezTo>
                <a:cubicBezTo>
                  <a:pt x="1746" y="727"/>
                  <a:pt x="1744" y="737"/>
                  <a:pt x="1748" y="750"/>
                </a:cubicBezTo>
                <a:cubicBezTo>
                  <a:pt x="1741" y="792"/>
                  <a:pt x="1744" y="797"/>
                  <a:pt x="1738" y="800"/>
                </a:cubicBezTo>
                <a:cubicBezTo>
                  <a:pt x="1727" y="867"/>
                  <a:pt x="1724" y="871"/>
                  <a:pt x="1724" y="875"/>
                </a:cubicBezTo>
                <a:cubicBezTo>
                  <a:pt x="1715" y="930"/>
                  <a:pt x="1715" y="934"/>
                  <a:pt x="1715" y="939"/>
                </a:cubicBezTo>
                <a:cubicBezTo>
                  <a:pt x="1708" y="941"/>
                  <a:pt x="1714" y="936"/>
                  <a:pt x="1710" y="930"/>
                </a:cubicBezTo>
                <a:cubicBezTo>
                  <a:pt x="1715" y="906"/>
                  <a:pt x="1716" y="900"/>
                  <a:pt x="1713" y="893"/>
                </a:cubicBezTo>
                <a:cubicBezTo>
                  <a:pt x="1716" y="852"/>
                  <a:pt x="1717" y="845"/>
                  <a:pt x="1715" y="839"/>
                </a:cubicBezTo>
                <a:cubicBezTo>
                  <a:pt x="1719" y="754"/>
                  <a:pt x="1719" y="741"/>
                  <a:pt x="1715" y="727"/>
                </a:cubicBezTo>
                <a:cubicBezTo>
                  <a:pt x="1682" y="632"/>
                  <a:pt x="1673" y="613"/>
                  <a:pt x="1666" y="602"/>
                </a:cubicBezTo>
                <a:cubicBezTo>
                  <a:pt x="1674" y="627"/>
                  <a:pt x="1680" y="638"/>
                  <a:pt x="1686" y="649"/>
                </a:cubicBezTo>
                <a:cubicBezTo>
                  <a:pt x="1705" y="729"/>
                  <a:pt x="1712" y="739"/>
                  <a:pt x="1711" y="747"/>
                </a:cubicBezTo>
                <a:cubicBezTo>
                  <a:pt x="1712" y="775"/>
                  <a:pt x="1712" y="779"/>
                  <a:pt x="1710" y="782"/>
                </a:cubicBezTo>
                <a:cubicBezTo>
                  <a:pt x="1707" y="852"/>
                  <a:pt x="1709" y="861"/>
                  <a:pt x="1705" y="868"/>
                </a:cubicBezTo>
                <a:cubicBezTo>
                  <a:pt x="1700" y="922"/>
                  <a:pt x="1705" y="931"/>
                  <a:pt x="1700" y="938"/>
                </a:cubicBezTo>
                <a:cubicBezTo>
                  <a:pt x="1698" y="1003"/>
                  <a:pt x="1700" y="1020"/>
                  <a:pt x="1698" y="1036"/>
                </a:cubicBezTo>
                <a:cubicBezTo>
                  <a:pt x="1698" y="1069"/>
                  <a:pt x="1705" y="1079"/>
                  <a:pt x="1699" y="1085"/>
                </a:cubicBezTo>
                <a:cubicBezTo>
                  <a:pt x="1711" y="1143"/>
                  <a:pt x="1719" y="1150"/>
                  <a:pt x="1720" y="1154"/>
                </a:cubicBezTo>
                <a:cubicBezTo>
                  <a:pt x="1713" y="1173"/>
                  <a:pt x="1719" y="1161"/>
                  <a:pt x="1713" y="1152"/>
                </a:cubicBezTo>
                <a:cubicBezTo>
                  <a:pt x="1689" y="1079"/>
                  <a:pt x="1683" y="1073"/>
                  <a:pt x="1685" y="1070"/>
                </a:cubicBezTo>
                <a:cubicBezTo>
                  <a:pt x="1679" y="1019"/>
                  <a:pt x="1675" y="1003"/>
                  <a:pt x="1678" y="989"/>
                </a:cubicBezTo>
                <a:cubicBezTo>
                  <a:pt x="1679" y="939"/>
                  <a:pt x="1676" y="934"/>
                  <a:pt x="1674" y="929"/>
                </a:cubicBezTo>
                <a:cubicBezTo>
                  <a:pt x="1678" y="875"/>
                  <a:pt x="1678" y="865"/>
                  <a:pt x="1677" y="854"/>
                </a:cubicBezTo>
                <a:cubicBezTo>
                  <a:pt x="1682" y="815"/>
                  <a:pt x="1678" y="804"/>
                  <a:pt x="1679" y="794"/>
                </a:cubicBezTo>
                <a:cubicBezTo>
                  <a:pt x="1676" y="743"/>
                  <a:pt x="1676" y="738"/>
                  <a:pt x="1674" y="732"/>
                </a:cubicBezTo>
                <a:cubicBezTo>
                  <a:pt x="1663" y="688"/>
                  <a:pt x="1662" y="677"/>
                  <a:pt x="1657" y="665"/>
                </a:cubicBezTo>
                <a:cubicBezTo>
                  <a:pt x="1631" y="625"/>
                  <a:pt x="1629" y="616"/>
                  <a:pt x="1624" y="622"/>
                </a:cubicBezTo>
                <a:cubicBezTo>
                  <a:pt x="1669" y="730"/>
                  <a:pt x="1663" y="734"/>
                  <a:pt x="1667" y="742"/>
                </a:cubicBezTo>
                <a:cubicBezTo>
                  <a:pt x="1671" y="784"/>
                  <a:pt x="1668" y="786"/>
                  <a:pt x="1670" y="790"/>
                </a:cubicBezTo>
                <a:cubicBezTo>
                  <a:pt x="1673" y="832"/>
                  <a:pt x="1666" y="844"/>
                  <a:pt x="1670" y="858"/>
                </a:cubicBezTo>
                <a:cubicBezTo>
                  <a:pt x="1664" y="946"/>
                  <a:pt x="1666" y="959"/>
                  <a:pt x="1666" y="972"/>
                </a:cubicBezTo>
                <a:cubicBezTo>
                  <a:pt x="1660" y="983"/>
                  <a:pt x="1658" y="956"/>
                  <a:pt x="1657" y="930"/>
                </a:cubicBezTo>
                <a:cubicBezTo>
                  <a:pt x="1656" y="883"/>
                  <a:pt x="1654" y="876"/>
                  <a:pt x="1653" y="870"/>
                </a:cubicBezTo>
                <a:cubicBezTo>
                  <a:pt x="1654" y="824"/>
                  <a:pt x="1648" y="815"/>
                  <a:pt x="1652" y="809"/>
                </a:cubicBezTo>
                <a:cubicBezTo>
                  <a:pt x="1641" y="741"/>
                  <a:pt x="1642" y="734"/>
                  <a:pt x="1638" y="726"/>
                </a:cubicBezTo>
                <a:cubicBezTo>
                  <a:pt x="1606" y="639"/>
                  <a:pt x="1595" y="629"/>
                  <a:pt x="1599" y="624"/>
                </a:cubicBezTo>
                <a:cubicBezTo>
                  <a:pt x="1559" y="579"/>
                  <a:pt x="1560" y="560"/>
                  <a:pt x="1554" y="564"/>
                </a:cubicBezTo>
                <a:cubicBezTo>
                  <a:pt x="1584" y="614"/>
                  <a:pt x="1591" y="626"/>
                  <a:pt x="1598" y="639"/>
                </a:cubicBezTo>
                <a:cubicBezTo>
                  <a:pt x="1622" y="714"/>
                  <a:pt x="1630" y="720"/>
                  <a:pt x="1631" y="724"/>
                </a:cubicBezTo>
                <a:cubicBezTo>
                  <a:pt x="1633" y="751"/>
                  <a:pt x="1640" y="757"/>
                  <a:pt x="1636" y="759"/>
                </a:cubicBezTo>
                <a:cubicBezTo>
                  <a:pt x="1645" y="839"/>
                  <a:pt x="1642" y="846"/>
                  <a:pt x="1644" y="854"/>
                </a:cubicBezTo>
                <a:cubicBezTo>
                  <a:pt x="1640" y="907"/>
                  <a:pt x="1650" y="918"/>
                  <a:pt x="1645" y="924"/>
                </a:cubicBezTo>
                <a:cubicBezTo>
                  <a:pt x="1644" y="962"/>
                  <a:pt x="1651" y="968"/>
                  <a:pt x="1647" y="970"/>
                </a:cubicBezTo>
                <a:cubicBezTo>
                  <a:pt x="1657" y="1063"/>
                  <a:pt x="1665" y="1076"/>
                  <a:pt x="1661" y="1086"/>
                </a:cubicBezTo>
                <a:cubicBezTo>
                  <a:pt x="1668" y="1110"/>
                  <a:pt x="1657" y="1109"/>
                  <a:pt x="1660" y="1099"/>
                </a:cubicBezTo>
                <a:cubicBezTo>
                  <a:pt x="1631" y="1019"/>
                  <a:pt x="1628" y="1011"/>
                  <a:pt x="1628" y="1005"/>
                </a:cubicBezTo>
                <a:cubicBezTo>
                  <a:pt x="1619" y="967"/>
                  <a:pt x="1628" y="955"/>
                  <a:pt x="1617" y="937"/>
                </a:cubicBezTo>
                <a:cubicBezTo>
                  <a:pt x="1619" y="889"/>
                  <a:pt x="1617" y="876"/>
                  <a:pt x="1617" y="864"/>
                </a:cubicBezTo>
                <a:cubicBezTo>
                  <a:pt x="1615" y="814"/>
                  <a:pt x="1615" y="802"/>
                  <a:pt x="1617" y="790"/>
                </a:cubicBezTo>
                <a:cubicBezTo>
                  <a:pt x="1598" y="709"/>
                  <a:pt x="1603" y="699"/>
                  <a:pt x="1601" y="696"/>
                </a:cubicBezTo>
                <a:cubicBezTo>
                  <a:pt x="1594" y="666"/>
                  <a:pt x="1586" y="660"/>
                  <a:pt x="1591" y="658"/>
                </a:cubicBezTo>
                <a:cubicBezTo>
                  <a:pt x="1575" y="621"/>
                  <a:pt x="1578" y="614"/>
                  <a:pt x="1570" y="605"/>
                </a:cubicBezTo>
                <a:cubicBezTo>
                  <a:pt x="1595" y="707"/>
                  <a:pt x="1599" y="725"/>
                  <a:pt x="1599" y="741"/>
                </a:cubicBezTo>
                <a:cubicBezTo>
                  <a:pt x="1606" y="813"/>
                  <a:pt x="1609" y="817"/>
                  <a:pt x="1604" y="818"/>
                </a:cubicBezTo>
                <a:cubicBezTo>
                  <a:pt x="1605" y="866"/>
                  <a:pt x="1610" y="878"/>
                  <a:pt x="1607" y="887"/>
                </a:cubicBezTo>
                <a:cubicBezTo>
                  <a:pt x="1611" y="956"/>
                  <a:pt x="1612" y="966"/>
                  <a:pt x="1612" y="975"/>
                </a:cubicBezTo>
                <a:cubicBezTo>
                  <a:pt x="1620" y="1014"/>
                  <a:pt x="1621" y="1021"/>
                  <a:pt x="1621" y="1029"/>
                </a:cubicBezTo>
                <a:cubicBezTo>
                  <a:pt x="1618" y="1044"/>
                  <a:pt x="1622" y="1037"/>
                  <a:pt x="1616" y="1035"/>
                </a:cubicBezTo>
                <a:cubicBezTo>
                  <a:pt x="1590" y="901"/>
                  <a:pt x="1595" y="899"/>
                  <a:pt x="1590" y="894"/>
                </a:cubicBezTo>
                <a:cubicBezTo>
                  <a:pt x="1589" y="813"/>
                  <a:pt x="1581" y="794"/>
                  <a:pt x="1585" y="779"/>
                </a:cubicBezTo>
                <a:cubicBezTo>
                  <a:pt x="1572" y="710"/>
                  <a:pt x="1574" y="694"/>
                  <a:pt x="1569" y="676"/>
                </a:cubicBezTo>
                <a:cubicBezTo>
                  <a:pt x="1548" y="606"/>
                  <a:pt x="1539" y="591"/>
                  <a:pt x="1531" y="576"/>
                </a:cubicBezTo>
                <a:cubicBezTo>
                  <a:pt x="1556" y="642"/>
                  <a:pt x="1554" y="655"/>
                  <a:pt x="1563" y="670"/>
                </a:cubicBezTo>
                <a:cubicBezTo>
                  <a:pt x="1565" y="721"/>
                  <a:pt x="1571" y="730"/>
                  <a:pt x="1567" y="736"/>
                </a:cubicBezTo>
                <a:cubicBezTo>
                  <a:pt x="1578" y="812"/>
                  <a:pt x="1574" y="818"/>
                  <a:pt x="1579" y="826"/>
                </a:cubicBezTo>
                <a:cubicBezTo>
                  <a:pt x="1576" y="872"/>
                  <a:pt x="1582" y="878"/>
                  <a:pt x="1580" y="881"/>
                </a:cubicBezTo>
                <a:cubicBezTo>
                  <a:pt x="1582" y="922"/>
                  <a:pt x="1588" y="931"/>
                  <a:pt x="1585" y="937"/>
                </a:cubicBezTo>
                <a:cubicBezTo>
                  <a:pt x="1597" y="1000"/>
                  <a:pt x="1592" y="1002"/>
                  <a:pt x="1597" y="1007"/>
                </a:cubicBezTo>
                <a:cubicBezTo>
                  <a:pt x="1580" y="986"/>
                  <a:pt x="1581" y="973"/>
                  <a:pt x="1573" y="959"/>
                </a:cubicBezTo>
                <a:cubicBezTo>
                  <a:pt x="1574" y="937"/>
                  <a:pt x="1570" y="933"/>
                  <a:pt x="1568" y="929"/>
                </a:cubicBezTo>
                <a:cubicBezTo>
                  <a:pt x="1566" y="904"/>
                  <a:pt x="1568" y="902"/>
                  <a:pt x="1566" y="898"/>
                </a:cubicBezTo>
                <a:cubicBezTo>
                  <a:pt x="1565" y="866"/>
                  <a:pt x="1560" y="851"/>
                  <a:pt x="1562" y="838"/>
                </a:cubicBezTo>
                <a:cubicBezTo>
                  <a:pt x="1559" y="787"/>
                  <a:pt x="1561" y="774"/>
                  <a:pt x="1560" y="760"/>
                </a:cubicBezTo>
                <a:cubicBezTo>
                  <a:pt x="1549" y="696"/>
                  <a:pt x="1551" y="682"/>
                  <a:pt x="1543" y="682"/>
                </a:cubicBezTo>
                <a:cubicBezTo>
                  <a:pt x="1550" y="772"/>
                  <a:pt x="1552" y="785"/>
                  <a:pt x="1551" y="797"/>
                </a:cubicBezTo>
                <a:cubicBezTo>
                  <a:pt x="1548" y="858"/>
                  <a:pt x="1552" y="863"/>
                  <a:pt x="1554" y="866"/>
                </a:cubicBezTo>
                <a:cubicBezTo>
                  <a:pt x="1558" y="923"/>
                  <a:pt x="1561" y="930"/>
                  <a:pt x="1557" y="935"/>
                </a:cubicBezTo>
                <a:cubicBezTo>
                  <a:pt x="1566" y="982"/>
                  <a:pt x="1577" y="993"/>
                  <a:pt x="1568" y="997"/>
                </a:cubicBezTo>
                <a:cubicBezTo>
                  <a:pt x="1548" y="919"/>
                  <a:pt x="1542" y="909"/>
                  <a:pt x="1544" y="901"/>
                </a:cubicBezTo>
                <a:cubicBezTo>
                  <a:pt x="1537" y="855"/>
                  <a:pt x="1541" y="852"/>
                  <a:pt x="1537" y="846"/>
                </a:cubicBezTo>
                <a:cubicBezTo>
                  <a:pt x="1530" y="810"/>
                  <a:pt x="1534" y="803"/>
                  <a:pt x="1528" y="793"/>
                </a:cubicBezTo>
                <a:cubicBezTo>
                  <a:pt x="1520" y="729"/>
                  <a:pt x="1518" y="719"/>
                  <a:pt x="1521" y="711"/>
                </a:cubicBezTo>
                <a:cubicBezTo>
                  <a:pt x="1481" y="627"/>
                  <a:pt x="1476" y="623"/>
                  <a:pt x="1473" y="615"/>
                </a:cubicBezTo>
                <a:cubicBezTo>
                  <a:pt x="1441" y="586"/>
                  <a:pt x="1439" y="570"/>
                  <a:pt x="1431" y="576"/>
                </a:cubicBezTo>
                <a:cubicBezTo>
                  <a:pt x="1460" y="610"/>
                  <a:pt x="1468" y="621"/>
                  <a:pt x="1476" y="631"/>
                </a:cubicBezTo>
                <a:cubicBezTo>
                  <a:pt x="1502" y="693"/>
                  <a:pt x="1509" y="699"/>
                  <a:pt x="1507" y="702"/>
                </a:cubicBezTo>
                <a:cubicBezTo>
                  <a:pt x="1512" y="760"/>
                  <a:pt x="1526" y="782"/>
                  <a:pt x="1519" y="798"/>
                </a:cubicBezTo>
                <a:cubicBezTo>
                  <a:pt x="1527" y="860"/>
                  <a:pt x="1529" y="869"/>
                  <a:pt x="1532" y="879"/>
                </a:cubicBezTo>
                <a:cubicBezTo>
                  <a:pt x="1533" y="927"/>
                  <a:pt x="1537" y="933"/>
                  <a:pt x="1535" y="938"/>
                </a:cubicBezTo>
                <a:cubicBezTo>
                  <a:pt x="1525" y="951"/>
                  <a:pt x="1527" y="935"/>
                  <a:pt x="1517" y="916"/>
                </a:cubicBezTo>
                <a:cubicBezTo>
                  <a:pt x="1511" y="847"/>
                  <a:pt x="1503" y="840"/>
                  <a:pt x="1508" y="836"/>
                </a:cubicBezTo>
                <a:cubicBezTo>
                  <a:pt x="1499" y="798"/>
                  <a:pt x="1503" y="793"/>
                  <a:pt x="1498" y="786"/>
                </a:cubicBezTo>
                <a:cubicBezTo>
                  <a:pt x="1494" y="750"/>
                  <a:pt x="1489" y="743"/>
                  <a:pt x="1489" y="738"/>
                </a:cubicBezTo>
                <a:cubicBezTo>
                  <a:pt x="1442" y="617"/>
                  <a:pt x="1439" y="606"/>
                  <a:pt x="1421" y="579"/>
                </a:cubicBezTo>
                <a:cubicBezTo>
                  <a:pt x="1399" y="558"/>
                  <a:pt x="1394" y="551"/>
                  <a:pt x="1386" y="554"/>
                </a:cubicBezTo>
                <a:cubicBezTo>
                  <a:pt x="1434" y="621"/>
                  <a:pt x="1443" y="634"/>
                  <a:pt x="1450" y="648"/>
                </a:cubicBezTo>
                <a:cubicBezTo>
                  <a:pt x="1462" y="693"/>
                  <a:pt x="1469" y="692"/>
                  <a:pt x="1466" y="698"/>
                </a:cubicBezTo>
                <a:cubicBezTo>
                  <a:pt x="1482" y="742"/>
                  <a:pt x="1480" y="752"/>
                  <a:pt x="1485" y="764"/>
                </a:cubicBezTo>
                <a:cubicBezTo>
                  <a:pt x="1501" y="873"/>
                  <a:pt x="1501" y="883"/>
                  <a:pt x="1505" y="894"/>
                </a:cubicBezTo>
                <a:cubicBezTo>
                  <a:pt x="1506" y="915"/>
                  <a:pt x="1500" y="915"/>
                  <a:pt x="1503" y="912"/>
                </a:cubicBezTo>
                <a:cubicBezTo>
                  <a:pt x="1480" y="826"/>
                  <a:pt x="1481" y="802"/>
                  <a:pt x="1464" y="773"/>
                </a:cubicBezTo>
                <a:cubicBezTo>
                  <a:pt x="1449" y="724"/>
                  <a:pt x="1444" y="706"/>
                  <a:pt x="1437" y="687"/>
                </a:cubicBezTo>
                <a:cubicBezTo>
                  <a:pt x="1361" y="563"/>
                  <a:pt x="1356" y="568"/>
                  <a:pt x="1353" y="563"/>
                </a:cubicBezTo>
                <a:cubicBezTo>
                  <a:pt x="1321" y="532"/>
                  <a:pt x="1318" y="529"/>
                  <a:pt x="1314" y="530"/>
                </a:cubicBezTo>
                <a:cubicBezTo>
                  <a:pt x="1345" y="563"/>
                  <a:pt x="1354" y="574"/>
                  <a:pt x="1360" y="575"/>
                </a:cubicBezTo>
                <a:cubicBezTo>
                  <a:pt x="1369" y="585"/>
                  <a:pt x="1370" y="589"/>
                  <a:pt x="1371" y="589"/>
                </a:cubicBezTo>
                <a:cubicBezTo>
                  <a:pt x="1402" y="640"/>
                  <a:pt x="1411" y="657"/>
                  <a:pt x="1420" y="673"/>
                </a:cubicBezTo>
                <a:cubicBezTo>
                  <a:pt x="1449" y="755"/>
                  <a:pt x="1449" y="759"/>
                  <a:pt x="1453" y="764"/>
                </a:cubicBezTo>
                <a:cubicBezTo>
                  <a:pt x="1456" y="791"/>
                  <a:pt x="1464" y="797"/>
                  <a:pt x="1465" y="801"/>
                </a:cubicBezTo>
                <a:cubicBezTo>
                  <a:pt x="1462" y="819"/>
                  <a:pt x="1462" y="802"/>
                  <a:pt x="1452" y="782"/>
                </a:cubicBezTo>
                <a:cubicBezTo>
                  <a:pt x="1442" y="746"/>
                  <a:pt x="1439" y="737"/>
                  <a:pt x="1435" y="727"/>
                </a:cubicBezTo>
                <a:cubicBezTo>
                  <a:pt x="1335" y="582"/>
                  <a:pt x="1334" y="573"/>
                  <a:pt x="1330" y="574"/>
                </a:cubicBezTo>
                <a:cubicBezTo>
                  <a:pt x="1292" y="535"/>
                  <a:pt x="1284" y="534"/>
                  <a:pt x="1277" y="527"/>
                </a:cubicBezTo>
                <a:cubicBezTo>
                  <a:pt x="1295" y="547"/>
                  <a:pt x="1301" y="551"/>
                  <a:pt x="1306" y="558"/>
                </a:cubicBezTo>
                <a:cubicBezTo>
                  <a:pt x="1331" y="590"/>
                  <a:pt x="1341" y="597"/>
                  <a:pt x="1351" y="606"/>
                </a:cubicBezTo>
                <a:cubicBezTo>
                  <a:pt x="1367" y="634"/>
                  <a:pt x="1373" y="639"/>
                  <a:pt x="1379" y="646"/>
                </a:cubicBezTo>
                <a:cubicBezTo>
                  <a:pt x="1409" y="699"/>
                  <a:pt x="1416" y="715"/>
                  <a:pt x="1426" y="732"/>
                </a:cubicBezTo>
                <a:cubicBezTo>
                  <a:pt x="1443" y="783"/>
                  <a:pt x="1444" y="787"/>
                  <a:pt x="1444" y="790"/>
                </a:cubicBezTo>
                <a:cubicBezTo>
                  <a:pt x="1464" y="846"/>
                  <a:pt x="1463" y="852"/>
                  <a:pt x="1464" y="858"/>
                </a:cubicBezTo>
                <a:cubicBezTo>
                  <a:pt x="1435" y="796"/>
                  <a:pt x="1428" y="774"/>
                  <a:pt x="1420" y="753"/>
                </a:cubicBezTo>
                <a:cubicBezTo>
                  <a:pt x="1353" y="645"/>
                  <a:pt x="1356" y="641"/>
                  <a:pt x="1353" y="637"/>
                </a:cubicBezTo>
                <a:cubicBezTo>
                  <a:pt x="1309" y="587"/>
                  <a:pt x="1299" y="576"/>
                  <a:pt x="1288" y="567"/>
                </a:cubicBezTo>
                <a:cubicBezTo>
                  <a:pt x="1266" y="558"/>
                  <a:pt x="1278" y="564"/>
                  <a:pt x="1288" y="573"/>
                </a:cubicBezTo>
                <a:cubicBezTo>
                  <a:pt x="1338" y="632"/>
                  <a:pt x="1341" y="635"/>
                  <a:pt x="1344" y="636"/>
                </a:cubicBezTo>
                <a:cubicBezTo>
                  <a:pt x="1386" y="706"/>
                  <a:pt x="1396" y="725"/>
                  <a:pt x="1405" y="741"/>
                </a:cubicBezTo>
                <a:cubicBezTo>
                  <a:pt x="1420" y="802"/>
                  <a:pt x="1437" y="813"/>
                  <a:pt x="1427" y="817"/>
                </a:cubicBezTo>
                <a:cubicBezTo>
                  <a:pt x="1383" y="737"/>
                  <a:pt x="1383" y="726"/>
                  <a:pt x="1378" y="729"/>
                </a:cubicBezTo>
                <a:cubicBezTo>
                  <a:pt x="1363" y="702"/>
                  <a:pt x="1356" y="699"/>
                  <a:pt x="1352" y="688"/>
                </a:cubicBezTo>
                <a:cubicBezTo>
                  <a:pt x="1287" y="617"/>
                  <a:pt x="1278" y="613"/>
                  <a:pt x="1269" y="596"/>
                </a:cubicBezTo>
                <a:cubicBezTo>
                  <a:pt x="1231" y="579"/>
                  <a:pt x="1236" y="581"/>
                  <a:pt x="1239" y="580"/>
                </a:cubicBezTo>
                <a:cubicBezTo>
                  <a:pt x="1287" y="628"/>
                  <a:pt x="1309" y="654"/>
                  <a:pt x="1333" y="681"/>
                </a:cubicBezTo>
                <a:cubicBezTo>
                  <a:pt x="1371" y="733"/>
                  <a:pt x="1374" y="737"/>
                  <a:pt x="1376" y="742"/>
                </a:cubicBezTo>
                <a:cubicBezTo>
                  <a:pt x="1379" y="756"/>
                  <a:pt x="1368" y="746"/>
                  <a:pt x="1357" y="735"/>
                </a:cubicBezTo>
                <a:cubicBezTo>
                  <a:pt x="1305" y="677"/>
                  <a:pt x="1299" y="674"/>
                  <a:pt x="1294" y="667"/>
                </a:cubicBezTo>
                <a:cubicBezTo>
                  <a:pt x="1267" y="654"/>
                  <a:pt x="1276" y="658"/>
                  <a:pt x="1284" y="667"/>
                </a:cubicBezTo>
                <a:cubicBezTo>
                  <a:pt x="1373" y="768"/>
                  <a:pt x="1384" y="779"/>
                  <a:pt x="1397" y="789"/>
                </a:cubicBezTo>
                <a:cubicBezTo>
                  <a:pt x="1439" y="854"/>
                  <a:pt x="1441" y="859"/>
                  <a:pt x="1444" y="863"/>
                </a:cubicBezTo>
                <a:cubicBezTo>
                  <a:pt x="1415" y="842"/>
                  <a:pt x="1406" y="827"/>
                  <a:pt x="1394" y="817"/>
                </a:cubicBezTo>
                <a:cubicBezTo>
                  <a:pt x="1340" y="757"/>
                  <a:pt x="1332" y="756"/>
                  <a:pt x="1327" y="749"/>
                </a:cubicBezTo>
                <a:cubicBezTo>
                  <a:pt x="1254" y="683"/>
                  <a:pt x="1250" y="671"/>
                  <a:pt x="1243" y="672"/>
                </a:cubicBezTo>
                <a:cubicBezTo>
                  <a:pt x="1214" y="642"/>
                  <a:pt x="1201" y="637"/>
                  <a:pt x="1190" y="625"/>
                </a:cubicBezTo>
                <a:cubicBezTo>
                  <a:pt x="1162" y="606"/>
                  <a:pt x="1161" y="603"/>
                  <a:pt x="1159" y="604"/>
                </a:cubicBezTo>
                <a:cubicBezTo>
                  <a:pt x="1202" y="651"/>
                  <a:pt x="1208" y="648"/>
                  <a:pt x="1211" y="651"/>
                </a:cubicBezTo>
                <a:cubicBezTo>
                  <a:pt x="1252" y="693"/>
                  <a:pt x="1264" y="697"/>
                  <a:pt x="1274" y="711"/>
                </a:cubicBezTo>
                <a:cubicBezTo>
                  <a:pt x="1341" y="783"/>
                  <a:pt x="1347" y="786"/>
                  <a:pt x="1352" y="794"/>
                </a:cubicBezTo>
                <a:cubicBezTo>
                  <a:pt x="1359" y="804"/>
                  <a:pt x="1353" y="801"/>
                  <a:pt x="1347" y="796"/>
                </a:cubicBezTo>
                <a:cubicBezTo>
                  <a:pt x="1323" y="786"/>
                  <a:pt x="1317" y="780"/>
                  <a:pt x="1312" y="775"/>
                </a:cubicBezTo>
                <a:cubicBezTo>
                  <a:pt x="1271" y="748"/>
                  <a:pt x="1265" y="746"/>
                  <a:pt x="1259" y="742"/>
                </a:cubicBezTo>
                <a:cubicBezTo>
                  <a:pt x="1142" y="660"/>
                  <a:pt x="1131" y="648"/>
                  <a:pt x="1120" y="640"/>
                </a:cubicBezTo>
                <a:cubicBezTo>
                  <a:pt x="1101" y="622"/>
                  <a:pt x="1098" y="617"/>
                  <a:pt x="1096" y="613"/>
                </a:cubicBezTo>
                <a:cubicBezTo>
                  <a:pt x="1118" y="650"/>
                  <a:pt x="1127" y="653"/>
                  <a:pt x="1135" y="662"/>
                </a:cubicBezTo>
                <a:cubicBezTo>
                  <a:pt x="1150" y="676"/>
                  <a:pt x="1157" y="677"/>
                  <a:pt x="1159" y="684"/>
                </a:cubicBezTo>
                <a:cubicBezTo>
                  <a:pt x="1206" y="725"/>
                  <a:pt x="1230" y="734"/>
                  <a:pt x="1252" y="752"/>
                </a:cubicBezTo>
                <a:cubicBezTo>
                  <a:pt x="1293" y="780"/>
                  <a:pt x="1299" y="782"/>
                  <a:pt x="1305" y="788"/>
                </a:cubicBezTo>
                <a:cubicBezTo>
                  <a:pt x="1312" y="800"/>
                  <a:pt x="1308" y="796"/>
                  <a:pt x="1304" y="791"/>
                </a:cubicBezTo>
                <a:cubicBezTo>
                  <a:pt x="1247" y="755"/>
                  <a:pt x="1235" y="755"/>
                  <a:pt x="1226" y="746"/>
                </a:cubicBezTo>
                <a:cubicBezTo>
                  <a:pt x="1161" y="702"/>
                  <a:pt x="1157" y="695"/>
                  <a:pt x="1152" y="693"/>
                </a:cubicBezTo>
                <a:cubicBezTo>
                  <a:pt x="1102" y="654"/>
                  <a:pt x="1099" y="643"/>
                  <a:pt x="1092" y="644"/>
                </a:cubicBezTo>
                <a:cubicBezTo>
                  <a:pt x="1119" y="671"/>
                  <a:pt x="1120" y="680"/>
                  <a:pt x="1124" y="679"/>
                </a:cubicBezTo>
                <a:cubicBezTo>
                  <a:pt x="1168" y="716"/>
                  <a:pt x="1181" y="726"/>
                  <a:pt x="1194" y="737"/>
                </a:cubicBezTo>
                <a:cubicBezTo>
                  <a:pt x="1249" y="776"/>
                  <a:pt x="1264" y="780"/>
                  <a:pt x="1277" y="791"/>
                </a:cubicBezTo>
                <a:cubicBezTo>
                  <a:pt x="1312" y="809"/>
                  <a:pt x="1317" y="809"/>
                  <a:pt x="1320" y="815"/>
                </a:cubicBezTo>
                <a:cubicBezTo>
                  <a:pt x="1369" y="841"/>
                  <a:pt x="1376" y="845"/>
                  <a:pt x="1383" y="850"/>
                </a:cubicBezTo>
                <a:cubicBezTo>
                  <a:pt x="1422" y="879"/>
                  <a:pt x="1427" y="876"/>
                  <a:pt x="1428" y="883"/>
                </a:cubicBezTo>
                <a:cubicBezTo>
                  <a:pt x="1448" y="907"/>
                  <a:pt x="1443" y="898"/>
                  <a:pt x="1436" y="897"/>
                </a:cubicBezTo>
                <a:cubicBezTo>
                  <a:pt x="1391" y="869"/>
                  <a:pt x="1384" y="868"/>
                  <a:pt x="1377" y="865"/>
                </a:cubicBezTo>
                <a:cubicBezTo>
                  <a:pt x="1310" y="833"/>
                  <a:pt x="1302" y="831"/>
                  <a:pt x="1296" y="825"/>
                </a:cubicBezTo>
                <a:cubicBezTo>
                  <a:pt x="1212" y="780"/>
                  <a:pt x="1211" y="771"/>
                  <a:pt x="1207" y="771"/>
                </a:cubicBezTo>
                <a:cubicBezTo>
                  <a:pt x="1172" y="749"/>
                  <a:pt x="1168" y="736"/>
                  <a:pt x="1161" y="735"/>
                </a:cubicBezTo>
                <a:cubicBezTo>
                  <a:pt x="1123" y="703"/>
                  <a:pt x="1121" y="690"/>
                  <a:pt x="1114" y="694"/>
                </a:cubicBezTo>
                <a:cubicBezTo>
                  <a:pt x="1142" y="729"/>
                  <a:pt x="1146" y="726"/>
                  <a:pt x="1148" y="733"/>
                </a:cubicBezTo>
                <a:cubicBezTo>
                  <a:pt x="1173" y="751"/>
                  <a:pt x="1177" y="763"/>
                  <a:pt x="1185" y="763"/>
                </a:cubicBezTo>
                <a:cubicBezTo>
                  <a:pt x="1224" y="799"/>
                  <a:pt x="1229" y="794"/>
                  <a:pt x="1231" y="799"/>
                </a:cubicBezTo>
                <a:cubicBezTo>
                  <a:pt x="1285" y="828"/>
                  <a:pt x="1287" y="837"/>
                  <a:pt x="1291" y="836"/>
                </a:cubicBezTo>
                <a:cubicBezTo>
                  <a:pt x="1324" y="852"/>
                  <a:pt x="1327" y="853"/>
                  <a:pt x="1331" y="855"/>
                </a:cubicBezTo>
                <a:cubicBezTo>
                  <a:pt x="1354" y="869"/>
                  <a:pt x="1359" y="866"/>
                  <a:pt x="1362" y="870"/>
                </a:cubicBezTo>
                <a:cubicBezTo>
                  <a:pt x="1393" y="896"/>
                  <a:pt x="1387" y="889"/>
                  <a:pt x="1379" y="890"/>
                </a:cubicBezTo>
                <a:cubicBezTo>
                  <a:pt x="1343" y="876"/>
                  <a:pt x="1330" y="867"/>
                  <a:pt x="1316" y="861"/>
                </a:cubicBezTo>
                <a:cubicBezTo>
                  <a:pt x="1288" y="845"/>
                  <a:pt x="1278" y="849"/>
                  <a:pt x="1272" y="841"/>
                </a:cubicBezTo>
                <a:cubicBezTo>
                  <a:pt x="1217" y="811"/>
                  <a:pt x="1203" y="803"/>
                  <a:pt x="1190" y="793"/>
                </a:cubicBezTo>
                <a:cubicBezTo>
                  <a:pt x="1137" y="758"/>
                  <a:pt x="1134" y="753"/>
                  <a:pt x="1129" y="753"/>
                </a:cubicBezTo>
                <a:cubicBezTo>
                  <a:pt x="1114" y="749"/>
                  <a:pt x="1121" y="748"/>
                  <a:pt x="1126" y="757"/>
                </a:cubicBezTo>
                <a:cubicBezTo>
                  <a:pt x="1191" y="803"/>
                  <a:pt x="1196" y="810"/>
                  <a:pt x="1203" y="812"/>
                </a:cubicBezTo>
                <a:cubicBezTo>
                  <a:pt x="1249" y="838"/>
                  <a:pt x="1256" y="844"/>
                  <a:pt x="1262" y="849"/>
                </a:cubicBezTo>
                <a:cubicBezTo>
                  <a:pt x="1317" y="872"/>
                  <a:pt x="1330" y="881"/>
                  <a:pt x="1345" y="886"/>
                </a:cubicBezTo>
                <a:cubicBezTo>
                  <a:pt x="1466" y="941"/>
                  <a:pt x="1476" y="944"/>
                  <a:pt x="1484" y="952"/>
                </a:cubicBezTo>
                <a:cubicBezTo>
                  <a:pt x="1517" y="968"/>
                  <a:pt x="1520" y="978"/>
                  <a:pt x="1527" y="976"/>
                </a:cubicBezTo>
                <a:cubicBezTo>
                  <a:pt x="1531" y="990"/>
                  <a:pt x="1530" y="981"/>
                  <a:pt x="1525" y="983"/>
                </a:cubicBezTo>
                <a:cubicBezTo>
                  <a:pt x="1481" y="961"/>
                  <a:pt x="1474" y="952"/>
                  <a:pt x="1466" y="951"/>
                </a:cubicBezTo>
                <a:cubicBezTo>
                  <a:pt x="1425" y="931"/>
                  <a:pt x="1421" y="932"/>
                  <a:pt x="1418" y="928"/>
                </a:cubicBezTo>
                <a:cubicBezTo>
                  <a:pt x="1362" y="907"/>
                  <a:pt x="1359" y="902"/>
                  <a:pt x="1354" y="904"/>
                </a:cubicBezTo>
                <a:cubicBezTo>
                  <a:pt x="1284" y="873"/>
                  <a:pt x="1275" y="872"/>
                  <a:pt x="1268" y="864"/>
                </a:cubicBezTo>
                <a:cubicBezTo>
                  <a:pt x="1187" y="822"/>
                  <a:pt x="1180" y="813"/>
                  <a:pt x="1171" y="812"/>
                </a:cubicBezTo>
                <a:cubicBezTo>
                  <a:pt x="1151" y="802"/>
                  <a:pt x="1156" y="806"/>
                  <a:pt x="1162" y="805"/>
                </a:cubicBezTo>
                <a:cubicBezTo>
                  <a:pt x="1226" y="856"/>
                  <a:pt x="1247" y="864"/>
                  <a:pt x="1268" y="875"/>
                </a:cubicBezTo>
                <a:cubicBezTo>
                  <a:pt x="1309" y="900"/>
                  <a:pt x="1321" y="899"/>
                  <a:pt x="1332" y="905"/>
                </a:cubicBezTo>
                <a:cubicBezTo>
                  <a:pt x="1382" y="923"/>
                  <a:pt x="1385" y="925"/>
                  <a:pt x="1387" y="930"/>
                </a:cubicBezTo>
                <a:cubicBezTo>
                  <a:pt x="1411" y="942"/>
                  <a:pt x="1417" y="937"/>
                  <a:pt x="1421" y="944"/>
                </a:cubicBezTo>
                <a:cubicBezTo>
                  <a:pt x="1476" y="965"/>
                  <a:pt x="1480" y="968"/>
                  <a:pt x="1484" y="973"/>
                </a:cubicBezTo>
                <a:cubicBezTo>
                  <a:pt x="1489" y="979"/>
                  <a:pt x="1486" y="976"/>
                  <a:pt x="1482" y="974"/>
                </a:cubicBezTo>
                <a:cubicBezTo>
                  <a:pt x="1457" y="961"/>
                  <a:pt x="1453" y="964"/>
                  <a:pt x="1451" y="962"/>
                </a:cubicBezTo>
                <a:cubicBezTo>
                  <a:pt x="1390" y="938"/>
                  <a:pt x="1386" y="937"/>
                  <a:pt x="1383" y="935"/>
                </a:cubicBezTo>
                <a:cubicBezTo>
                  <a:pt x="1344" y="921"/>
                  <a:pt x="1336" y="922"/>
                  <a:pt x="1330" y="918"/>
                </a:cubicBezTo>
                <a:cubicBezTo>
                  <a:pt x="1294" y="902"/>
                  <a:pt x="1280" y="895"/>
                  <a:pt x="1266" y="888"/>
                </a:cubicBezTo>
                <a:cubicBezTo>
                  <a:pt x="1196" y="853"/>
                  <a:pt x="1190" y="848"/>
                  <a:pt x="1182" y="847"/>
                </a:cubicBezTo>
                <a:cubicBezTo>
                  <a:pt x="1115" y="801"/>
                  <a:pt x="1109" y="794"/>
                  <a:pt x="1102" y="788"/>
                </a:cubicBezTo>
                <a:cubicBezTo>
                  <a:pt x="1080" y="767"/>
                  <a:pt x="1079" y="757"/>
                  <a:pt x="1074" y="760"/>
                </a:cubicBezTo>
                <a:cubicBezTo>
                  <a:pt x="1100" y="793"/>
                  <a:pt x="1104" y="805"/>
                  <a:pt x="1112" y="806"/>
                </a:cubicBezTo>
                <a:cubicBezTo>
                  <a:pt x="1183" y="857"/>
                  <a:pt x="1191" y="859"/>
                  <a:pt x="1198" y="865"/>
                </a:cubicBezTo>
                <a:cubicBezTo>
                  <a:pt x="1271" y="898"/>
                  <a:pt x="1273" y="906"/>
                  <a:pt x="1276" y="906"/>
                </a:cubicBezTo>
                <a:cubicBezTo>
                  <a:pt x="1326" y="930"/>
                  <a:pt x="1342" y="933"/>
                  <a:pt x="1357" y="941"/>
                </a:cubicBezTo>
                <a:cubicBezTo>
                  <a:pt x="1388" y="948"/>
                  <a:pt x="1396" y="954"/>
                  <a:pt x="1404" y="956"/>
                </a:cubicBezTo>
                <a:cubicBezTo>
                  <a:pt x="1473" y="984"/>
                  <a:pt x="1495" y="994"/>
                  <a:pt x="1517" y="1001"/>
                </a:cubicBezTo>
                <a:cubicBezTo>
                  <a:pt x="1577" y="1034"/>
                  <a:pt x="1579" y="1040"/>
                  <a:pt x="1582" y="1039"/>
                </a:cubicBezTo>
                <a:cubicBezTo>
                  <a:pt x="1572" y="1045"/>
                  <a:pt x="1565" y="1043"/>
                  <a:pt x="1559" y="1040"/>
                </a:cubicBezTo>
                <a:cubicBezTo>
                  <a:pt x="1511" y="1020"/>
                  <a:pt x="1499" y="1017"/>
                  <a:pt x="1488" y="1012"/>
                </a:cubicBezTo>
                <a:cubicBezTo>
                  <a:pt x="1445" y="1007"/>
                  <a:pt x="1443" y="994"/>
                  <a:pt x="1435" y="1000"/>
                </a:cubicBezTo>
                <a:cubicBezTo>
                  <a:pt x="1406" y="991"/>
                  <a:pt x="1394" y="987"/>
                  <a:pt x="1382" y="985"/>
                </a:cubicBezTo>
                <a:cubicBezTo>
                  <a:pt x="1338" y="968"/>
                  <a:pt x="1330" y="966"/>
                  <a:pt x="1326" y="964"/>
                </a:cubicBezTo>
                <a:cubicBezTo>
                  <a:pt x="1280" y="947"/>
                  <a:pt x="1274" y="941"/>
                  <a:pt x="1267" y="938"/>
                </a:cubicBezTo>
                <a:cubicBezTo>
                  <a:pt x="1204" y="908"/>
                  <a:pt x="1197" y="907"/>
                  <a:pt x="1191" y="901"/>
                </a:cubicBezTo>
                <a:cubicBezTo>
                  <a:pt x="1130" y="863"/>
                  <a:pt x="1122" y="864"/>
                  <a:pt x="1117" y="857"/>
                </a:cubicBezTo>
                <a:cubicBezTo>
                  <a:pt x="1078" y="830"/>
                  <a:pt x="1082" y="836"/>
                  <a:pt x="1087" y="841"/>
                </a:cubicBezTo>
                <a:cubicBezTo>
                  <a:pt x="1123" y="870"/>
                  <a:pt x="1129" y="876"/>
                  <a:pt x="1136" y="875"/>
                </a:cubicBezTo>
                <a:cubicBezTo>
                  <a:pt x="1173" y="906"/>
                  <a:pt x="1181" y="902"/>
                  <a:pt x="1185" y="910"/>
                </a:cubicBezTo>
                <a:cubicBezTo>
                  <a:pt x="1225" y="931"/>
                  <a:pt x="1231" y="935"/>
                  <a:pt x="1237" y="937"/>
                </a:cubicBezTo>
                <a:cubicBezTo>
                  <a:pt x="1313" y="971"/>
                  <a:pt x="1319" y="971"/>
                  <a:pt x="1324" y="976"/>
                </a:cubicBezTo>
                <a:cubicBezTo>
                  <a:pt x="1349" y="983"/>
                  <a:pt x="1355" y="985"/>
                  <a:pt x="1361" y="985"/>
                </a:cubicBezTo>
                <a:cubicBezTo>
                  <a:pt x="1400" y="1000"/>
                  <a:pt x="1403" y="1002"/>
                  <a:pt x="1406" y="1002"/>
                </a:cubicBezTo>
                <a:cubicBezTo>
                  <a:pt x="1458" y="1018"/>
                  <a:pt x="1466" y="1012"/>
                  <a:pt x="1471" y="1018"/>
                </a:cubicBezTo>
                <a:cubicBezTo>
                  <a:pt x="1573" y="1058"/>
                  <a:pt x="1585" y="1062"/>
                  <a:pt x="1596" y="1069"/>
                </a:cubicBezTo>
                <a:cubicBezTo>
                  <a:pt x="1615" y="1086"/>
                  <a:pt x="1602" y="1079"/>
                  <a:pt x="1588" y="1071"/>
                </a:cubicBezTo>
                <a:cubicBezTo>
                  <a:pt x="1450" y="1038"/>
                  <a:pt x="1447" y="1037"/>
                  <a:pt x="1442" y="1040"/>
                </a:cubicBezTo>
                <a:cubicBezTo>
                  <a:pt x="1415" y="1033"/>
                  <a:pt x="1412" y="1030"/>
                  <a:pt x="1406" y="1034"/>
                </a:cubicBezTo>
                <a:cubicBezTo>
                  <a:pt x="1362" y="1025"/>
                  <a:pt x="1359" y="1013"/>
                  <a:pt x="1350" y="1018"/>
                </a:cubicBezTo>
                <a:cubicBezTo>
                  <a:pt x="1320" y="1009"/>
                  <a:pt x="1317" y="1008"/>
                  <a:pt x="1314" y="1006"/>
                </a:cubicBezTo>
                <a:cubicBezTo>
                  <a:pt x="1270" y="990"/>
                  <a:pt x="1264" y="988"/>
                  <a:pt x="1258" y="984"/>
                </a:cubicBezTo>
                <a:cubicBezTo>
                  <a:pt x="1183" y="950"/>
                  <a:pt x="1180" y="949"/>
                  <a:pt x="1177" y="950"/>
                </a:cubicBezTo>
                <a:cubicBezTo>
                  <a:pt x="1145" y="925"/>
                  <a:pt x="1137" y="928"/>
                  <a:pt x="1132" y="922"/>
                </a:cubicBezTo>
                <a:cubicBezTo>
                  <a:pt x="1097" y="895"/>
                  <a:pt x="1094" y="894"/>
                  <a:pt x="1091" y="895"/>
                </a:cubicBezTo>
                <a:cubicBezTo>
                  <a:pt x="1100" y="905"/>
                  <a:pt x="1104" y="913"/>
                  <a:pt x="1110" y="913"/>
                </a:cubicBezTo>
                <a:cubicBezTo>
                  <a:pt x="1182" y="958"/>
                  <a:pt x="1192" y="966"/>
                  <a:pt x="1203" y="970"/>
                </a:cubicBezTo>
                <a:cubicBezTo>
                  <a:pt x="1254" y="997"/>
                  <a:pt x="1258" y="992"/>
                  <a:pt x="1260" y="998"/>
                </a:cubicBezTo>
                <a:cubicBezTo>
                  <a:pt x="1307" y="1012"/>
                  <a:pt x="1312" y="1017"/>
                  <a:pt x="1318" y="1018"/>
                </a:cubicBezTo>
                <a:cubicBezTo>
                  <a:pt x="1341" y="1024"/>
                  <a:pt x="1347" y="1023"/>
                  <a:pt x="1351" y="1029"/>
                </a:cubicBezTo>
                <a:cubicBezTo>
                  <a:pt x="1393" y="1035"/>
                  <a:pt x="1397" y="1043"/>
                  <a:pt x="1404" y="1041"/>
                </a:cubicBezTo>
                <a:cubicBezTo>
                  <a:pt x="1425" y="1048"/>
                  <a:pt x="1431" y="1050"/>
                  <a:pt x="1438" y="1049"/>
                </a:cubicBezTo>
                <a:cubicBezTo>
                  <a:pt x="1449" y="1054"/>
                  <a:pt x="1452" y="1053"/>
                  <a:pt x="1455" y="1054"/>
                </a:cubicBezTo>
                <a:cubicBezTo>
                  <a:pt x="1497" y="1056"/>
                  <a:pt x="1501" y="1065"/>
                  <a:pt x="1508" y="1063"/>
                </a:cubicBezTo>
                <a:cubicBezTo>
                  <a:pt x="1548" y="1073"/>
                  <a:pt x="1554" y="1071"/>
                  <a:pt x="1559" y="1075"/>
                </a:cubicBezTo>
                <a:cubicBezTo>
                  <a:pt x="1619" y="1097"/>
                  <a:pt x="1625" y="1107"/>
                  <a:pt x="1635" y="1107"/>
                </a:cubicBezTo>
                <a:cubicBezTo>
                  <a:pt x="1638" y="1114"/>
                  <a:pt x="1631" y="1117"/>
                  <a:pt x="1625" y="1115"/>
                </a:cubicBezTo>
                <a:cubicBezTo>
                  <a:pt x="1588" y="1102"/>
                  <a:pt x="1583" y="1100"/>
                  <a:pt x="1578" y="1100"/>
                </a:cubicBezTo>
                <a:cubicBezTo>
                  <a:pt x="1556" y="1091"/>
                  <a:pt x="1552" y="1094"/>
                  <a:pt x="1550" y="1092"/>
                </a:cubicBezTo>
                <a:cubicBezTo>
                  <a:pt x="1504" y="1083"/>
                  <a:pt x="1498" y="1087"/>
                  <a:pt x="1494" y="1085"/>
                </a:cubicBezTo>
                <a:cubicBezTo>
                  <a:pt x="1474" y="1084"/>
                  <a:pt x="1472" y="1083"/>
                  <a:pt x="1472" y="1083"/>
                </a:cubicBezTo>
                <a:cubicBezTo>
                  <a:pt x="1445" y="1080"/>
                  <a:pt x="1440" y="1080"/>
                  <a:pt x="1435" y="1080"/>
                </a:cubicBezTo>
                <a:cubicBezTo>
                  <a:pt x="1386" y="1073"/>
                  <a:pt x="1380" y="1077"/>
                  <a:pt x="1376" y="1074"/>
                </a:cubicBezTo>
                <a:cubicBezTo>
                  <a:pt x="1341" y="1074"/>
                  <a:pt x="1321" y="1073"/>
                  <a:pt x="1301" y="1072"/>
                </a:cubicBezTo>
                <a:cubicBezTo>
                  <a:pt x="1232" y="1067"/>
                  <a:pt x="1224" y="1057"/>
                  <a:pt x="1214" y="1058"/>
                </a:cubicBezTo>
                <a:cubicBezTo>
                  <a:pt x="1154" y="1038"/>
                  <a:pt x="1149" y="1038"/>
                  <a:pt x="1145" y="1035"/>
                </a:cubicBezTo>
                <a:cubicBezTo>
                  <a:pt x="1114" y="1022"/>
                  <a:pt x="1107" y="1027"/>
                  <a:pt x="1104" y="1019"/>
                </a:cubicBezTo>
                <a:cubicBezTo>
                  <a:pt x="1081" y="1017"/>
                  <a:pt x="1086" y="1021"/>
                  <a:pt x="1093" y="1020"/>
                </a:cubicBezTo>
                <a:cubicBezTo>
                  <a:pt x="1150" y="1045"/>
                  <a:pt x="1155" y="1050"/>
                  <a:pt x="1162" y="1049"/>
                </a:cubicBezTo>
                <a:cubicBezTo>
                  <a:pt x="1192" y="1061"/>
                  <a:pt x="1195" y="1062"/>
                  <a:pt x="1198" y="1061"/>
                </a:cubicBezTo>
                <a:cubicBezTo>
                  <a:pt x="1229" y="1070"/>
                  <a:pt x="1232" y="1069"/>
                  <a:pt x="1235" y="1070"/>
                </a:cubicBezTo>
                <a:cubicBezTo>
                  <a:pt x="1280" y="1076"/>
                  <a:pt x="1285" y="1083"/>
                  <a:pt x="1293" y="1079"/>
                </a:cubicBezTo>
                <a:cubicBezTo>
                  <a:pt x="1377" y="1091"/>
                  <a:pt x="1387" y="1081"/>
                  <a:pt x="1392" y="1088"/>
                </a:cubicBezTo>
                <a:cubicBezTo>
                  <a:pt x="1443" y="1092"/>
                  <a:pt x="1446" y="1092"/>
                  <a:pt x="1450" y="1092"/>
                </a:cubicBezTo>
                <a:cubicBezTo>
                  <a:pt x="1490" y="1092"/>
                  <a:pt x="1491" y="1101"/>
                  <a:pt x="1495" y="1099"/>
                </a:cubicBezTo>
                <a:cubicBezTo>
                  <a:pt x="1533" y="1104"/>
                  <a:pt x="1539" y="1099"/>
                  <a:pt x="1540" y="1106"/>
                </a:cubicBezTo>
                <a:cubicBezTo>
                  <a:pt x="1601" y="1119"/>
                  <a:pt x="1607" y="1122"/>
                  <a:pt x="1614" y="1121"/>
                </a:cubicBezTo>
                <a:cubicBezTo>
                  <a:pt x="1636" y="1136"/>
                  <a:pt x="1643" y="1125"/>
                  <a:pt x="1644" y="1134"/>
                </a:cubicBezTo>
                <a:cubicBezTo>
                  <a:pt x="1667" y="1150"/>
                  <a:pt x="1662" y="1146"/>
                  <a:pt x="1655" y="1148"/>
                </a:cubicBezTo>
                <a:cubicBezTo>
                  <a:pt x="1643" y="1147"/>
                  <a:pt x="1640" y="1144"/>
                  <a:pt x="1638" y="1143"/>
                </a:cubicBezTo>
                <a:cubicBezTo>
                  <a:pt x="1567" y="1136"/>
                  <a:pt x="1559" y="1135"/>
                  <a:pt x="1552" y="1132"/>
                </a:cubicBezTo>
                <a:cubicBezTo>
                  <a:pt x="1521" y="1127"/>
                  <a:pt x="1511" y="1132"/>
                  <a:pt x="1505" y="1126"/>
                </a:cubicBezTo>
                <a:cubicBezTo>
                  <a:pt x="1434" y="1129"/>
                  <a:pt x="1417" y="1126"/>
                  <a:pt x="1399" y="1126"/>
                </a:cubicBezTo>
                <a:cubicBezTo>
                  <a:pt x="1351" y="1129"/>
                  <a:pt x="1347" y="1126"/>
                  <a:pt x="1342" y="1125"/>
                </a:cubicBezTo>
                <a:cubicBezTo>
                  <a:pt x="1278" y="1119"/>
                  <a:pt x="1268" y="1120"/>
                  <a:pt x="1260" y="1115"/>
                </a:cubicBezTo>
                <a:cubicBezTo>
                  <a:pt x="1216" y="1104"/>
                  <a:pt x="1198" y="1103"/>
                  <a:pt x="1181" y="1094"/>
                </a:cubicBezTo>
                <a:cubicBezTo>
                  <a:pt x="1146" y="1085"/>
                  <a:pt x="1140" y="1074"/>
                  <a:pt x="1130" y="1076"/>
                </a:cubicBezTo>
                <a:cubicBezTo>
                  <a:pt x="1181" y="1097"/>
                  <a:pt x="1182" y="1102"/>
                  <a:pt x="1185" y="1101"/>
                </a:cubicBezTo>
                <a:cubicBezTo>
                  <a:pt x="1215" y="1110"/>
                  <a:pt x="1220" y="1115"/>
                  <a:pt x="1226" y="1116"/>
                </a:cubicBezTo>
                <a:cubicBezTo>
                  <a:pt x="1260" y="1124"/>
                  <a:pt x="1263" y="1123"/>
                  <a:pt x="1264" y="1127"/>
                </a:cubicBezTo>
                <a:cubicBezTo>
                  <a:pt x="1306" y="1128"/>
                  <a:pt x="1319" y="1133"/>
                  <a:pt x="1332" y="1134"/>
                </a:cubicBezTo>
                <a:cubicBezTo>
                  <a:pt x="1380" y="1136"/>
                  <a:pt x="1388" y="1134"/>
                  <a:pt x="1393" y="1138"/>
                </a:cubicBezTo>
                <a:cubicBezTo>
                  <a:pt x="1428" y="1139"/>
                  <a:pt x="1442" y="1138"/>
                  <a:pt x="1457" y="1135"/>
                </a:cubicBezTo>
                <a:cubicBezTo>
                  <a:pt x="1563" y="1142"/>
                  <a:pt x="1573" y="1148"/>
                  <a:pt x="1586" y="1146"/>
                </a:cubicBezTo>
                <a:cubicBezTo>
                  <a:pt x="1614" y="1151"/>
                  <a:pt x="1617" y="1152"/>
                  <a:pt x="1621" y="1150"/>
                </a:cubicBezTo>
                <a:cubicBezTo>
                  <a:pt x="1696" y="1171"/>
                  <a:pt x="1702" y="1175"/>
                  <a:pt x="1708" y="1180"/>
                </a:cubicBezTo>
                <a:cubicBezTo>
                  <a:pt x="1661" y="1168"/>
                  <a:pt x="1655" y="1167"/>
                  <a:pt x="1650" y="1166"/>
                </a:cubicBezTo>
                <a:cubicBezTo>
                  <a:pt x="1610" y="1156"/>
                  <a:pt x="1599" y="1159"/>
                  <a:pt x="1589" y="1156"/>
                </a:cubicBezTo>
                <a:cubicBezTo>
                  <a:pt x="1517" y="1149"/>
                  <a:pt x="1506" y="1151"/>
                  <a:pt x="1496" y="1148"/>
                </a:cubicBezTo>
                <a:cubicBezTo>
                  <a:pt x="1443" y="1153"/>
                  <a:pt x="1436" y="1152"/>
                  <a:pt x="1429" y="1154"/>
                </a:cubicBezTo>
                <a:cubicBezTo>
                  <a:pt x="1392" y="1158"/>
                  <a:pt x="1377" y="1159"/>
                  <a:pt x="1362" y="1161"/>
                </a:cubicBezTo>
                <a:cubicBezTo>
                  <a:pt x="1306" y="1163"/>
                  <a:pt x="1291" y="1163"/>
                  <a:pt x="1277" y="1161"/>
                </a:cubicBezTo>
                <a:cubicBezTo>
                  <a:pt x="1225" y="1153"/>
                  <a:pt x="1219" y="1158"/>
                  <a:pt x="1216" y="1157"/>
                </a:cubicBezTo>
                <a:cubicBezTo>
                  <a:pt x="1188" y="1152"/>
                  <a:pt x="1183" y="1146"/>
                  <a:pt x="1175" y="1147"/>
                </a:cubicBezTo>
                <a:cubicBezTo>
                  <a:pt x="1130" y="1135"/>
                  <a:pt x="1125" y="1127"/>
                  <a:pt x="1116" y="1131"/>
                </a:cubicBezTo>
                <a:cubicBezTo>
                  <a:pt x="1206" y="1168"/>
                  <a:pt x="1219" y="1158"/>
                  <a:pt x="1226" y="1169"/>
                </a:cubicBezTo>
                <a:cubicBezTo>
                  <a:pt x="1252" y="1170"/>
                  <a:pt x="1256" y="1169"/>
                  <a:pt x="1259" y="1171"/>
                </a:cubicBezTo>
                <a:cubicBezTo>
                  <a:pt x="1310" y="1175"/>
                  <a:pt x="1321" y="1171"/>
                  <a:pt x="1331" y="1173"/>
                </a:cubicBezTo>
                <a:cubicBezTo>
                  <a:pt x="1405" y="1164"/>
                  <a:pt x="1415" y="1166"/>
                  <a:pt x="1426" y="1164"/>
                </a:cubicBezTo>
                <a:cubicBezTo>
                  <a:pt x="1526" y="1166"/>
                  <a:pt x="1535" y="1160"/>
                  <a:pt x="1542" y="1161"/>
                </a:cubicBezTo>
                <a:cubicBezTo>
                  <a:pt x="1577" y="1165"/>
                  <a:pt x="1581" y="1168"/>
                  <a:pt x="1585" y="1170"/>
                </a:cubicBezTo>
                <a:cubicBezTo>
                  <a:pt x="1640" y="1173"/>
                  <a:pt x="1645" y="1176"/>
                  <a:pt x="1651" y="1177"/>
                </a:cubicBezTo>
                <a:cubicBezTo>
                  <a:pt x="1702" y="1194"/>
                  <a:pt x="1709" y="1191"/>
                  <a:pt x="1713" y="1195"/>
                </a:cubicBezTo>
                <a:cubicBezTo>
                  <a:pt x="1740" y="1207"/>
                  <a:pt x="1742" y="1208"/>
                  <a:pt x="1744" y="1213"/>
                </a:cubicBezTo>
                <a:cubicBezTo>
                  <a:pt x="1714" y="1202"/>
                  <a:pt x="1711" y="1206"/>
                  <a:pt x="1709" y="1203"/>
                </a:cubicBezTo>
                <a:cubicBezTo>
                  <a:pt x="1643" y="1193"/>
                  <a:pt x="1639" y="1194"/>
                  <a:pt x="1635" y="1192"/>
                </a:cubicBezTo>
                <a:cubicBezTo>
                  <a:pt x="1590" y="1187"/>
                  <a:pt x="1583" y="1196"/>
                  <a:pt x="1581" y="1190"/>
                </a:cubicBezTo>
                <a:cubicBezTo>
                  <a:pt x="1529" y="1195"/>
                  <a:pt x="1521" y="1191"/>
                  <a:pt x="1512" y="1193"/>
                </a:cubicBezTo>
                <a:cubicBezTo>
                  <a:pt x="1423" y="1194"/>
                  <a:pt x="1417" y="1196"/>
                  <a:pt x="1411" y="1196"/>
                </a:cubicBezTo>
                <a:cubicBezTo>
                  <a:pt x="1348" y="1191"/>
                  <a:pt x="1337" y="1192"/>
                  <a:pt x="1325" y="1194"/>
                </a:cubicBezTo>
                <a:cubicBezTo>
                  <a:pt x="1279" y="1189"/>
                  <a:pt x="1267" y="1191"/>
                  <a:pt x="1256" y="1188"/>
                </a:cubicBezTo>
                <a:cubicBezTo>
                  <a:pt x="1237" y="1186"/>
                  <a:pt x="1234" y="1183"/>
                  <a:pt x="1231" y="1184"/>
                </a:cubicBezTo>
                <a:cubicBezTo>
                  <a:pt x="1184" y="1176"/>
                  <a:pt x="1180" y="1170"/>
                  <a:pt x="1174" y="1172"/>
                </a:cubicBezTo>
                <a:cubicBezTo>
                  <a:pt x="1132" y="1155"/>
                  <a:pt x="1128" y="1154"/>
                  <a:pt x="1125" y="1152"/>
                </a:cubicBezTo>
                <a:cubicBezTo>
                  <a:pt x="1128" y="1162"/>
                  <a:pt x="1132" y="1165"/>
                  <a:pt x="1137" y="1163"/>
                </a:cubicBezTo>
                <a:cubicBezTo>
                  <a:pt x="1183" y="1183"/>
                  <a:pt x="1190" y="1181"/>
                  <a:pt x="1195" y="1183"/>
                </a:cubicBezTo>
                <a:cubicBezTo>
                  <a:pt x="1310" y="1202"/>
                  <a:pt x="1315" y="1207"/>
                  <a:pt x="1323" y="1201"/>
                </a:cubicBezTo>
                <a:cubicBezTo>
                  <a:pt x="1390" y="1208"/>
                  <a:pt x="1403" y="1205"/>
                  <a:pt x="1415" y="1208"/>
                </a:cubicBezTo>
                <a:cubicBezTo>
                  <a:pt x="1498" y="1205"/>
                  <a:pt x="1504" y="1206"/>
                  <a:pt x="1511" y="1202"/>
                </a:cubicBezTo>
                <a:cubicBezTo>
                  <a:pt x="1580" y="1203"/>
                  <a:pt x="1593" y="1203"/>
                  <a:pt x="1606" y="1202"/>
                </a:cubicBezTo>
                <a:cubicBezTo>
                  <a:pt x="1652" y="1208"/>
                  <a:pt x="1665" y="1207"/>
                  <a:pt x="1677" y="1209"/>
                </a:cubicBezTo>
                <a:cubicBezTo>
                  <a:pt x="1706" y="1220"/>
                  <a:pt x="1709" y="1218"/>
                  <a:pt x="1712" y="1219"/>
                </a:cubicBezTo>
                <a:cubicBezTo>
                  <a:pt x="1741" y="1228"/>
                  <a:pt x="1745" y="1229"/>
                  <a:pt x="1743" y="1232"/>
                </a:cubicBezTo>
                <a:cubicBezTo>
                  <a:pt x="1711" y="1227"/>
                  <a:pt x="1701" y="1228"/>
                  <a:pt x="1694" y="1224"/>
                </a:cubicBezTo>
                <a:cubicBezTo>
                  <a:pt x="1654" y="1216"/>
                  <a:pt x="1647" y="1223"/>
                  <a:pt x="1644" y="1219"/>
                </a:cubicBezTo>
                <a:cubicBezTo>
                  <a:pt x="1585" y="1219"/>
                  <a:pt x="1577" y="1220"/>
                  <a:pt x="1569" y="1216"/>
                </a:cubicBezTo>
                <a:cubicBezTo>
                  <a:pt x="1486" y="1230"/>
                  <a:pt x="1479" y="1227"/>
                  <a:pt x="1471" y="1230"/>
                </a:cubicBezTo>
                <a:cubicBezTo>
                  <a:pt x="1385" y="1240"/>
                  <a:pt x="1370" y="1240"/>
                  <a:pt x="1353" y="1245"/>
                </a:cubicBezTo>
                <a:cubicBezTo>
                  <a:pt x="1318" y="1242"/>
                  <a:pt x="1314" y="1243"/>
                  <a:pt x="1310" y="1246"/>
                </a:cubicBezTo>
                <a:cubicBezTo>
                  <a:pt x="1239" y="1242"/>
                  <a:pt x="1231" y="1242"/>
                  <a:pt x="1224" y="1241"/>
                </a:cubicBezTo>
                <a:cubicBezTo>
                  <a:pt x="1187" y="1241"/>
                  <a:pt x="1185" y="1232"/>
                  <a:pt x="1180" y="1236"/>
                </a:cubicBezTo>
                <a:cubicBezTo>
                  <a:pt x="1231" y="1254"/>
                  <a:pt x="1246" y="1250"/>
                  <a:pt x="1258" y="1254"/>
                </a:cubicBezTo>
                <a:cubicBezTo>
                  <a:pt x="1315" y="1251"/>
                  <a:pt x="1327" y="1257"/>
                  <a:pt x="1342" y="1252"/>
                </a:cubicBezTo>
                <a:cubicBezTo>
                  <a:pt x="1369" y="1255"/>
                  <a:pt x="1377" y="1251"/>
                  <a:pt x="1385" y="1249"/>
                </a:cubicBezTo>
                <a:cubicBezTo>
                  <a:pt x="1444" y="1247"/>
                  <a:pt x="1455" y="1238"/>
                  <a:pt x="1462" y="1241"/>
                </a:cubicBezTo>
                <a:cubicBezTo>
                  <a:pt x="1520" y="1236"/>
                  <a:pt x="1534" y="1230"/>
                  <a:pt x="1545" y="1236"/>
                </a:cubicBezTo>
                <a:cubicBezTo>
                  <a:pt x="1627" y="1230"/>
                  <a:pt x="1646" y="1234"/>
                  <a:pt x="1668" y="1229"/>
                </a:cubicBezTo>
                <a:cubicBezTo>
                  <a:pt x="1698" y="1239"/>
                  <a:pt x="1703" y="1236"/>
                  <a:pt x="1707" y="1237"/>
                </a:cubicBezTo>
                <a:cubicBezTo>
                  <a:pt x="1732" y="1236"/>
                  <a:pt x="1739" y="1245"/>
                  <a:pt x="1749" y="1243"/>
                </a:cubicBezTo>
                <a:cubicBezTo>
                  <a:pt x="1755" y="1249"/>
                  <a:pt x="1748" y="1253"/>
                  <a:pt x="1743" y="1249"/>
                </a:cubicBezTo>
                <a:cubicBezTo>
                  <a:pt x="1719" y="1244"/>
                  <a:pt x="1716" y="1244"/>
                  <a:pt x="1712" y="1246"/>
                </a:cubicBezTo>
                <a:cubicBezTo>
                  <a:pt x="1670" y="1240"/>
                  <a:pt x="1660" y="1238"/>
                  <a:pt x="1648" y="1241"/>
                </a:cubicBezTo>
                <a:cubicBezTo>
                  <a:pt x="1604" y="1240"/>
                  <a:pt x="1594" y="1235"/>
                  <a:pt x="1582" y="1239"/>
                </a:cubicBezTo>
                <a:cubicBezTo>
                  <a:pt x="1544" y="1240"/>
                  <a:pt x="1537" y="1245"/>
                  <a:pt x="1533" y="1240"/>
                </a:cubicBezTo>
                <a:cubicBezTo>
                  <a:pt x="1467" y="1257"/>
                  <a:pt x="1457" y="1253"/>
                  <a:pt x="1445" y="1256"/>
                </a:cubicBezTo>
                <a:cubicBezTo>
                  <a:pt x="1403" y="1264"/>
                  <a:pt x="1390" y="1268"/>
                  <a:pt x="1379" y="1270"/>
                </a:cubicBezTo>
                <a:cubicBezTo>
                  <a:pt x="1323" y="1272"/>
                  <a:pt x="1317" y="1273"/>
                  <a:pt x="1311" y="1275"/>
                </a:cubicBezTo>
                <a:cubicBezTo>
                  <a:pt x="1261" y="1270"/>
                  <a:pt x="1258" y="1270"/>
                  <a:pt x="1256" y="1270"/>
                </a:cubicBezTo>
                <a:cubicBezTo>
                  <a:pt x="1281" y="1283"/>
                  <a:pt x="1291" y="1277"/>
                  <a:pt x="1297" y="1282"/>
                </a:cubicBezTo>
                <a:cubicBezTo>
                  <a:pt x="1350" y="1284"/>
                  <a:pt x="1354" y="1283"/>
                  <a:pt x="1358" y="1281"/>
                </a:cubicBezTo>
                <a:cubicBezTo>
                  <a:pt x="1412" y="1275"/>
                  <a:pt x="1429" y="1273"/>
                  <a:pt x="1448" y="1263"/>
                </a:cubicBezTo>
                <a:cubicBezTo>
                  <a:pt x="1496" y="1259"/>
                  <a:pt x="1504" y="1261"/>
                  <a:pt x="1506" y="1255"/>
                </a:cubicBezTo>
                <a:cubicBezTo>
                  <a:pt x="1604" y="1249"/>
                  <a:pt x="1618" y="1249"/>
                  <a:pt x="1632" y="1249"/>
                </a:cubicBezTo>
                <a:cubicBezTo>
                  <a:pt x="1718" y="1255"/>
                  <a:pt x="1721" y="1258"/>
                  <a:pt x="1724" y="1257"/>
                </a:cubicBezTo>
                <a:cubicBezTo>
                  <a:pt x="1760" y="1268"/>
                  <a:pt x="1767" y="1268"/>
                  <a:pt x="1774" y="1267"/>
                </a:cubicBezTo>
                <a:cubicBezTo>
                  <a:pt x="1815" y="1281"/>
                  <a:pt x="1816" y="1287"/>
                  <a:pt x="1820" y="1286"/>
                </a:cubicBezTo>
                <a:cubicBezTo>
                  <a:pt x="1802" y="1291"/>
                  <a:pt x="1800" y="1287"/>
                  <a:pt x="1797" y="1287"/>
                </a:cubicBezTo>
                <a:cubicBezTo>
                  <a:pt x="1773" y="1285"/>
                  <a:pt x="1771" y="1278"/>
                  <a:pt x="1767" y="1280"/>
                </a:cubicBezTo>
                <a:cubicBezTo>
                  <a:pt x="1735" y="1274"/>
                  <a:pt x="1731" y="1277"/>
                  <a:pt x="1729" y="1272"/>
                </a:cubicBezTo>
                <a:cubicBezTo>
                  <a:pt x="1681" y="1271"/>
                  <a:pt x="1675" y="1267"/>
                  <a:pt x="1668" y="1267"/>
                </a:cubicBezTo>
                <a:cubicBezTo>
                  <a:pt x="1609" y="1270"/>
                  <a:pt x="1598" y="1261"/>
                  <a:pt x="1581" y="1269"/>
                </a:cubicBezTo>
                <a:cubicBezTo>
                  <a:pt x="1526" y="1273"/>
                  <a:pt x="1513" y="1281"/>
                  <a:pt x="1503" y="1277"/>
                </a:cubicBezTo>
                <a:cubicBezTo>
                  <a:pt x="1403" y="1314"/>
                  <a:pt x="1407" y="1320"/>
                  <a:pt x="1413" y="1315"/>
                </a:cubicBezTo>
                <a:cubicBezTo>
                  <a:pt x="1514" y="1312"/>
                  <a:pt x="1537" y="1321"/>
                  <a:pt x="1566" y="1306"/>
                </a:cubicBezTo>
                <a:cubicBezTo>
                  <a:pt x="1652" y="1306"/>
                  <a:pt x="1660" y="1299"/>
                  <a:pt x="1665" y="1304"/>
                </a:cubicBezTo>
                <a:cubicBezTo>
                  <a:pt x="1741" y="1305"/>
                  <a:pt x="1754" y="1305"/>
                  <a:pt x="1766" y="1310"/>
                </a:cubicBezTo>
                <a:cubicBezTo>
                  <a:pt x="1789" y="1312"/>
                  <a:pt x="1793" y="1309"/>
                  <a:pt x="1795" y="1315"/>
                </a:cubicBezTo>
                <a:cubicBezTo>
                  <a:pt x="1826" y="1322"/>
                  <a:pt x="1829" y="1321"/>
                  <a:pt x="1832" y="1323"/>
                </a:cubicBezTo>
                <a:cubicBezTo>
                  <a:pt x="1855" y="1327"/>
                  <a:pt x="1857" y="1336"/>
                  <a:pt x="1861" y="1334"/>
                </a:cubicBezTo>
                <a:cubicBezTo>
                  <a:pt x="1813" y="1332"/>
                  <a:pt x="1798" y="1323"/>
                  <a:pt x="1782" y="1319"/>
                </a:cubicBezTo>
                <a:cubicBezTo>
                  <a:pt x="1738" y="1312"/>
                  <a:pt x="1731" y="1314"/>
                  <a:pt x="1725" y="1312"/>
                </a:cubicBezTo>
                <a:cubicBezTo>
                  <a:pt x="1650" y="1315"/>
                  <a:pt x="1635" y="1320"/>
                  <a:pt x="1623" y="1313"/>
                </a:cubicBezTo>
                <a:cubicBezTo>
                  <a:pt x="1561" y="1319"/>
                  <a:pt x="1555" y="1325"/>
                  <a:pt x="1552" y="1323"/>
                </a:cubicBezTo>
                <a:cubicBezTo>
                  <a:pt x="1487" y="1328"/>
                  <a:pt x="1479" y="1328"/>
                  <a:pt x="1472" y="1327"/>
                </a:cubicBezTo>
                <a:cubicBezTo>
                  <a:pt x="1417" y="1334"/>
                  <a:pt x="1410" y="1330"/>
                  <a:pt x="1402" y="1333"/>
                </a:cubicBezTo>
                <a:cubicBezTo>
                  <a:pt x="1358" y="1323"/>
                  <a:pt x="1352" y="1329"/>
                  <a:pt x="1349" y="1327"/>
                </a:cubicBezTo>
                <a:cubicBezTo>
                  <a:pt x="1303" y="1318"/>
                  <a:pt x="1290" y="1309"/>
                  <a:pt x="1276" y="1306"/>
                </a:cubicBezTo>
                <a:cubicBezTo>
                  <a:pt x="1243" y="1288"/>
                  <a:pt x="1240" y="1286"/>
                  <a:pt x="1236" y="1287"/>
                </a:cubicBezTo>
                <a:cubicBezTo>
                  <a:pt x="1278" y="1315"/>
                  <a:pt x="1282" y="1314"/>
                  <a:pt x="1284" y="1316"/>
                </a:cubicBezTo>
                <a:cubicBezTo>
                  <a:pt x="1315" y="1323"/>
                  <a:pt x="1318" y="1333"/>
                  <a:pt x="1326" y="1328"/>
                </a:cubicBezTo>
                <a:cubicBezTo>
                  <a:pt x="1371" y="1337"/>
                  <a:pt x="1380" y="1344"/>
                  <a:pt x="1392" y="1342"/>
                </a:cubicBezTo>
                <a:cubicBezTo>
                  <a:pt x="1440" y="1342"/>
                  <a:pt x="1453" y="1339"/>
                  <a:pt x="1464" y="1340"/>
                </a:cubicBezTo>
                <a:cubicBezTo>
                  <a:pt x="1510" y="1335"/>
                  <a:pt x="1519" y="1337"/>
                  <a:pt x="1529" y="1333"/>
                </a:cubicBezTo>
                <a:cubicBezTo>
                  <a:pt x="1595" y="1331"/>
                  <a:pt x="1604" y="1333"/>
                  <a:pt x="1616" y="1326"/>
                </a:cubicBezTo>
                <a:cubicBezTo>
                  <a:pt x="1671" y="1323"/>
                  <a:pt x="1674" y="1328"/>
                  <a:pt x="1681" y="1322"/>
                </a:cubicBezTo>
                <a:cubicBezTo>
                  <a:pt x="1750" y="1328"/>
                  <a:pt x="1752" y="1328"/>
                  <a:pt x="1755" y="1328"/>
                </a:cubicBezTo>
                <a:cubicBezTo>
                  <a:pt x="1786" y="1333"/>
                  <a:pt x="1791" y="1334"/>
                  <a:pt x="1797" y="1334"/>
                </a:cubicBezTo>
                <a:cubicBezTo>
                  <a:pt x="1793" y="1340"/>
                  <a:pt x="1775" y="1343"/>
                  <a:pt x="1760" y="1337"/>
                </a:cubicBezTo>
                <a:cubicBezTo>
                  <a:pt x="1713" y="1347"/>
                  <a:pt x="1712" y="1335"/>
                  <a:pt x="1706" y="1340"/>
                </a:cubicBezTo>
                <a:cubicBezTo>
                  <a:pt x="1657" y="1348"/>
                  <a:pt x="1655" y="1344"/>
                  <a:pt x="1652" y="1344"/>
                </a:cubicBezTo>
                <a:cubicBezTo>
                  <a:pt x="1614" y="1354"/>
                  <a:pt x="1612" y="1351"/>
                  <a:pt x="1608" y="1354"/>
                </a:cubicBezTo>
                <a:cubicBezTo>
                  <a:pt x="1575" y="1355"/>
                  <a:pt x="1566" y="1364"/>
                  <a:pt x="1562" y="1356"/>
                </a:cubicBezTo>
                <a:cubicBezTo>
                  <a:pt x="1481" y="1370"/>
                  <a:pt x="1471" y="1377"/>
                  <a:pt x="1464" y="1375"/>
                </a:cubicBezTo>
                <a:cubicBezTo>
                  <a:pt x="1439" y="1370"/>
                  <a:pt x="1431" y="1383"/>
                  <a:pt x="1430" y="1373"/>
                </a:cubicBezTo>
                <a:cubicBezTo>
                  <a:pt x="1377" y="1382"/>
                  <a:pt x="1387" y="1378"/>
                  <a:pt x="1396" y="1380"/>
                </a:cubicBezTo>
                <a:cubicBezTo>
                  <a:pt x="1419" y="1383"/>
                  <a:pt x="1421" y="1385"/>
                  <a:pt x="1423" y="1386"/>
                </a:cubicBezTo>
                <a:cubicBezTo>
                  <a:pt x="1479" y="1383"/>
                  <a:pt x="1486" y="1384"/>
                  <a:pt x="1494" y="1382"/>
                </a:cubicBezTo>
                <a:cubicBezTo>
                  <a:pt x="1547" y="1375"/>
                  <a:pt x="1553" y="1366"/>
                  <a:pt x="1556" y="1371"/>
                </a:cubicBezTo>
                <a:cubicBezTo>
                  <a:pt x="1627" y="1364"/>
                  <a:pt x="1637" y="1358"/>
                  <a:pt x="1645" y="1357"/>
                </a:cubicBezTo>
                <a:cubicBezTo>
                  <a:pt x="1703" y="1351"/>
                  <a:pt x="1712" y="1350"/>
                  <a:pt x="1719" y="1354"/>
                </a:cubicBezTo>
                <a:cubicBezTo>
                  <a:pt x="1782" y="1354"/>
                  <a:pt x="1787" y="1351"/>
                  <a:pt x="1792" y="1352"/>
                </a:cubicBezTo>
                <a:cubicBezTo>
                  <a:pt x="1878" y="1372"/>
                  <a:pt x="1884" y="1367"/>
                  <a:pt x="1887" y="1375"/>
                </a:cubicBezTo>
                <a:cubicBezTo>
                  <a:pt x="1918" y="1388"/>
                  <a:pt x="1920" y="1389"/>
                  <a:pt x="1922" y="1391"/>
                </a:cubicBezTo>
                <a:cubicBezTo>
                  <a:pt x="1911" y="1387"/>
                  <a:pt x="1904" y="1391"/>
                  <a:pt x="1901" y="1385"/>
                </a:cubicBezTo>
                <a:cubicBezTo>
                  <a:pt x="1862" y="1379"/>
                  <a:pt x="1853" y="1376"/>
                  <a:pt x="1844" y="1372"/>
                </a:cubicBezTo>
                <a:cubicBezTo>
                  <a:pt x="1776" y="1364"/>
                  <a:pt x="1765" y="1369"/>
                  <a:pt x="1755" y="1366"/>
                </a:cubicBezTo>
                <a:cubicBezTo>
                  <a:pt x="1680" y="1369"/>
                  <a:pt x="1666" y="1371"/>
                  <a:pt x="1652" y="1370"/>
                </a:cubicBezTo>
                <a:cubicBezTo>
                  <a:pt x="1608" y="1372"/>
                  <a:pt x="1608" y="1377"/>
                  <a:pt x="1604" y="1374"/>
                </a:cubicBezTo>
                <a:cubicBezTo>
                  <a:pt x="1563" y="1380"/>
                  <a:pt x="1556" y="1380"/>
                  <a:pt x="1549" y="1381"/>
                </a:cubicBezTo>
                <a:cubicBezTo>
                  <a:pt x="1459" y="1394"/>
                  <a:pt x="1444" y="1388"/>
                  <a:pt x="1426" y="1393"/>
                </a:cubicBezTo>
                <a:cubicBezTo>
                  <a:pt x="1350" y="1390"/>
                  <a:pt x="1346" y="1389"/>
                  <a:pt x="1342" y="1390"/>
                </a:cubicBezTo>
                <a:cubicBezTo>
                  <a:pt x="1375" y="1402"/>
                  <a:pt x="1383" y="1395"/>
                  <a:pt x="1387" y="1400"/>
                </a:cubicBezTo>
                <a:cubicBezTo>
                  <a:pt x="1455" y="1397"/>
                  <a:pt x="1466" y="1401"/>
                  <a:pt x="1480" y="1399"/>
                </a:cubicBezTo>
                <a:cubicBezTo>
                  <a:pt x="1566" y="1388"/>
                  <a:pt x="1578" y="1390"/>
                  <a:pt x="1591" y="1387"/>
                </a:cubicBezTo>
                <a:cubicBezTo>
                  <a:pt x="1655" y="1382"/>
                  <a:pt x="1663" y="1378"/>
                  <a:pt x="1668" y="1382"/>
                </a:cubicBezTo>
                <a:cubicBezTo>
                  <a:pt x="1721" y="1380"/>
                  <a:pt x="1735" y="1377"/>
                  <a:pt x="1748" y="1379"/>
                </a:cubicBezTo>
                <a:cubicBezTo>
                  <a:pt x="1840" y="1389"/>
                  <a:pt x="1848" y="1384"/>
                  <a:pt x="1854" y="1390"/>
                </a:cubicBezTo>
                <a:cubicBezTo>
                  <a:pt x="1892" y="1397"/>
                  <a:pt x="1895" y="1398"/>
                  <a:pt x="1899" y="1398"/>
                </a:cubicBezTo>
                <a:cubicBezTo>
                  <a:pt x="1946" y="1421"/>
                  <a:pt x="1951" y="1416"/>
                  <a:pt x="1953" y="1420"/>
                </a:cubicBezTo>
                <a:cubicBezTo>
                  <a:pt x="1953" y="1432"/>
                  <a:pt x="1951" y="1419"/>
                  <a:pt x="1942" y="1427"/>
                </a:cubicBezTo>
                <a:cubicBezTo>
                  <a:pt x="1885" y="1408"/>
                  <a:pt x="1876" y="1413"/>
                  <a:pt x="1870" y="1408"/>
                </a:cubicBezTo>
                <a:cubicBezTo>
                  <a:pt x="1811" y="1402"/>
                  <a:pt x="1795" y="1405"/>
                  <a:pt x="1782" y="1398"/>
                </a:cubicBezTo>
                <a:cubicBezTo>
                  <a:pt x="1708" y="1398"/>
                  <a:pt x="1705" y="1400"/>
                  <a:pt x="1704" y="1400"/>
                </a:cubicBezTo>
                <a:cubicBezTo>
                  <a:pt x="1691" y="1404"/>
                  <a:pt x="1689" y="1402"/>
                  <a:pt x="1686" y="1405"/>
                </a:cubicBezTo>
                <a:cubicBezTo>
                  <a:pt x="1611" y="1410"/>
                  <a:pt x="1594" y="1408"/>
                  <a:pt x="1574" y="1411"/>
                </a:cubicBezTo>
                <a:cubicBezTo>
                  <a:pt x="1488" y="1407"/>
                  <a:pt x="1484" y="1404"/>
                  <a:pt x="1479" y="1408"/>
                </a:cubicBezTo>
                <a:cubicBezTo>
                  <a:pt x="1480" y="1412"/>
                  <a:pt x="1489" y="1413"/>
                  <a:pt x="1498" y="1415"/>
                </a:cubicBezTo>
                <a:cubicBezTo>
                  <a:pt x="1519" y="1429"/>
                  <a:pt x="1504" y="1422"/>
                  <a:pt x="1510" y="1432"/>
                </a:cubicBezTo>
                <a:cubicBezTo>
                  <a:pt x="1534" y="1436"/>
                  <a:pt x="1540" y="1438"/>
                  <a:pt x="1546" y="1438"/>
                </a:cubicBezTo>
                <a:cubicBezTo>
                  <a:pt x="1611" y="1467"/>
                  <a:pt x="1627" y="1474"/>
                  <a:pt x="1645" y="1474"/>
                </a:cubicBezTo>
                <a:cubicBezTo>
                  <a:pt x="1717" y="1506"/>
                  <a:pt x="1734" y="1516"/>
                  <a:pt x="1753" y="1520"/>
                </a:cubicBezTo>
                <a:cubicBezTo>
                  <a:pt x="1785" y="1533"/>
                  <a:pt x="1791" y="1529"/>
                  <a:pt x="1795" y="1532"/>
                </a:cubicBezTo>
                <a:cubicBezTo>
                  <a:pt x="1826" y="1539"/>
                  <a:pt x="1828" y="1539"/>
                  <a:pt x="1831" y="1539"/>
                </a:cubicBezTo>
                <a:cubicBezTo>
                  <a:pt x="1856" y="1547"/>
                  <a:pt x="1863" y="1542"/>
                  <a:pt x="1866" y="1549"/>
                </a:cubicBezTo>
                <a:cubicBezTo>
                  <a:pt x="1911" y="1551"/>
                  <a:pt x="1923" y="1552"/>
                  <a:pt x="1935" y="1551"/>
                </a:cubicBezTo>
                <a:cubicBezTo>
                  <a:pt x="1953" y="1559"/>
                  <a:pt x="1961" y="1552"/>
                  <a:pt x="1965" y="1558"/>
                </a:cubicBezTo>
                <a:cubicBezTo>
                  <a:pt x="2003" y="1561"/>
                  <a:pt x="2008" y="1563"/>
                  <a:pt x="2015" y="1563"/>
                </a:cubicBezTo>
                <a:cubicBezTo>
                  <a:pt x="2044" y="1565"/>
                  <a:pt x="2053" y="1569"/>
                  <a:pt x="2063" y="1565"/>
                </a:cubicBezTo>
                <a:cubicBezTo>
                  <a:pt x="2096" y="1577"/>
                  <a:pt x="2098" y="1573"/>
                  <a:pt x="2100" y="1574"/>
                </a:cubicBezTo>
                <a:cubicBezTo>
                  <a:pt x="2133" y="1580"/>
                  <a:pt x="2137" y="1579"/>
                  <a:pt x="2140" y="1581"/>
                </a:cubicBezTo>
                <a:cubicBezTo>
                  <a:pt x="2138" y="1589"/>
                  <a:pt x="2126" y="1587"/>
                  <a:pt x="2113" y="1591"/>
                </a:cubicBezTo>
                <a:cubicBezTo>
                  <a:pt x="2084" y="1603"/>
                  <a:pt x="2083" y="1605"/>
                  <a:pt x="2078" y="1607"/>
                </a:cubicBezTo>
                <a:cubicBezTo>
                  <a:pt x="2136" y="1595"/>
                  <a:pt x="2142" y="1601"/>
                  <a:pt x="2151" y="1596"/>
                </a:cubicBezTo>
                <a:cubicBezTo>
                  <a:pt x="2152" y="1620"/>
                  <a:pt x="2163" y="1609"/>
                  <a:pt x="2171" y="1611"/>
                </a:cubicBezTo>
                <a:cubicBezTo>
                  <a:pt x="2190" y="1615"/>
                  <a:pt x="2185" y="1609"/>
                  <a:pt x="2177" y="1617"/>
                </a:cubicBezTo>
                <a:cubicBezTo>
                  <a:pt x="2163" y="1631"/>
                  <a:pt x="2155" y="1629"/>
                  <a:pt x="2155" y="1635"/>
                </a:cubicBezTo>
                <a:cubicBezTo>
                  <a:pt x="2213" y="1625"/>
                  <a:pt x="2218" y="1628"/>
                  <a:pt x="2226" y="1625"/>
                </a:cubicBezTo>
                <a:cubicBezTo>
                  <a:pt x="2260" y="1628"/>
                  <a:pt x="2261" y="1643"/>
                  <a:pt x="2268" y="1637"/>
                </a:cubicBezTo>
                <a:cubicBezTo>
                  <a:pt x="2303" y="1642"/>
                  <a:pt x="2299" y="1639"/>
                  <a:pt x="2305" y="1636"/>
                </a:cubicBezTo>
                <a:cubicBezTo>
                  <a:pt x="2272" y="1586"/>
                  <a:pt x="2271" y="1585"/>
                  <a:pt x="2271" y="1585"/>
                </a:cubicBezTo>
                <a:cubicBezTo>
                  <a:pt x="2278" y="1553"/>
                  <a:pt x="2288" y="1547"/>
                  <a:pt x="2286" y="1538"/>
                </a:cubicBezTo>
                <a:close/>
                <a:moveTo>
                  <a:pt x="1708" y="969"/>
                </a:moveTo>
                <a:cubicBezTo>
                  <a:pt x="1710" y="965"/>
                  <a:pt x="1709" y="960"/>
                  <a:pt x="1710" y="956"/>
                </a:cubicBezTo>
                <a:cubicBezTo>
                  <a:pt x="1719" y="955"/>
                  <a:pt x="1708" y="964"/>
                  <a:pt x="1714" y="969"/>
                </a:cubicBezTo>
                <a:cubicBezTo>
                  <a:pt x="1712" y="973"/>
                  <a:pt x="1713" y="977"/>
                  <a:pt x="1712" y="981"/>
                </a:cubicBezTo>
                <a:cubicBezTo>
                  <a:pt x="1703" y="982"/>
                  <a:pt x="1714" y="973"/>
                  <a:pt x="1708" y="969"/>
                </a:cubicBezTo>
                <a:close/>
                <a:moveTo>
                  <a:pt x="1710" y="1003"/>
                </a:moveTo>
                <a:cubicBezTo>
                  <a:pt x="1709" y="998"/>
                  <a:pt x="1709" y="992"/>
                  <a:pt x="1709" y="986"/>
                </a:cubicBezTo>
                <a:cubicBezTo>
                  <a:pt x="1715" y="985"/>
                  <a:pt x="1707" y="996"/>
                  <a:pt x="1714" y="1001"/>
                </a:cubicBezTo>
                <a:cubicBezTo>
                  <a:pt x="1711" y="1006"/>
                  <a:pt x="1711" y="1012"/>
                  <a:pt x="1713" y="1019"/>
                </a:cubicBezTo>
                <a:cubicBezTo>
                  <a:pt x="1706" y="1020"/>
                  <a:pt x="1709" y="1007"/>
                  <a:pt x="1710" y="1003"/>
                </a:cubicBezTo>
                <a:close/>
                <a:moveTo>
                  <a:pt x="1711" y="1053"/>
                </a:moveTo>
                <a:cubicBezTo>
                  <a:pt x="1712" y="1045"/>
                  <a:pt x="1713" y="1056"/>
                  <a:pt x="1714" y="1059"/>
                </a:cubicBezTo>
                <a:cubicBezTo>
                  <a:pt x="1709" y="1060"/>
                  <a:pt x="1712" y="1056"/>
                  <a:pt x="1711" y="1053"/>
                </a:cubicBezTo>
                <a:close/>
                <a:moveTo>
                  <a:pt x="1662" y="1018"/>
                </a:moveTo>
                <a:cubicBezTo>
                  <a:pt x="1668" y="1015"/>
                  <a:pt x="1667" y="1025"/>
                  <a:pt x="1667" y="1027"/>
                </a:cubicBezTo>
                <a:cubicBezTo>
                  <a:pt x="1659" y="1029"/>
                  <a:pt x="1666" y="1021"/>
                  <a:pt x="1662" y="1018"/>
                </a:cubicBezTo>
                <a:close/>
                <a:moveTo>
                  <a:pt x="1669" y="1058"/>
                </a:moveTo>
                <a:cubicBezTo>
                  <a:pt x="1671" y="1050"/>
                  <a:pt x="1672" y="1062"/>
                  <a:pt x="1673" y="1065"/>
                </a:cubicBezTo>
                <a:cubicBezTo>
                  <a:pt x="1668" y="1065"/>
                  <a:pt x="1671" y="1061"/>
                  <a:pt x="1669" y="1058"/>
                </a:cubicBezTo>
                <a:close/>
                <a:moveTo>
                  <a:pt x="1326" y="805"/>
                </a:moveTo>
                <a:cubicBezTo>
                  <a:pt x="1325" y="804"/>
                  <a:pt x="1324" y="802"/>
                  <a:pt x="1324" y="801"/>
                </a:cubicBezTo>
                <a:cubicBezTo>
                  <a:pt x="1328" y="797"/>
                  <a:pt x="1330" y="801"/>
                  <a:pt x="1332" y="805"/>
                </a:cubicBezTo>
                <a:cubicBezTo>
                  <a:pt x="1330" y="805"/>
                  <a:pt x="1328" y="804"/>
                  <a:pt x="1326" y="805"/>
                </a:cubicBezTo>
                <a:close/>
                <a:moveTo>
                  <a:pt x="1355" y="821"/>
                </a:moveTo>
                <a:cubicBezTo>
                  <a:pt x="1354" y="814"/>
                  <a:pt x="1363" y="823"/>
                  <a:pt x="1367" y="820"/>
                </a:cubicBezTo>
                <a:cubicBezTo>
                  <a:pt x="1369" y="824"/>
                  <a:pt x="1370" y="827"/>
                  <a:pt x="1373" y="826"/>
                </a:cubicBezTo>
                <a:cubicBezTo>
                  <a:pt x="1371" y="836"/>
                  <a:pt x="1361" y="819"/>
                  <a:pt x="1355" y="821"/>
                </a:cubicBezTo>
                <a:close/>
                <a:moveTo>
                  <a:pt x="1471" y="918"/>
                </a:moveTo>
                <a:cubicBezTo>
                  <a:pt x="1477" y="917"/>
                  <a:pt x="1481" y="921"/>
                  <a:pt x="1484" y="926"/>
                </a:cubicBezTo>
                <a:cubicBezTo>
                  <a:pt x="1479" y="927"/>
                  <a:pt x="1475" y="923"/>
                  <a:pt x="1471" y="918"/>
                </a:cubicBezTo>
                <a:close/>
                <a:moveTo>
                  <a:pt x="1475" y="887"/>
                </a:moveTo>
                <a:cubicBezTo>
                  <a:pt x="1479" y="888"/>
                  <a:pt x="1482" y="887"/>
                  <a:pt x="1483" y="882"/>
                </a:cubicBezTo>
                <a:cubicBezTo>
                  <a:pt x="1476" y="872"/>
                  <a:pt x="1477" y="864"/>
                  <a:pt x="1474" y="855"/>
                </a:cubicBezTo>
                <a:cubicBezTo>
                  <a:pt x="1470" y="846"/>
                  <a:pt x="1484" y="858"/>
                  <a:pt x="1477" y="859"/>
                </a:cubicBezTo>
                <a:cubicBezTo>
                  <a:pt x="1487" y="876"/>
                  <a:pt x="1483" y="889"/>
                  <a:pt x="1490" y="905"/>
                </a:cubicBezTo>
                <a:cubicBezTo>
                  <a:pt x="1484" y="904"/>
                  <a:pt x="1481" y="890"/>
                  <a:pt x="1475" y="887"/>
                </a:cubicBezTo>
                <a:close/>
                <a:moveTo>
                  <a:pt x="1626" y="1053"/>
                </a:moveTo>
                <a:cubicBezTo>
                  <a:pt x="1634" y="1053"/>
                  <a:pt x="1627" y="1063"/>
                  <a:pt x="1634" y="1069"/>
                </a:cubicBezTo>
                <a:cubicBezTo>
                  <a:pt x="1625" y="1072"/>
                  <a:pt x="1626" y="1058"/>
                  <a:pt x="1626" y="1053"/>
                </a:cubicBezTo>
                <a:close/>
                <a:moveTo>
                  <a:pt x="1779" y="1297"/>
                </a:moveTo>
                <a:cubicBezTo>
                  <a:pt x="1775" y="1301"/>
                  <a:pt x="1772" y="1299"/>
                  <a:pt x="1769" y="1300"/>
                </a:cubicBezTo>
                <a:cubicBezTo>
                  <a:pt x="1763" y="1297"/>
                  <a:pt x="1757" y="1295"/>
                  <a:pt x="1751" y="1295"/>
                </a:cubicBezTo>
                <a:cubicBezTo>
                  <a:pt x="1744" y="1297"/>
                  <a:pt x="1739" y="1293"/>
                  <a:pt x="1733" y="1293"/>
                </a:cubicBezTo>
                <a:cubicBezTo>
                  <a:pt x="1727" y="1292"/>
                  <a:pt x="1720" y="1294"/>
                  <a:pt x="1714" y="1292"/>
                </a:cubicBezTo>
                <a:cubicBezTo>
                  <a:pt x="1701" y="1293"/>
                  <a:pt x="1690" y="1288"/>
                  <a:pt x="1676" y="1292"/>
                </a:cubicBezTo>
                <a:cubicBezTo>
                  <a:pt x="1665" y="1288"/>
                  <a:pt x="1650" y="1295"/>
                  <a:pt x="1639" y="1289"/>
                </a:cubicBezTo>
                <a:cubicBezTo>
                  <a:pt x="1612" y="1297"/>
                  <a:pt x="1587" y="1300"/>
                  <a:pt x="1564" y="1296"/>
                </a:cubicBezTo>
                <a:cubicBezTo>
                  <a:pt x="1551" y="1302"/>
                  <a:pt x="1540" y="1300"/>
                  <a:pt x="1527" y="1305"/>
                </a:cubicBezTo>
                <a:cubicBezTo>
                  <a:pt x="1517" y="1301"/>
                  <a:pt x="1505" y="1308"/>
                  <a:pt x="1495" y="1305"/>
                </a:cubicBezTo>
                <a:cubicBezTo>
                  <a:pt x="1483" y="1308"/>
                  <a:pt x="1472" y="1307"/>
                  <a:pt x="1460" y="1310"/>
                </a:cubicBezTo>
                <a:cubicBezTo>
                  <a:pt x="1448" y="1312"/>
                  <a:pt x="1439" y="1308"/>
                  <a:pt x="1426" y="1314"/>
                </a:cubicBezTo>
                <a:cubicBezTo>
                  <a:pt x="1430" y="1301"/>
                  <a:pt x="1443" y="1312"/>
                  <a:pt x="1452" y="1302"/>
                </a:cubicBezTo>
                <a:cubicBezTo>
                  <a:pt x="1462" y="1300"/>
                  <a:pt x="1471" y="1298"/>
                  <a:pt x="1482" y="1292"/>
                </a:cubicBezTo>
                <a:cubicBezTo>
                  <a:pt x="1487" y="1294"/>
                  <a:pt x="1495" y="1288"/>
                  <a:pt x="1501" y="1290"/>
                </a:cubicBezTo>
                <a:cubicBezTo>
                  <a:pt x="1508" y="1287"/>
                  <a:pt x="1513" y="1287"/>
                  <a:pt x="1519" y="1289"/>
                </a:cubicBezTo>
                <a:cubicBezTo>
                  <a:pt x="1532" y="1283"/>
                  <a:pt x="1542" y="1287"/>
                  <a:pt x="1555" y="1280"/>
                </a:cubicBezTo>
                <a:cubicBezTo>
                  <a:pt x="1566" y="1283"/>
                  <a:pt x="1580" y="1277"/>
                  <a:pt x="1592" y="1278"/>
                </a:cubicBezTo>
                <a:cubicBezTo>
                  <a:pt x="1603" y="1278"/>
                  <a:pt x="1614" y="1279"/>
                  <a:pt x="1626" y="1276"/>
                </a:cubicBezTo>
                <a:cubicBezTo>
                  <a:pt x="1632" y="1278"/>
                  <a:pt x="1639" y="1276"/>
                  <a:pt x="1645" y="1278"/>
                </a:cubicBezTo>
                <a:cubicBezTo>
                  <a:pt x="1648" y="1278"/>
                  <a:pt x="1651" y="1277"/>
                  <a:pt x="1655" y="1275"/>
                </a:cubicBezTo>
                <a:cubicBezTo>
                  <a:pt x="1656" y="1279"/>
                  <a:pt x="1659" y="1278"/>
                  <a:pt x="1662" y="1277"/>
                </a:cubicBezTo>
                <a:cubicBezTo>
                  <a:pt x="1672" y="1279"/>
                  <a:pt x="1684" y="1277"/>
                  <a:pt x="1694" y="1282"/>
                </a:cubicBezTo>
                <a:cubicBezTo>
                  <a:pt x="1701" y="1279"/>
                  <a:pt x="1705" y="1283"/>
                  <a:pt x="1710" y="1285"/>
                </a:cubicBezTo>
                <a:cubicBezTo>
                  <a:pt x="1714" y="1283"/>
                  <a:pt x="1717" y="1285"/>
                  <a:pt x="1721" y="1282"/>
                </a:cubicBezTo>
                <a:cubicBezTo>
                  <a:pt x="1722" y="1287"/>
                  <a:pt x="1725" y="1286"/>
                  <a:pt x="1728" y="1284"/>
                </a:cubicBezTo>
                <a:cubicBezTo>
                  <a:pt x="1732" y="1290"/>
                  <a:pt x="1739" y="1283"/>
                  <a:pt x="1744" y="1287"/>
                </a:cubicBezTo>
                <a:cubicBezTo>
                  <a:pt x="1750" y="1285"/>
                  <a:pt x="1754" y="1290"/>
                  <a:pt x="1761" y="1286"/>
                </a:cubicBezTo>
                <a:cubicBezTo>
                  <a:pt x="1769" y="1292"/>
                  <a:pt x="1778" y="1295"/>
                  <a:pt x="1787" y="1296"/>
                </a:cubicBezTo>
                <a:cubicBezTo>
                  <a:pt x="1790" y="1301"/>
                  <a:pt x="1780" y="1300"/>
                  <a:pt x="1779" y="1297"/>
                </a:cubicBezTo>
                <a:close/>
                <a:moveTo>
                  <a:pt x="2130" y="1548"/>
                </a:moveTo>
                <a:cubicBezTo>
                  <a:pt x="2125" y="1553"/>
                  <a:pt x="2123" y="1546"/>
                  <a:pt x="2120" y="1545"/>
                </a:cubicBezTo>
                <a:cubicBezTo>
                  <a:pt x="2117" y="1541"/>
                  <a:pt x="2112" y="1546"/>
                  <a:pt x="2110" y="1539"/>
                </a:cubicBezTo>
                <a:cubicBezTo>
                  <a:pt x="2117" y="1542"/>
                  <a:pt x="2125" y="1540"/>
                  <a:pt x="2130" y="1548"/>
                </a:cubicBezTo>
                <a:close/>
                <a:moveTo>
                  <a:pt x="1955" y="1440"/>
                </a:moveTo>
                <a:cubicBezTo>
                  <a:pt x="1958" y="1446"/>
                  <a:pt x="1948" y="1445"/>
                  <a:pt x="1947" y="1441"/>
                </a:cubicBezTo>
                <a:cubicBezTo>
                  <a:pt x="1944" y="1438"/>
                  <a:pt x="1938" y="1445"/>
                  <a:pt x="1936" y="1436"/>
                </a:cubicBezTo>
                <a:cubicBezTo>
                  <a:pt x="1944" y="1433"/>
                  <a:pt x="1948" y="1443"/>
                  <a:pt x="1955" y="1440"/>
                </a:cubicBezTo>
                <a:close/>
                <a:moveTo>
                  <a:pt x="1944" y="1452"/>
                </a:moveTo>
                <a:cubicBezTo>
                  <a:pt x="1949" y="1454"/>
                  <a:pt x="1954" y="1458"/>
                  <a:pt x="1961" y="1455"/>
                </a:cubicBezTo>
                <a:cubicBezTo>
                  <a:pt x="2014" y="1474"/>
                  <a:pt x="2019" y="1480"/>
                  <a:pt x="2025" y="1481"/>
                </a:cubicBezTo>
                <a:cubicBezTo>
                  <a:pt x="2043" y="1497"/>
                  <a:pt x="2034" y="1490"/>
                  <a:pt x="2031" y="1492"/>
                </a:cubicBezTo>
                <a:cubicBezTo>
                  <a:pt x="2012" y="1486"/>
                  <a:pt x="2012" y="1481"/>
                  <a:pt x="2009" y="1484"/>
                </a:cubicBezTo>
                <a:cubicBezTo>
                  <a:pt x="1985" y="1470"/>
                  <a:pt x="1979" y="1476"/>
                  <a:pt x="1976" y="1472"/>
                </a:cubicBezTo>
                <a:cubicBezTo>
                  <a:pt x="1913" y="1459"/>
                  <a:pt x="1905" y="1466"/>
                  <a:pt x="1901" y="1458"/>
                </a:cubicBezTo>
                <a:cubicBezTo>
                  <a:pt x="1860" y="1456"/>
                  <a:pt x="1855" y="1454"/>
                  <a:pt x="1849" y="1455"/>
                </a:cubicBezTo>
                <a:cubicBezTo>
                  <a:pt x="1799" y="1453"/>
                  <a:pt x="1784" y="1457"/>
                  <a:pt x="1771" y="1451"/>
                </a:cubicBezTo>
                <a:cubicBezTo>
                  <a:pt x="1745" y="1456"/>
                  <a:pt x="1743" y="1449"/>
                  <a:pt x="1738" y="1452"/>
                </a:cubicBezTo>
                <a:cubicBezTo>
                  <a:pt x="1675" y="1445"/>
                  <a:pt x="1661" y="1447"/>
                  <a:pt x="1648" y="1443"/>
                </a:cubicBezTo>
                <a:cubicBezTo>
                  <a:pt x="1662" y="1439"/>
                  <a:pt x="1667" y="1438"/>
                  <a:pt x="1671" y="1442"/>
                </a:cubicBezTo>
                <a:cubicBezTo>
                  <a:pt x="1712" y="1440"/>
                  <a:pt x="1723" y="1437"/>
                  <a:pt x="1733" y="1437"/>
                </a:cubicBezTo>
                <a:cubicBezTo>
                  <a:pt x="1795" y="1434"/>
                  <a:pt x="1803" y="1432"/>
                  <a:pt x="1809" y="1436"/>
                </a:cubicBezTo>
                <a:cubicBezTo>
                  <a:pt x="1839" y="1435"/>
                  <a:pt x="1844" y="1440"/>
                  <a:pt x="1851" y="1442"/>
                </a:cubicBezTo>
                <a:cubicBezTo>
                  <a:pt x="1871" y="1442"/>
                  <a:pt x="1873" y="1440"/>
                  <a:pt x="1876" y="1440"/>
                </a:cubicBezTo>
                <a:cubicBezTo>
                  <a:pt x="1894" y="1441"/>
                  <a:pt x="1904" y="1445"/>
                  <a:pt x="1914" y="1445"/>
                </a:cubicBezTo>
                <a:close/>
                <a:moveTo>
                  <a:pt x="1563" y="1432"/>
                </a:moveTo>
                <a:cubicBezTo>
                  <a:pt x="1560" y="1428"/>
                  <a:pt x="1553" y="1434"/>
                  <a:pt x="1550" y="1430"/>
                </a:cubicBezTo>
                <a:cubicBezTo>
                  <a:pt x="1526" y="1417"/>
                  <a:pt x="1540" y="1418"/>
                  <a:pt x="1554" y="1416"/>
                </a:cubicBezTo>
                <a:cubicBezTo>
                  <a:pt x="1581" y="1416"/>
                  <a:pt x="1586" y="1420"/>
                  <a:pt x="1593" y="1418"/>
                </a:cubicBezTo>
                <a:cubicBezTo>
                  <a:pt x="1715" y="1414"/>
                  <a:pt x="1722" y="1407"/>
                  <a:pt x="1726" y="1409"/>
                </a:cubicBezTo>
                <a:cubicBezTo>
                  <a:pt x="1772" y="1405"/>
                  <a:pt x="1775" y="1413"/>
                  <a:pt x="1780" y="1411"/>
                </a:cubicBezTo>
                <a:cubicBezTo>
                  <a:pt x="1822" y="1413"/>
                  <a:pt x="1824" y="1415"/>
                  <a:pt x="1826" y="1418"/>
                </a:cubicBezTo>
                <a:cubicBezTo>
                  <a:pt x="1854" y="1421"/>
                  <a:pt x="1865" y="1416"/>
                  <a:pt x="1872" y="1422"/>
                </a:cubicBezTo>
                <a:cubicBezTo>
                  <a:pt x="1906" y="1426"/>
                  <a:pt x="1921" y="1424"/>
                  <a:pt x="1919" y="1433"/>
                </a:cubicBezTo>
                <a:cubicBezTo>
                  <a:pt x="1890" y="1426"/>
                  <a:pt x="1884" y="1430"/>
                  <a:pt x="1879" y="1429"/>
                </a:cubicBezTo>
                <a:cubicBezTo>
                  <a:pt x="1842" y="1429"/>
                  <a:pt x="1838" y="1427"/>
                  <a:pt x="1833" y="1426"/>
                </a:cubicBezTo>
                <a:cubicBezTo>
                  <a:pt x="1768" y="1426"/>
                  <a:pt x="1761" y="1425"/>
                  <a:pt x="1753" y="1426"/>
                </a:cubicBezTo>
                <a:cubicBezTo>
                  <a:pt x="1725" y="1427"/>
                  <a:pt x="1719" y="1426"/>
                  <a:pt x="1711" y="1429"/>
                </a:cubicBezTo>
                <a:cubicBezTo>
                  <a:pt x="1676" y="1425"/>
                  <a:pt x="1670" y="1432"/>
                  <a:pt x="1667" y="1430"/>
                </a:cubicBezTo>
                <a:cubicBezTo>
                  <a:pt x="1598" y="1429"/>
                  <a:pt x="1591" y="1430"/>
                  <a:pt x="1584" y="1429"/>
                </a:cubicBezTo>
                <a:cubicBezTo>
                  <a:pt x="1575" y="1435"/>
                  <a:pt x="1566" y="1430"/>
                  <a:pt x="1563" y="1432"/>
                </a:cubicBezTo>
                <a:close/>
                <a:moveTo>
                  <a:pt x="1666" y="1469"/>
                </a:moveTo>
                <a:cubicBezTo>
                  <a:pt x="1661" y="1466"/>
                  <a:pt x="1654" y="1469"/>
                  <a:pt x="1649" y="1466"/>
                </a:cubicBezTo>
                <a:cubicBezTo>
                  <a:pt x="1610" y="1450"/>
                  <a:pt x="1614" y="1455"/>
                  <a:pt x="1616" y="1458"/>
                </a:cubicBezTo>
                <a:cubicBezTo>
                  <a:pt x="1584" y="1437"/>
                  <a:pt x="1593" y="1444"/>
                  <a:pt x="1606" y="1440"/>
                </a:cubicBezTo>
                <a:cubicBezTo>
                  <a:pt x="1659" y="1451"/>
                  <a:pt x="1663" y="1458"/>
                  <a:pt x="1670" y="1455"/>
                </a:cubicBezTo>
                <a:cubicBezTo>
                  <a:pt x="1725" y="1461"/>
                  <a:pt x="1730" y="1460"/>
                  <a:pt x="1735" y="1462"/>
                </a:cubicBezTo>
                <a:cubicBezTo>
                  <a:pt x="1773" y="1466"/>
                  <a:pt x="1778" y="1460"/>
                  <a:pt x="1780" y="1464"/>
                </a:cubicBezTo>
                <a:cubicBezTo>
                  <a:pt x="1809" y="1468"/>
                  <a:pt x="1816" y="1465"/>
                  <a:pt x="1821" y="1468"/>
                </a:cubicBezTo>
                <a:cubicBezTo>
                  <a:pt x="1874" y="1472"/>
                  <a:pt x="1879" y="1466"/>
                  <a:pt x="1881" y="1470"/>
                </a:cubicBezTo>
                <a:cubicBezTo>
                  <a:pt x="1913" y="1470"/>
                  <a:pt x="1914" y="1477"/>
                  <a:pt x="1919" y="1475"/>
                </a:cubicBezTo>
                <a:cubicBezTo>
                  <a:pt x="1951" y="1477"/>
                  <a:pt x="1953" y="1479"/>
                  <a:pt x="1956" y="1478"/>
                </a:cubicBezTo>
                <a:cubicBezTo>
                  <a:pt x="1984" y="1485"/>
                  <a:pt x="1992" y="1491"/>
                  <a:pt x="2001" y="1491"/>
                </a:cubicBezTo>
                <a:cubicBezTo>
                  <a:pt x="2048" y="1511"/>
                  <a:pt x="2051" y="1512"/>
                  <a:pt x="2054" y="1512"/>
                </a:cubicBezTo>
                <a:cubicBezTo>
                  <a:pt x="2066" y="1530"/>
                  <a:pt x="2063" y="1519"/>
                  <a:pt x="2055" y="1519"/>
                </a:cubicBezTo>
                <a:cubicBezTo>
                  <a:pt x="2001" y="1502"/>
                  <a:pt x="1996" y="1507"/>
                  <a:pt x="1994" y="1504"/>
                </a:cubicBezTo>
                <a:cubicBezTo>
                  <a:pt x="1954" y="1501"/>
                  <a:pt x="1943" y="1493"/>
                  <a:pt x="1929" y="1499"/>
                </a:cubicBezTo>
                <a:cubicBezTo>
                  <a:pt x="1849" y="1485"/>
                  <a:pt x="1838" y="1487"/>
                  <a:pt x="1830" y="1483"/>
                </a:cubicBezTo>
                <a:cubicBezTo>
                  <a:pt x="1765" y="1475"/>
                  <a:pt x="1758" y="1478"/>
                  <a:pt x="1752" y="1476"/>
                </a:cubicBezTo>
                <a:cubicBezTo>
                  <a:pt x="1724" y="1472"/>
                  <a:pt x="1720" y="1475"/>
                  <a:pt x="1717" y="1472"/>
                </a:cubicBezTo>
                <a:cubicBezTo>
                  <a:pt x="1677" y="1467"/>
                  <a:pt x="1671" y="1469"/>
                  <a:pt x="1666" y="1469"/>
                </a:cubicBezTo>
                <a:close/>
                <a:moveTo>
                  <a:pt x="2130" y="1569"/>
                </a:moveTo>
                <a:cubicBezTo>
                  <a:pt x="2128" y="1568"/>
                  <a:pt x="2126" y="1566"/>
                  <a:pt x="2123" y="1567"/>
                </a:cubicBezTo>
                <a:cubicBezTo>
                  <a:pt x="2093" y="1565"/>
                  <a:pt x="2091" y="1556"/>
                  <a:pt x="2085" y="1562"/>
                </a:cubicBezTo>
                <a:cubicBezTo>
                  <a:pt x="2014" y="1556"/>
                  <a:pt x="1998" y="1546"/>
                  <a:pt x="1980" y="1547"/>
                </a:cubicBezTo>
                <a:cubicBezTo>
                  <a:pt x="1944" y="1542"/>
                  <a:pt x="1935" y="1543"/>
                  <a:pt x="1927" y="1538"/>
                </a:cubicBezTo>
                <a:cubicBezTo>
                  <a:pt x="1827" y="1527"/>
                  <a:pt x="1822" y="1523"/>
                  <a:pt x="1815" y="1527"/>
                </a:cubicBezTo>
                <a:cubicBezTo>
                  <a:pt x="1768" y="1515"/>
                  <a:pt x="1765" y="1515"/>
                  <a:pt x="1762" y="1515"/>
                </a:cubicBezTo>
                <a:cubicBezTo>
                  <a:pt x="1732" y="1502"/>
                  <a:pt x="1722" y="1500"/>
                  <a:pt x="1712" y="1499"/>
                </a:cubicBezTo>
                <a:cubicBezTo>
                  <a:pt x="1681" y="1480"/>
                  <a:pt x="1691" y="1481"/>
                  <a:pt x="1692" y="1484"/>
                </a:cubicBezTo>
                <a:cubicBezTo>
                  <a:pt x="1731" y="1491"/>
                  <a:pt x="1741" y="1484"/>
                  <a:pt x="1747" y="1488"/>
                </a:cubicBezTo>
                <a:cubicBezTo>
                  <a:pt x="1798" y="1496"/>
                  <a:pt x="1807" y="1489"/>
                  <a:pt x="1813" y="1496"/>
                </a:cubicBezTo>
                <a:cubicBezTo>
                  <a:pt x="1907" y="1502"/>
                  <a:pt x="1913" y="1510"/>
                  <a:pt x="1921" y="1506"/>
                </a:cubicBezTo>
                <a:cubicBezTo>
                  <a:pt x="1949" y="1510"/>
                  <a:pt x="1957" y="1508"/>
                  <a:pt x="1963" y="1512"/>
                </a:cubicBezTo>
                <a:cubicBezTo>
                  <a:pt x="1992" y="1517"/>
                  <a:pt x="1998" y="1522"/>
                  <a:pt x="2007" y="1517"/>
                </a:cubicBezTo>
                <a:cubicBezTo>
                  <a:pt x="2031" y="1528"/>
                  <a:pt x="2039" y="1523"/>
                  <a:pt x="2043" y="1529"/>
                </a:cubicBezTo>
                <a:cubicBezTo>
                  <a:pt x="2099" y="1547"/>
                  <a:pt x="2105" y="1555"/>
                  <a:pt x="2113" y="1555"/>
                </a:cubicBezTo>
                <a:close/>
                <a:moveTo>
                  <a:pt x="2141" y="1542"/>
                </a:moveTo>
                <a:cubicBezTo>
                  <a:pt x="2130" y="1540"/>
                  <a:pt x="2132" y="1521"/>
                  <a:pt x="2123" y="1514"/>
                </a:cubicBezTo>
                <a:cubicBezTo>
                  <a:pt x="2113" y="1472"/>
                  <a:pt x="2115" y="1470"/>
                  <a:pt x="2114" y="1466"/>
                </a:cubicBezTo>
                <a:cubicBezTo>
                  <a:pt x="2103" y="1430"/>
                  <a:pt x="2109" y="1426"/>
                  <a:pt x="2108" y="1419"/>
                </a:cubicBezTo>
                <a:cubicBezTo>
                  <a:pt x="2106" y="1348"/>
                  <a:pt x="2116" y="1332"/>
                  <a:pt x="2113" y="1311"/>
                </a:cubicBezTo>
                <a:cubicBezTo>
                  <a:pt x="2122" y="1258"/>
                  <a:pt x="2125" y="1240"/>
                  <a:pt x="2122" y="1221"/>
                </a:cubicBezTo>
                <a:cubicBezTo>
                  <a:pt x="2131" y="1197"/>
                  <a:pt x="2126" y="1192"/>
                  <a:pt x="2127" y="1189"/>
                </a:cubicBezTo>
                <a:cubicBezTo>
                  <a:pt x="2136" y="1152"/>
                  <a:pt x="2131" y="1144"/>
                  <a:pt x="2138" y="1139"/>
                </a:cubicBezTo>
                <a:cubicBezTo>
                  <a:pt x="2136" y="1090"/>
                  <a:pt x="2145" y="1081"/>
                  <a:pt x="2143" y="1068"/>
                </a:cubicBezTo>
                <a:cubicBezTo>
                  <a:pt x="2151" y="1097"/>
                  <a:pt x="2147" y="1102"/>
                  <a:pt x="2151" y="1110"/>
                </a:cubicBezTo>
                <a:cubicBezTo>
                  <a:pt x="2145" y="1179"/>
                  <a:pt x="2150" y="1184"/>
                  <a:pt x="2143" y="1186"/>
                </a:cubicBezTo>
                <a:cubicBezTo>
                  <a:pt x="2134" y="1243"/>
                  <a:pt x="2140" y="1253"/>
                  <a:pt x="2134" y="1258"/>
                </a:cubicBezTo>
                <a:cubicBezTo>
                  <a:pt x="2136" y="1287"/>
                  <a:pt x="2131" y="1294"/>
                  <a:pt x="2131" y="1301"/>
                </a:cubicBezTo>
                <a:cubicBezTo>
                  <a:pt x="2122" y="1349"/>
                  <a:pt x="2128" y="1358"/>
                  <a:pt x="2121" y="1363"/>
                </a:cubicBezTo>
                <a:cubicBezTo>
                  <a:pt x="2126" y="1461"/>
                  <a:pt x="2127" y="1466"/>
                  <a:pt x="2124" y="1469"/>
                </a:cubicBezTo>
                <a:cubicBezTo>
                  <a:pt x="2130" y="1488"/>
                  <a:pt x="2132" y="1497"/>
                  <a:pt x="2129" y="1505"/>
                </a:cubicBezTo>
                <a:cubicBezTo>
                  <a:pt x="2145" y="1544"/>
                  <a:pt x="2142" y="1543"/>
                  <a:pt x="2141" y="1542"/>
                </a:cubicBezTo>
                <a:close/>
                <a:moveTo>
                  <a:pt x="2151" y="1528"/>
                </a:moveTo>
                <a:cubicBezTo>
                  <a:pt x="2154" y="1525"/>
                  <a:pt x="2147" y="1525"/>
                  <a:pt x="2151" y="1522"/>
                </a:cubicBezTo>
                <a:cubicBezTo>
                  <a:pt x="2143" y="1479"/>
                  <a:pt x="2139" y="1475"/>
                  <a:pt x="2137" y="1471"/>
                </a:cubicBezTo>
                <a:cubicBezTo>
                  <a:pt x="2134" y="1434"/>
                  <a:pt x="2135" y="1428"/>
                  <a:pt x="2136" y="1422"/>
                </a:cubicBezTo>
                <a:cubicBezTo>
                  <a:pt x="2136" y="1357"/>
                  <a:pt x="2137" y="1351"/>
                  <a:pt x="2134" y="1344"/>
                </a:cubicBezTo>
                <a:cubicBezTo>
                  <a:pt x="2143" y="1286"/>
                  <a:pt x="2143" y="1283"/>
                  <a:pt x="2143" y="1280"/>
                </a:cubicBezTo>
                <a:cubicBezTo>
                  <a:pt x="2152" y="1222"/>
                  <a:pt x="2155" y="1210"/>
                  <a:pt x="2155" y="1197"/>
                </a:cubicBezTo>
                <a:cubicBezTo>
                  <a:pt x="2156" y="1175"/>
                  <a:pt x="2159" y="1172"/>
                  <a:pt x="2157" y="1169"/>
                </a:cubicBezTo>
                <a:cubicBezTo>
                  <a:pt x="2159" y="1135"/>
                  <a:pt x="2156" y="1128"/>
                  <a:pt x="2158" y="1122"/>
                </a:cubicBezTo>
                <a:cubicBezTo>
                  <a:pt x="2155" y="1076"/>
                  <a:pt x="2152" y="1068"/>
                  <a:pt x="2150" y="1061"/>
                </a:cubicBezTo>
                <a:cubicBezTo>
                  <a:pt x="2141" y="977"/>
                  <a:pt x="2136" y="950"/>
                  <a:pt x="2126" y="922"/>
                </a:cubicBezTo>
                <a:cubicBezTo>
                  <a:pt x="2139" y="961"/>
                  <a:pt x="2147" y="969"/>
                  <a:pt x="2143" y="974"/>
                </a:cubicBezTo>
                <a:cubicBezTo>
                  <a:pt x="2154" y="1034"/>
                  <a:pt x="2159" y="1041"/>
                  <a:pt x="2157" y="1046"/>
                </a:cubicBezTo>
                <a:cubicBezTo>
                  <a:pt x="2171" y="1112"/>
                  <a:pt x="2169" y="1123"/>
                  <a:pt x="2171" y="1135"/>
                </a:cubicBezTo>
                <a:cubicBezTo>
                  <a:pt x="2172" y="1209"/>
                  <a:pt x="2173" y="1216"/>
                  <a:pt x="2169" y="1221"/>
                </a:cubicBezTo>
                <a:cubicBezTo>
                  <a:pt x="2169" y="1246"/>
                  <a:pt x="2171" y="1253"/>
                  <a:pt x="2169" y="1259"/>
                </a:cubicBezTo>
                <a:cubicBezTo>
                  <a:pt x="2162" y="1287"/>
                  <a:pt x="2163" y="1290"/>
                  <a:pt x="2165" y="1294"/>
                </a:cubicBezTo>
                <a:cubicBezTo>
                  <a:pt x="2159" y="1322"/>
                  <a:pt x="2159" y="1325"/>
                  <a:pt x="2161" y="1329"/>
                </a:cubicBezTo>
                <a:cubicBezTo>
                  <a:pt x="2154" y="1391"/>
                  <a:pt x="2149" y="1402"/>
                  <a:pt x="2150" y="1414"/>
                </a:cubicBezTo>
                <a:cubicBezTo>
                  <a:pt x="2147" y="1474"/>
                  <a:pt x="2154" y="1482"/>
                  <a:pt x="2148" y="1486"/>
                </a:cubicBezTo>
                <a:cubicBezTo>
                  <a:pt x="2154" y="1531"/>
                  <a:pt x="2164" y="1538"/>
                  <a:pt x="2155" y="1540"/>
                </a:cubicBezTo>
                <a:close/>
                <a:moveTo>
                  <a:pt x="2157" y="1548"/>
                </a:moveTo>
                <a:cubicBezTo>
                  <a:pt x="2160" y="1547"/>
                  <a:pt x="2162" y="1553"/>
                  <a:pt x="2164" y="1556"/>
                </a:cubicBezTo>
                <a:cubicBezTo>
                  <a:pt x="2158" y="1558"/>
                  <a:pt x="2155" y="1553"/>
                  <a:pt x="2157" y="1548"/>
                </a:cubicBezTo>
                <a:close/>
                <a:moveTo>
                  <a:pt x="2171" y="1543"/>
                </a:moveTo>
                <a:cubicBezTo>
                  <a:pt x="2167" y="1537"/>
                  <a:pt x="2171" y="1533"/>
                  <a:pt x="2172" y="1528"/>
                </a:cubicBezTo>
                <a:cubicBezTo>
                  <a:pt x="2160" y="1477"/>
                  <a:pt x="2162" y="1469"/>
                  <a:pt x="2161" y="1461"/>
                </a:cubicBezTo>
                <a:cubicBezTo>
                  <a:pt x="2157" y="1382"/>
                  <a:pt x="2168" y="1380"/>
                  <a:pt x="2163" y="1375"/>
                </a:cubicBezTo>
                <a:cubicBezTo>
                  <a:pt x="2168" y="1336"/>
                  <a:pt x="2171" y="1332"/>
                  <a:pt x="2169" y="1327"/>
                </a:cubicBezTo>
                <a:cubicBezTo>
                  <a:pt x="2175" y="1290"/>
                  <a:pt x="2172" y="1287"/>
                  <a:pt x="2175" y="1285"/>
                </a:cubicBezTo>
                <a:cubicBezTo>
                  <a:pt x="2178" y="1261"/>
                  <a:pt x="2180" y="1253"/>
                  <a:pt x="2179" y="1245"/>
                </a:cubicBezTo>
                <a:cubicBezTo>
                  <a:pt x="2185" y="1214"/>
                  <a:pt x="2178" y="1204"/>
                  <a:pt x="2182" y="1197"/>
                </a:cubicBezTo>
                <a:cubicBezTo>
                  <a:pt x="2179" y="1139"/>
                  <a:pt x="2181" y="1131"/>
                  <a:pt x="2182" y="1123"/>
                </a:cubicBezTo>
                <a:cubicBezTo>
                  <a:pt x="2165" y="1038"/>
                  <a:pt x="2163" y="1032"/>
                  <a:pt x="2160" y="1026"/>
                </a:cubicBezTo>
                <a:cubicBezTo>
                  <a:pt x="2165" y="997"/>
                  <a:pt x="2159" y="1009"/>
                  <a:pt x="2166" y="1014"/>
                </a:cubicBezTo>
                <a:cubicBezTo>
                  <a:pt x="2182" y="1078"/>
                  <a:pt x="2181" y="1084"/>
                  <a:pt x="2185" y="1092"/>
                </a:cubicBezTo>
                <a:cubicBezTo>
                  <a:pt x="2190" y="1151"/>
                  <a:pt x="2192" y="1157"/>
                  <a:pt x="2193" y="1164"/>
                </a:cubicBezTo>
                <a:cubicBezTo>
                  <a:pt x="2191" y="1222"/>
                  <a:pt x="2193" y="1229"/>
                  <a:pt x="2191" y="1235"/>
                </a:cubicBezTo>
                <a:cubicBezTo>
                  <a:pt x="2185" y="1291"/>
                  <a:pt x="2187" y="1298"/>
                  <a:pt x="2185" y="1303"/>
                </a:cubicBezTo>
                <a:cubicBezTo>
                  <a:pt x="2184" y="1333"/>
                  <a:pt x="2183" y="1336"/>
                  <a:pt x="2181" y="1338"/>
                </a:cubicBezTo>
                <a:cubicBezTo>
                  <a:pt x="2177" y="1379"/>
                  <a:pt x="2179" y="1385"/>
                  <a:pt x="2177" y="1390"/>
                </a:cubicBezTo>
                <a:cubicBezTo>
                  <a:pt x="2170" y="1464"/>
                  <a:pt x="2174" y="1471"/>
                  <a:pt x="2177" y="1479"/>
                </a:cubicBezTo>
                <a:cubicBezTo>
                  <a:pt x="2180" y="1521"/>
                  <a:pt x="2178" y="1526"/>
                  <a:pt x="2184" y="1533"/>
                </a:cubicBezTo>
                <a:cubicBezTo>
                  <a:pt x="2179" y="1571"/>
                  <a:pt x="2178" y="1555"/>
                  <a:pt x="2171" y="1543"/>
                </a:cubicBezTo>
                <a:close/>
                <a:moveTo>
                  <a:pt x="1887" y="2081"/>
                </a:moveTo>
                <a:cubicBezTo>
                  <a:pt x="1884" y="2077"/>
                  <a:pt x="1884" y="2073"/>
                  <a:pt x="1884" y="2069"/>
                </a:cubicBezTo>
                <a:cubicBezTo>
                  <a:pt x="1880" y="1989"/>
                  <a:pt x="1883" y="1974"/>
                  <a:pt x="1877" y="1956"/>
                </a:cubicBezTo>
                <a:cubicBezTo>
                  <a:pt x="1870" y="1854"/>
                  <a:pt x="1869" y="1852"/>
                  <a:pt x="1868" y="1849"/>
                </a:cubicBezTo>
                <a:cubicBezTo>
                  <a:pt x="1848" y="1784"/>
                  <a:pt x="1854" y="1782"/>
                  <a:pt x="1850" y="1776"/>
                </a:cubicBezTo>
                <a:cubicBezTo>
                  <a:pt x="1826" y="1714"/>
                  <a:pt x="1823" y="1705"/>
                  <a:pt x="1821" y="1697"/>
                </a:cubicBezTo>
                <a:cubicBezTo>
                  <a:pt x="1828" y="1723"/>
                  <a:pt x="1828" y="1724"/>
                  <a:pt x="1829" y="1725"/>
                </a:cubicBezTo>
                <a:cubicBezTo>
                  <a:pt x="1855" y="1819"/>
                  <a:pt x="1853" y="1827"/>
                  <a:pt x="1858" y="1837"/>
                </a:cubicBezTo>
                <a:cubicBezTo>
                  <a:pt x="1858" y="1854"/>
                  <a:pt x="1867" y="1862"/>
                  <a:pt x="1861" y="1864"/>
                </a:cubicBezTo>
                <a:cubicBezTo>
                  <a:pt x="1864" y="1931"/>
                  <a:pt x="1866" y="1935"/>
                  <a:pt x="1869" y="1938"/>
                </a:cubicBezTo>
                <a:cubicBezTo>
                  <a:pt x="1876" y="2010"/>
                  <a:pt x="1872" y="2020"/>
                  <a:pt x="1873" y="2033"/>
                </a:cubicBezTo>
                <a:cubicBezTo>
                  <a:pt x="1875" y="2122"/>
                  <a:pt x="1876" y="2136"/>
                  <a:pt x="1875" y="2148"/>
                </a:cubicBezTo>
                <a:cubicBezTo>
                  <a:pt x="1886" y="2156"/>
                  <a:pt x="1887" y="2152"/>
                  <a:pt x="1888" y="2148"/>
                </a:cubicBezTo>
                <a:cubicBezTo>
                  <a:pt x="1885" y="2096"/>
                  <a:pt x="1882" y="2087"/>
                  <a:pt x="1887" y="2081"/>
                </a:cubicBezTo>
                <a:close/>
                <a:moveTo>
                  <a:pt x="1928" y="1935"/>
                </a:moveTo>
                <a:cubicBezTo>
                  <a:pt x="1932" y="1927"/>
                  <a:pt x="1923" y="1916"/>
                  <a:pt x="1928" y="1909"/>
                </a:cubicBezTo>
                <a:cubicBezTo>
                  <a:pt x="1921" y="1870"/>
                  <a:pt x="1921" y="1860"/>
                  <a:pt x="1919" y="1849"/>
                </a:cubicBezTo>
                <a:cubicBezTo>
                  <a:pt x="1907" y="1800"/>
                  <a:pt x="1907" y="1795"/>
                  <a:pt x="1905" y="1788"/>
                </a:cubicBezTo>
                <a:cubicBezTo>
                  <a:pt x="1878" y="1703"/>
                  <a:pt x="1872" y="1685"/>
                  <a:pt x="1868" y="1667"/>
                </a:cubicBezTo>
                <a:cubicBezTo>
                  <a:pt x="1840" y="1648"/>
                  <a:pt x="1847" y="1654"/>
                  <a:pt x="1843" y="1657"/>
                </a:cubicBezTo>
                <a:cubicBezTo>
                  <a:pt x="1850" y="1680"/>
                  <a:pt x="1862" y="1679"/>
                  <a:pt x="1861" y="1687"/>
                </a:cubicBezTo>
                <a:cubicBezTo>
                  <a:pt x="1877" y="1739"/>
                  <a:pt x="1887" y="1757"/>
                  <a:pt x="1891" y="1772"/>
                </a:cubicBezTo>
                <a:cubicBezTo>
                  <a:pt x="1904" y="1830"/>
                  <a:pt x="1905" y="1839"/>
                  <a:pt x="1907" y="1849"/>
                </a:cubicBezTo>
                <a:cubicBezTo>
                  <a:pt x="1913" y="1917"/>
                  <a:pt x="1923" y="1928"/>
                  <a:pt x="1918" y="1933"/>
                </a:cubicBezTo>
                <a:cubicBezTo>
                  <a:pt x="1922" y="1971"/>
                  <a:pt x="1920" y="1974"/>
                  <a:pt x="1924" y="1979"/>
                </a:cubicBezTo>
                <a:cubicBezTo>
                  <a:pt x="1923" y="2029"/>
                  <a:pt x="1918" y="2034"/>
                  <a:pt x="1924" y="2044"/>
                </a:cubicBezTo>
                <a:cubicBezTo>
                  <a:pt x="1916" y="2092"/>
                  <a:pt x="1921" y="2100"/>
                  <a:pt x="1919" y="2107"/>
                </a:cubicBezTo>
                <a:cubicBezTo>
                  <a:pt x="1914" y="2152"/>
                  <a:pt x="1917" y="2156"/>
                  <a:pt x="1919" y="2160"/>
                </a:cubicBezTo>
                <a:cubicBezTo>
                  <a:pt x="1928" y="2125"/>
                  <a:pt x="1932" y="2109"/>
                  <a:pt x="1931" y="2092"/>
                </a:cubicBezTo>
                <a:cubicBezTo>
                  <a:pt x="1934" y="2023"/>
                  <a:pt x="1934" y="2019"/>
                  <a:pt x="1932" y="2014"/>
                </a:cubicBezTo>
                <a:close/>
                <a:moveTo>
                  <a:pt x="1845" y="2101"/>
                </a:moveTo>
                <a:cubicBezTo>
                  <a:pt x="1851" y="2098"/>
                  <a:pt x="1842" y="2089"/>
                  <a:pt x="1847" y="2085"/>
                </a:cubicBezTo>
                <a:cubicBezTo>
                  <a:pt x="1841" y="2005"/>
                  <a:pt x="1846" y="1984"/>
                  <a:pt x="1840" y="1959"/>
                </a:cubicBezTo>
                <a:cubicBezTo>
                  <a:pt x="1845" y="1920"/>
                  <a:pt x="1838" y="1912"/>
                  <a:pt x="1840" y="1907"/>
                </a:cubicBezTo>
                <a:cubicBezTo>
                  <a:pt x="1836" y="1877"/>
                  <a:pt x="1837" y="1869"/>
                  <a:pt x="1837" y="1860"/>
                </a:cubicBezTo>
                <a:cubicBezTo>
                  <a:pt x="1830" y="1825"/>
                  <a:pt x="1836" y="1823"/>
                  <a:pt x="1832" y="1817"/>
                </a:cubicBezTo>
                <a:cubicBezTo>
                  <a:pt x="1827" y="1785"/>
                  <a:pt x="1824" y="1779"/>
                  <a:pt x="1827" y="1775"/>
                </a:cubicBezTo>
                <a:cubicBezTo>
                  <a:pt x="1816" y="1738"/>
                  <a:pt x="1813" y="1733"/>
                  <a:pt x="1810" y="1728"/>
                </a:cubicBezTo>
                <a:cubicBezTo>
                  <a:pt x="1796" y="1693"/>
                  <a:pt x="1785" y="1669"/>
                  <a:pt x="1773" y="1646"/>
                </a:cubicBezTo>
                <a:cubicBezTo>
                  <a:pt x="1751" y="1605"/>
                  <a:pt x="1740" y="1601"/>
                  <a:pt x="1743" y="1609"/>
                </a:cubicBezTo>
                <a:cubicBezTo>
                  <a:pt x="1766" y="1651"/>
                  <a:pt x="1769" y="1651"/>
                  <a:pt x="1773" y="1665"/>
                </a:cubicBezTo>
                <a:cubicBezTo>
                  <a:pt x="1790" y="1692"/>
                  <a:pt x="1791" y="1707"/>
                  <a:pt x="1799" y="1717"/>
                </a:cubicBezTo>
                <a:cubicBezTo>
                  <a:pt x="1827" y="1832"/>
                  <a:pt x="1822" y="1839"/>
                  <a:pt x="1824" y="1847"/>
                </a:cubicBezTo>
                <a:cubicBezTo>
                  <a:pt x="1828" y="1891"/>
                  <a:pt x="1828" y="1908"/>
                  <a:pt x="1830" y="1925"/>
                </a:cubicBezTo>
                <a:cubicBezTo>
                  <a:pt x="1828" y="2000"/>
                  <a:pt x="1836" y="2007"/>
                  <a:pt x="1833" y="2011"/>
                </a:cubicBezTo>
                <a:cubicBezTo>
                  <a:pt x="1832" y="2090"/>
                  <a:pt x="1836" y="2107"/>
                  <a:pt x="1837" y="2125"/>
                </a:cubicBezTo>
                <a:cubicBezTo>
                  <a:pt x="1846" y="2160"/>
                  <a:pt x="1846" y="2160"/>
                  <a:pt x="1846" y="2160"/>
                </a:cubicBezTo>
                <a:cubicBezTo>
                  <a:pt x="1843" y="2124"/>
                  <a:pt x="1851" y="2115"/>
                  <a:pt x="1845" y="2101"/>
                </a:cubicBezTo>
                <a:close/>
                <a:moveTo>
                  <a:pt x="2127" y="2005"/>
                </a:moveTo>
                <a:cubicBezTo>
                  <a:pt x="2134" y="1993"/>
                  <a:pt x="2129" y="1976"/>
                  <a:pt x="2137" y="1965"/>
                </a:cubicBezTo>
                <a:cubicBezTo>
                  <a:pt x="2135" y="1949"/>
                  <a:pt x="2141" y="1936"/>
                  <a:pt x="2141" y="1921"/>
                </a:cubicBezTo>
                <a:cubicBezTo>
                  <a:pt x="2145" y="1915"/>
                  <a:pt x="2138" y="1905"/>
                  <a:pt x="2144" y="1900"/>
                </a:cubicBezTo>
                <a:cubicBezTo>
                  <a:pt x="2141" y="1891"/>
                  <a:pt x="2146" y="1885"/>
                  <a:pt x="2141" y="1875"/>
                </a:cubicBezTo>
                <a:cubicBezTo>
                  <a:pt x="2145" y="1869"/>
                  <a:pt x="2135" y="1859"/>
                  <a:pt x="2140" y="1853"/>
                </a:cubicBezTo>
                <a:cubicBezTo>
                  <a:pt x="2139" y="1852"/>
                  <a:pt x="2138" y="1850"/>
                  <a:pt x="2138" y="1849"/>
                </a:cubicBezTo>
                <a:cubicBezTo>
                  <a:pt x="2134" y="1841"/>
                  <a:pt x="2137" y="1835"/>
                  <a:pt x="2134" y="1827"/>
                </a:cubicBezTo>
                <a:cubicBezTo>
                  <a:pt x="2129" y="1829"/>
                  <a:pt x="2133" y="1822"/>
                  <a:pt x="2129" y="1823"/>
                </a:cubicBezTo>
                <a:cubicBezTo>
                  <a:pt x="2124" y="1820"/>
                  <a:pt x="2132" y="1811"/>
                  <a:pt x="2124" y="1813"/>
                </a:cubicBezTo>
                <a:cubicBezTo>
                  <a:pt x="2126" y="1825"/>
                  <a:pt x="2128" y="1837"/>
                  <a:pt x="2130" y="1849"/>
                </a:cubicBezTo>
                <a:cubicBezTo>
                  <a:pt x="2134" y="1872"/>
                  <a:pt x="2135" y="1893"/>
                  <a:pt x="2131" y="1913"/>
                </a:cubicBezTo>
                <a:cubicBezTo>
                  <a:pt x="2134" y="1930"/>
                  <a:pt x="2124" y="1942"/>
                  <a:pt x="2128" y="1960"/>
                </a:cubicBezTo>
                <a:cubicBezTo>
                  <a:pt x="2125" y="1967"/>
                  <a:pt x="2125" y="1975"/>
                  <a:pt x="2122" y="1982"/>
                </a:cubicBezTo>
                <a:cubicBezTo>
                  <a:pt x="2125" y="1987"/>
                  <a:pt x="2117" y="1988"/>
                  <a:pt x="2122" y="1995"/>
                </a:cubicBezTo>
                <a:cubicBezTo>
                  <a:pt x="2111" y="1995"/>
                  <a:pt x="2125" y="2004"/>
                  <a:pt x="2118" y="2006"/>
                </a:cubicBezTo>
                <a:cubicBezTo>
                  <a:pt x="2114" y="2013"/>
                  <a:pt x="2120" y="2023"/>
                  <a:pt x="2113" y="2028"/>
                </a:cubicBezTo>
                <a:cubicBezTo>
                  <a:pt x="2116" y="2037"/>
                  <a:pt x="2111" y="2043"/>
                  <a:pt x="2111" y="2052"/>
                </a:cubicBezTo>
                <a:cubicBezTo>
                  <a:pt x="2109" y="2054"/>
                  <a:pt x="2108" y="2057"/>
                  <a:pt x="2110" y="2062"/>
                </a:cubicBezTo>
                <a:cubicBezTo>
                  <a:pt x="2102" y="2064"/>
                  <a:pt x="2108" y="2070"/>
                  <a:pt x="2106" y="2073"/>
                </a:cubicBezTo>
                <a:cubicBezTo>
                  <a:pt x="2103" y="2081"/>
                  <a:pt x="2101" y="2089"/>
                  <a:pt x="2098" y="2097"/>
                </a:cubicBezTo>
                <a:cubicBezTo>
                  <a:pt x="2097" y="2104"/>
                  <a:pt x="2095" y="2112"/>
                  <a:pt x="2093" y="2119"/>
                </a:cubicBezTo>
                <a:cubicBezTo>
                  <a:pt x="2097" y="2124"/>
                  <a:pt x="2087" y="2125"/>
                  <a:pt x="2089" y="2130"/>
                </a:cubicBezTo>
                <a:cubicBezTo>
                  <a:pt x="2089" y="2135"/>
                  <a:pt x="2088" y="2139"/>
                  <a:pt x="2085" y="2142"/>
                </a:cubicBezTo>
                <a:cubicBezTo>
                  <a:pt x="2088" y="2150"/>
                  <a:pt x="2080" y="2154"/>
                  <a:pt x="2079" y="2160"/>
                </a:cubicBezTo>
                <a:cubicBezTo>
                  <a:pt x="2091" y="2160"/>
                  <a:pt x="2091" y="2160"/>
                  <a:pt x="2091" y="2160"/>
                </a:cubicBezTo>
                <a:cubicBezTo>
                  <a:pt x="2095" y="2150"/>
                  <a:pt x="2099" y="2141"/>
                  <a:pt x="2102" y="2131"/>
                </a:cubicBezTo>
                <a:cubicBezTo>
                  <a:pt x="2104" y="2116"/>
                  <a:pt x="2110" y="2103"/>
                  <a:pt x="2110" y="2088"/>
                </a:cubicBezTo>
                <a:cubicBezTo>
                  <a:pt x="2117" y="2076"/>
                  <a:pt x="2118" y="2062"/>
                  <a:pt x="2123" y="2049"/>
                </a:cubicBezTo>
                <a:cubicBezTo>
                  <a:pt x="2124" y="2034"/>
                  <a:pt x="2129" y="2021"/>
                  <a:pt x="2127" y="2005"/>
                </a:cubicBezTo>
                <a:close/>
                <a:moveTo>
                  <a:pt x="2018" y="1939"/>
                </a:moveTo>
                <a:cubicBezTo>
                  <a:pt x="2022" y="1926"/>
                  <a:pt x="2018" y="1909"/>
                  <a:pt x="2022" y="1895"/>
                </a:cubicBezTo>
                <a:cubicBezTo>
                  <a:pt x="2021" y="1835"/>
                  <a:pt x="2020" y="1820"/>
                  <a:pt x="2020" y="1806"/>
                </a:cubicBezTo>
                <a:cubicBezTo>
                  <a:pt x="2012" y="1743"/>
                  <a:pt x="2008" y="1738"/>
                  <a:pt x="2011" y="1736"/>
                </a:cubicBezTo>
                <a:cubicBezTo>
                  <a:pt x="1999" y="1705"/>
                  <a:pt x="1995" y="1696"/>
                  <a:pt x="1991" y="1688"/>
                </a:cubicBezTo>
                <a:cubicBezTo>
                  <a:pt x="1972" y="1682"/>
                  <a:pt x="1974" y="1683"/>
                  <a:pt x="1977" y="1685"/>
                </a:cubicBezTo>
                <a:cubicBezTo>
                  <a:pt x="1992" y="1715"/>
                  <a:pt x="1992" y="1718"/>
                  <a:pt x="1993" y="1722"/>
                </a:cubicBezTo>
                <a:cubicBezTo>
                  <a:pt x="2009" y="1791"/>
                  <a:pt x="2007" y="1800"/>
                  <a:pt x="2009" y="1811"/>
                </a:cubicBezTo>
                <a:cubicBezTo>
                  <a:pt x="2012" y="1853"/>
                  <a:pt x="2012" y="1856"/>
                  <a:pt x="2010" y="1859"/>
                </a:cubicBezTo>
                <a:cubicBezTo>
                  <a:pt x="2014" y="1886"/>
                  <a:pt x="2003" y="1893"/>
                  <a:pt x="2011" y="1907"/>
                </a:cubicBezTo>
                <a:cubicBezTo>
                  <a:pt x="2001" y="1945"/>
                  <a:pt x="2014" y="1960"/>
                  <a:pt x="2006" y="1968"/>
                </a:cubicBezTo>
                <a:cubicBezTo>
                  <a:pt x="1999" y="2038"/>
                  <a:pt x="1997" y="2048"/>
                  <a:pt x="1995" y="2057"/>
                </a:cubicBezTo>
                <a:cubicBezTo>
                  <a:pt x="1989" y="2109"/>
                  <a:pt x="1985" y="2128"/>
                  <a:pt x="1981" y="2148"/>
                </a:cubicBezTo>
                <a:cubicBezTo>
                  <a:pt x="1989" y="2156"/>
                  <a:pt x="1990" y="2151"/>
                  <a:pt x="1990" y="2147"/>
                </a:cubicBezTo>
                <a:cubicBezTo>
                  <a:pt x="1995" y="2119"/>
                  <a:pt x="1999" y="2114"/>
                  <a:pt x="2000" y="2106"/>
                </a:cubicBezTo>
                <a:cubicBezTo>
                  <a:pt x="2008" y="2054"/>
                  <a:pt x="2009" y="2051"/>
                  <a:pt x="2009" y="2047"/>
                </a:cubicBezTo>
                <a:cubicBezTo>
                  <a:pt x="2014" y="1998"/>
                  <a:pt x="2015" y="1991"/>
                  <a:pt x="2017" y="1985"/>
                </a:cubicBezTo>
                <a:close/>
                <a:moveTo>
                  <a:pt x="2080" y="1889"/>
                </a:moveTo>
                <a:cubicBezTo>
                  <a:pt x="2088" y="1882"/>
                  <a:pt x="2078" y="1868"/>
                  <a:pt x="2086" y="1861"/>
                </a:cubicBezTo>
                <a:cubicBezTo>
                  <a:pt x="2090" y="1829"/>
                  <a:pt x="2082" y="1821"/>
                  <a:pt x="2087" y="1818"/>
                </a:cubicBezTo>
                <a:cubicBezTo>
                  <a:pt x="2088" y="1794"/>
                  <a:pt x="2085" y="1795"/>
                  <a:pt x="2084" y="1791"/>
                </a:cubicBezTo>
                <a:cubicBezTo>
                  <a:pt x="2063" y="1749"/>
                  <a:pt x="2067" y="1757"/>
                  <a:pt x="2071" y="1765"/>
                </a:cubicBezTo>
                <a:cubicBezTo>
                  <a:pt x="2080" y="1819"/>
                  <a:pt x="2070" y="1824"/>
                  <a:pt x="2075" y="1833"/>
                </a:cubicBezTo>
                <a:cubicBezTo>
                  <a:pt x="2070" y="1886"/>
                  <a:pt x="2068" y="1895"/>
                  <a:pt x="2068" y="1905"/>
                </a:cubicBezTo>
                <a:cubicBezTo>
                  <a:pt x="2057" y="1967"/>
                  <a:pt x="2058" y="1978"/>
                  <a:pt x="2057" y="1988"/>
                </a:cubicBezTo>
                <a:cubicBezTo>
                  <a:pt x="2040" y="2076"/>
                  <a:pt x="2039" y="2086"/>
                  <a:pt x="2036" y="2095"/>
                </a:cubicBezTo>
                <a:cubicBezTo>
                  <a:pt x="2033" y="2160"/>
                  <a:pt x="2033" y="2160"/>
                  <a:pt x="2033" y="2160"/>
                </a:cubicBezTo>
                <a:cubicBezTo>
                  <a:pt x="2048" y="2084"/>
                  <a:pt x="2050" y="2080"/>
                  <a:pt x="2053" y="2077"/>
                </a:cubicBezTo>
                <a:cubicBezTo>
                  <a:pt x="2063" y="2036"/>
                  <a:pt x="2058" y="2026"/>
                  <a:pt x="2064" y="2020"/>
                </a:cubicBezTo>
                <a:cubicBezTo>
                  <a:pt x="2078" y="1937"/>
                  <a:pt x="2074" y="1925"/>
                  <a:pt x="2077" y="1916"/>
                </a:cubicBezTo>
                <a:close/>
                <a:moveTo>
                  <a:pt x="2870" y="2011"/>
                </a:moveTo>
                <a:cubicBezTo>
                  <a:pt x="2867" y="2008"/>
                  <a:pt x="2863" y="2011"/>
                  <a:pt x="2860" y="2011"/>
                </a:cubicBezTo>
                <a:cubicBezTo>
                  <a:pt x="2824" y="2005"/>
                  <a:pt x="2818" y="2001"/>
                  <a:pt x="2811" y="2003"/>
                </a:cubicBezTo>
                <a:cubicBezTo>
                  <a:pt x="2766" y="1994"/>
                  <a:pt x="2758" y="1998"/>
                  <a:pt x="2752" y="1996"/>
                </a:cubicBezTo>
                <a:cubicBezTo>
                  <a:pt x="2725" y="1992"/>
                  <a:pt x="2718" y="1996"/>
                  <a:pt x="2712" y="1993"/>
                </a:cubicBezTo>
                <a:cubicBezTo>
                  <a:pt x="2637" y="1998"/>
                  <a:pt x="2622" y="2003"/>
                  <a:pt x="2609" y="2002"/>
                </a:cubicBezTo>
                <a:cubicBezTo>
                  <a:pt x="2539" y="2017"/>
                  <a:pt x="2532" y="2019"/>
                  <a:pt x="2525" y="2020"/>
                </a:cubicBezTo>
                <a:cubicBezTo>
                  <a:pt x="2429" y="2058"/>
                  <a:pt x="2419" y="2071"/>
                  <a:pt x="2411" y="2074"/>
                </a:cubicBezTo>
                <a:cubicBezTo>
                  <a:pt x="2494" y="2046"/>
                  <a:pt x="2493" y="2038"/>
                  <a:pt x="2497" y="2041"/>
                </a:cubicBezTo>
                <a:cubicBezTo>
                  <a:pt x="2550" y="2021"/>
                  <a:pt x="2565" y="2023"/>
                  <a:pt x="2583" y="2015"/>
                </a:cubicBezTo>
                <a:cubicBezTo>
                  <a:pt x="2633" y="2014"/>
                  <a:pt x="2639" y="2010"/>
                  <a:pt x="2645" y="2011"/>
                </a:cubicBezTo>
                <a:cubicBezTo>
                  <a:pt x="2741" y="2009"/>
                  <a:pt x="2746" y="2005"/>
                  <a:pt x="2750" y="2010"/>
                </a:cubicBezTo>
                <a:cubicBezTo>
                  <a:pt x="2804" y="2008"/>
                  <a:pt x="2806" y="2021"/>
                  <a:pt x="2812" y="2016"/>
                </a:cubicBezTo>
                <a:cubicBezTo>
                  <a:pt x="2866" y="2021"/>
                  <a:pt x="2874" y="2026"/>
                  <a:pt x="2882" y="2027"/>
                </a:cubicBezTo>
                <a:close/>
                <a:moveTo>
                  <a:pt x="2855" y="1877"/>
                </a:moveTo>
                <a:cubicBezTo>
                  <a:pt x="2842" y="1872"/>
                  <a:pt x="2829" y="1870"/>
                  <a:pt x="2815" y="1867"/>
                </a:cubicBezTo>
                <a:cubicBezTo>
                  <a:pt x="2729" y="1862"/>
                  <a:pt x="2725" y="1865"/>
                  <a:pt x="2721" y="1864"/>
                </a:cubicBezTo>
                <a:cubicBezTo>
                  <a:pt x="2695" y="1863"/>
                  <a:pt x="2692" y="1865"/>
                  <a:pt x="2691" y="1870"/>
                </a:cubicBezTo>
                <a:cubicBezTo>
                  <a:pt x="2635" y="1863"/>
                  <a:pt x="2626" y="1865"/>
                  <a:pt x="2618" y="1863"/>
                </a:cubicBezTo>
                <a:cubicBezTo>
                  <a:pt x="2557" y="1872"/>
                  <a:pt x="2550" y="1866"/>
                  <a:pt x="2540" y="1874"/>
                </a:cubicBezTo>
                <a:cubicBezTo>
                  <a:pt x="2499" y="1881"/>
                  <a:pt x="2485" y="1889"/>
                  <a:pt x="2489" y="1892"/>
                </a:cubicBezTo>
                <a:cubicBezTo>
                  <a:pt x="2558" y="1880"/>
                  <a:pt x="2569" y="1874"/>
                  <a:pt x="2578" y="1875"/>
                </a:cubicBezTo>
                <a:cubicBezTo>
                  <a:pt x="2670" y="1870"/>
                  <a:pt x="2677" y="1880"/>
                  <a:pt x="2687" y="1875"/>
                </a:cubicBezTo>
                <a:cubicBezTo>
                  <a:pt x="2718" y="1880"/>
                  <a:pt x="2720" y="1888"/>
                  <a:pt x="2726" y="1882"/>
                </a:cubicBezTo>
                <a:cubicBezTo>
                  <a:pt x="2774" y="1896"/>
                  <a:pt x="2781" y="1903"/>
                  <a:pt x="2790" y="1904"/>
                </a:cubicBezTo>
                <a:cubicBezTo>
                  <a:pt x="2833" y="1917"/>
                  <a:pt x="2849" y="1925"/>
                  <a:pt x="2866" y="1928"/>
                </a:cubicBezTo>
                <a:cubicBezTo>
                  <a:pt x="2865" y="1918"/>
                  <a:pt x="2848" y="1912"/>
                  <a:pt x="2832" y="1905"/>
                </a:cubicBezTo>
                <a:cubicBezTo>
                  <a:pt x="2755" y="1881"/>
                  <a:pt x="2749" y="1882"/>
                  <a:pt x="2745" y="1880"/>
                </a:cubicBezTo>
                <a:cubicBezTo>
                  <a:pt x="2713" y="1875"/>
                  <a:pt x="2710" y="1872"/>
                  <a:pt x="2707" y="1874"/>
                </a:cubicBezTo>
                <a:cubicBezTo>
                  <a:pt x="2724" y="1876"/>
                  <a:pt x="2731" y="1865"/>
                  <a:pt x="2735" y="1870"/>
                </a:cubicBezTo>
                <a:cubicBezTo>
                  <a:pt x="2774" y="1872"/>
                  <a:pt x="2776" y="1872"/>
                  <a:pt x="2778" y="1873"/>
                </a:cubicBezTo>
                <a:cubicBezTo>
                  <a:pt x="2825" y="1881"/>
                  <a:pt x="2832" y="1873"/>
                  <a:pt x="2835" y="1883"/>
                </a:cubicBezTo>
                <a:cubicBezTo>
                  <a:pt x="2879" y="1891"/>
                  <a:pt x="2880" y="1891"/>
                  <a:pt x="2882" y="1892"/>
                </a:cubicBezTo>
                <a:cubicBezTo>
                  <a:pt x="2868" y="1883"/>
                  <a:pt x="2863" y="1874"/>
                  <a:pt x="2855" y="1877"/>
                </a:cubicBezTo>
                <a:close/>
                <a:moveTo>
                  <a:pt x="2871" y="1775"/>
                </a:moveTo>
                <a:cubicBezTo>
                  <a:pt x="2875" y="1774"/>
                  <a:pt x="2878" y="1773"/>
                  <a:pt x="2882" y="1773"/>
                </a:cubicBezTo>
                <a:cubicBezTo>
                  <a:pt x="2882" y="1769"/>
                  <a:pt x="2882" y="1769"/>
                  <a:pt x="2882" y="1769"/>
                </a:cubicBezTo>
                <a:cubicBezTo>
                  <a:pt x="2877" y="1771"/>
                  <a:pt x="2869" y="1768"/>
                  <a:pt x="2871" y="1775"/>
                </a:cubicBezTo>
                <a:close/>
                <a:moveTo>
                  <a:pt x="2865" y="1849"/>
                </a:moveTo>
                <a:cubicBezTo>
                  <a:pt x="2859" y="1848"/>
                  <a:pt x="2852" y="1848"/>
                  <a:pt x="2845" y="1849"/>
                </a:cubicBezTo>
                <a:cubicBezTo>
                  <a:pt x="2845" y="1849"/>
                  <a:pt x="2845" y="1849"/>
                  <a:pt x="2845" y="1849"/>
                </a:cubicBezTo>
                <a:cubicBezTo>
                  <a:pt x="2842" y="1852"/>
                  <a:pt x="2845" y="1853"/>
                  <a:pt x="2848" y="1854"/>
                </a:cubicBezTo>
                <a:cubicBezTo>
                  <a:pt x="2852" y="1852"/>
                  <a:pt x="2855" y="1856"/>
                  <a:pt x="2858" y="1854"/>
                </a:cubicBezTo>
                <a:cubicBezTo>
                  <a:pt x="2865" y="1858"/>
                  <a:pt x="2871" y="1859"/>
                  <a:pt x="2878" y="1859"/>
                </a:cubicBezTo>
                <a:cubicBezTo>
                  <a:pt x="2880" y="1859"/>
                  <a:pt x="2881" y="1860"/>
                  <a:pt x="2882" y="1860"/>
                </a:cubicBezTo>
                <a:cubicBezTo>
                  <a:pt x="2882" y="1852"/>
                  <a:pt x="2882" y="1852"/>
                  <a:pt x="2882" y="1852"/>
                </a:cubicBezTo>
                <a:cubicBezTo>
                  <a:pt x="2879" y="1852"/>
                  <a:pt x="2876" y="1852"/>
                  <a:pt x="2874" y="1852"/>
                </a:cubicBezTo>
                <a:cubicBezTo>
                  <a:pt x="2871" y="1851"/>
                  <a:pt x="2868" y="1850"/>
                  <a:pt x="2865" y="1849"/>
                </a:cubicBezTo>
                <a:close/>
                <a:moveTo>
                  <a:pt x="2833" y="2099"/>
                </a:moveTo>
                <a:cubicBezTo>
                  <a:pt x="2821" y="2099"/>
                  <a:pt x="2807" y="2105"/>
                  <a:pt x="2796" y="2101"/>
                </a:cubicBezTo>
                <a:cubicBezTo>
                  <a:pt x="2712" y="2106"/>
                  <a:pt x="2701" y="2100"/>
                  <a:pt x="2688" y="2103"/>
                </a:cubicBezTo>
                <a:cubicBezTo>
                  <a:pt x="2631" y="2097"/>
                  <a:pt x="2624" y="2100"/>
                  <a:pt x="2618" y="2099"/>
                </a:cubicBezTo>
                <a:cubicBezTo>
                  <a:pt x="2596" y="2095"/>
                  <a:pt x="2589" y="2097"/>
                  <a:pt x="2582" y="2097"/>
                </a:cubicBezTo>
                <a:cubicBezTo>
                  <a:pt x="2521" y="2104"/>
                  <a:pt x="2497" y="2104"/>
                  <a:pt x="2471" y="2115"/>
                </a:cubicBezTo>
                <a:cubicBezTo>
                  <a:pt x="2420" y="2130"/>
                  <a:pt x="2407" y="2134"/>
                  <a:pt x="2394" y="2139"/>
                </a:cubicBezTo>
                <a:cubicBezTo>
                  <a:pt x="2366" y="2160"/>
                  <a:pt x="2368" y="2159"/>
                  <a:pt x="2369" y="2160"/>
                </a:cubicBezTo>
                <a:cubicBezTo>
                  <a:pt x="2370" y="2161"/>
                  <a:pt x="2370" y="2161"/>
                  <a:pt x="2370" y="2161"/>
                </a:cubicBezTo>
                <a:cubicBezTo>
                  <a:pt x="2391" y="2145"/>
                  <a:pt x="2397" y="2146"/>
                  <a:pt x="2403" y="2143"/>
                </a:cubicBezTo>
                <a:cubicBezTo>
                  <a:pt x="2516" y="2116"/>
                  <a:pt x="2524" y="2108"/>
                  <a:pt x="2529" y="2110"/>
                </a:cubicBezTo>
                <a:cubicBezTo>
                  <a:pt x="2569" y="2108"/>
                  <a:pt x="2575" y="2104"/>
                  <a:pt x="2580" y="2109"/>
                </a:cubicBezTo>
                <a:cubicBezTo>
                  <a:pt x="2655" y="2109"/>
                  <a:pt x="2660" y="2111"/>
                  <a:pt x="2665" y="2114"/>
                </a:cubicBezTo>
                <a:cubicBezTo>
                  <a:pt x="2718" y="2116"/>
                  <a:pt x="2721" y="2113"/>
                  <a:pt x="2723" y="2115"/>
                </a:cubicBezTo>
                <a:cubicBezTo>
                  <a:pt x="2762" y="2117"/>
                  <a:pt x="2773" y="2116"/>
                  <a:pt x="2785" y="2115"/>
                </a:cubicBezTo>
                <a:cubicBezTo>
                  <a:pt x="2861" y="2116"/>
                  <a:pt x="2872" y="2111"/>
                  <a:pt x="2882" y="2111"/>
                </a:cubicBezTo>
                <a:cubicBezTo>
                  <a:pt x="2857" y="2096"/>
                  <a:pt x="2843" y="2104"/>
                  <a:pt x="2833" y="2099"/>
                </a:cubicBezTo>
                <a:close/>
                <a:moveTo>
                  <a:pt x="2880" y="1089"/>
                </a:moveTo>
                <a:cubicBezTo>
                  <a:pt x="2876" y="1077"/>
                  <a:pt x="2874" y="1065"/>
                  <a:pt x="2871" y="1053"/>
                </a:cubicBezTo>
                <a:cubicBezTo>
                  <a:pt x="2861" y="1004"/>
                  <a:pt x="2852" y="993"/>
                  <a:pt x="2853" y="981"/>
                </a:cubicBezTo>
                <a:cubicBezTo>
                  <a:pt x="2841" y="941"/>
                  <a:pt x="2840" y="935"/>
                  <a:pt x="2837" y="929"/>
                </a:cubicBezTo>
                <a:cubicBezTo>
                  <a:pt x="2828" y="864"/>
                  <a:pt x="2834" y="851"/>
                  <a:pt x="2829" y="839"/>
                </a:cubicBezTo>
                <a:cubicBezTo>
                  <a:pt x="2835" y="778"/>
                  <a:pt x="2830" y="773"/>
                  <a:pt x="2834" y="766"/>
                </a:cubicBezTo>
                <a:cubicBezTo>
                  <a:pt x="2828" y="711"/>
                  <a:pt x="2833" y="729"/>
                  <a:pt x="2825" y="748"/>
                </a:cubicBezTo>
                <a:cubicBezTo>
                  <a:pt x="2823" y="814"/>
                  <a:pt x="2821" y="823"/>
                  <a:pt x="2820" y="832"/>
                </a:cubicBezTo>
                <a:cubicBezTo>
                  <a:pt x="2827" y="937"/>
                  <a:pt x="2834" y="954"/>
                  <a:pt x="2837" y="972"/>
                </a:cubicBezTo>
                <a:cubicBezTo>
                  <a:pt x="2843" y="1018"/>
                  <a:pt x="2856" y="1021"/>
                  <a:pt x="2851" y="1026"/>
                </a:cubicBezTo>
                <a:cubicBezTo>
                  <a:pt x="2858" y="1062"/>
                  <a:pt x="2868" y="1070"/>
                  <a:pt x="2864" y="1080"/>
                </a:cubicBezTo>
                <a:cubicBezTo>
                  <a:pt x="2876" y="1143"/>
                  <a:pt x="2883" y="1148"/>
                  <a:pt x="2881" y="1155"/>
                </a:cubicBezTo>
                <a:cubicBezTo>
                  <a:pt x="2882" y="1097"/>
                  <a:pt x="2882" y="1097"/>
                  <a:pt x="2882" y="1097"/>
                </a:cubicBezTo>
                <a:close/>
                <a:moveTo>
                  <a:pt x="2874" y="1437"/>
                </a:moveTo>
                <a:cubicBezTo>
                  <a:pt x="2872" y="1441"/>
                  <a:pt x="2873" y="1455"/>
                  <a:pt x="2866" y="1453"/>
                </a:cubicBezTo>
                <a:cubicBezTo>
                  <a:pt x="2876" y="1367"/>
                  <a:pt x="2877" y="1357"/>
                  <a:pt x="2872" y="1348"/>
                </a:cubicBezTo>
                <a:cubicBezTo>
                  <a:pt x="2866" y="1284"/>
                  <a:pt x="2877" y="1278"/>
                  <a:pt x="2871" y="1274"/>
                </a:cubicBezTo>
                <a:cubicBezTo>
                  <a:pt x="2871" y="1255"/>
                  <a:pt x="2875" y="1249"/>
                  <a:pt x="2871" y="1245"/>
                </a:cubicBezTo>
                <a:cubicBezTo>
                  <a:pt x="2856" y="1166"/>
                  <a:pt x="2858" y="1161"/>
                  <a:pt x="2858" y="1156"/>
                </a:cubicBezTo>
                <a:cubicBezTo>
                  <a:pt x="2848" y="1123"/>
                  <a:pt x="2853" y="1116"/>
                  <a:pt x="2848" y="1112"/>
                </a:cubicBezTo>
                <a:cubicBezTo>
                  <a:pt x="2834" y="1076"/>
                  <a:pt x="2838" y="1072"/>
                  <a:pt x="2836" y="1070"/>
                </a:cubicBezTo>
                <a:cubicBezTo>
                  <a:pt x="2816" y="991"/>
                  <a:pt x="2813" y="987"/>
                  <a:pt x="2812" y="982"/>
                </a:cubicBezTo>
                <a:cubicBezTo>
                  <a:pt x="2804" y="932"/>
                  <a:pt x="2802" y="927"/>
                  <a:pt x="2803" y="921"/>
                </a:cubicBezTo>
                <a:cubicBezTo>
                  <a:pt x="2805" y="845"/>
                  <a:pt x="2807" y="819"/>
                  <a:pt x="2810" y="792"/>
                </a:cubicBezTo>
                <a:cubicBezTo>
                  <a:pt x="2816" y="720"/>
                  <a:pt x="2813" y="728"/>
                  <a:pt x="2817" y="735"/>
                </a:cubicBezTo>
                <a:cubicBezTo>
                  <a:pt x="2804" y="778"/>
                  <a:pt x="2805" y="782"/>
                  <a:pt x="2803" y="787"/>
                </a:cubicBezTo>
                <a:cubicBezTo>
                  <a:pt x="2791" y="877"/>
                  <a:pt x="2795" y="893"/>
                  <a:pt x="2789" y="911"/>
                </a:cubicBezTo>
                <a:cubicBezTo>
                  <a:pt x="2795" y="951"/>
                  <a:pt x="2795" y="955"/>
                  <a:pt x="2796" y="959"/>
                </a:cubicBezTo>
                <a:cubicBezTo>
                  <a:pt x="2815" y="1042"/>
                  <a:pt x="2818" y="1051"/>
                  <a:pt x="2822" y="1059"/>
                </a:cubicBezTo>
                <a:cubicBezTo>
                  <a:pt x="2834" y="1126"/>
                  <a:pt x="2843" y="1129"/>
                  <a:pt x="2839" y="1134"/>
                </a:cubicBezTo>
                <a:cubicBezTo>
                  <a:pt x="2854" y="1175"/>
                  <a:pt x="2847" y="1180"/>
                  <a:pt x="2852" y="1184"/>
                </a:cubicBezTo>
                <a:cubicBezTo>
                  <a:pt x="2863" y="1225"/>
                  <a:pt x="2856" y="1231"/>
                  <a:pt x="2857" y="1235"/>
                </a:cubicBezTo>
                <a:cubicBezTo>
                  <a:pt x="2860" y="1290"/>
                  <a:pt x="2861" y="1294"/>
                  <a:pt x="2859" y="1298"/>
                </a:cubicBezTo>
                <a:cubicBezTo>
                  <a:pt x="2855" y="1306"/>
                  <a:pt x="2861" y="1302"/>
                  <a:pt x="2855" y="1299"/>
                </a:cubicBezTo>
                <a:cubicBezTo>
                  <a:pt x="2845" y="1252"/>
                  <a:pt x="2835" y="1238"/>
                  <a:pt x="2832" y="1223"/>
                </a:cubicBezTo>
                <a:cubicBezTo>
                  <a:pt x="2804" y="1167"/>
                  <a:pt x="2804" y="1151"/>
                  <a:pt x="2792" y="1138"/>
                </a:cubicBezTo>
                <a:cubicBezTo>
                  <a:pt x="2776" y="1073"/>
                  <a:pt x="2772" y="1057"/>
                  <a:pt x="2772" y="1039"/>
                </a:cubicBezTo>
                <a:cubicBezTo>
                  <a:pt x="2762" y="972"/>
                  <a:pt x="2760" y="955"/>
                  <a:pt x="2758" y="938"/>
                </a:cubicBezTo>
                <a:cubicBezTo>
                  <a:pt x="2752" y="930"/>
                  <a:pt x="2753" y="937"/>
                  <a:pt x="2749" y="945"/>
                </a:cubicBezTo>
                <a:cubicBezTo>
                  <a:pt x="2759" y="1022"/>
                  <a:pt x="2757" y="1031"/>
                  <a:pt x="2757" y="1039"/>
                </a:cubicBezTo>
                <a:cubicBezTo>
                  <a:pt x="2761" y="1078"/>
                  <a:pt x="2771" y="1081"/>
                  <a:pt x="2766" y="1086"/>
                </a:cubicBezTo>
                <a:cubicBezTo>
                  <a:pt x="2775" y="1118"/>
                  <a:pt x="2779" y="1125"/>
                  <a:pt x="2781" y="1133"/>
                </a:cubicBezTo>
                <a:cubicBezTo>
                  <a:pt x="2806" y="1186"/>
                  <a:pt x="2801" y="1195"/>
                  <a:pt x="2809" y="1202"/>
                </a:cubicBezTo>
                <a:cubicBezTo>
                  <a:pt x="2835" y="1254"/>
                  <a:pt x="2828" y="1263"/>
                  <a:pt x="2837" y="1270"/>
                </a:cubicBezTo>
                <a:cubicBezTo>
                  <a:pt x="2842" y="1309"/>
                  <a:pt x="2851" y="1319"/>
                  <a:pt x="2843" y="1315"/>
                </a:cubicBezTo>
                <a:cubicBezTo>
                  <a:pt x="2829" y="1276"/>
                  <a:pt x="2821" y="1266"/>
                  <a:pt x="2818" y="1256"/>
                </a:cubicBezTo>
                <a:cubicBezTo>
                  <a:pt x="2783" y="1179"/>
                  <a:pt x="2764" y="1160"/>
                  <a:pt x="2765" y="1140"/>
                </a:cubicBezTo>
                <a:cubicBezTo>
                  <a:pt x="2751" y="1088"/>
                  <a:pt x="2757" y="1082"/>
                  <a:pt x="2750" y="1077"/>
                </a:cubicBezTo>
                <a:cubicBezTo>
                  <a:pt x="2751" y="1131"/>
                  <a:pt x="2753" y="1138"/>
                  <a:pt x="2757" y="1145"/>
                </a:cubicBezTo>
                <a:cubicBezTo>
                  <a:pt x="2771" y="1236"/>
                  <a:pt x="2771" y="1259"/>
                  <a:pt x="2778" y="1281"/>
                </a:cubicBezTo>
                <a:cubicBezTo>
                  <a:pt x="2793" y="1333"/>
                  <a:pt x="2798" y="1335"/>
                  <a:pt x="2797" y="1338"/>
                </a:cubicBezTo>
                <a:cubicBezTo>
                  <a:pt x="2811" y="1369"/>
                  <a:pt x="2810" y="1376"/>
                  <a:pt x="2811" y="1382"/>
                </a:cubicBezTo>
                <a:cubicBezTo>
                  <a:pt x="2825" y="1427"/>
                  <a:pt x="2823" y="1439"/>
                  <a:pt x="2824" y="1450"/>
                </a:cubicBezTo>
                <a:cubicBezTo>
                  <a:pt x="2829" y="1502"/>
                  <a:pt x="2818" y="1508"/>
                  <a:pt x="2825" y="1512"/>
                </a:cubicBezTo>
                <a:cubicBezTo>
                  <a:pt x="2812" y="1572"/>
                  <a:pt x="2810" y="1576"/>
                  <a:pt x="2805" y="1581"/>
                </a:cubicBezTo>
                <a:cubicBezTo>
                  <a:pt x="2798" y="1591"/>
                  <a:pt x="2799" y="1589"/>
                  <a:pt x="2799" y="1587"/>
                </a:cubicBezTo>
                <a:cubicBezTo>
                  <a:pt x="2801" y="1545"/>
                  <a:pt x="2808" y="1541"/>
                  <a:pt x="2805" y="1538"/>
                </a:cubicBezTo>
                <a:cubicBezTo>
                  <a:pt x="2807" y="1487"/>
                  <a:pt x="2810" y="1471"/>
                  <a:pt x="2805" y="1457"/>
                </a:cubicBezTo>
                <a:cubicBezTo>
                  <a:pt x="2789" y="1374"/>
                  <a:pt x="2780" y="1365"/>
                  <a:pt x="2780" y="1355"/>
                </a:cubicBezTo>
                <a:cubicBezTo>
                  <a:pt x="2764" y="1308"/>
                  <a:pt x="2764" y="1295"/>
                  <a:pt x="2756" y="1300"/>
                </a:cubicBezTo>
                <a:cubicBezTo>
                  <a:pt x="2761" y="1338"/>
                  <a:pt x="2769" y="1347"/>
                  <a:pt x="2768" y="1356"/>
                </a:cubicBezTo>
                <a:cubicBezTo>
                  <a:pt x="2786" y="1422"/>
                  <a:pt x="2792" y="1432"/>
                  <a:pt x="2790" y="1442"/>
                </a:cubicBezTo>
                <a:cubicBezTo>
                  <a:pt x="2796" y="1511"/>
                  <a:pt x="2792" y="1522"/>
                  <a:pt x="2792" y="1531"/>
                </a:cubicBezTo>
                <a:cubicBezTo>
                  <a:pt x="2787" y="1569"/>
                  <a:pt x="2787" y="1578"/>
                  <a:pt x="2786" y="1587"/>
                </a:cubicBezTo>
                <a:cubicBezTo>
                  <a:pt x="2766" y="1632"/>
                  <a:pt x="2762" y="1626"/>
                  <a:pt x="2761" y="1620"/>
                </a:cubicBezTo>
                <a:cubicBezTo>
                  <a:pt x="2769" y="1585"/>
                  <a:pt x="2769" y="1584"/>
                  <a:pt x="2768" y="1582"/>
                </a:cubicBezTo>
                <a:cubicBezTo>
                  <a:pt x="2762" y="1581"/>
                  <a:pt x="2760" y="1584"/>
                  <a:pt x="2757" y="1587"/>
                </a:cubicBezTo>
                <a:cubicBezTo>
                  <a:pt x="2749" y="1596"/>
                  <a:pt x="2746" y="1591"/>
                  <a:pt x="2742" y="1587"/>
                </a:cubicBezTo>
                <a:cubicBezTo>
                  <a:pt x="2693" y="1552"/>
                  <a:pt x="2700" y="1564"/>
                  <a:pt x="2715" y="1575"/>
                </a:cubicBezTo>
                <a:cubicBezTo>
                  <a:pt x="2716" y="1588"/>
                  <a:pt x="2716" y="1588"/>
                  <a:pt x="2715" y="1589"/>
                </a:cubicBezTo>
                <a:cubicBezTo>
                  <a:pt x="2729" y="1621"/>
                  <a:pt x="2731" y="1626"/>
                  <a:pt x="2731" y="1631"/>
                </a:cubicBezTo>
                <a:cubicBezTo>
                  <a:pt x="2704" y="1731"/>
                  <a:pt x="2699" y="1740"/>
                  <a:pt x="2692" y="1750"/>
                </a:cubicBezTo>
                <a:cubicBezTo>
                  <a:pt x="2702" y="1791"/>
                  <a:pt x="2707" y="1771"/>
                  <a:pt x="2715" y="1782"/>
                </a:cubicBezTo>
                <a:cubicBezTo>
                  <a:pt x="2728" y="1754"/>
                  <a:pt x="2736" y="1759"/>
                  <a:pt x="2742" y="1755"/>
                </a:cubicBezTo>
                <a:cubicBezTo>
                  <a:pt x="2750" y="1730"/>
                  <a:pt x="2755" y="1727"/>
                  <a:pt x="2760" y="1722"/>
                </a:cubicBezTo>
                <a:cubicBezTo>
                  <a:pt x="2799" y="1687"/>
                  <a:pt x="2806" y="1673"/>
                  <a:pt x="2814" y="1675"/>
                </a:cubicBezTo>
                <a:cubicBezTo>
                  <a:pt x="2868" y="1654"/>
                  <a:pt x="2875" y="1658"/>
                  <a:pt x="2882" y="1655"/>
                </a:cubicBezTo>
                <a:cubicBezTo>
                  <a:pt x="2859" y="1646"/>
                  <a:pt x="2853" y="1651"/>
                  <a:pt x="2846" y="1648"/>
                </a:cubicBezTo>
                <a:cubicBezTo>
                  <a:pt x="2805" y="1669"/>
                  <a:pt x="2798" y="1664"/>
                  <a:pt x="2793" y="1674"/>
                </a:cubicBezTo>
                <a:cubicBezTo>
                  <a:pt x="2789" y="1661"/>
                  <a:pt x="2793" y="1654"/>
                  <a:pt x="2800" y="1646"/>
                </a:cubicBezTo>
                <a:cubicBezTo>
                  <a:pt x="2842" y="1616"/>
                  <a:pt x="2847" y="1620"/>
                  <a:pt x="2851" y="1612"/>
                </a:cubicBezTo>
                <a:cubicBezTo>
                  <a:pt x="2879" y="1599"/>
                  <a:pt x="2881" y="1597"/>
                  <a:pt x="2882" y="1596"/>
                </a:cubicBezTo>
                <a:cubicBezTo>
                  <a:pt x="2877" y="1588"/>
                  <a:pt x="2876" y="1589"/>
                  <a:pt x="2875" y="1590"/>
                </a:cubicBezTo>
                <a:cubicBezTo>
                  <a:pt x="2835" y="1606"/>
                  <a:pt x="2831" y="1612"/>
                  <a:pt x="2826" y="1611"/>
                </a:cubicBezTo>
                <a:cubicBezTo>
                  <a:pt x="2871" y="1575"/>
                  <a:pt x="2876" y="1570"/>
                  <a:pt x="2882" y="1567"/>
                </a:cubicBezTo>
                <a:cubicBezTo>
                  <a:pt x="2867" y="1560"/>
                  <a:pt x="2859" y="1569"/>
                  <a:pt x="2851" y="1569"/>
                </a:cubicBezTo>
                <a:cubicBezTo>
                  <a:pt x="2882" y="1527"/>
                  <a:pt x="2882" y="1527"/>
                  <a:pt x="2882" y="1527"/>
                </a:cubicBezTo>
                <a:cubicBezTo>
                  <a:pt x="2820" y="1568"/>
                  <a:pt x="2837" y="1555"/>
                  <a:pt x="2837" y="1544"/>
                </a:cubicBezTo>
                <a:cubicBezTo>
                  <a:pt x="2862" y="1523"/>
                  <a:pt x="2873" y="1516"/>
                  <a:pt x="2882" y="1508"/>
                </a:cubicBezTo>
                <a:cubicBezTo>
                  <a:pt x="2881" y="1476"/>
                  <a:pt x="2881" y="1475"/>
                  <a:pt x="2882" y="1474"/>
                </a:cubicBezTo>
                <a:cubicBezTo>
                  <a:pt x="2879" y="1425"/>
                  <a:pt x="2878" y="1431"/>
                  <a:pt x="2874" y="1437"/>
                </a:cubicBezTo>
                <a:close/>
                <a:moveTo>
                  <a:pt x="2744" y="1695"/>
                </a:moveTo>
                <a:cubicBezTo>
                  <a:pt x="2740" y="1701"/>
                  <a:pt x="2735" y="1707"/>
                  <a:pt x="2730" y="1713"/>
                </a:cubicBezTo>
                <a:cubicBezTo>
                  <a:pt x="2727" y="1717"/>
                  <a:pt x="2730" y="1719"/>
                  <a:pt x="2727" y="1722"/>
                </a:cubicBezTo>
                <a:cubicBezTo>
                  <a:pt x="2727" y="1722"/>
                  <a:pt x="2727" y="1722"/>
                  <a:pt x="2727" y="1722"/>
                </a:cubicBezTo>
                <a:cubicBezTo>
                  <a:pt x="2726" y="1724"/>
                  <a:pt x="2724" y="1727"/>
                  <a:pt x="2722" y="1729"/>
                </a:cubicBezTo>
                <a:cubicBezTo>
                  <a:pt x="2720" y="1731"/>
                  <a:pt x="2719" y="1734"/>
                  <a:pt x="2717" y="1736"/>
                </a:cubicBezTo>
                <a:cubicBezTo>
                  <a:pt x="2714" y="1733"/>
                  <a:pt x="2719" y="1729"/>
                  <a:pt x="2722" y="1725"/>
                </a:cubicBezTo>
                <a:cubicBezTo>
                  <a:pt x="2722" y="1724"/>
                  <a:pt x="2723" y="1723"/>
                  <a:pt x="2723" y="1722"/>
                </a:cubicBezTo>
                <a:cubicBezTo>
                  <a:pt x="2725" y="1716"/>
                  <a:pt x="2726" y="1711"/>
                  <a:pt x="2725" y="1706"/>
                </a:cubicBezTo>
                <a:cubicBezTo>
                  <a:pt x="2732" y="1700"/>
                  <a:pt x="2729" y="1696"/>
                  <a:pt x="2733" y="1690"/>
                </a:cubicBezTo>
                <a:cubicBezTo>
                  <a:pt x="2735" y="1685"/>
                  <a:pt x="2739" y="1680"/>
                  <a:pt x="2738" y="1675"/>
                </a:cubicBezTo>
                <a:cubicBezTo>
                  <a:pt x="2742" y="1672"/>
                  <a:pt x="2742" y="1678"/>
                  <a:pt x="2744" y="1681"/>
                </a:cubicBezTo>
                <a:cubicBezTo>
                  <a:pt x="2744" y="1685"/>
                  <a:pt x="2743" y="1690"/>
                  <a:pt x="2744" y="1695"/>
                </a:cubicBezTo>
                <a:close/>
                <a:moveTo>
                  <a:pt x="2809" y="1624"/>
                </a:moveTo>
                <a:cubicBezTo>
                  <a:pt x="2804" y="1617"/>
                  <a:pt x="2817" y="1615"/>
                  <a:pt x="2820" y="1610"/>
                </a:cubicBezTo>
                <a:cubicBezTo>
                  <a:pt x="2830" y="1617"/>
                  <a:pt x="2812" y="1620"/>
                  <a:pt x="2809" y="1624"/>
                </a:cubicBezTo>
                <a:close/>
                <a:moveTo>
                  <a:pt x="2842" y="1485"/>
                </a:moveTo>
                <a:cubicBezTo>
                  <a:pt x="2836" y="1490"/>
                  <a:pt x="2840" y="1477"/>
                  <a:pt x="2842" y="1475"/>
                </a:cubicBezTo>
                <a:cubicBezTo>
                  <a:pt x="2843" y="1478"/>
                  <a:pt x="2843" y="1481"/>
                  <a:pt x="2842" y="1485"/>
                </a:cubicBezTo>
                <a:close/>
                <a:moveTo>
                  <a:pt x="2842" y="1470"/>
                </a:moveTo>
                <a:cubicBezTo>
                  <a:pt x="2839" y="1446"/>
                  <a:pt x="2834" y="1422"/>
                  <a:pt x="2832" y="1397"/>
                </a:cubicBezTo>
                <a:cubicBezTo>
                  <a:pt x="2829" y="1392"/>
                  <a:pt x="2825" y="1386"/>
                  <a:pt x="2827" y="1379"/>
                </a:cubicBezTo>
                <a:cubicBezTo>
                  <a:pt x="2823" y="1374"/>
                  <a:pt x="2819" y="1368"/>
                  <a:pt x="2823" y="1361"/>
                </a:cubicBezTo>
                <a:cubicBezTo>
                  <a:pt x="2813" y="1356"/>
                  <a:pt x="2815" y="1350"/>
                  <a:pt x="2814" y="1344"/>
                </a:cubicBezTo>
                <a:cubicBezTo>
                  <a:pt x="2806" y="1340"/>
                  <a:pt x="2813" y="1333"/>
                  <a:pt x="2808" y="1328"/>
                </a:cubicBezTo>
                <a:cubicBezTo>
                  <a:pt x="2809" y="1326"/>
                  <a:pt x="2806" y="1324"/>
                  <a:pt x="2805" y="1322"/>
                </a:cubicBezTo>
                <a:cubicBezTo>
                  <a:pt x="2803" y="1320"/>
                  <a:pt x="2805" y="1320"/>
                  <a:pt x="2804" y="1318"/>
                </a:cubicBezTo>
                <a:cubicBezTo>
                  <a:pt x="2803" y="1316"/>
                  <a:pt x="2802" y="1310"/>
                  <a:pt x="2798" y="1307"/>
                </a:cubicBezTo>
                <a:cubicBezTo>
                  <a:pt x="2796" y="1305"/>
                  <a:pt x="2793" y="1298"/>
                  <a:pt x="2794" y="1293"/>
                </a:cubicBezTo>
                <a:cubicBezTo>
                  <a:pt x="2787" y="1282"/>
                  <a:pt x="2785" y="1271"/>
                  <a:pt x="2784" y="1259"/>
                </a:cubicBezTo>
                <a:cubicBezTo>
                  <a:pt x="2778" y="1257"/>
                  <a:pt x="2784" y="1252"/>
                  <a:pt x="2780" y="1249"/>
                </a:cubicBezTo>
                <a:cubicBezTo>
                  <a:pt x="2779" y="1247"/>
                  <a:pt x="2778" y="1244"/>
                  <a:pt x="2779" y="1241"/>
                </a:cubicBezTo>
                <a:cubicBezTo>
                  <a:pt x="2778" y="1235"/>
                  <a:pt x="2772" y="1230"/>
                  <a:pt x="2774" y="1223"/>
                </a:cubicBezTo>
                <a:cubicBezTo>
                  <a:pt x="2770" y="1218"/>
                  <a:pt x="2774" y="1211"/>
                  <a:pt x="2770" y="1205"/>
                </a:cubicBezTo>
                <a:cubicBezTo>
                  <a:pt x="2771" y="1202"/>
                  <a:pt x="2767" y="1200"/>
                  <a:pt x="2769" y="1197"/>
                </a:cubicBezTo>
                <a:cubicBezTo>
                  <a:pt x="2769" y="1194"/>
                  <a:pt x="2770" y="1191"/>
                  <a:pt x="2768" y="1189"/>
                </a:cubicBezTo>
                <a:cubicBezTo>
                  <a:pt x="2775" y="1185"/>
                  <a:pt x="2774" y="1199"/>
                  <a:pt x="2776" y="1202"/>
                </a:cubicBezTo>
                <a:cubicBezTo>
                  <a:pt x="2778" y="1207"/>
                  <a:pt x="2788" y="1212"/>
                  <a:pt x="2782" y="1218"/>
                </a:cubicBezTo>
                <a:cubicBezTo>
                  <a:pt x="2791" y="1222"/>
                  <a:pt x="2790" y="1228"/>
                  <a:pt x="2792" y="1233"/>
                </a:cubicBezTo>
                <a:cubicBezTo>
                  <a:pt x="2800" y="1238"/>
                  <a:pt x="2796" y="1244"/>
                  <a:pt x="2803" y="1248"/>
                </a:cubicBezTo>
                <a:cubicBezTo>
                  <a:pt x="2802" y="1259"/>
                  <a:pt x="2812" y="1269"/>
                  <a:pt x="2815" y="1280"/>
                </a:cubicBezTo>
                <a:cubicBezTo>
                  <a:pt x="2823" y="1290"/>
                  <a:pt x="2822" y="1301"/>
                  <a:pt x="2832" y="1310"/>
                </a:cubicBezTo>
                <a:cubicBezTo>
                  <a:pt x="2832" y="1326"/>
                  <a:pt x="2838" y="1340"/>
                  <a:pt x="2842" y="1355"/>
                </a:cubicBezTo>
                <a:cubicBezTo>
                  <a:pt x="2841" y="1360"/>
                  <a:pt x="2842" y="1366"/>
                  <a:pt x="2845" y="1371"/>
                </a:cubicBezTo>
                <a:cubicBezTo>
                  <a:pt x="2836" y="1378"/>
                  <a:pt x="2850" y="1381"/>
                  <a:pt x="2843" y="1388"/>
                </a:cubicBezTo>
                <a:cubicBezTo>
                  <a:pt x="2848" y="1398"/>
                  <a:pt x="2848" y="1409"/>
                  <a:pt x="2851" y="1420"/>
                </a:cubicBezTo>
                <a:cubicBezTo>
                  <a:pt x="2844" y="1437"/>
                  <a:pt x="2849" y="1453"/>
                  <a:pt x="2842" y="1470"/>
                </a:cubicBezTo>
                <a:close/>
                <a:moveTo>
                  <a:pt x="2853" y="1519"/>
                </a:moveTo>
                <a:cubicBezTo>
                  <a:pt x="2851" y="1518"/>
                  <a:pt x="2852" y="1513"/>
                  <a:pt x="2854" y="1512"/>
                </a:cubicBezTo>
                <a:cubicBezTo>
                  <a:pt x="2863" y="1507"/>
                  <a:pt x="2855" y="1520"/>
                  <a:pt x="2853" y="1519"/>
                </a:cubicBezTo>
                <a:close/>
                <a:moveTo>
                  <a:pt x="2871" y="1489"/>
                </a:moveTo>
                <a:cubicBezTo>
                  <a:pt x="2870" y="1487"/>
                  <a:pt x="2868" y="1488"/>
                  <a:pt x="2867" y="1490"/>
                </a:cubicBezTo>
                <a:cubicBezTo>
                  <a:pt x="2865" y="1487"/>
                  <a:pt x="2868" y="1484"/>
                  <a:pt x="2870" y="1481"/>
                </a:cubicBezTo>
                <a:cubicBezTo>
                  <a:pt x="2875" y="1483"/>
                  <a:pt x="2873" y="1486"/>
                  <a:pt x="2871" y="1489"/>
                </a:cubicBezTo>
                <a:close/>
                <a:moveTo>
                  <a:pt x="2822" y="1823"/>
                </a:moveTo>
                <a:cubicBezTo>
                  <a:pt x="2816" y="1820"/>
                  <a:pt x="2808" y="1827"/>
                  <a:pt x="2803" y="1820"/>
                </a:cubicBezTo>
                <a:cubicBezTo>
                  <a:pt x="2800" y="1822"/>
                  <a:pt x="2796" y="1825"/>
                  <a:pt x="2794" y="1823"/>
                </a:cubicBezTo>
                <a:cubicBezTo>
                  <a:pt x="2791" y="1826"/>
                  <a:pt x="2786" y="1823"/>
                  <a:pt x="2787" y="1827"/>
                </a:cubicBezTo>
                <a:cubicBezTo>
                  <a:pt x="2799" y="1827"/>
                  <a:pt x="2810" y="1829"/>
                  <a:pt x="2822" y="1829"/>
                </a:cubicBezTo>
                <a:cubicBezTo>
                  <a:pt x="2835" y="1827"/>
                  <a:pt x="2845" y="1833"/>
                  <a:pt x="2858" y="1827"/>
                </a:cubicBezTo>
                <a:cubicBezTo>
                  <a:pt x="2864" y="1830"/>
                  <a:pt x="2869" y="1835"/>
                  <a:pt x="2876" y="1833"/>
                </a:cubicBezTo>
                <a:cubicBezTo>
                  <a:pt x="2878" y="1834"/>
                  <a:pt x="2880" y="1834"/>
                  <a:pt x="2882" y="1834"/>
                </a:cubicBezTo>
                <a:cubicBezTo>
                  <a:pt x="2882" y="1825"/>
                  <a:pt x="2882" y="1825"/>
                  <a:pt x="2882" y="1825"/>
                </a:cubicBezTo>
                <a:cubicBezTo>
                  <a:pt x="2874" y="1825"/>
                  <a:pt x="2867" y="1825"/>
                  <a:pt x="2860" y="1819"/>
                </a:cubicBezTo>
                <a:cubicBezTo>
                  <a:pt x="2846" y="1827"/>
                  <a:pt x="2835" y="1818"/>
                  <a:pt x="2822" y="1823"/>
                </a:cubicBezTo>
                <a:close/>
                <a:moveTo>
                  <a:pt x="2845" y="1938"/>
                </a:moveTo>
                <a:cubicBezTo>
                  <a:pt x="2841" y="1938"/>
                  <a:pt x="2837" y="1938"/>
                  <a:pt x="2833" y="1935"/>
                </a:cubicBezTo>
                <a:cubicBezTo>
                  <a:pt x="2800" y="1931"/>
                  <a:pt x="2796" y="1925"/>
                  <a:pt x="2792" y="1923"/>
                </a:cubicBezTo>
                <a:cubicBezTo>
                  <a:pt x="2761" y="1919"/>
                  <a:pt x="2756" y="1915"/>
                  <a:pt x="2751" y="1918"/>
                </a:cubicBezTo>
                <a:cubicBezTo>
                  <a:pt x="2700" y="1912"/>
                  <a:pt x="2690" y="1915"/>
                  <a:pt x="2681" y="1910"/>
                </a:cubicBezTo>
                <a:cubicBezTo>
                  <a:pt x="2590" y="1921"/>
                  <a:pt x="2576" y="1927"/>
                  <a:pt x="2563" y="1928"/>
                </a:cubicBezTo>
                <a:cubicBezTo>
                  <a:pt x="2542" y="1937"/>
                  <a:pt x="2556" y="1942"/>
                  <a:pt x="2573" y="1933"/>
                </a:cubicBezTo>
                <a:cubicBezTo>
                  <a:pt x="2599" y="1932"/>
                  <a:pt x="2605" y="1925"/>
                  <a:pt x="2607" y="1928"/>
                </a:cubicBezTo>
                <a:cubicBezTo>
                  <a:pt x="2667" y="1921"/>
                  <a:pt x="2678" y="1921"/>
                  <a:pt x="2689" y="1922"/>
                </a:cubicBezTo>
                <a:cubicBezTo>
                  <a:pt x="2763" y="1935"/>
                  <a:pt x="2774" y="1929"/>
                  <a:pt x="2783" y="1936"/>
                </a:cubicBezTo>
                <a:cubicBezTo>
                  <a:pt x="2819" y="1946"/>
                  <a:pt x="2829" y="1948"/>
                  <a:pt x="2838" y="1949"/>
                </a:cubicBezTo>
                <a:cubicBezTo>
                  <a:pt x="2882" y="1949"/>
                  <a:pt x="2882" y="1949"/>
                  <a:pt x="2882" y="1949"/>
                </a:cubicBezTo>
                <a:close/>
                <a:moveTo>
                  <a:pt x="2861" y="2057"/>
                </a:moveTo>
                <a:cubicBezTo>
                  <a:pt x="2852" y="2048"/>
                  <a:pt x="2839" y="2058"/>
                  <a:pt x="2829" y="2050"/>
                </a:cubicBezTo>
                <a:cubicBezTo>
                  <a:pt x="2800" y="2050"/>
                  <a:pt x="2799" y="2043"/>
                  <a:pt x="2794" y="2048"/>
                </a:cubicBezTo>
                <a:cubicBezTo>
                  <a:pt x="2739" y="2043"/>
                  <a:pt x="2736" y="2034"/>
                  <a:pt x="2729" y="2037"/>
                </a:cubicBezTo>
                <a:cubicBezTo>
                  <a:pt x="2708" y="2032"/>
                  <a:pt x="2701" y="2036"/>
                  <a:pt x="2696" y="2033"/>
                </a:cubicBezTo>
                <a:cubicBezTo>
                  <a:pt x="2617" y="2030"/>
                  <a:pt x="2605" y="2033"/>
                  <a:pt x="2594" y="2028"/>
                </a:cubicBezTo>
                <a:cubicBezTo>
                  <a:pt x="2540" y="2039"/>
                  <a:pt x="2542" y="2049"/>
                  <a:pt x="2549" y="2043"/>
                </a:cubicBezTo>
                <a:cubicBezTo>
                  <a:pt x="2615" y="2035"/>
                  <a:pt x="2623" y="2040"/>
                  <a:pt x="2633" y="2035"/>
                </a:cubicBezTo>
                <a:cubicBezTo>
                  <a:pt x="2672" y="2037"/>
                  <a:pt x="2675" y="2045"/>
                  <a:pt x="2682" y="2042"/>
                </a:cubicBezTo>
                <a:cubicBezTo>
                  <a:pt x="2736" y="2050"/>
                  <a:pt x="2741" y="2053"/>
                  <a:pt x="2747" y="2049"/>
                </a:cubicBezTo>
                <a:cubicBezTo>
                  <a:pt x="2776" y="2055"/>
                  <a:pt x="2779" y="2055"/>
                  <a:pt x="2782" y="2055"/>
                </a:cubicBezTo>
                <a:cubicBezTo>
                  <a:pt x="2844" y="2064"/>
                  <a:pt x="2854" y="2068"/>
                  <a:pt x="2865" y="2069"/>
                </a:cubicBezTo>
                <a:cubicBezTo>
                  <a:pt x="2882" y="2058"/>
                  <a:pt x="2882" y="2058"/>
                  <a:pt x="2882" y="2058"/>
                </a:cubicBezTo>
                <a:close/>
                <a:moveTo>
                  <a:pt x="2829" y="2077"/>
                </a:moveTo>
                <a:cubicBezTo>
                  <a:pt x="2823" y="2071"/>
                  <a:pt x="2813" y="2081"/>
                  <a:pt x="2807" y="2074"/>
                </a:cubicBezTo>
                <a:cubicBezTo>
                  <a:pt x="2770" y="2070"/>
                  <a:pt x="2764" y="2078"/>
                  <a:pt x="2761" y="2072"/>
                </a:cubicBezTo>
                <a:cubicBezTo>
                  <a:pt x="2691" y="2067"/>
                  <a:pt x="2685" y="2064"/>
                  <a:pt x="2678" y="2069"/>
                </a:cubicBezTo>
                <a:cubicBezTo>
                  <a:pt x="2613" y="2062"/>
                  <a:pt x="2605" y="2067"/>
                  <a:pt x="2599" y="2063"/>
                </a:cubicBezTo>
                <a:cubicBezTo>
                  <a:pt x="2496" y="2070"/>
                  <a:pt x="2488" y="2086"/>
                  <a:pt x="2486" y="2079"/>
                </a:cubicBezTo>
                <a:cubicBezTo>
                  <a:pt x="2450" y="2085"/>
                  <a:pt x="2442" y="2095"/>
                  <a:pt x="2439" y="2091"/>
                </a:cubicBezTo>
                <a:cubicBezTo>
                  <a:pt x="2375" y="2118"/>
                  <a:pt x="2395" y="2116"/>
                  <a:pt x="2409" y="2109"/>
                </a:cubicBezTo>
                <a:cubicBezTo>
                  <a:pt x="2486" y="2088"/>
                  <a:pt x="2494" y="2086"/>
                  <a:pt x="2502" y="2082"/>
                </a:cubicBezTo>
                <a:cubicBezTo>
                  <a:pt x="2575" y="2079"/>
                  <a:pt x="2583" y="2072"/>
                  <a:pt x="2590" y="2076"/>
                </a:cubicBezTo>
                <a:cubicBezTo>
                  <a:pt x="2642" y="2073"/>
                  <a:pt x="2647" y="2079"/>
                  <a:pt x="2655" y="2076"/>
                </a:cubicBezTo>
                <a:cubicBezTo>
                  <a:pt x="2723" y="2085"/>
                  <a:pt x="2729" y="2081"/>
                  <a:pt x="2732" y="2086"/>
                </a:cubicBezTo>
                <a:cubicBezTo>
                  <a:pt x="2770" y="2092"/>
                  <a:pt x="2778" y="2083"/>
                  <a:pt x="2782" y="2089"/>
                </a:cubicBezTo>
                <a:cubicBezTo>
                  <a:pt x="2858" y="2088"/>
                  <a:pt x="2868" y="2090"/>
                  <a:pt x="2879" y="2091"/>
                </a:cubicBezTo>
                <a:cubicBezTo>
                  <a:pt x="2872" y="2078"/>
                  <a:pt x="2863" y="2076"/>
                  <a:pt x="2853" y="2076"/>
                </a:cubicBezTo>
                <a:close/>
                <a:moveTo>
                  <a:pt x="1792" y="2124"/>
                </a:moveTo>
                <a:cubicBezTo>
                  <a:pt x="1793" y="2111"/>
                  <a:pt x="1788" y="2095"/>
                  <a:pt x="1791" y="2083"/>
                </a:cubicBezTo>
                <a:cubicBezTo>
                  <a:pt x="1790" y="2017"/>
                  <a:pt x="1791" y="2010"/>
                  <a:pt x="1786" y="2001"/>
                </a:cubicBezTo>
                <a:cubicBezTo>
                  <a:pt x="1788" y="1950"/>
                  <a:pt x="1788" y="1937"/>
                  <a:pt x="1787" y="1923"/>
                </a:cubicBezTo>
                <a:cubicBezTo>
                  <a:pt x="1780" y="1828"/>
                  <a:pt x="1778" y="1814"/>
                  <a:pt x="1775" y="1800"/>
                </a:cubicBezTo>
                <a:cubicBezTo>
                  <a:pt x="1766" y="1745"/>
                  <a:pt x="1763" y="1734"/>
                  <a:pt x="1761" y="1722"/>
                </a:cubicBezTo>
                <a:cubicBezTo>
                  <a:pt x="1704" y="1582"/>
                  <a:pt x="1701" y="1576"/>
                  <a:pt x="1698" y="1570"/>
                </a:cubicBezTo>
                <a:cubicBezTo>
                  <a:pt x="1668" y="1538"/>
                  <a:pt x="1663" y="1536"/>
                  <a:pt x="1660" y="1533"/>
                </a:cubicBezTo>
                <a:cubicBezTo>
                  <a:pt x="1682" y="1585"/>
                  <a:pt x="1682" y="1586"/>
                  <a:pt x="1682" y="1587"/>
                </a:cubicBezTo>
                <a:cubicBezTo>
                  <a:pt x="1700" y="1656"/>
                  <a:pt x="1715" y="1668"/>
                  <a:pt x="1710" y="1674"/>
                </a:cubicBezTo>
                <a:cubicBezTo>
                  <a:pt x="1719" y="1719"/>
                  <a:pt x="1720" y="1721"/>
                  <a:pt x="1721" y="1722"/>
                </a:cubicBezTo>
                <a:cubicBezTo>
                  <a:pt x="1733" y="1777"/>
                  <a:pt x="1731" y="1789"/>
                  <a:pt x="1735" y="1804"/>
                </a:cubicBezTo>
                <a:cubicBezTo>
                  <a:pt x="1734" y="1861"/>
                  <a:pt x="1739" y="1875"/>
                  <a:pt x="1737" y="1887"/>
                </a:cubicBezTo>
                <a:cubicBezTo>
                  <a:pt x="1728" y="1905"/>
                  <a:pt x="1728" y="1885"/>
                  <a:pt x="1721" y="1862"/>
                </a:cubicBezTo>
                <a:cubicBezTo>
                  <a:pt x="1699" y="1773"/>
                  <a:pt x="1690" y="1747"/>
                  <a:pt x="1681" y="1722"/>
                </a:cubicBezTo>
                <a:cubicBezTo>
                  <a:pt x="1641" y="1627"/>
                  <a:pt x="1640" y="1618"/>
                  <a:pt x="1632" y="1615"/>
                </a:cubicBezTo>
                <a:cubicBezTo>
                  <a:pt x="1691" y="1782"/>
                  <a:pt x="1701" y="1807"/>
                  <a:pt x="1706" y="1831"/>
                </a:cubicBezTo>
                <a:cubicBezTo>
                  <a:pt x="1718" y="1906"/>
                  <a:pt x="1724" y="1911"/>
                  <a:pt x="1721" y="1914"/>
                </a:cubicBezTo>
                <a:cubicBezTo>
                  <a:pt x="1724" y="1955"/>
                  <a:pt x="1730" y="1965"/>
                  <a:pt x="1727" y="1972"/>
                </a:cubicBezTo>
                <a:cubicBezTo>
                  <a:pt x="1722" y="2031"/>
                  <a:pt x="1736" y="2044"/>
                  <a:pt x="1730" y="2051"/>
                </a:cubicBezTo>
                <a:cubicBezTo>
                  <a:pt x="1738" y="2121"/>
                  <a:pt x="1734" y="2137"/>
                  <a:pt x="1736" y="2155"/>
                </a:cubicBezTo>
                <a:cubicBezTo>
                  <a:pt x="1760" y="2155"/>
                  <a:pt x="1760" y="2149"/>
                  <a:pt x="1759" y="2144"/>
                </a:cubicBezTo>
                <a:cubicBezTo>
                  <a:pt x="1756" y="2037"/>
                  <a:pt x="1750" y="2027"/>
                  <a:pt x="1754" y="2020"/>
                </a:cubicBezTo>
                <a:cubicBezTo>
                  <a:pt x="1749" y="1978"/>
                  <a:pt x="1752" y="1976"/>
                  <a:pt x="1749" y="1971"/>
                </a:cubicBezTo>
                <a:cubicBezTo>
                  <a:pt x="1745" y="1912"/>
                  <a:pt x="1750" y="1906"/>
                  <a:pt x="1744" y="1896"/>
                </a:cubicBezTo>
                <a:cubicBezTo>
                  <a:pt x="1744" y="1832"/>
                  <a:pt x="1745" y="1816"/>
                  <a:pt x="1742" y="1800"/>
                </a:cubicBezTo>
                <a:cubicBezTo>
                  <a:pt x="1742" y="1764"/>
                  <a:pt x="1738" y="1759"/>
                  <a:pt x="1736" y="1754"/>
                </a:cubicBezTo>
                <a:cubicBezTo>
                  <a:pt x="1727" y="1715"/>
                  <a:pt x="1729" y="1709"/>
                  <a:pt x="1726" y="1701"/>
                </a:cubicBezTo>
                <a:cubicBezTo>
                  <a:pt x="1689" y="1593"/>
                  <a:pt x="1688" y="1590"/>
                  <a:pt x="1687" y="1587"/>
                </a:cubicBezTo>
                <a:cubicBezTo>
                  <a:pt x="1676" y="1548"/>
                  <a:pt x="1679" y="1557"/>
                  <a:pt x="1683" y="1561"/>
                </a:cubicBezTo>
                <a:cubicBezTo>
                  <a:pt x="1701" y="1592"/>
                  <a:pt x="1703" y="1596"/>
                  <a:pt x="1709" y="1606"/>
                </a:cubicBezTo>
                <a:cubicBezTo>
                  <a:pt x="1753" y="1723"/>
                  <a:pt x="1753" y="1723"/>
                  <a:pt x="1753" y="1723"/>
                </a:cubicBezTo>
                <a:cubicBezTo>
                  <a:pt x="1764" y="1782"/>
                  <a:pt x="1767" y="1797"/>
                  <a:pt x="1767" y="1810"/>
                </a:cubicBezTo>
                <a:cubicBezTo>
                  <a:pt x="1771" y="1850"/>
                  <a:pt x="1771" y="1850"/>
                  <a:pt x="1771" y="1851"/>
                </a:cubicBezTo>
                <a:cubicBezTo>
                  <a:pt x="1778" y="1964"/>
                  <a:pt x="1773" y="1969"/>
                  <a:pt x="1777" y="1976"/>
                </a:cubicBezTo>
                <a:cubicBezTo>
                  <a:pt x="1779" y="2064"/>
                  <a:pt x="1776" y="2071"/>
                  <a:pt x="1779" y="2079"/>
                </a:cubicBezTo>
                <a:cubicBezTo>
                  <a:pt x="1780" y="2146"/>
                  <a:pt x="1785" y="2154"/>
                  <a:pt x="1784" y="2160"/>
                </a:cubicBezTo>
                <a:close/>
                <a:moveTo>
                  <a:pt x="2874" y="1978"/>
                </a:moveTo>
                <a:cubicBezTo>
                  <a:pt x="2863" y="1971"/>
                  <a:pt x="2849" y="1977"/>
                  <a:pt x="2838" y="1970"/>
                </a:cubicBezTo>
                <a:cubicBezTo>
                  <a:pt x="2813" y="1966"/>
                  <a:pt x="2807" y="1965"/>
                  <a:pt x="2801" y="1965"/>
                </a:cubicBezTo>
                <a:cubicBezTo>
                  <a:pt x="2736" y="1963"/>
                  <a:pt x="2733" y="1951"/>
                  <a:pt x="2725" y="1958"/>
                </a:cubicBezTo>
                <a:cubicBezTo>
                  <a:pt x="2662" y="1954"/>
                  <a:pt x="2655" y="1957"/>
                  <a:pt x="2650" y="1953"/>
                </a:cubicBezTo>
                <a:cubicBezTo>
                  <a:pt x="2595" y="1964"/>
                  <a:pt x="2583" y="1960"/>
                  <a:pt x="2569" y="1966"/>
                </a:cubicBezTo>
                <a:cubicBezTo>
                  <a:pt x="2502" y="1979"/>
                  <a:pt x="2501" y="1992"/>
                  <a:pt x="2493" y="1986"/>
                </a:cubicBezTo>
                <a:cubicBezTo>
                  <a:pt x="2457" y="2002"/>
                  <a:pt x="2451" y="2004"/>
                  <a:pt x="2452" y="2008"/>
                </a:cubicBezTo>
                <a:cubicBezTo>
                  <a:pt x="2532" y="1984"/>
                  <a:pt x="2541" y="1980"/>
                  <a:pt x="2549" y="1978"/>
                </a:cubicBezTo>
                <a:cubicBezTo>
                  <a:pt x="2590" y="1967"/>
                  <a:pt x="2592" y="1975"/>
                  <a:pt x="2597" y="1972"/>
                </a:cubicBezTo>
                <a:cubicBezTo>
                  <a:pt x="2678" y="1966"/>
                  <a:pt x="2686" y="1968"/>
                  <a:pt x="2695" y="1966"/>
                </a:cubicBezTo>
                <a:cubicBezTo>
                  <a:pt x="2776" y="1972"/>
                  <a:pt x="2780" y="1973"/>
                  <a:pt x="2784" y="1976"/>
                </a:cubicBezTo>
                <a:cubicBezTo>
                  <a:pt x="2815" y="1977"/>
                  <a:pt x="2817" y="1985"/>
                  <a:pt x="2823" y="1979"/>
                </a:cubicBezTo>
                <a:cubicBezTo>
                  <a:pt x="2860" y="1987"/>
                  <a:pt x="2871" y="1989"/>
                  <a:pt x="2882" y="1991"/>
                </a:cubicBezTo>
                <a:close/>
                <a:moveTo>
                  <a:pt x="1547" y="2138"/>
                </a:moveTo>
                <a:cubicBezTo>
                  <a:pt x="1540" y="2138"/>
                  <a:pt x="1537" y="2128"/>
                  <a:pt x="1531" y="2126"/>
                </a:cubicBezTo>
                <a:cubicBezTo>
                  <a:pt x="1483" y="2083"/>
                  <a:pt x="1480" y="2073"/>
                  <a:pt x="1473" y="2074"/>
                </a:cubicBezTo>
                <a:cubicBezTo>
                  <a:pt x="1425" y="2031"/>
                  <a:pt x="1422" y="2021"/>
                  <a:pt x="1415" y="2022"/>
                </a:cubicBezTo>
                <a:cubicBezTo>
                  <a:pt x="1352" y="1966"/>
                  <a:pt x="1351" y="1951"/>
                  <a:pt x="1343" y="1954"/>
                </a:cubicBezTo>
                <a:cubicBezTo>
                  <a:pt x="1274" y="1868"/>
                  <a:pt x="1270" y="1859"/>
                  <a:pt x="1266" y="1849"/>
                </a:cubicBezTo>
                <a:cubicBezTo>
                  <a:pt x="1246" y="1802"/>
                  <a:pt x="1244" y="1793"/>
                  <a:pt x="1237" y="1796"/>
                </a:cubicBezTo>
                <a:cubicBezTo>
                  <a:pt x="1241" y="1819"/>
                  <a:pt x="1249" y="1828"/>
                  <a:pt x="1246" y="1834"/>
                </a:cubicBezTo>
                <a:cubicBezTo>
                  <a:pt x="1177" y="1707"/>
                  <a:pt x="1179" y="1693"/>
                  <a:pt x="1170" y="1693"/>
                </a:cubicBezTo>
                <a:cubicBezTo>
                  <a:pt x="1241" y="1843"/>
                  <a:pt x="1245" y="1845"/>
                  <a:pt x="1249" y="1849"/>
                </a:cubicBezTo>
                <a:cubicBezTo>
                  <a:pt x="1278" y="1907"/>
                  <a:pt x="1286" y="1922"/>
                  <a:pt x="1293" y="1937"/>
                </a:cubicBezTo>
                <a:cubicBezTo>
                  <a:pt x="1416" y="2114"/>
                  <a:pt x="1427" y="2122"/>
                  <a:pt x="1435" y="2135"/>
                </a:cubicBezTo>
                <a:cubicBezTo>
                  <a:pt x="1458" y="2160"/>
                  <a:pt x="1462" y="2157"/>
                  <a:pt x="1464" y="2160"/>
                </a:cubicBezTo>
                <a:cubicBezTo>
                  <a:pt x="1444" y="2123"/>
                  <a:pt x="1433" y="2119"/>
                  <a:pt x="1426" y="2103"/>
                </a:cubicBezTo>
                <a:cubicBezTo>
                  <a:pt x="1389" y="2063"/>
                  <a:pt x="1380" y="2053"/>
                  <a:pt x="1372" y="2040"/>
                </a:cubicBezTo>
                <a:cubicBezTo>
                  <a:pt x="1309" y="1936"/>
                  <a:pt x="1307" y="1927"/>
                  <a:pt x="1301" y="1926"/>
                </a:cubicBezTo>
                <a:cubicBezTo>
                  <a:pt x="1313" y="1932"/>
                  <a:pt x="1316" y="1941"/>
                  <a:pt x="1321" y="1942"/>
                </a:cubicBezTo>
                <a:cubicBezTo>
                  <a:pt x="1364" y="1986"/>
                  <a:pt x="1368" y="1992"/>
                  <a:pt x="1372" y="1998"/>
                </a:cubicBezTo>
                <a:cubicBezTo>
                  <a:pt x="1407" y="2021"/>
                  <a:pt x="1408" y="2031"/>
                  <a:pt x="1413" y="2029"/>
                </a:cubicBezTo>
                <a:cubicBezTo>
                  <a:pt x="1476" y="2098"/>
                  <a:pt x="1487" y="2091"/>
                  <a:pt x="1491" y="2104"/>
                </a:cubicBezTo>
                <a:cubicBezTo>
                  <a:pt x="1538" y="2147"/>
                  <a:pt x="1547" y="2153"/>
                  <a:pt x="1556" y="2160"/>
                </a:cubicBezTo>
                <a:cubicBezTo>
                  <a:pt x="1557" y="2143"/>
                  <a:pt x="1550" y="2146"/>
                  <a:pt x="1547" y="2138"/>
                </a:cubicBezTo>
                <a:close/>
                <a:moveTo>
                  <a:pt x="847" y="2089"/>
                </a:moveTo>
                <a:cubicBezTo>
                  <a:pt x="843" y="2073"/>
                  <a:pt x="841" y="2057"/>
                  <a:pt x="838" y="2042"/>
                </a:cubicBezTo>
                <a:cubicBezTo>
                  <a:pt x="839" y="2032"/>
                  <a:pt x="833" y="2027"/>
                  <a:pt x="836" y="2017"/>
                </a:cubicBezTo>
                <a:cubicBezTo>
                  <a:pt x="838" y="2012"/>
                  <a:pt x="834" y="2010"/>
                  <a:pt x="836" y="2005"/>
                </a:cubicBezTo>
                <a:cubicBezTo>
                  <a:pt x="829" y="2004"/>
                  <a:pt x="841" y="1993"/>
                  <a:pt x="830" y="1994"/>
                </a:cubicBezTo>
                <a:cubicBezTo>
                  <a:pt x="829" y="2007"/>
                  <a:pt x="832" y="2017"/>
                  <a:pt x="829" y="2030"/>
                </a:cubicBezTo>
                <a:cubicBezTo>
                  <a:pt x="832" y="2035"/>
                  <a:pt x="830" y="2043"/>
                  <a:pt x="834" y="2046"/>
                </a:cubicBezTo>
                <a:cubicBezTo>
                  <a:pt x="833" y="2054"/>
                  <a:pt x="832" y="2060"/>
                  <a:pt x="835" y="2065"/>
                </a:cubicBezTo>
                <a:cubicBezTo>
                  <a:pt x="837" y="2089"/>
                  <a:pt x="841" y="2112"/>
                  <a:pt x="847" y="2134"/>
                </a:cubicBezTo>
                <a:cubicBezTo>
                  <a:pt x="850" y="2143"/>
                  <a:pt x="853" y="2151"/>
                  <a:pt x="855" y="2160"/>
                </a:cubicBezTo>
                <a:cubicBezTo>
                  <a:pt x="868" y="2160"/>
                  <a:pt x="868" y="2160"/>
                  <a:pt x="868" y="2160"/>
                </a:cubicBezTo>
                <a:cubicBezTo>
                  <a:pt x="865" y="2152"/>
                  <a:pt x="863" y="2142"/>
                  <a:pt x="859" y="2134"/>
                </a:cubicBezTo>
                <a:cubicBezTo>
                  <a:pt x="854" y="2119"/>
                  <a:pt x="850" y="2104"/>
                  <a:pt x="847" y="2089"/>
                </a:cubicBezTo>
                <a:close/>
                <a:moveTo>
                  <a:pt x="721" y="2145"/>
                </a:moveTo>
                <a:cubicBezTo>
                  <a:pt x="714" y="2140"/>
                  <a:pt x="725" y="2124"/>
                  <a:pt x="716" y="2120"/>
                </a:cubicBezTo>
                <a:cubicBezTo>
                  <a:pt x="707" y="2131"/>
                  <a:pt x="713" y="2147"/>
                  <a:pt x="714" y="2160"/>
                </a:cubicBezTo>
                <a:cubicBezTo>
                  <a:pt x="721" y="2160"/>
                  <a:pt x="721" y="2160"/>
                  <a:pt x="721" y="2160"/>
                </a:cubicBezTo>
                <a:cubicBezTo>
                  <a:pt x="721" y="2156"/>
                  <a:pt x="720" y="2151"/>
                  <a:pt x="721" y="2145"/>
                </a:cubicBezTo>
                <a:close/>
                <a:moveTo>
                  <a:pt x="417" y="2054"/>
                </a:moveTo>
                <a:cubicBezTo>
                  <a:pt x="407" y="2054"/>
                  <a:pt x="398" y="2052"/>
                  <a:pt x="389" y="2049"/>
                </a:cubicBezTo>
                <a:cubicBezTo>
                  <a:pt x="365" y="2047"/>
                  <a:pt x="363" y="2042"/>
                  <a:pt x="360" y="2043"/>
                </a:cubicBezTo>
                <a:cubicBezTo>
                  <a:pt x="328" y="2034"/>
                  <a:pt x="323" y="2035"/>
                  <a:pt x="319" y="2033"/>
                </a:cubicBezTo>
                <a:cubicBezTo>
                  <a:pt x="276" y="2016"/>
                  <a:pt x="274" y="2016"/>
                  <a:pt x="272" y="2016"/>
                </a:cubicBezTo>
                <a:cubicBezTo>
                  <a:pt x="226" y="2002"/>
                  <a:pt x="202" y="1998"/>
                  <a:pt x="178" y="1991"/>
                </a:cubicBezTo>
                <a:cubicBezTo>
                  <a:pt x="99" y="1978"/>
                  <a:pt x="92" y="1982"/>
                  <a:pt x="87" y="1979"/>
                </a:cubicBezTo>
                <a:cubicBezTo>
                  <a:pt x="43" y="1979"/>
                  <a:pt x="37" y="1977"/>
                  <a:pt x="30" y="1979"/>
                </a:cubicBezTo>
                <a:cubicBezTo>
                  <a:pt x="2" y="1993"/>
                  <a:pt x="2" y="1993"/>
                  <a:pt x="2" y="1993"/>
                </a:cubicBezTo>
                <a:cubicBezTo>
                  <a:pt x="31" y="1992"/>
                  <a:pt x="38" y="1989"/>
                  <a:pt x="45" y="1990"/>
                </a:cubicBezTo>
                <a:cubicBezTo>
                  <a:pt x="91" y="1989"/>
                  <a:pt x="97" y="1992"/>
                  <a:pt x="103" y="1993"/>
                </a:cubicBezTo>
                <a:cubicBezTo>
                  <a:pt x="136" y="2000"/>
                  <a:pt x="150" y="1992"/>
                  <a:pt x="162" y="2002"/>
                </a:cubicBezTo>
                <a:cubicBezTo>
                  <a:pt x="193" y="2007"/>
                  <a:pt x="197" y="2008"/>
                  <a:pt x="199" y="2012"/>
                </a:cubicBezTo>
                <a:cubicBezTo>
                  <a:pt x="241" y="2012"/>
                  <a:pt x="245" y="2019"/>
                  <a:pt x="250" y="2020"/>
                </a:cubicBezTo>
                <a:cubicBezTo>
                  <a:pt x="306" y="2038"/>
                  <a:pt x="312" y="2038"/>
                  <a:pt x="317" y="2041"/>
                </a:cubicBezTo>
                <a:cubicBezTo>
                  <a:pt x="356" y="2053"/>
                  <a:pt x="364" y="2047"/>
                  <a:pt x="368" y="2055"/>
                </a:cubicBezTo>
                <a:cubicBezTo>
                  <a:pt x="409" y="2057"/>
                  <a:pt x="413" y="2065"/>
                  <a:pt x="420" y="2059"/>
                </a:cubicBezTo>
                <a:cubicBezTo>
                  <a:pt x="444" y="2066"/>
                  <a:pt x="450" y="2067"/>
                  <a:pt x="456" y="2066"/>
                </a:cubicBezTo>
                <a:close/>
                <a:moveTo>
                  <a:pt x="629" y="1975"/>
                </a:moveTo>
                <a:cubicBezTo>
                  <a:pt x="623" y="1970"/>
                  <a:pt x="617" y="1972"/>
                  <a:pt x="610" y="1973"/>
                </a:cubicBezTo>
                <a:cubicBezTo>
                  <a:pt x="529" y="1972"/>
                  <a:pt x="523" y="1971"/>
                  <a:pt x="517" y="1970"/>
                </a:cubicBezTo>
                <a:cubicBezTo>
                  <a:pt x="475" y="1968"/>
                  <a:pt x="469" y="1967"/>
                  <a:pt x="463" y="1967"/>
                </a:cubicBezTo>
                <a:cubicBezTo>
                  <a:pt x="384" y="1953"/>
                  <a:pt x="377" y="1956"/>
                  <a:pt x="372" y="1952"/>
                </a:cubicBezTo>
                <a:cubicBezTo>
                  <a:pt x="290" y="1938"/>
                  <a:pt x="281" y="1936"/>
                  <a:pt x="271" y="1932"/>
                </a:cubicBezTo>
                <a:cubicBezTo>
                  <a:pt x="234" y="1929"/>
                  <a:pt x="226" y="1924"/>
                  <a:pt x="217" y="1923"/>
                </a:cubicBezTo>
                <a:cubicBezTo>
                  <a:pt x="169" y="1917"/>
                  <a:pt x="165" y="1914"/>
                  <a:pt x="160" y="1916"/>
                </a:cubicBezTo>
                <a:cubicBezTo>
                  <a:pt x="94" y="1912"/>
                  <a:pt x="84" y="1915"/>
                  <a:pt x="75" y="1910"/>
                </a:cubicBezTo>
                <a:cubicBezTo>
                  <a:pt x="11" y="1915"/>
                  <a:pt x="7" y="1914"/>
                  <a:pt x="2" y="1915"/>
                </a:cubicBezTo>
                <a:cubicBezTo>
                  <a:pt x="21" y="1926"/>
                  <a:pt x="28" y="1922"/>
                  <a:pt x="33" y="1925"/>
                </a:cubicBezTo>
                <a:cubicBezTo>
                  <a:pt x="53" y="1923"/>
                  <a:pt x="57" y="1921"/>
                  <a:pt x="60" y="1924"/>
                </a:cubicBezTo>
                <a:cubicBezTo>
                  <a:pt x="114" y="1924"/>
                  <a:pt x="130" y="1929"/>
                  <a:pt x="147" y="1929"/>
                </a:cubicBezTo>
                <a:cubicBezTo>
                  <a:pt x="186" y="1931"/>
                  <a:pt x="190" y="1929"/>
                  <a:pt x="194" y="1932"/>
                </a:cubicBezTo>
                <a:cubicBezTo>
                  <a:pt x="227" y="1938"/>
                  <a:pt x="235" y="1939"/>
                  <a:pt x="242" y="1945"/>
                </a:cubicBezTo>
                <a:cubicBezTo>
                  <a:pt x="271" y="1946"/>
                  <a:pt x="275" y="1947"/>
                  <a:pt x="279" y="1948"/>
                </a:cubicBezTo>
                <a:cubicBezTo>
                  <a:pt x="307" y="1954"/>
                  <a:pt x="311" y="1954"/>
                  <a:pt x="315" y="1955"/>
                </a:cubicBezTo>
                <a:cubicBezTo>
                  <a:pt x="357" y="1965"/>
                  <a:pt x="363" y="1957"/>
                  <a:pt x="366" y="1963"/>
                </a:cubicBezTo>
                <a:cubicBezTo>
                  <a:pt x="395" y="1971"/>
                  <a:pt x="401" y="1965"/>
                  <a:pt x="403" y="1973"/>
                </a:cubicBezTo>
                <a:cubicBezTo>
                  <a:pt x="451" y="1977"/>
                  <a:pt x="459" y="1979"/>
                  <a:pt x="468" y="1975"/>
                </a:cubicBezTo>
                <a:cubicBezTo>
                  <a:pt x="520" y="1987"/>
                  <a:pt x="527" y="1972"/>
                  <a:pt x="530" y="1978"/>
                </a:cubicBezTo>
                <a:cubicBezTo>
                  <a:pt x="579" y="1977"/>
                  <a:pt x="587" y="1982"/>
                  <a:pt x="596" y="1979"/>
                </a:cubicBezTo>
                <a:cubicBezTo>
                  <a:pt x="626" y="1977"/>
                  <a:pt x="631" y="1976"/>
                  <a:pt x="634" y="1978"/>
                </a:cubicBezTo>
                <a:close/>
                <a:moveTo>
                  <a:pt x="813" y="2104"/>
                </a:moveTo>
                <a:cubicBezTo>
                  <a:pt x="806" y="2082"/>
                  <a:pt x="799" y="2060"/>
                  <a:pt x="795" y="2036"/>
                </a:cubicBezTo>
                <a:cubicBezTo>
                  <a:pt x="796" y="2029"/>
                  <a:pt x="795" y="2024"/>
                  <a:pt x="794" y="2018"/>
                </a:cubicBezTo>
                <a:cubicBezTo>
                  <a:pt x="795" y="2010"/>
                  <a:pt x="801" y="1999"/>
                  <a:pt x="793" y="1997"/>
                </a:cubicBezTo>
                <a:cubicBezTo>
                  <a:pt x="786" y="2006"/>
                  <a:pt x="789" y="2019"/>
                  <a:pt x="786" y="2037"/>
                </a:cubicBezTo>
                <a:cubicBezTo>
                  <a:pt x="791" y="2043"/>
                  <a:pt x="789" y="2054"/>
                  <a:pt x="791" y="2062"/>
                </a:cubicBezTo>
                <a:cubicBezTo>
                  <a:pt x="791" y="2071"/>
                  <a:pt x="797" y="2078"/>
                  <a:pt x="796" y="2087"/>
                </a:cubicBezTo>
                <a:cubicBezTo>
                  <a:pt x="802" y="2094"/>
                  <a:pt x="800" y="2104"/>
                  <a:pt x="805" y="2111"/>
                </a:cubicBezTo>
                <a:cubicBezTo>
                  <a:pt x="807" y="2120"/>
                  <a:pt x="812" y="2127"/>
                  <a:pt x="813" y="2137"/>
                </a:cubicBezTo>
                <a:cubicBezTo>
                  <a:pt x="817" y="2145"/>
                  <a:pt x="820" y="2152"/>
                  <a:pt x="823" y="2160"/>
                </a:cubicBezTo>
                <a:cubicBezTo>
                  <a:pt x="837" y="2160"/>
                  <a:pt x="837" y="2160"/>
                  <a:pt x="837" y="2160"/>
                </a:cubicBezTo>
                <a:cubicBezTo>
                  <a:pt x="835" y="2152"/>
                  <a:pt x="828" y="2146"/>
                  <a:pt x="829" y="2135"/>
                </a:cubicBezTo>
                <a:cubicBezTo>
                  <a:pt x="820" y="2127"/>
                  <a:pt x="819" y="2113"/>
                  <a:pt x="813" y="2104"/>
                </a:cubicBezTo>
                <a:close/>
                <a:moveTo>
                  <a:pt x="781" y="2110"/>
                </a:moveTo>
                <a:cubicBezTo>
                  <a:pt x="778" y="2102"/>
                  <a:pt x="774" y="2094"/>
                  <a:pt x="770" y="2086"/>
                </a:cubicBezTo>
                <a:cubicBezTo>
                  <a:pt x="769" y="2076"/>
                  <a:pt x="759" y="2071"/>
                  <a:pt x="762" y="2057"/>
                </a:cubicBezTo>
                <a:cubicBezTo>
                  <a:pt x="755" y="2051"/>
                  <a:pt x="757" y="2040"/>
                  <a:pt x="754" y="2031"/>
                </a:cubicBezTo>
                <a:cubicBezTo>
                  <a:pt x="752" y="2021"/>
                  <a:pt x="749" y="2012"/>
                  <a:pt x="750" y="2000"/>
                </a:cubicBezTo>
                <a:cubicBezTo>
                  <a:pt x="746" y="1993"/>
                  <a:pt x="746" y="1982"/>
                  <a:pt x="749" y="1970"/>
                </a:cubicBezTo>
                <a:cubicBezTo>
                  <a:pt x="744" y="1968"/>
                  <a:pt x="752" y="1957"/>
                  <a:pt x="748" y="1954"/>
                </a:cubicBezTo>
                <a:cubicBezTo>
                  <a:pt x="747" y="1949"/>
                  <a:pt x="755" y="1939"/>
                  <a:pt x="749" y="1937"/>
                </a:cubicBezTo>
                <a:cubicBezTo>
                  <a:pt x="746" y="1939"/>
                  <a:pt x="738" y="1955"/>
                  <a:pt x="743" y="1959"/>
                </a:cubicBezTo>
                <a:cubicBezTo>
                  <a:pt x="742" y="1964"/>
                  <a:pt x="742" y="1968"/>
                  <a:pt x="743" y="1971"/>
                </a:cubicBezTo>
                <a:cubicBezTo>
                  <a:pt x="742" y="1976"/>
                  <a:pt x="739" y="1981"/>
                  <a:pt x="743" y="1983"/>
                </a:cubicBezTo>
                <a:cubicBezTo>
                  <a:pt x="742" y="2000"/>
                  <a:pt x="744" y="2014"/>
                  <a:pt x="746" y="2029"/>
                </a:cubicBezTo>
                <a:cubicBezTo>
                  <a:pt x="743" y="2034"/>
                  <a:pt x="736" y="2032"/>
                  <a:pt x="736" y="2042"/>
                </a:cubicBezTo>
                <a:cubicBezTo>
                  <a:pt x="741" y="2047"/>
                  <a:pt x="737" y="2057"/>
                  <a:pt x="740" y="2063"/>
                </a:cubicBezTo>
                <a:cubicBezTo>
                  <a:pt x="738" y="2072"/>
                  <a:pt x="742" y="2078"/>
                  <a:pt x="743" y="2085"/>
                </a:cubicBezTo>
                <a:cubicBezTo>
                  <a:pt x="746" y="2099"/>
                  <a:pt x="746" y="2115"/>
                  <a:pt x="753" y="2127"/>
                </a:cubicBezTo>
                <a:cubicBezTo>
                  <a:pt x="752" y="2140"/>
                  <a:pt x="759" y="2149"/>
                  <a:pt x="761" y="2160"/>
                </a:cubicBezTo>
                <a:cubicBezTo>
                  <a:pt x="772" y="2160"/>
                  <a:pt x="772" y="2160"/>
                  <a:pt x="772" y="2160"/>
                </a:cubicBezTo>
                <a:cubicBezTo>
                  <a:pt x="771" y="2156"/>
                  <a:pt x="770" y="2152"/>
                  <a:pt x="768" y="2149"/>
                </a:cubicBezTo>
                <a:cubicBezTo>
                  <a:pt x="768" y="2143"/>
                  <a:pt x="764" y="2138"/>
                  <a:pt x="763" y="2133"/>
                </a:cubicBezTo>
                <a:cubicBezTo>
                  <a:pt x="766" y="2126"/>
                  <a:pt x="761" y="2123"/>
                  <a:pt x="758" y="2119"/>
                </a:cubicBezTo>
                <a:cubicBezTo>
                  <a:pt x="759" y="2095"/>
                  <a:pt x="746" y="2079"/>
                  <a:pt x="748" y="2054"/>
                </a:cubicBezTo>
                <a:cubicBezTo>
                  <a:pt x="756" y="2055"/>
                  <a:pt x="748" y="2065"/>
                  <a:pt x="754" y="2067"/>
                </a:cubicBezTo>
                <a:cubicBezTo>
                  <a:pt x="757" y="2070"/>
                  <a:pt x="757" y="2074"/>
                  <a:pt x="756" y="2080"/>
                </a:cubicBezTo>
                <a:cubicBezTo>
                  <a:pt x="761" y="2087"/>
                  <a:pt x="765" y="2094"/>
                  <a:pt x="765" y="2103"/>
                </a:cubicBezTo>
                <a:cubicBezTo>
                  <a:pt x="776" y="2121"/>
                  <a:pt x="783" y="2141"/>
                  <a:pt x="791" y="2160"/>
                </a:cubicBezTo>
                <a:cubicBezTo>
                  <a:pt x="801" y="2160"/>
                  <a:pt x="801" y="2160"/>
                  <a:pt x="801" y="2160"/>
                </a:cubicBezTo>
                <a:cubicBezTo>
                  <a:pt x="801" y="2150"/>
                  <a:pt x="794" y="2144"/>
                  <a:pt x="793" y="2134"/>
                </a:cubicBezTo>
                <a:cubicBezTo>
                  <a:pt x="788" y="2127"/>
                  <a:pt x="784" y="2119"/>
                  <a:pt x="781" y="2110"/>
                </a:cubicBezTo>
                <a:close/>
                <a:moveTo>
                  <a:pt x="749" y="2051"/>
                </a:moveTo>
                <a:cubicBezTo>
                  <a:pt x="740" y="2051"/>
                  <a:pt x="746" y="2043"/>
                  <a:pt x="746" y="2038"/>
                </a:cubicBezTo>
                <a:cubicBezTo>
                  <a:pt x="750" y="2041"/>
                  <a:pt x="750" y="2046"/>
                  <a:pt x="749" y="2051"/>
                </a:cubicBezTo>
                <a:close/>
                <a:moveTo>
                  <a:pt x="741" y="2136"/>
                </a:moveTo>
                <a:cubicBezTo>
                  <a:pt x="731" y="2126"/>
                  <a:pt x="731" y="2110"/>
                  <a:pt x="724" y="2098"/>
                </a:cubicBezTo>
                <a:cubicBezTo>
                  <a:pt x="727" y="2092"/>
                  <a:pt x="721" y="2091"/>
                  <a:pt x="725" y="2084"/>
                </a:cubicBezTo>
                <a:cubicBezTo>
                  <a:pt x="721" y="2080"/>
                  <a:pt x="730" y="2070"/>
                  <a:pt x="720" y="2070"/>
                </a:cubicBezTo>
                <a:cubicBezTo>
                  <a:pt x="711" y="2096"/>
                  <a:pt x="725" y="2110"/>
                  <a:pt x="725" y="2131"/>
                </a:cubicBezTo>
                <a:cubicBezTo>
                  <a:pt x="729" y="2139"/>
                  <a:pt x="731" y="2148"/>
                  <a:pt x="733" y="2158"/>
                </a:cubicBezTo>
                <a:cubicBezTo>
                  <a:pt x="733" y="2158"/>
                  <a:pt x="734" y="2159"/>
                  <a:pt x="735" y="2160"/>
                </a:cubicBezTo>
                <a:cubicBezTo>
                  <a:pt x="745" y="2160"/>
                  <a:pt x="745" y="2160"/>
                  <a:pt x="745" y="2160"/>
                </a:cubicBezTo>
                <a:cubicBezTo>
                  <a:pt x="745" y="2159"/>
                  <a:pt x="745" y="2159"/>
                  <a:pt x="745" y="2158"/>
                </a:cubicBezTo>
                <a:cubicBezTo>
                  <a:pt x="745" y="2149"/>
                  <a:pt x="737" y="2146"/>
                  <a:pt x="741" y="2136"/>
                </a:cubicBezTo>
                <a:close/>
                <a:moveTo>
                  <a:pt x="16" y="1968"/>
                </a:moveTo>
                <a:cubicBezTo>
                  <a:pt x="23" y="1969"/>
                  <a:pt x="32" y="1965"/>
                  <a:pt x="38" y="1970"/>
                </a:cubicBezTo>
                <a:cubicBezTo>
                  <a:pt x="160" y="1970"/>
                  <a:pt x="177" y="1972"/>
                  <a:pt x="194" y="1977"/>
                </a:cubicBezTo>
                <a:cubicBezTo>
                  <a:pt x="235" y="1982"/>
                  <a:pt x="240" y="1981"/>
                  <a:pt x="245" y="1981"/>
                </a:cubicBezTo>
                <a:cubicBezTo>
                  <a:pt x="325" y="1989"/>
                  <a:pt x="327" y="1999"/>
                  <a:pt x="332" y="1996"/>
                </a:cubicBezTo>
                <a:cubicBezTo>
                  <a:pt x="378" y="2009"/>
                  <a:pt x="389" y="2003"/>
                  <a:pt x="396" y="2009"/>
                </a:cubicBezTo>
                <a:cubicBezTo>
                  <a:pt x="423" y="2023"/>
                  <a:pt x="428" y="2017"/>
                  <a:pt x="432" y="2020"/>
                </a:cubicBezTo>
                <a:cubicBezTo>
                  <a:pt x="396" y="2010"/>
                  <a:pt x="392" y="1994"/>
                  <a:pt x="384" y="2000"/>
                </a:cubicBezTo>
                <a:cubicBezTo>
                  <a:pt x="356" y="1988"/>
                  <a:pt x="348" y="1994"/>
                  <a:pt x="342" y="1986"/>
                </a:cubicBezTo>
                <a:cubicBezTo>
                  <a:pt x="269" y="1975"/>
                  <a:pt x="261" y="1970"/>
                  <a:pt x="251" y="1974"/>
                </a:cubicBezTo>
                <a:cubicBezTo>
                  <a:pt x="208" y="1967"/>
                  <a:pt x="206" y="1966"/>
                  <a:pt x="205" y="1963"/>
                </a:cubicBezTo>
                <a:cubicBezTo>
                  <a:pt x="188" y="1959"/>
                  <a:pt x="185" y="1963"/>
                  <a:pt x="182" y="1961"/>
                </a:cubicBezTo>
                <a:cubicBezTo>
                  <a:pt x="150" y="1960"/>
                  <a:pt x="146" y="1957"/>
                  <a:pt x="141" y="1957"/>
                </a:cubicBezTo>
                <a:cubicBezTo>
                  <a:pt x="77" y="1950"/>
                  <a:pt x="65" y="1957"/>
                  <a:pt x="57" y="1951"/>
                </a:cubicBezTo>
                <a:cubicBezTo>
                  <a:pt x="6" y="1955"/>
                  <a:pt x="4" y="1955"/>
                  <a:pt x="2" y="1955"/>
                </a:cubicBezTo>
                <a:cubicBezTo>
                  <a:pt x="7" y="1973"/>
                  <a:pt x="12" y="1967"/>
                  <a:pt x="16" y="1968"/>
                </a:cubicBezTo>
                <a:close/>
                <a:moveTo>
                  <a:pt x="56" y="2063"/>
                </a:moveTo>
                <a:cubicBezTo>
                  <a:pt x="59" y="2066"/>
                  <a:pt x="63" y="2067"/>
                  <a:pt x="68" y="2066"/>
                </a:cubicBezTo>
                <a:cubicBezTo>
                  <a:pt x="109" y="2066"/>
                  <a:pt x="112" y="2074"/>
                  <a:pt x="117" y="2071"/>
                </a:cubicBezTo>
                <a:cubicBezTo>
                  <a:pt x="155" y="2088"/>
                  <a:pt x="162" y="2075"/>
                  <a:pt x="164" y="2084"/>
                </a:cubicBezTo>
                <a:cubicBezTo>
                  <a:pt x="194" y="2084"/>
                  <a:pt x="195" y="2101"/>
                  <a:pt x="201" y="2092"/>
                </a:cubicBezTo>
                <a:cubicBezTo>
                  <a:pt x="232" y="2100"/>
                  <a:pt x="240" y="2102"/>
                  <a:pt x="248" y="2105"/>
                </a:cubicBezTo>
                <a:cubicBezTo>
                  <a:pt x="278" y="2104"/>
                  <a:pt x="280" y="2111"/>
                  <a:pt x="285" y="2108"/>
                </a:cubicBezTo>
                <a:cubicBezTo>
                  <a:pt x="254" y="2094"/>
                  <a:pt x="248" y="2096"/>
                  <a:pt x="242" y="2095"/>
                </a:cubicBezTo>
                <a:cubicBezTo>
                  <a:pt x="176" y="2077"/>
                  <a:pt x="165" y="2073"/>
                  <a:pt x="153" y="2068"/>
                </a:cubicBezTo>
                <a:cubicBezTo>
                  <a:pt x="70" y="2057"/>
                  <a:pt x="59" y="2049"/>
                  <a:pt x="45" y="2053"/>
                </a:cubicBezTo>
                <a:cubicBezTo>
                  <a:pt x="6" y="2049"/>
                  <a:pt x="4" y="2049"/>
                  <a:pt x="2" y="2049"/>
                </a:cubicBezTo>
                <a:cubicBezTo>
                  <a:pt x="23" y="2059"/>
                  <a:pt x="39" y="2064"/>
                  <a:pt x="56" y="2063"/>
                </a:cubicBezTo>
                <a:close/>
                <a:moveTo>
                  <a:pt x="429" y="2088"/>
                </a:moveTo>
                <a:cubicBezTo>
                  <a:pt x="422" y="2075"/>
                  <a:pt x="411" y="2088"/>
                  <a:pt x="403" y="2081"/>
                </a:cubicBezTo>
                <a:cubicBezTo>
                  <a:pt x="341" y="2074"/>
                  <a:pt x="330" y="2075"/>
                  <a:pt x="322" y="2069"/>
                </a:cubicBezTo>
                <a:cubicBezTo>
                  <a:pt x="199" y="2033"/>
                  <a:pt x="193" y="2037"/>
                  <a:pt x="189" y="2033"/>
                </a:cubicBezTo>
                <a:cubicBezTo>
                  <a:pt x="152" y="2029"/>
                  <a:pt x="143" y="2024"/>
                  <a:pt x="134" y="2028"/>
                </a:cubicBezTo>
                <a:cubicBezTo>
                  <a:pt x="115" y="2023"/>
                  <a:pt x="110" y="2024"/>
                  <a:pt x="105" y="2023"/>
                </a:cubicBezTo>
                <a:cubicBezTo>
                  <a:pt x="40" y="2023"/>
                  <a:pt x="32" y="2018"/>
                  <a:pt x="23" y="2019"/>
                </a:cubicBezTo>
                <a:cubicBezTo>
                  <a:pt x="11" y="2029"/>
                  <a:pt x="19" y="2032"/>
                  <a:pt x="29" y="2029"/>
                </a:cubicBezTo>
                <a:cubicBezTo>
                  <a:pt x="92" y="2028"/>
                  <a:pt x="97" y="2034"/>
                  <a:pt x="102" y="2039"/>
                </a:cubicBezTo>
                <a:cubicBezTo>
                  <a:pt x="131" y="2037"/>
                  <a:pt x="138" y="2042"/>
                  <a:pt x="146" y="2037"/>
                </a:cubicBezTo>
                <a:cubicBezTo>
                  <a:pt x="195" y="2048"/>
                  <a:pt x="202" y="2050"/>
                  <a:pt x="209" y="2047"/>
                </a:cubicBezTo>
                <a:cubicBezTo>
                  <a:pt x="256" y="2062"/>
                  <a:pt x="259" y="2064"/>
                  <a:pt x="262" y="2064"/>
                </a:cubicBezTo>
                <a:cubicBezTo>
                  <a:pt x="323" y="2079"/>
                  <a:pt x="330" y="2085"/>
                  <a:pt x="338" y="2083"/>
                </a:cubicBezTo>
                <a:cubicBezTo>
                  <a:pt x="407" y="2090"/>
                  <a:pt x="410" y="2090"/>
                  <a:pt x="414" y="2087"/>
                </a:cubicBezTo>
                <a:cubicBezTo>
                  <a:pt x="442" y="2084"/>
                  <a:pt x="445" y="2091"/>
                  <a:pt x="450" y="2088"/>
                </a:cubicBezTo>
                <a:close/>
                <a:moveTo>
                  <a:pt x="240" y="2145"/>
                </a:moveTo>
                <a:cubicBezTo>
                  <a:pt x="233" y="2145"/>
                  <a:pt x="225" y="2146"/>
                  <a:pt x="217" y="2147"/>
                </a:cubicBezTo>
                <a:cubicBezTo>
                  <a:pt x="202" y="2146"/>
                  <a:pt x="188" y="2145"/>
                  <a:pt x="173" y="2149"/>
                </a:cubicBezTo>
                <a:cubicBezTo>
                  <a:pt x="167" y="2140"/>
                  <a:pt x="159" y="2146"/>
                  <a:pt x="153" y="2141"/>
                </a:cubicBezTo>
                <a:cubicBezTo>
                  <a:pt x="145" y="2147"/>
                  <a:pt x="140" y="2136"/>
                  <a:pt x="132" y="2141"/>
                </a:cubicBezTo>
                <a:cubicBezTo>
                  <a:pt x="126" y="2140"/>
                  <a:pt x="119" y="2138"/>
                  <a:pt x="112" y="2137"/>
                </a:cubicBezTo>
                <a:cubicBezTo>
                  <a:pt x="106" y="2135"/>
                  <a:pt x="98" y="2138"/>
                  <a:pt x="92" y="2133"/>
                </a:cubicBezTo>
                <a:cubicBezTo>
                  <a:pt x="84" y="2139"/>
                  <a:pt x="80" y="2125"/>
                  <a:pt x="71" y="2133"/>
                </a:cubicBezTo>
                <a:cubicBezTo>
                  <a:pt x="68" y="2130"/>
                  <a:pt x="65" y="2132"/>
                  <a:pt x="62" y="2129"/>
                </a:cubicBezTo>
                <a:cubicBezTo>
                  <a:pt x="57" y="2133"/>
                  <a:pt x="55" y="2129"/>
                  <a:pt x="51" y="2129"/>
                </a:cubicBezTo>
                <a:cubicBezTo>
                  <a:pt x="37" y="2126"/>
                  <a:pt x="23" y="2125"/>
                  <a:pt x="9" y="2123"/>
                </a:cubicBezTo>
                <a:cubicBezTo>
                  <a:pt x="6" y="2123"/>
                  <a:pt x="4" y="2122"/>
                  <a:pt x="2" y="2122"/>
                </a:cubicBezTo>
                <a:cubicBezTo>
                  <a:pt x="2" y="2134"/>
                  <a:pt x="2" y="2134"/>
                  <a:pt x="2" y="2134"/>
                </a:cubicBezTo>
                <a:cubicBezTo>
                  <a:pt x="7" y="2135"/>
                  <a:pt x="13" y="2136"/>
                  <a:pt x="19" y="2133"/>
                </a:cubicBezTo>
                <a:cubicBezTo>
                  <a:pt x="28" y="2139"/>
                  <a:pt x="37" y="2141"/>
                  <a:pt x="47" y="2139"/>
                </a:cubicBezTo>
                <a:cubicBezTo>
                  <a:pt x="57" y="2140"/>
                  <a:pt x="67" y="2145"/>
                  <a:pt x="78" y="2143"/>
                </a:cubicBezTo>
                <a:cubicBezTo>
                  <a:pt x="82" y="2145"/>
                  <a:pt x="86" y="2148"/>
                  <a:pt x="92" y="2143"/>
                </a:cubicBezTo>
                <a:cubicBezTo>
                  <a:pt x="96" y="2148"/>
                  <a:pt x="101" y="2147"/>
                  <a:pt x="106" y="2148"/>
                </a:cubicBezTo>
                <a:cubicBezTo>
                  <a:pt x="117" y="2146"/>
                  <a:pt x="127" y="2148"/>
                  <a:pt x="136" y="2152"/>
                </a:cubicBezTo>
                <a:cubicBezTo>
                  <a:pt x="157" y="2152"/>
                  <a:pt x="176" y="2156"/>
                  <a:pt x="197" y="2153"/>
                </a:cubicBezTo>
                <a:cubicBezTo>
                  <a:pt x="207" y="2157"/>
                  <a:pt x="219" y="2147"/>
                  <a:pt x="228" y="2153"/>
                </a:cubicBezTo>
                <a:cubicBezTo>
                  <a:pt x="233" y="2151"/>
                  <a:pt x="238" y="2154"/>
                  <a:pt x="243" y="2150"/>
                </a:cubicBezTo>
                <a:cubicBezTo>
                  <a:pt x="250" y="2147"/>
                  <a:pt x="254" y="2155"/>
                  <a:pt x="260" y="2149"/>
                </a:cubicBezTo>
                <a:cubicBezTo>
                  <a:pt x="255" y="2141"/>
                  <a:pt x="246" y="2149"/>
                  <a:pt x="240" y="2145"/>
                </a:cubicBezTo>
                <a:close/>
                <a:moveTo>
                  <a:pt x="321" y="2136"/>
                </a:moveTo>
                <a:cubicBezTo>
                  <a:pt x="313" y="2130"/>
                  <a:pt x="303" y="2136"/>
                  <a:pt x="295" y="2133"/>
                </a:cubicBezTo>
                <a:cubicBezTo>
                  <a:pt x="285" y="2134"/>
                  <a:pt x="278" y="2128"/>
                  <a:pt x="268" y="2130"/>
                </a:cubicBezTo>
                <a:cubicBezTo>
                  <a:pt x="250" y="2125"/>
                  <a:pt x="232" y="2125"/>
                  <a:pt x="213" y="2125"/>
                </a:cubicBezTo>
                <a:cubicBezTo>
                  <a:pt x="209" y="2121"/>
                  <a:pt x="203" y="2123"/>
                  <a:pt x="200" y="2116"/>
                </a:cubicBezTo>
                <a:cubicBezTo>
                  <a:pt x="194" y="2124"/>
                  <a:pt x="191" y="2111"/>
                  <a:pt x="185" y="2116"/>
                </a:cubicBezTo>
                <a:cubicBezTo>
                  <a:pt x="177" y="2109"/>
                  <a:pt x="166" y="2115"/>
                  <a:pt x="158" y="2106"/>
                </a:cubicBezTo>
                <a:cubicBezTo>
                  <a:pt x="147" y="2113"/>
                  <a:pt x="140" y="2100"/>
                  <a:pt x="129" y="2105"/>
                </a:cubicBezTo>
                <a:cubicBezTo>
                  <a:pt x="120" y="2095"/>
                  <a:pt x="108" y="2104"/>
                  <a:pt x="99" y="2097"/>
                </a:cubicBezTo>
                <a:cubicBezTo>
                  <a:pt x="67" y="2092"/>
                  <a:pt x="34" y="2087"/>
                  <a:pt x="2" y="2082"/>
                </a:cubicBezTo>
                <a:cubicBezTo>
                  <a:pt x="2" y="2094"/>
                  <a:pt x="2" y="2094"/>
                  <a:pt x="2" y="2094"/>
                </a:cubicBezTo>
                <a:cubicBezTo>
                  <a:pt x="15" y="2096"/>
                  <a:pt x="28" y="2097"/>
                  <a:pt x="40" y="2102"/>
                </a:cubicBezTo>
                <a:cubicBezTo>
                  <a:pt x="51" y="2095"/>
                  <a:pt x="58" y="2108"/>
                  <a:pt x="69" y="2103"/>
                </a:cubicBezTo>
                <a:cubicBezTo>
                  <a:pt x="78" y="2109"/>
                  <a:pt x="90" y="2102"/>
                  <a:pt x="99" y="2111"/>
                </a:cubicBezTo>
                <a:cubicBezTo>
                  <a:pt x="119" y="2111"/>
                  <a:pt x="138" y="2118"/>
                  <a:pt x="157" y="2121"/>
                </a:cubicBezTo>
                <a:cubicBezTo>
                  <a:pt x="167" y="2119"/>
                  <a:pt x="176" y="2125"/>
                  <a:pt x="185" y="2126"/>
                </a:cubicBezTo>
                <a:cubicBezTo>
                  <a:pt x="188" y="2135"/>
                  <a:pt x="195" y="2127"/>
                  <a:pt x="199" y="2131"/>
                </a:cubicBezTo>
                <a:cubicBezTo>
                  <a:pt x="204" y="2136"/>
                  <a:pt x="210" y="2130"/>
                  <a:pt x="214" y="2138"/>
                </a:cubicBezTo>
                <a:cubicBezTo>
                  <a:pt x="219" y="2134"/>
                  <a:pt x="221" y="2138"/>
                  <a:pt x="225" y="2138"/>
                </a:cubicBezTo>
                <a:cubicBezTo>
                  <a:pt x="231" y="2130"/>
                  <a:pt x="232" y="2145"/>
                  <a:pt x="238" y="2136"/>
                </a:cubicBezTo>
                <a:cubicBezTo>
                  <a:pt x="244" y="2141"/>
                  <a:pt x="253" y="2138"/>
                  <a:pt x="260" y="2139"/>
                </a:cubicBezTo>
                <a:cubicBezTo>
                  <a:pt x="263" y="2142"/>
                  <a:pt x="268" y="2136"/>
                  <a:pt x="270" y="2143"/>
                </a:cubicBezTo>
                <a:cubicBezTo>
                  <a:pt x="275" y="2140"/>
                  <a:pt x="277" y="2147"/>
                  <a:pt x="283" y="2141"/>
                </a:cubicBezTo>
                <a:cubicBezTo>
                  <a:pt x="289" y="2149"/>
                  <a:pt x="298" y="2141"/>
                  <a:pt x="305" y="2147"/>
                </a:cubicBezTo>
                <a:cubicBezTo>
                  <a:pt x="311" y="2144"/>
                  <a:pt x="317" y="2143"/>
                  <a:pt x="321" y="2147"/>
                </a:cubicBezTo>
                <a:cubicBezTo>
                  <a:pt x="328" y="2143"/>
                  <a:pt x="333" y="2145"/>
                  <a:pt x="338" y="2146"/>
                </a:cubicBezTo>
                <a:cubicBezTo>
                  <a:pt x="344" y="2139"/>
                  <a:pt x="348" y="2145"/>
                  <a:pt x="354" y="2138"/>
                </a:cubicBezTo>
                <a:cubicBezTo>
                  <a:pt x="360" y="2140"/>
                  <a:pt x="369" y="2134"/>
                  <a:pt x="365" y="2128"/>
                </a:cubicBezTo>
                <a:cubicBezTo>
                  <a:pt x="350" y="2132"/>
                  <a:pt x="337" y="2129"/>
                  <a:pt x="321" y="2136"/>
                </a:cubicBezTo>
                <a:close/>
                <a:moveTo>
                  <a:pt x="1306" y="2153"/>
                </a:moveTo>
                <a:cubicBezTo>
                  <a:pt x="1303" y="2149"/>
                  <a:pt x="1302" y="2143"/>
                  <a:pt x="1298" y="2144"/>
                </a:cubicBezTo>
                <a:cubicBezTo>
                  <a:pt x="1281" y="2120"/>
                  <a:pt x="1261" y="2107"/>
                  <a:pt x="1245" y="2083"/>
                </a:cubicBezTo>
                <a:cubicBezTo>
                  <a:pt x="1236" y="2077"/>
                  <a:pt x="1229" y="2057"/>
                  <a:pt x="1222" y="2055"/>
                </a:cubicBezTo>
                <a:cubicBezTo>
                  <a:pt x="1220" y="2055"/>
                  <a:pt x="1223" y="2051"/>
                  <a:pt x="1223" y="2051"/>
                </a:cubicBezTo>
                <a:cubicBezTo>
                  <a:pt x="1219" y="2046"/>
                  <a:pt x="1215" y="2044"/>
                  <a:pt x="1210" y="2038"/>
                </a:cubicBezTo>
                <a:cubicBezTo>
                  <a:pt x="1211" y="2039"/>
                  <a:pt x="1213" y="2036"/>
                  <a:pt x="1212" y="2034"/>
                </a:cubicBezTo>
                <a:cubicBezTo>
                  <a:pt x="1212" y="2034"/>
                  <a:pt x="1209" y="2034"/>
                  <a:pt x="1208" y="2033"/>
                </a:cubicBezTo>
                <a:cubicBezTo>
                  <a:pt x="1205" y="2030"/>
                  <a:pt x="1202" y="2030"/>
                  <a:pt x="1200" y="2024"/>
                </a:cubicBezTo>
                <a:cubicBezTo>
                  <a:pt x="1196" y="2013"/>
                  <a:pt x="1186" y="2000"/>
                  <a:pt x="1187" y="1991"/>
                </a:cubicBezTo>
                <a:cubicBezTo>
                  <a:pt x="1182" y="1994"/>
                  <a:pt x="1181" y="1981"/>
                  <a:pt x="1177" y="1977"/>
                </a:cubicBezTo>
                <a:cubicBezTo>
                  <a:pt x="1173" y="1976"/>
                  <a:pt x="1170" y="1969"/>
                  <a:pt x="1167" y="1963"/>
                </a:cubicBezTo>
                <a:cubicBezTo>
                  <a:pt x="1162" y="1946"/>
                  <a:pt x="1153" y="1928"/>
                  <a:pt x="1144" y="1910"/>
                </a:cubicBezTo>
                <a:cubicBezTo>
                  <a:pt x="1141" y="1905"/>
                  <a:pt x="1144" y="1902"/>
                  <a:pt x="1141" y="1898"/>
                </a:cubicBezTo>
                <a:cubicBezTo>
                  <a:pt x="1140" y="1894"/>
                  <a:pt x="1136" y="1889"/>
                  <a:pt x="1139" y="1886"/>
                </a:cubicBezTo>
                <a:cubicBezTo>
                  <a:pt x="1134" y="1879"/>
                  <a:pt x="1132" y="1864"/>
                  <a:pt x="1124" y="1868"/>
                </a:cubicBezTo>
                <a:cubicBezTo>
                  <a:pt x="1122" y="1879"/>
                  <a:pt x="1125" y="1891"/>
                  <a:pt x="1128" y="1904"/>
                </a:cubicBezTo>
                <a:cubicBezTo>
                  <a:pt x="1142" y="1931"/>
                  <a:pt x="1152" y="1951"/>
                  <a:pt x="1158" y="1971"/>
                </a:cubicBezTo>
                <a:cubicBezTo>
                  <a:pt x="1164" y="1979"/>
                  <a:pt x="1171" y="1988"/>
                  <a:pt x="1176" y="2001"/>
                </a:cubicBezTo>
                <a:cubicBezTo>
                  <a:pt x="1183" y="2004"/>
                  <a:pt x="1177" y="2004"/>
                  <a:pt x="1181" y="2011"/>
                </a:cubicBezTo>
                <a:cubicBezTo>
                  <a:pt x="1184" y="2017"/>
                  <a:pt x="1187" y="2023"/>
                  <a:pt x="1190" y="2029"/>
                </a:cubicBezTo>
                <a:cubicBezTo>
                  <a:pt x="1211" y="2055"/>
                  <a:pt x="1228" y="2079"/>
                  <a:pt x="1251" y="2109"/>
                </a:cubicBezTo>
                <a:cubicBezTo>
                  <a:pt x="1259" y="2110"/>
                  <a:pt x="1262" y="2125"/>
                  <a:pt x="1269" y="2126"/>
                </a:cubicBezTo>
                <a:cubicBezTo>
                  <a:pt x="1274" y="2135"/>
                  <a:pt x="1281" y="2139"/>
                  <a:pt x="1286" y="2147"/>
                </a:cubicBezTo>
                <a:cubicBezTo>
                  <a:pt x="1291" y="2150"/>
                  <a:pt x="1295" y="2156"/>
                  <a:pt x="1299" y="2160"/>
                </a:cubicBezTo>
                <a:cubicBezTo>
                  <a:pt x="1313" y="2160"/>
                  <a:pt x="1313" y="2160"/>
                  <a:pt x="1313" y="2160"/>
                </a:cubicBezTo>
                <a:cubicBezTo>
                  <a:pt x="1312" y="2160"/>
                  <a:pt x="1312" y="2160"/>
                  <a:pt x="1312" y="2160"/>
                </a:cubicBezTo>
                <a:cubicBezTo>
                  <a:pt x="1310" y="2157"/>
                  <a:pt x="1309" y="2152"/>
                  <a:pt x="1306" y="2153"/>
                </a:cubicBezTo>
                <a:close/>
                <a:moveTo>
                  <a:pt x="1707" y="2082"/>
                </a:moveTo>
                <a:cubicBezTo>
                  <a:pt x="1704" y="2071"/>
                  <a:pt x="1709" y="2062"/>
                  <a:pt x="1703" y="2048"/>
                </a:cubicBezTo>
                <a:cubicBezTo>
                  <a:pt x="1697" y="1991"/>
                  <a:pt x="1697" y="1985"/>
                  <a:pt x="1695" y="1978"/>
                </a:cubicBezTo>
                <a:cubicBezTo>
                  <a:pt x="1669" y="1845"/>
                  <a:pt x="1668" y="1841"/>
                  <a:pt x="1667" y="1837"/>
                </a:cubicBezTo>
                <a:cubicBezTo>
                  <a:pt x="1606" y="1672"/>
                  <a:pt x="1596" y="1653"/>
                  <a:pt x="1587" y="1634"/>
                </a:cubicBezTo>
                <a:cubicBezTo>
                  <a:pt x="1566" y="1593"/>
                  <a:pt x="1565" y="1590"/>
                  <a:pt x="1564" y="1587"/>
                </a:cubicBezTo>
                <a:cubicBezTo>
                  <a:pt x="1559" y="1590"/>
                  <a:pt x="1560" y="1593"/>
                  <a:pt x="1562" y="1598"/>
                </a:cubicBezTo>
                <a:cubicBezTo>
                  <a:pt x="1584" y="1648"/>
                  <a:pt x="1598" y="1666"/>
                  <a:pt x="1603" y="1681"/>
                </a:cubicBezTo>
                <a:cubicBezTo>
                  <a:pt x="1619" y="1720"/>
                  <a:pt x="1619" y="1721"/>
                  <a:pt x="1619" y="1722"/>
                </a:cubicBezTo>
                <a:cubicBezTo>
                  <a:pt x="1640" y="1772"/>
                  <a:pt x="1636" y="1776"/>
                  <a:pt x="1640" y="1776"/>
                </a:cubicBezTo>
                <a:cubicBezTo>
                  <a:pt x="1666" y="1862"/>
                  <a:pt x="1668" y="1875"/>
                  <a:pt x="1669" y="1887"/>
                </a:cubicBezTo>
                <a:cubicBezTo>
                  <a:pt x="1676" y="1961"/>
                  <a:pt x="1678" y="1953"/>
                  <a:pt x="1669" y="1946"/>
                </a:cubicBezTo>
                <a:cubicBezTo>
                  <a:pt x="1658" y="1893"/>
                  <a:pt x="1647" y="1884"/>
                  <a:pt x="1652" y="1880"/>
                </a:cubicBezTo>
                <a:cubicBezTo>
                  <a:pt x="1587" y="1762"/>
                  <a:pt x="1576" y="1740"/>
                  <a:pt x="1566" y="1722"/>
                </a:cubicBezTo>
                <a:cubicBezTo>
                  <a:pt x="1509" y="1658"/>
                  <a:pt x="1502" y="1648"/>
                  <a:pt x="1493" y="1641"/>
                </a:cubicBezTo>
                <a:cubicBezTo>
                  <a:pt x="1459" y="1605"/>
                  <a:pt x="1450" y="1596"/>
                  <a:pt x="1440" y="1587"/>
                </a:cubicBezTo>
                <a:cubicBezTo>
                  <a:pt x="1391" y="1530"/>
                  <a:pt x="1385" y="1533"/>
                  <a:pt x="1381" y="1525"/>
                </a:cubicBezTo>
                <a:cubicBezTo>
                  <a:pt x="1425" y="1583"/>
                  <a:pt x="1427" y="1585"/>
                  <a:pt x="1429" y="1587"/>
                </a:cubicBezTo>
                <a:cubicBezTo>
                  <a:pt x="1461" y="1624"/>
                  <a:pt x="1472" y="1631"/>
                  <a:pt x="1482" y="1644"/>
                </a:cubicBezTo>
                <a:cubicBezTo>
                  <a:pt x="1499" y="1657"/>
                  <a:pt x="1501" y="1669"/>
                  <a:pt x="1507" y="1670"/>
                </a:cubicBezTo>
                <a:cubicBezTo>
                  <a:pt x="1564" y="1741"/>
                  <a:pt x="1576" y="1762"/>
                  <a:pt x="1588" y="1782"/>
                </a:cubicBezTo>
                <a:cubicBezTo>
                  <a:pt x="1629" y="1864"/>
                  <a:pt x="1636" y="1875"/>
                  <a:pt x="1641" y="1889"/>
                </a:cubicBezTo>
                <a:cubicBezTo>
                  <a:pt x="1666" y="1992"/>
                  <a:pt x="1657" y="1955"/>
                  <a:pt x="1646" y="1918"/>
                </a:cubicBezTo>
                <a:cubicBezTo>
                  <a:pt x="1610" y="1833"/>
                  <a:pt x="1604" y="1820"/>
                  <a:pt x="1597" y="1807"/>
                </a:cubicBezTo>
                <a:cubicBezTo>
                  <a:pt x="1522" y="1698"/>
                  <a:pt x="1519" y="1693"/>
                  <a:pt x="1516" y="1688"/>
                </a:cubicBezTo>
                <a:cubicBezTo>
                  <a:pt x="1488" y="1660"/>
                  <a:pt x="1484" y="1657"/>
                  <a:pt x="1482" y="1650"/>
                </a:cubicBezTo>
                <a:cubicBezTo>
                  <a:pt x="1528" y="1718"/>
                  <a:pt x="1530" y="1720"/>
                  <a:pt x="1532" y="1722"/>
                </a:cubicBezTo>
                <a:cubicBezTo>
                  <a:pt x="1589" y="1815"/>
                  <a:pt x="1597" y="1832"/>
                  <a:pt x="1605" y="1849"/>
                </a:cubicBezTo>
                <a:cubicBezTo>
                  <a:pt x="1648" y="1962"/>
                  <a:pt x="1648" y="1971"/>
                  <a:pt x="1654" y="1982"/>
                </a:cubicBezTo>
                <a:cubicBezTo>
                  <a:pt x="1682" y="2093"/>
                  <a:pt x="1677" y="2096"/>
                  <a:pt x="1682" y="2104"/>
                </a:cubicBezTo>
                <a:cubicBezTo>
                  <a:pt x="1685" y="2146"/>
                  <a:pt x="1698" y="2156"/>
                  <a:pt x="1689" y="2159"/>
                </a:cubicBezTo>
                <a:cubicBezTo>
                  <a:pt x="1671" y="2106"/>
                  <a:pt x="1670" y="2093"/>
                  <a:pt x="1667" y="2079"/>
                </a:cubicBezTo>
                <a:cubicBezTo>
                  <a:pt x="1657" y="2035"/>
                  <a:pt x="1641" y="2025"/>
                  <a:pt x="1649" y="2023"/>
                </a:cubicBezTo>
                <a:cubicBezTo>
                  <a:pt x="1567" y="1870"/>
                  <a:pt x="1561" y="1860"/>
                  <a:pt x="1554" y="1849"/>
                </a:cubicBezTo>
                <a:cubicBezTo>
                  <a:pt x="1517" y="1799"/>
                  <a:pt x="1517" y="1787"/>
                  <a:pt x="1512" y="1790"/>
                </a:cubicBezTo>
                <a:cubicBezTo>
                  <a:pt x="1540" y="1843"/>
                  <a:pt x="1542" y="1846"/>
                  <a:pt x="1544" y="1849"/>
                </a:cubicBezTo>
                <a:cubicBezTo>
                  <a:pt x="1559" y="1875"/>
                  <a:pt x="1562" y="1876"/>
                  <a:pt x="1564" y="1878"/>
                </a:cubicBezTo>
                <a:cubicBezTo>
                  <a:pt x="1606" y="1962"/>
                  <a:pt x="1615" y="1981"/>
                  <a:pt x="1624" y="2000"/>
                </a:cubicBezTo>
                <a:cubicBezTo>
                  <a:pt x="1601" y="1979"/>
                  <a:pt x="1576" y="1939"/>
                  <a:pt x="1545" y="1884"/>
                </a:cubicBezTo>
                <a:cubicBezTo>
                  <a:pt x="1458" y="1761"/>
                  <a:pt x="1446" y="1742"/>
                  <a:pt x="1435" y="1722"/>
                </a:cubicBezTo>
                <a:cubicBezTo>
                  <a:pt x="1372" y="1625"/>
                  <a:pt x="1375" y="1632"/>
                  <a:pt x="1379" y="1639"/>
                </a:cubicBezTo>
                <a:cubicBezTo>
                  <a:pt x="1397" y="1684"/>
                  <a:pt x="1409" y="1694"/>
                  <a:pt x="1410" y="1701"/>
                </a:cubicBezTo>
                <a:cubicBezTo>
                  <a:pt x="1471" y="1795"/>
                  <a:pt x="1487" y="1824"/>
                  <a:pt x="1504" y="1849"/>
                </a:cubicBezTo>
                <a:cubicBezTo>
                  <a:pt x="1593" y="1989"/>
                  <a:pt x="1601" y="2006"/>
                  <a:pt x="1611" y="2019"/>
                </a:cubicBezTo>
                <a:cubicBezTo>
                  <a:pt x="1652" y="2120"/>
                  <a:pt x="1668" y="2130"/>
                  <a:pt x="1660" y="2131"/>
                </a:cubicBezTo>
                <a:cubicBezTo>
                  <a:pt x="1558" y="1989"/>
                  <a:pt x="1532" y="1954"/>
                  <a:pt x="1510" y="1911"/>
                </a:cubicBezTo>
                <a:cubicBezTo>
                  <a:pt x="1467" y="1843"/>
                  <a:pt x="1466" y="1837"/>
                  <a:pt x="1461" y="1831"/>
                </a:cubicBezTo>
                <a:cubicBezTo>
                  <a:pt x="1384" y="1663"/>
                  <a:pt x="1375" y="1652"/>
                  <a:pt x="1372" y="1643"/>
                </a:cubicBezTo>
                <a:cubicBezTo>
                  <a:pt x="1359" y="1607"/>
                  <a:pt x="1358" y="1598"/>
                  <a:pt x="1359" y="1591"/>
                </a:cubicBezTo>
                <a:cubicBezTo>
                  <a:pt x="1352" y="1559"/>
                  <a:pt x="1345" y="1553"/>
                  <a:pt x="1349" y="1551"/>
                </a:cubicBezTo>
                <a:cubicBezTo>
                  <a:pt x="1346" y="1528"/>
                  <a:pt x="1339" y="1519"/>
                  <a:pt x="1337" y="1521"/>
                </a:cubicBezTo>
                <a:cubicBezTo>
                  <a:pt x="1354" y="1623"/>
                  <a:pt x="1362" y="1640"/>
                  <a:pt x="1371" y="1669"/>
                </a:cubicBezTo>
                <a:cubicBezTo>
                  <a:pt x="1451" y="1833"/>
                  <a:pt x="1456" y="1841"/>
                  <a:pt x="1460" y="1849"/>
                </a:cubicBezTo>
                <a:cubicBezTo>
                  <a:pt x="1487" y="1905"/>
                  <a:pt x="1500" y="1910"/>
                  <a:pt x="1498" y="1920"/>
                </a:cubicBezTo>
                <a:cubicBezTo>
                  <a:pt x="1557" y="2000"/>
                  <a:pt x="1558" y="2018"/>
                  <a:pt x="1565" y="2016"/>
                </a:cubicBezTo>
                <a:cubicBezTo>
                  <a:pt x="1488" y="1943"/>
                  <a:pt x="1467" y="1916"/>
                  <a:pt x="1445" y="1891"/>
                </a:cubicBezTo>
                <a:cubicBezTo>
                  <a:pt x="1360" y="1795"/>
                  <a:pt x="1343" y="1761"/>
                  <a:pt x="1320" y="1736"/>
                </a:cubicBezTo>
                <a:cubicBezTo>
                  <a:pt x="1305" y="1717"/>
                  <a:pt x="1313" y="1702"/>
                  <a:pt x="1302" y="1706"/>
                </a:cubicBezTo>
                <a:cubicBezTo>
                  <a:pt x="1362" y="1799"/>
                  <a:pt x="1363" y="1818"/>
                  <a:pt x="1370" y="1818"/>
                </a:cubicBezTo>
                <a:cubicBezTo>
                  <a:pt x="1402" y="1860"/>
                  <a:pt x="1410" y="1869"/>
                  <a:pt x="1419" y="1878"/>
                </a:cubicBezTo>
                <a:cubicBezTo>
                  <a:pt x="1439" y="1895"/>
                  <a:pt x="1440" y="1901"/>
                  <a:pt x="1442" y="1905"/>
                </a:cubicBezTo>
                <a:cubicBezTo>
                  <a:pt x="1463" y="1925"/>
                  <a:pt x="1464" y="1931"/>
                  <a:pt x="1467" y="1935"/>
                </a:cubicBezTo>
                <a:cubicBezTo>
                  <a:pt x="1528" y="2003"/>
                  <a:pt x="1539" y="2015"/>
                  <a:pt x="1549" y="2031"/>
                </a:cubicBezTo>
                <a:cubicBezTo>
                  <a:pt x="1573" y="2044"/>
                  <a:pt x="1575" y="2059"/>
                  <a:pt x="1582" y="2059"/>
                </a:cubicBezTo>
                <a:cubicBezTo>
                  <a:pt x="1717" y="2160"/>
                  <a:pt x="1717" y="2160"/>
                  <a:pt x="1717" y="2160"/>
                </a:cubicBezTo>
                <a:close/>
                <a:moveTo>
                  <a:pt x="1580" y="2041"/>
                </a:moveTo>
                <a:cubicBezTo>
                  <a:pt x="1580" y="2035"/>
                  <a:pt x="1584" y="2041"/>
                  <a:pt x="1585" y="2045"/>
                </a:cubicBezTo>
                <a:cubicBezTo>
                  <a:pt x="1585" y="2051"/>
                  <a:pt x="1582" y="2045"/>
                  <a:pt x="1580" y="2041"/>
                </a:cubicBezTo>
                <a:close/>
                <a:moveTo>
                  <a:pt x="1685" y="2031"/>
                </a:moveTo>
                <a:cubicBezTo>
                  <a:pt x="1689" y="2021"/>
                  <a:pt x="1682" y="2006"/>
                  <a:pt x="1683" y="1994"/>
                </a:cubicBezTo>
                <a:cubicBezTo>
                  <a:pt x="1691" y="1992"/>
                  <a:pt x="1683" y="2001"/>
                  <a:pt x="1688" y="2004"/>
                </a:cubicBezTo>
                <a:cubicBezTo>
                  <a:pt x="1687" y="2008"/>
                  <a:pt x="1688" y="2013"/>
                  <a:pt x="1692" y="2019"/>
                </a:cubicBezTo>
                <a:cubicBezTo>
                  <a:pt x="1687" y="2026"/>
                  <a:pt x="1690" y="2037"/>
                  <a:pt x="1693" y="2047"/>
                </a:cubicBezTo>
                <a:cubicBezTo>
                  <a:pt x="1683" y="2048"/>
                  <a:pt x="1691" y="2037"/>
                  <a:pt x="1685" y="2031"/>
                </a:cubicBezTo>
                <a:close/>
                <a:moveTo>
                  <a:pt x="1689" y="2065"/>
                </a:moveTo>
                <a:cubicBezTo>
                  <a:pt x="1698" y="2058"/>
                  <a:pt x="1693" y="2074"/>
                  <a:pt x="1695" y="2078"/>
                </a:cubicBezTo>
                <a:cubicBezTo>
                  <a:pt x="1686" y="2080"/>
                  <a:pt x="1695" y="2070"/>
                  <a:pt x="1689" y="2065"/>
                </a:cubicBezTo>
                <a:close/>
                <a:moveTo>
                  <a:pt x="1696" y="2107"/>
                </a:moveTo>
                <a:cubicBezTo>
                  <a:pt x="1698" y="2098"/>
                  <a:pt x="1699" y="2111"/>
                  <a:pt x="1700" y="2115"/>
                </a:cubicBezTo>
                <a:cubicBezTo>
                  <a:pt x="1694" y="2115"/>
                  <a:pt x="1697" y="2110"/>
                  <a:pt x="1696" y="2107"/>
                </a:cubicBezTo>
                <a:close/>
                <a:moveTo>
                  <a:pt x="1363" y="2119"/>
                </a:moveTo>
                <a:cubicBezTo>
                  <a:pt x="1349" y="2100"/>
                  <a:pt x="1334" y="2085"/>
                  <a:pt x="1319" y="2069"/>
                </a:cubicBezTo>
                <a:cubicBezTo>
                  <a:pt x="1304" y="2051"/>
                  <a:pt x="1290" y="2031"/>
                  <a:pt x="1274" y="2017"/>
                </a:cubicBezTo>
                <a:cubicBezTo>
                  <a:pt x="1277" y="2008"/>
                  <a:pt x="1265" y="2006"/>
                  <a:pt x="1263" y="1993"/>
                </a:cubicBezTo>
                <a:cubicBezTo>
                  <a:pt x="1255" y="1990"/>
                  <a:pt x="1252" y="1975"/>
                  <a:pt x="1246" y="1966"/>
                </a:cubicBezTo>
                <a:cubicBezTo>
                  <a:pt x="1237" y="1970"/>
                  <a:pt x="1247" y="1955"/>
                  <a:pt x="1240" y="1960"/>
                </a:cubicBezTo>
                <a:cubicBezTo>
                  <a:pt x="1237" y="1954"/>
                  <a:pt x="1234" y="1949"/>
                  <a:pt x="1232" y="1944"/>
                </a:cubicBezTo>
                <a:cubicBezTo>
                  <a:pt x="1228" y="1930"/>
                  <a:pt x="1220" y="1929"/>
                  <a:pt x="1215" y="1917"/>
                </a:cubicBezTo>
                <a:cubicBezTo>
                  <a:pt x="1210" y="1908"/>
                  <a:pt x="1209" y="1901"/>
                  <a:pt x="1208" y="1894"/>
                </a:cubicBezTo>
                <a:cubicBezTo>
                  <a:pt x="1204" y="1887"/>
                  <a:pt x="1201" y="1875"/>
                  <a:pt x="1193" y="1879"/>
                </a:cubicBezTo>
                <a:cubicBezTo>
                  <a:pt x="1194" y="1883"/>
                  <a:pt x="1186" y="1885"/>
                  <a:pt x="1193" y="1892"/>
                </a:cubicBezTo>
                <a:cubicBezTo>
                  <a:pt x="1196" y="1897"/>
                  <a:pt x="1198" y="1902"/>
                  <a:pt x="1201" y="1907"/>
                </a:cubicBezTo>
                <a:cubicBezTo>
                  <a:pt x="1196" y="1908"/>
                  <a:pt x="1203" y="1922"/>
                  <a:pt x="1206" y="1918"/>
                </a:cubicBezTo>
                <a:cubicBezTo>
                  <a:pt x="1210" y="1924"/>
                  <a:pt x="1204" y="1926"/>
                  <a:pt x="1210" y="1932"/>
                </a:cubicBezTo>
                <a:cubicBezTo>
                  <a:pt x="1218" y="1939"/>
                  <a:pt x="1223" y="1953"/>
                  <a:pt x="1229" y="1965"/>
                </a:cubicBezTo>
                <a:cubicBezTo>
                  <a:pt x="1245" y="1982"/>
                  <a:pt x="1258" y="2007"/>
                  <a:pt x="1271" y="2031"/>
                </a:cubicBezTo>
                <a:cubicBezTo>
                  <a:pt x="1283" y="2038"/>
                  <a:pt x="1290" y="2057"/>
                  <a:pt x="1301" y="2065"/>
                </a:cubicBezTo>
                <a:cubicBezTo>
                  <a:pt x="1311" y="2076"/>
                  <a:pt x="1321" y="2088"/>
                  <a:pt x="1331" y="2099"/>
                </a:cubicBezTo>
                <a:cubicBezTo>
                  <a:pt x="1334" y="2109"/>
                  <a:pt x="1341" y="2106"/>
                  <a:pt x="1345" y="2115"/>
                </a:cubicBezTo>
                <a:cubicBezTo>
                  <a:pt x="1350" y="2120"/>
                  <a:pt x="1355" y="2128"/>
                  <a:pt x="1361" y="2129"/>
                </a:cubicBezTo>
                <a:cubicBezTo>
                  <a:pt x="1366" y="2135"/>
                  <a:pt x="1371" y="2139"/>
                  <a:pt x="1377" y="2141"/>
                </a:cubicBezTo>
                <a:cubicBezTo>
                  <a:pt x="1382" y="2146"/>
                  <a:pt x="1387" y="2154"/>
                  <a:pt x="1394" y="2155"/>
                </a:cubicBezTo>
                <a:cubicBezTo>
                  <a:pt x="1395" y="2157"/>
                  <a:pt x="1397" y="2159"/>
                  <a:pt x="1399" y="2160"/>
                </a:cubicBezTo>
                <a:cubicBezTo>
                  <a:pt x="1415" y="2160"/>
                  <a:pt x="1415" y="2160"/>
                  <a:pt x="1415" y="2160"/>
                </a:cubicBezTo>
                <a:cubicBezTo>
                  <a:pt x="1407" y="2156"/>
                  <a:pt x="1401" y="2144"/>
                  <a:pt x="1391" y="2143"/>
                </a:cubicBezTo>
                <a:cubicBezTo>
                  <a:pt x="1383" y="2130"/>
                  <a:pt x="1372" y="2126"/>
                  <a:pt x="1363" y="2119"/>
                </a:cubicBezTo>
                <a:close/>
                <a:moveTo>
                  <a:pt x="1043" y="2096"/>
                </a:moveTo>
                <a:cubicBezTo>
                  <a:pt x="1041" y="2124"/>
                  <a:pt x="1038" y="2141"/>
                  <a:pt x="1034" y="2160"/>
                </a:cubicBezTo>
                <a:cubicBezTo>
                  <a:pt x="1040" y="2160"/>
                  <a:pt x="1040" y="2160"/>
                  <a:pt x="1040" y="2160"/>
                </a:cubicBezTo>
                <a:cubicBezTo>
                  <a:pt x="1041" y="2152"/>
                  <a:pt x="1043" y="2145"/>
                  <a:pt x="1047" y="2139"/>
                </a:cubicBezTo>
                <a:cubicBezTo>
                  <a:pt x="1044" y="2134"/>
                  <a:pt x="1045" y="2125"/>
                  <a:pt x="1046" y="2118"/>
                </a:cubicBezTo>
                <a:cubicBezTo>
                  <a:pt x="1047" y="2109"/>
                  <a:pt x="1049" y="2100"/>
                  <a:pt x="1043" y="2096"/>
                </a:cubicBezTo>
                <a:close/>
                <a:moveTo>
                  <a:pt x="1139" y="1586"/>
                </a:moveTo>
                <a:cubicBezTo>
                  <a:pt x="1143" y="1587"/>
                  <a:pt x="1160" y="1579"/>
                  <a:pt x="1158" y="1573"/>
                </a:cubicBezTo>
                <a:cubicBezTo>
                  <a:pt x="1058" y="1617"/>
                  <a:pt x="1058" y="1625"/>
                  <a:pt x="1055" y="1622"/>
                </a:cubicBezTo>
                <a:cubicBezTo>
                  <a:pt x="1002" y="1644"/>
                  <a:pt x="987" y="1642"/>
                  <a:pt x="970" y="1651"/>
                </a:cubicBezTo>
                <a:cubicBezTo>
                  <a:pt x="920" y="1654"/>
                  <a:pt x="913" y="1658"/>
                  <a:pt x="908" y="1658"/>
                </a:cubicBezTo>
                <a:cubicBezTo>
                  <a:pt x="812" y="1663"/>
                  <a:pt x="807" y="1667"/>
                  <a:pt x="803" y="1662"/>
                </a:cubicBezTo>
                <a:cubicBezTo>
                  <a:pt x="749" y="1666"/>
                  <a:pt x="747" y="1653"/>
                  <a:pt x="741" y="1658"/>
                </a:cubicBezTo>
                <a:cubicBezTo>
                  <a:pt x="685" y="1656"/>
                  <a:pt x="676" y="1648"/>
                  <a:pt x="665" y="1650"/>
                </a:cubicBezTo>
                <a:cubicBezTo>
                  <a:pt x="631" y="1637"/>
                  <a:pt x="624" y="1648"/>
                  <a:pt x="621" y="1641"/>
                </a:cubicBezTo>
                <a:cubicBezTo>
                  <a:pt x="565" y="1638"/>
                  <a:pt x="555" y="1638"/>
                  <a:pt x="544" y="1637"/>
                </a:cubicBezTo>
                <a:cubicBezTo>
                  <a:pt x="508" y="1636"/>
                  <a:pt x="503" y="1640"/>
                  <a:pt x="499" y="1636"/>
                </a:cubicBezTo>
                <a:cubicBezTo>
                  <a:pt x="511" y="1624"/>
                  <a:pt x="533" y="1626"/>
                  <a:pt x="556" y="1622"/>
                </a:cubicBezTo>
                <a:cubicBezTo>
                  <a:pt x="635" y="1615"/>
                  <a:pt x="646" y="1616"/>
                  <a:pt x="657" y="1617"/>
                </a:cubicBezTo>
                <a:cubicBezTo>
                  <a:pt x="699" y="1628"/>
                  <a:pt x="712" y="1618"/>
                  <a:pt x="722" y="1625"/>
                </a:cubicBezTo>
                <a:cubicBezTo>
                  <a:pt x="751" y="1624"/>
                  <a:pt x="753" y="1631"/>
                  <a:pt x="757" y="1626"/>
                </a:cubicBezTo>
                <a:cubicBezTo>
                  <a:pt x="813" y="1629"/>
                  <a:pt x="816" y="1638"/>
                  <a:pt x="823" y="1635"/>
                </a:cubicBezTo>
                <a:cubicBezTo>
                  <a:pt x="844" y="1639"/>
                  <a:pt x="851" y="1634"/>
                  <a:pt x="856" y="1637"/>
                </a:cubicBezTo>
                <a:cubicBezTo>
                  <a:pt x="936" y="1638"/>
                  <a:pt x="947" y="1634"/>
                  <a:pt x="958" y="1638"/>
                </a:cubicBezTo>
                <a:cubicBezTo>
                  <a:pt x="1012" y="1625"/>
                  <a:pt x="1009" y="1615"/>
                  <a:pt x="1003" y="1622"/>
                </a:cubicBezTo>
                <a:cubicBezTo>
                  <a:pt x="937" y="1632"/>
                  <a:pt x="929" y="1628"/>
                  <a:pt x="919" y="1633"/>
                </a:cubicBezTo>
                <a:cubicBezTo>
                  <a:pt x="880" y="1633"/>
                  <a:pt x="876" y="1624"/>
                  <a:pt x="870" y="1627"/>
                </a:cubicBezTo>
                <a:cubicBezTo>
                  <a:pt x="815" y="1621"/>
                  <a:pt x="810" y="1619"/>
                  <a:pt x="804" y="1623"/>
                </a:cubicBezTo>
                <a:cubicBezTo>
                  <a:pt x="775" y="1618"/>
                  <a:pt x="772" y="1618"/>
                  <a:pt x="769" y="1618"/>
                </a:cubicBezTo>
                <a:cubicBezTo>
                  <a:pt x="707" y="1612"/>
                  <a:pt x="697" y="1608"/>
                  <a:pt x="686" y="1608"/>
                </a:cubicBezTo>
                <a:cubicBezTo>
                  <a:pt x="658" y="1604"/>
                  <a:pt x="655" y="1604"/>
                  <a:pt x="651" y="1603"/>
                </a:cubicBezTo>
                <a:cubicBezTo>
                  <a:pt x="728" y="1604"/>
                  <a:pt x="737" y="1594"/>
                  <a:pt x="744" y="1600"/>
                </a:cubicBezTo>
                <a:cubicBezTo>
                  <a:pt x="781" y="1603"/>
                  <a:pt x="787" y="1595"/>
                  <a:pt x="790" y="1601"/>
                </a:cubicBezTo>
                <a:cubicBezTo>
                  <a:pt x="860" y="1603"/>
                  <a:pt x="866" y="1606"/>
                  <a:pt x="873" y="1601"/>
                </a:cubicBezTo>
                <a:cubicBezTo>
                  <a:pt x="938" y="1605"/>
                  <a:pt x="946" y="1600"/>
                  <a:pt x="952" y="1604"/>
                </a:cubicBezTo>
                <a:cubicBezTo>
                  <a:pt x="1050" y="1586"/>
                  <a:pt x="1051" y="1586"/>
                  <a:pt x="1052" y="1585"/>
                </a:cubicBezTo>
                <a:cubicBezTo>
                  <a:pt x="1059" y="1585"/>
                  <a:pt x="1063" y="1579"/>
                  <a:pt x="1064" y="1584"/>
                </a:cubicBezTo>
                <a:cubicBezTo>
                  <a:pt x="1100" y="1576"/>
                  <a:pt x="1107" y="1565"/>
                  <a:pt x="1111" y="1570"/>
                </a:cubicBezTo>
                <a:cubicBezTo>
                  <a:pt x="1209" y="1523"/>
                  <a:pt x="1213" y="1526"/>
                  <a:pt x="1219" y="1522"/>
                </a:cubicBezTo>
                <a:cubicBezTo>
                  <a:pt x="1198" y="1526"/>
                  <a:pt x="1189" y="1531"/>
                  <a:pt x="1182" y="1529"/>
                </a:cubicBezTo>
                <a:cubicBezTo>
                  <a:pt x="1086" y="1567"/>
                  <a:pt x="1077" y="1574"/>
                  <a:pt x="1071" y="1573"/>
                </a:cubicBezTo>
                <a:cubicBezTo>
                  <a:pt x="1010" y="1587"/>
                  <a:pt x="1008" y="1587"/>
                  <a:pt x="1005" y="1587"/>
                </a:cubicBezTo>
                <a:cubicBezTo>
                  <a:pt x="995" y="1588"/>
                  <a:pt x="988" y="1591"/>
                  <a:pt x="982" y="1591"/>
                </a:cubicBezTo>
                <a:cubicBezTo>
                  <a:pt x="933" y="1586"/>
                  <a:pt x="923" y="1596"/>
                  <a:pt x="917" y="1592"/>
                </a:cubicBezTo>
                <a:cubicBezTo>
                  <a:pt x="861" y="1592"/>
                  <a:pt x="847" y="1590"/>
                  <a:pt x="834" y="1587"/>
                </a:cubicBezTo>
                <a:cubicBezTo>
                  <a:pt x="825" y="1587"/>
                  <a:pt x="822" y="1589"/>
                  <a:pt x="819" y="1587"/>
                </a:cubicBezTo>
                <a:cubicBezTo>
                  <a:pt x="812" y="1591"/>
                  <a:pt x="810" y="1588"/>
                  <a:pt x="806" y="1587"/>
                </a:cubicBezTo>
                <a:cubicBezTo>
                  <a:pt x="797" y="1590"/>
                  <a:pt x="795" y="1588"/>
                  <a:pt x="793" y="1587"/>
                </a:cubicBezTo>
                <a:cubicBezTo>
                  <a:pt x="784" y="1587"/>
                  <a:pt x="783" y="1587"/>
                  <a:pt x="783" y="1587"/>
                </a:cubicBezTo>
                <a:cubicBezTo>
                  <a:pt x="741" y="1587"/>
                  <a:pt x="738" y="1587"/>
                  <a:pt x="736" y="1588"/>
                </a:cubicBezTo>
                <a:cubicBezTo>
                  <a:pt x="701" y="1586"/>
                  <a:pt x="700" y="1587"/>
                  <a:pt x="699" y="1587"/>
                </a:cubicBezTo>
                <a:cubicBezTo>
                  <a:pt x="668" y="1586"/>
                  <a:pt x="665" y="1586"/>
                  <a:pt x="662" y="1587"/>
                </a:cubicBezTo>
                <a:cubicBezTo>
                  <a:pt x="595" y="1589"/>
                  <a:pt x="582" y="1597"/>
                  <a:pt x="572" y="1594"/>
                </a:cubicBezTo>
                <a:cubicBezTo>
                  <a:pt x="615" y="1580"/>
                  <a:pt x="619" y="1589"/>
                  <a:pt x="625" y="1586"/>
                </a:cubicBezTo>
                <a:cubicBezTo>
                  <a:pt x="693" y="1581"/>
                  <a:pt x="706" y="1572"/>
                  <a:pt x="717" y="1576"/>
                </a:cubicBezTo>
                <a:cubicBezTo>
                  <a:pt x="802" y="1567"/>
                  <a:pt x="814" y="1567"/>
                  <a:pt x="826" y="1566"/>
                </a:cubicBezTo>
                <a:cubicBezTo>
                  <a:pt x="902" y="1569"/>
                  <a:pt x="908" y="1565"/>
                  <a:pt x="913" y="1567"/>
                </a:cubicBezTo>
                <a:cubicBezTo>
                  <a:pt x="941" y="1569"/>
                  <a:pt x="943" y="1574"/>
                  <a:pt x="949" y="1567"/>
                </a:cubicBezTo>
                <a:cubicBezTo>
                  <a:pt x="990" y="1569"/>
                  <a:pt x="997" y="1564"/>
                  <a:pt x="1003" y="1566"/>
                </a:cubicBezTo>
                <a:cubicBezTo>
                  <a:pt x="1102" y="1541"/>
                  <a:pt x="1109" y="1537"/>
                  <a:pt x="1116" y="1535"/>
                </a:cubicBezTo>
                <a:cubicBezTo>
                  <a:pt x="1210" y="1473"/>
                  <a:pt x="1202" y="1486"/>
                  <a:pt x="1196" y="1488"/>
                </a:cubicBezTo>
                <a:cubicBezTo>
                  <a:pt x="1156" y="1514"/>
                  <a:pt x="1151" y="1513"/>
                  <a:pt x="1145" y="1516"/>
                </a:cubicBezTo>
                <a:cubicBezTo>
                  <a:pt x="1032" y="1548"/>
                  <a:pt x="1025" y="1556"/>
                  <a:pt x="1020" y="1554"/>
                </a:cubicBezTo>
                <a:cubicBezTo>
                  <a:pt x="981" y="1557"/>
                  <a:pt x="974" y="1562"/>
                  <a:pt x="969" y="1557"/>
                </a:cubicBezTo>
                <a:cubicBezTo>
                  <a:pt x="894" y="1560"/>
                  <a:pt x="889" y="1558"/>
                  <a:pt x="884" y="1555"/>
                </a:cubicBezTo>
                <a:cubicBezTo>
                  <a:pt x="831" y="1555"/>
                  <a:pt x="828" y="1558"/>
                  <a:pt x="826" y="1556"/>
                </a:cubicBezTo>
                <a:cubicBezTo>
                  <a:pt x="787" y="1556"/>
                  <a:pt x="776" y="1557"/>
                  <a:pt x="764" y="1559"/>
                </a:cubicBezTo>
                <a:cubicBezTo>
                  <a:pt x="686" y="1559"/>
                  <a:pt x="672" y="1569"/>
                  <a:pt x="661" y="1565"/>
                </a:cubicBezTo>
                <a:cubicBezTo>
                  <a:pt x="697" y="1557"/>
                  <a:pt x="701" y="1553"/>
                  <a:pt x="707" y="1551"/>
                </a:cubicBezTo>
                <a:cubicBezTo>
                  <a:pt x="768" y="1542"/>
                  <a:pt x="775" y="1547"/>
                  <a:pt x="784" y="1546"/>
                </a:cubicBezTo>
                <a:cubicBezTo>
                  <a:pt x="865" y="1549"/>
                  <a:pt x="874" y="1543"/>
                  <a:pt x="882" y="1546"/>
                </a:cubicBezTo>
                <a:cubicBezTo>
                  <a:pt x="924" y="1545"/>
                  <a:pt x="929" y="1537"/>
                  <a:pt x="933" y="1539"/>
                </a:cubicBezTo>
                <a:cubicBezTo>
                  <a:pt x="965" y="1535"/>
                  <a:pt x="973" y="1538"/>
                  <a:pt x="982" y="1534"/>
                </a:cubicBezTo>
                <a:cubicBezTo>
                  <a:pt x="1025" y="1532"/>
                  <a:pt x="1030" y="1523"/>
                  <a:pt x="1034" y="1528"/>
                </a:cubicBezTo>
                <a:cubicBezTo>
                  <a:pt x="1164" y="1466"/>
                  <a:pt x="1177" y="1463"/>
                  <a:pt x="1175" y="1457"/>
                </a:cubicBezTo>
                <a:cubicBezTo>
                  <a:pt x="1023" y="1516"/>
                  <a:pt x="1001" y="1526"/>
                  <a:pt x="981" y="1521"/>
                </a:cubicBezTo>
                <a:cubicBezTo>
                  <a:pt x="937" y="1530"/>
                  <a:pt x="927" y="1526"/>
                  <a:pt x="915" y="1534"/>
                </a:cubicBezTo>
                <a:cubicBezTo>
                  <a:pt x="837" y="1530"/>
                  <a:pt x="828" y="1533"/>
                  <a:pt x="820" y="1532"/>
                </a:cubicBezTo>
                <a:cubicBezTo>
                  <a:pt x="799" y="1531"/>
                  <a:pt x="794" y="1533"/>
                  <a:pt x="797" y="1529"/>
                </a:cubicBezTo>
                <a:cubicBezTo>
                  <a:pt x="911" y="1511"/>
                  <a:pt x="925" y="1512"/>
                  <a:pt x="928" y="1511"/>
                </a:cubicBezTo>
                <a:cubicBezTo>
                  <a:pt x="952" y="1509"/>
                  <a:pt x="957" y="1507"/>
                  <a:pt x="960" y="1507"/>
                </a:cubicBezTo>
                <a:cubicBezTo>
                  <a:pt x="1072" y="1468"/>
                  <a:pt x="1066" y="1472"/>
                  <a:pt x="1061" y="1474"/>
                </a:cubicBezTo>
                <a:cubicBezTo>
                  <a:pt x="987" y="1495"/>
                  <a:pt x="966" y="1492"/>
                  <a:pt x="943" y="1501"/>
                </a:cubicBezTo>
                <a:cubicBezTo>
                  <a:pt x="878" y="1505"/>
                  <a:pt x="863" y="1500"/>
                  <a:pt x="845" y="1508"/>
                </a:cubicBezTo>
                <a:cubicBezTo>
                  <a:pt x="792" y="1518"/>
                  <a:pt x="789" y="1516"/>
                  <a:pt x="784" y="1521"/>
                </a:cubicBezTo>
                <a:cubicBezTo>
                  <a:pt x="760" y="1519"/>
                  <a:pt x="771" y="1512"/>
                  <a:pt x="781" y="1505"/>
                </a:cubicBezTo>
                <a:cubicBezTo>
                  <a:pt x="1074" y="1377"/>
                  <a:pt x="1091" y="1376"/>
                  <a:pt x="1109" y="1365"/>
                </a:cubicBezTo>
                <a:cubicBezTo>
                  <a:pt x="1152" y="1354"/>
                  <a:pt x="1164" y="1354"/>
                  <a:pt x="1161" y="1348"/>
                </a:cubicBezTo>
                <a:cubicBezTo>
                  <a:pt x="924" y="1438"/>
                  <a:pt x="898" y="1441"/>
                  <a:pt x="866" y="1466"/>
                </a:cubicBezTo>
                <a:cubicBezTo>
                  <a:pt x="833" y="1481"/>
                  <a:pt x="830" y="1474"/>
                  <a:pt x="826" y="1479"/>
                </a:cubicBezTo>
                <a:cubicBezTo>
                  <a:pt x="777" y="1496"/>
                  <a:pt x="768" y="1508"/>
                  <a:pt x="763" y="1504"/>
                </a:cubicBezTo>
                <a:cubicBezTo>
                  <a:pt x="757" y="1499"/>
                  <a:pt x="767" y="1506"/>
                  <a:pt x="763" y="1500"/>
                </a:cubicBezTo>
                <a:cubicBezTo>
                  <a:pt x="799" y="1476"/>
                  <a:pt x="820" y="1466"/>
                  <a:pt x="835" y="1455"/>
                </a:cubicBezTo>
                <a:cubicBezTo>
                  <a:pt x="1001" y="1369"/>
                  <a:pt x="1010" y="1365"/>
                  <a:pt x="1021" y="1358"/>
                </a:cubicBezTo>
                <a:cubicBezTo>
                  <a:pt x="1073" y="1338"/>
                  <a:pt x="1093" y="1333"/>
                  <a:pt x="1114" y="1320"/>
                </a:cubicBezTo>
                <a:cubicBezTo>
                  <a:pt x="1157" y="1304"/>
                  <a:pt x="1168" y="1311"/>
                  <a:pt x="1165" y="1303"/>
                </a:cubicBezTo>
                <a:cubicBezTo>
                  <a:pt x="1080" y="1325"/>
                  <a:pt x="1073" y="1332"/>
                  <a:pt x="1068" y="1330"/>
                </a:cubicBezTo>
                <a:cubicBezTo>
                  <a:pt x="1013" y="1356"/>
                  <a:pt x="993" y="1361"/>
                  <a:pt x="973" y="1369"/>
                </a:cubicBezTo>
                <a:cubicBezTo>
                  <a:pt x="880" y="1420"/>
                  <a:pt x="861" y="1414"/>
                  <a:pt x="867" y="1420"/>
                </a:cubicBezTo>
                <a:cubicBezTo>
                  <a:pt x="731" y="1507"/>
                  <a:pt x="718" y="1517"/>
                  <a:pt x="704" y="1526"/>
                </a:cubicBezTo>
                <a:cubicBezTo>
                  <a:pt x="669" y="1546"/>
                  <a:pt x="667" y="1543"/>
                  <a:pt x="667" y="1544"/>
                </a:cubicBezTo>
                <a:cubicBezTo>
                  <a:pt x="644" y="1560"/>
                  <a:pt x="633" y="1563"/>
                  <a:pt x="622" y="1560"/>
                </a:cubicBezTo>
                <a:cubicBezTo>
                  <a:pt x="711" y="1506"/>
                  <a:pt x="729" y="1486"/>
                  <a:pt x="748" y="1472"/>
                </a:cubicBezTo>
                <a:cubicBezTo>
                  <a:pt x="786" y="1446"/>
                  <a:pt x="791" y="1443"/>
                  <a:pt x="796" y="1439"/>
                </a:cubicBezTo>
                <a:cubicBezTo>
                  <a:pt x="897" y="1370"/>
                  <a:pt x="900" y="1376"/>
                  <a:pt x="906" y="1369"/>
                </a:cubicBezTo>
                <a:cubicBezTo>
                  <a:pt x="1008" y="1309"/>
                  <a:pt x="1025" y="1314"/>
                  <a:pt x="1028" y="1301"/>
                </a:cubicBezTo>
                <a:cubicBezTo>
                  <a:pt x="952" y="1334"/>
                  <a:pt x="948" y="1337"/>
                  <a:pt x="943" y="1341"/>
                </a:cubicBezTo>
                <a:cubicBezTo>
                  <a:pt x="894" y="1365"/>
                  <a:pt x="877" y="1376"/>
                  <a:pt x="859" y="1387"/>
                </a:cubicBezTo>
                <a:cubicBezTo>
                  <a:pt x="775" y="1445"/>
                  <a:pt x="759" y="1452"/>
                  <a:pt x="743" y="1465"/>
                </a:cubicBezTo>
                <a:cubicBezTo>
                  <a:pt x="718" y="1484"/>
                  <a:pt x="718" y="1482"/>
                  <a:pt x="707" y="1489"/>
                </a:cubicBezTo>
                <a:cubicBezTo>
                  <a:pt x="679" y="1511"/>
                  <a:pt x="674" y="1508"/>
                  <a:pt x="675" y="1514"/>
                </a:cubicBezTo>
                <a:cubicBezTo>
                  <a:pt x="655" y="1518"/>
                  <a:pt x="662" y="1513"/>
                  <a:pt x="668" y="1508"/>
                </a:cubicBezTo>
                <a:cubicBezTo>
                  <a:pt x="802" y="1403"/>
                  <a:pt x="816" y="1390"/>
                  <a:pt x="838" y="1376"/>
                </a:cubicBezTo>
                <a:cubicBezTo>
                  <a:pt x="904" y="1328"/>
                  <a:pt x="919" y="1318"/>
                  <a:pt x="935" y="1308"/>
                </a:cubicBezTo>
                <a:cubicBezTo>
                  <a:pt x="1007" y="1265"/>
                  <a:pt x="1021" y="1270"/>
                  <a:pt x="1021" y="1260"/>
                </a:cubicBezTo>
                <a:cubicBezTo>
                  <a:pt x="946" y="1294"/>
                  <a:pt x="934" y="1301"/>
                  <a:pt x="923" y="1305"/>
                </a:cubicBezTo>
                <a:cubicBezTo>
                  <a:pt x="852" y="1350"/>
                  <a:pt x="852" y="1353"/>
                  <a:pt x="838" y="1362"/>
                </a:cubicBezTo>
                <a:cubicBezTo>
                  <a:pt x="737" y="1440"/>
                  <a:pt x="709" y="1463"/>
                  <a:pt x="672" y="1488"/>
                </a:cubicBezTo>
                <a:cubicBezTo>
                  <a:pt x="571" y="1564"/>
                  <a:pt x="573" y="1571"/>
                  <a:pt x="566" y="1570"/>
                </a:cubicBezTo>
                <a:cubicBezTo>
                  <a:pt x="618" y="1507"/>
                  <a:pt x="641" y="1505"/>
                  <a:pt x="636" y="1498"/>
                </a:cubicBezTo>
                <a:cubicBezTo>
                  <a:pt x="730" y="1424"/>
                  <a:pt x="759" y="1399"/>
                  <a:pt x="790" y="1373"/>
                </a:cubicBezTo>
                <a:cubicBezTo>
                  <a:pt x="865" y="1320"/>
                  <a:pt x="874" y="1321"/>
                  <a:pt x="874" y="1321"/>
                </a:cubicBezTo>
                <a:cubicBezTo>
                  <a:pt x="909" y="1295"/>
                  <a:pt x="923" y="1292"/>
                  <a:pt x="920" y="1286"/>
                </a:cubicBezTo>
                <a:cubicBezTo>
                  <a:pt x="878" y="1307"/>
                  <a:pt x="871" y="1312"/>
                  <a:pt x="864" y="1317"/>
                </a:cubicBezTo>
                <a:cubicBezTo>
                  <a:pt x="717" y="1422"/>
                  <a:pt x="687" y="1441"/>
                  <a:pt x="635" y="1481"/>
                </a:cubicBezTo>
                <a:cubicBezTo>
                  <a:pt x="582" y="1533"/>
                  <a:pt x="565" y="1547"/>
                  <a:pt x="553" y="1561"/>
                </a:cubicBezTo>
                <a:cubicBezTo>
                  <a:pt x="509" y="1596"/>
                  <a:pt x="498" y="1602"/>
                  <a:pt x="482" y="1612"/>
                </a:cubicBezTo>
                <a:cubicBezTo>
                  <a:pt x="466" y="1610"/>
                  <a:pt x="465" y="1606"/>
                  <a:pt x="482" y="1595"/>
                </a:cubicBezTo>
                <a:cubicBezTo>
                  <a:pt x="493" y="1577"/>
                  <a:pt x="502" y="1573"/>
                  <a:pt x="502" y="1568"/>
                </a:cubicBezTo>
                <a:cubicBezTo>
                  <a:pt x="549" y="1524"/>
                  <a:pt x="560" y="1505"/>
                  <a:pt x="580" y="1487"/>
                </a:cubicBezTo>
                <a:cubicBezTo>
                  <a:pt x="643" y="1414"/>
                  <a:pt x="657" y="1411"/>
                  <a:pt x="654" y="1405"/>
                </a:cubicBezTo>
                <a:cubicBezTo>
                  <a:pt x="776" y="1309"/>
                  <a:pt x="791" y="1299"/>
                  <a:pt x="807" y="1289"/>
                </a:cubicBezTo>
                <a:cubicBezTo>
                  <a:pt x="837" y="1267"/>
                  <a:pt x="831" y="1267"/>
                  <a:pt x="825" y="1270"/>
                </a:cubicBezTo>
                <a:cubicBezTo>
                  <a:pt x="767" y="1308"/>
                  <a:pt x="764" y="1312"/>
                  <a:pt x="758" y="1315"/>
                </a:cubicBezTo>
                <a:cubicBezTo>
                  <a:pt x="675" y="1380"/>
                  <a:pt x="657" y="1387"/>
                  <a:pt x="652" y="1397"/>
                </a:cubicBezTo>
                <a:cubicBezTo>
                  <a:pt x="610" y="1440"/>
                  <a:pt x="602" y="1444"/>
                  <a:pt x="596" y="1448"/>
                </a:cubicBezTo>
                <a:cubicBezTo>
                  <a:pt x="552" y="1495"/>
                  <a:pt x="541" y="1514"/>
                  <a:pt x="519" y="1531"/>
                </a:cubicBezTo>
                <a:cubicBezTo>
                  <a:pt x="461" y="1594"/>
                  <a:pt x="455" y="1600"/>
                  <a:pt x="450" y="1606"/>
                </a:cubicBezTo>
                <a:cubicBezTo>
                  <a:pt x="439" y="1608"/>
                  <a:pt x="448" y="1597"/>
                  <a:pt x="458" y="1587"/>
                </a:cubicBezTo>
                <a:cubicBezTo>
                  <a:pt x="597" y="1417"/>
                  <a:pt x="630" y="1392"/>
                  <a:pt x="656" y="1366"/>
                </a:cubicBezTo>
                <a:cubicBezTo>
                  <a:pt x="675" y="1340"/>
                  <a:pt x="675" y="1347"/>
                  <a:pt x="662" y="1355"/>
                </a:cubicBezTo>
                <a:cubicBezTo>
                  <a:pt x="574" y="1438"/>
                  <a:pt x="565" y="1440"/>
                  <a:pt x="565" y="1444"/>
                </a:cubicBezTo>
                <a:cubicBezTo>
                  <a:pt x="525" y="1490"/>
                  <a:pt x="524" y="1495"/>
                  <a:pt x="515" y="1499"/>
                </a:cubicBezTo>
                <a:cubicBezTo>
                  <a:pt x="511" y="1498"/>
                  <a:pt x="521" y="1486"/>
                  <a:pt x="532" y="1473"/>
                </a:cubicBezTo>
                <a:cubicBezTo>
                  <a:pt x="548" y="1442"/>
                  <a:pt x="554" y="1439"/>
                  <a:pt x="552" y="1436"/>
                </a:cubicBezTo>
                <a:cubicBezTo>
                  <a:pt x="588" y="1385"/>
                  <a:pt x="592" y="1372"/>
                  <a:pt x="603" y="1360"/>
                </a:cubicBezTo>
                <a:cubicBezTo>
                  <a:pt x="671" y="1285"/>
                  <a:pt x="670" y="1279"/>
                  <a:pt x="678" y="1274"/>
                </a:cubicBezTo>
                <a:cubicBezTo>
                  <a:pt x="624" y="1318"/>
                  <a:pt x="617" y="1327"/>
                  <a:pt x="608" y="1336"/>
                </a:cubicBezTo>
                <a:cubicBezTo>
                  <a:pt x="562" y="1397"/>
                  <a:pt x="565" y="1403"/>
                  <a:pt x="558" y="1407"/>
                </a:cubicBezTo>
                <a:cubicBezTo>
                  <a:pt x="524" y="1460"/>
                  <a:pt x="519" y="1470"/>
                  <a:pt x="512" y="1480"/>
                </a:cubicBezTo>
                <a:cubicBezTo>
                  <a:pt x="485" y="1516"/>
                  <a:pt x="482" y="1519"/>
                  <a:pt x="481" y="1522"/>
                </a:cubicBezTo>
                <a:cubicBezTo>
                  <a:pt x="442" y="1574"/>
                  <a:pt x="436" y="1576"/>
                  <a:pt x="432" y="1579"/>
                </a:cubicBezTo>
                <a:cubicBezTo>
                  <a:pt x="424" y="1596"/>
                  <a:pt x="410" y="1601"/>
                  <a:pt x="410" y="1608"/>
                </a:cubicBezTo>
                <a:cubicBezTo>
                  <a:pt x="366" y="1643"/>
                  <a:pt x="359" y="1653"/>
                  <a:pt x="356" y="1648"/>
                </a:cubicBezTo>
                <a:cubicBezTo>
                  <a:pt x="366" y="1635"/>
                  <a:pt x="365" y="1629"/>
                  <a:pt x="376" y="1624"/>
                </a:cubicBezTo>
                <a:cubicBezTo>
                  <a:pt x="393" y="1600"/>
                  <a:pt x="398" y="1594"/>
                  <a:pt x="404" y="1588"/>
                </a:cubicBezTo>
                <a:cubicBezTo>
                  <a:pt x="430" y="1542"/>
                  <a:pt x="442" y="1538"/>
                  <a:pt x="438" y="1530"/>
                </a:cubicBezTo>
                <a:cubicBezTo>
                  <a:pt x="478" y="1464"/>
                  <a:pt x="488" y="1459"/>
                  <a:pt x="487" y="1452"/>
                </a:cubicBezTo>
                <a:cubicBezTo>
                  <a:pt x="520" y="1389"/>
                  <a:pt x="533" y="1384"/>
                  <a:pt x="535" y="1378"/>
                </a:cubicBezTo>
                <a:cubicBezTo>
                  <a:pt x="564" y="1332"/>
                  <a:pt x="579" y="1327"/>
                  <a:pt x="575" y="1319"/>
                </a:cubicBezTo>
                <a:cubicBezTo>
                  <a:pt x="502" y="1413"/>
                  <a:pt x="492" y="1415"/>
                  <a:pt x="497" y="1421"/>
                </a:cubicBezTo>
                <a:cubicBezTo>
                  <a:pt x="471" y="1469"/>
                  <a:pt x="460" y="1477"/>
                  <a:pt x="457" y="1486"/>
                </a:cubicBezTo>
                <a:cubicBezTo>
                  <a:pt x="401" y="1570"/>
                  <a:pt x="395" y="1579"/>
                  <a:pt x="390" y="1587"/>
                </a:cubicBezTo>
                <a:cubicBezTo>
                  <a:pt x="358" y="1624"/>
                  <a:pt x="359" y="1629"/>
                  <a:pt x="353" y="1633"/>
                </a:cubicBezTo>
                <a:cubicBezTo>
                  <a:pt x="272" y="1697"/>
                  <a:pt x="268" y="1702"/>
                  <a:pt x="265" y="1699"/>
                </a:cubicBezTo>
                <a:cubicBezTo>
                  <a:pt x="298" y="1668"/>
                  <a:pt x="304" y="1660"/>
                  <a:pt x="314" y="1652"/>
                </a:cubicBezTo>
                <a:cubicBezTo>
                  <a:pt x="350" y="1604"/>
                  <a:pt x="364" y="1598"/>
                  <a:pt x="366" y="1589"/>
                </a:cubicBezTo>
                <a:cubicBezTo>
                  <a:pt x="389" y="1560"/>
                  <a:pt x="394" y="1551"/>
                  <a:pt x="398" y="1543"/>
                </a:cubicBezTo>
                <a:cubicBezTo>
                  <a:pt x="432" y="1480"/>
                  <a:pt x="435" y="1476"/>
                  <a:pt x="437" y="1471"/>
                </a:cubicBezTo>
                <a:cubicBezTo>
                  <a:pt x="471" y="1422"/>
                  <a:pt x="457" y="1415"/>
                  <a:pt x="467" y="1413"/>
                </a:cubicBezTo>
                <a:cubicBezTo>
                  <a:pt x="504" y="1336"/>
                  <a:pt x="516" y="1320"/>
                  <a:pt x="524" y="1305"/>
                </a:cubicBezTo>
                <a:cubicBezTo>
                  <a:pt x="545" y="1273"/>
                  <a:pt x="557" y="1266"/>
                  <a:pt x="554" y="1256"/>
                </a:cubicBezTo>
                <a:cubicBezTo>
                  <a:pt x="511" y="1306"/>
                  <a:pt x="510" y="1314"/>
                  <a:pt x="504" y="1322"/>
                </a:cubicBezTo>
                <a:cubicBezTo>
                  <a:pt x="483" y="1353"/>
                  <a:pt x="479" y="1361"/>
                  <a:pt x="476" y="1368"/>
                </a:cubicBezTo>
                <a:cubicBezTo>
                  <a:pt x="445" y="1421"/>
                  <a:pt x="447" y="1431"/>
                  <a:pt x="439" y="1438"/>
                </a:cubicBezTo>
                <a:cubicBezTo>
                  <a:pt x="406" y="1499"/>
                  <a:pt x="413" y="1504"/>
                  <a:pt x="405" y="1507"/>
                </a:cubicBezTo>
                <a:cubicBezTo>
                  <a:pt x="370" y="1561"/>
                  <a:pt x="369" y="1569"/>
                  <a:pt x="360" y="1575"/>
                </a:cubicBezTo>
                <a:cubicBezTo>
                  <a:pt x="347" y="1590"/>
                  <a:pt x="351" y="1595"/>
                  <a:pt x="343" y="1597"/>
                </a:cubicBezTo>
                <a:cubicBezTo>
                  <a:pt x="271" y="1672"/>
                  <a:pt x="262" y="1679"/>
                  <a:pt x="257" y="1687"/>
                </a:cubicBezTo>
                <a:cubicBezTo>
                  <a:pt x="236" y="1703"/>
                  <a:pt x="235" y="1698"/>
                  <a:pt x="241" y="1694"/>
                </a:cubicBezTo>
                <a:cubicBezTo>
                  <a:pt x="249" y="1676"/>
                  <a:pt x="266" y="1669"/>
                  <a:pt x="266" y="1659"/>
                </a:cubicBezTo>
                <a:cubicBezTo>
                  <a:pt x="321" y="1593"/>
                  <a:pt x="325" y="1590"/>
                  <a:pt x="327" y="1587"/>
                </a:cubicBezTo>
                <a:cubicBezTo>
                  <a:pt x="347" y="1546"/>
                  <a:pt x="360" y="1539"/>
                  <a:pt x="361" y="1530"/>
                </a:cubicBezTo>
                <a:cubicBezTo>
                  <a:pt x="382" y="1483"/>
                  <a:pt x="395" y="1481"/>
                  <a:pt x="394" y="1476"/>
                </a:cubicBezTo>
                <a:cubicBezTo>
                  <a:pt x="420" y="1415"/>
                  <a:pt x="418" y="1410"/>
                  <a:pt x="424" y="1406"/>
                </a:cubicBezTo>
                <a:cubicBezTo>
                  <a:pt x="416" y="1415"/>
                  <a:pt x="406" y="1417"/>
                  <a:pt x="407" y="1422"/>
                </a:cubicBezTo>
                <a:cubicBezTo>
                  <a:pt x="376" y="1486"/>
                  <a:pt x="373" y="1493"/>
                  <a:pt x="369" y="1500"/>
                </a:cubicBezTo>
                <a:cubicBezTo>
                  <a:pt x="350" y="1530"/>
                  <a:pt x="341" y="1536"/>
                  <a:pt x="343" y="1545"/>
                </a:cubicBezTo>
                <a:cubicBezTo>
                  <a:pt x="298" y="1609"/>
                  <a:pt x="281" y="1631"/>
                  <a:pt x="257" y="1651"/>
                </a:cubicBezTo>
                <a:cubicBezTo>
                  <a:pt x="216" y="1698"/>
                  <a:pt x="217" y="1712"/>
                  <a:pt x="206" y="1710"/>
                </a:cubicBezTo>
                <a:cubicBezTo>
                  <a:pt x="188" y="1726"/>
                  <a:pt x="190" y="1724"/>
                  <a:pt x="192" y="1722"/>
                </a:cubicBezTo>
                <a:cubicBezTo>
                  <a:pt x="264" y="1634"/>
                  <a:pt x="265" y="1626"/>
                  <a:pt x="274" y="1619"/>
                </a:cubicBezTo>
                <a:cubicBezTo>
                  <a:pt x="300" y="1574"/>
                  <a:pt x="316" y="1562"/>
                  <a:pt x="317" y="1548"/>
                </a:cubicBezTo>
                <a:cubicBezTo>
                  <a:pt x="346" y="1489"/>
                  <a:pt x="354" y="1480"/>
                  <a:pt x="360" y="1471"/>
                </a:cubicBezTo>
                <a:cubicBezTo>
                  <a:pt x="382" y="1431"/>
                  <a:pt x="382" y="1418"/>
                  <a:pt x="393" y="1406"/>
                </a:cubicBezTo>
                <a:cubicBezTo>
                  <a:pt x="405" y="1383"/>
                  <a:pt x="413" y="1378"/>
                  <a:pt x="411" y="1370"/>
                </a:cubicBezTo>
                <a:cubicBezTo>
                  <a:pt x="436" y="1329"/>
                  <a:pt x="444" y="1325"/>
                  <a:pt x="442" y="1318"/>
                </a:cubicBezTo>
                <a:cubicBezTo>
                  <a:pt x="415" y="1355"/>
                  <a:pt x="405" y="1362"/>
                  <a:pt x="404" y="1371"/>
                </a:cubicBezTo>
                <a:cubicBezTo>
                  <a:pt x="377" y="1411"/>
                  <a:pt x="372" y="1428"/>
                  <a:pt x="359" y="1444"/>
                </a:cubicBezTo>
                <a:cubicBezTo>
                  <a:pt x="326" y="1501"/>
                  <a:pt x="331" y="1511"/>
                  <a:pt x="321" y="1518"/>
                </a:cubicBezTo>
                <a:cubicBezTo>
                  <a:pt x="300" y="1558"/>
                  <a:pt x="294" y="1562"/>
                  <a:pt x="295" y="1567"/>
                </a:cubicBezTo>
                <a:cubicBezTo>
                  <a:pt x="261" y="1605"/>
                  <a:pt x="259" y="1623"/>
                  <a:pt x="245" y="1639"/>
                </a:cubicBezTo>
                <a:cubicBezTo>
                  <a:pt x="182" y="1710"/>
                  <a:pt x="181" y="1716"/>
                  <a:pt x="177" y="1722"/>
                </a:cubicBezTo>
                <a:cubicBezTo>
                  <a:pt x="131" y="1762"/>
                  <a:pt x="120" y="1777"/>
                  <a:pt x="113" y="1769"/>
                </a:cubicBezTo>
                <a:cubicBezTo>
                  <a:pt x="159" y="1720"/>
                  <a:pt x="161" y="1718"/>
                  <a:pt x="161" y="1716"/>
                </a:cubicBezTo>
                <a:cubicBezTo>
                  <a:pt x="184" y="1687"/>
                  <a:pt x="185" y="1681"/>
                  <a:pt x="188" y="1684"/>
                </a:cubicBezTo>
                <a:cubicBezTo>
                  <a:pt x="232" y="1623"/>
                  <a:pt x="236" y="1610"/>
                  <a:pt x="247" y="1599"/>
                </a:cubicBezTo>
                <a:cubicBezTo>
                  <a:pt x="259" y="1574"/>
                  <a:pt x="266" y="1568"/>
                  <a:pt x="271" y="1562"/>
                </a:cubicBezTo>
                <a:cubicBezTo>
                  <a:pt x="290" y="1513"/>
                  <a:pt x="295" y="1511"/>
                  <a:pt x="294" y="1508"/>
                </a:cubicBezTo>
                <a:cubicBezTo>
                  <a:pt x="319" y="1455"/>
                  <a:pt x="328" y="1445"/>
                  <a:pt x="327" y="1433"/>
                </a:cubicBezTo>
                <a:cubicBezTo>
                  <a:pt x="350" y="1381"/>
                  <a:pt x="358" y="1377"/>
                  <a:pt x="358" y="1370"/>
                </a:cubicBezTo>
                <a:cubicBezTo>
                  <a:pt x="379" y="1312"/>
                  <a:pt x="380" y="1322"/>
                  <a:pt x="373" y="1329"/>
                </a:cubicBezTo>
                <a:cubicBezTo>
                  <a:pt x="340" y="1387"/>
                  <a:pt x="334" y="1396"/>
                  <a:pt x="333" y="1405"/>
                </a:cubicBezTo>
                <a:cubicBezTo>
                  <a:pt x="304" y="1463"/>
                  <a:pt x="302" y="1472"/>
                  <a:pt x="295" y="1479"/>
                </a:cubicBezTo>
                <a:cubicBezTo>
                  <a:pt x="286" y="1497"/>
                  <a:pt x="290" y="1503"/>
                  <a:pt x="286" y="1507"/>
                </a:cubicBezTo>
                <a:cubicBezTo>
                  <a:pt x="254" y="1566"/>
                  <a:pt x="247" y="1577"/>
                  <a:pt x="239" y="1587"/>
                </a:cubicBezTo>
                <a:cubicBezTo>
                  <a:pt x="205" y="1638"/>
                  <a:pt x="200" y="1647"/>
                  <a:pt x="194" y="1656"/>
                </a:cubicBezTo>
                <a:cubicBezTo>
                  <a:pt x="138" y="1725"/>
                  <a:pt x="136" y="1728"/>
                  <a:pt x="133" y="1732"/>
                </a:cubicBezTo>
                <a:cubicBezTo>
                  <a:pt x="45" y="1816"/>
                  <a:pt x="39" y="1820"/>
                  <a:pt x="35" y="1819"/>
                </a:cubicBezTo>
                <a:cubicBezTo>
                  <a:pt x="101" y="1743"/>
                  <a:pt x="102" y="1739"/>
                  <a:pt x="101" y="1736"/>
                </a:cubicBezTo>
                <a:cubicBezTo>
                  <a:pt x="122" y="1716"/>
                  <a:pt x="122" y="1709"/>
                  <a:pt x="132" y="1704"/>
                </a:cubicBezTo>
                <a:cubicBezTo>
                  <a:pt x="167" y="1653"/>
                  <a:pt x="179" y="1648"/>
                  <a:pt x="180" y="1641"/>
                </a:cubicBezTo>
                <a:cubicBezTo>
                  <a:pt x="219" y="1582"/>
                  <a:pt x="221" y="1578"/>
                  <a:pt x="223" y="1574"/>
                </a:cubicBezTo>
                <a:cubicBezTo>
                  <a:pt x="248" y="1539"/>
                  <a:pt x="242" y="1534"/>
                  <a:pt x="250" y="1531"/>
                </a:cubicBezTo>
                <a:cubicBezTo>
                  <a:pt x="273" y="1494"/>
                  <a:pt x="276" y="1490"/>
                  <a:pt x="275" y="1486"/>
                </a:cubicBezTo>
                <a:cubicBezTo>
                  <a:pt x="309" y="1436"/>
                  <a:pt x="302" y="1426"/>
                  <a:pt x="311" y="1420"/>
                </a:cubicBezTo>
                <a:cubicBezTo>
                  <a:pt x="342" y="1336"/>
                  <a:pt x="348" y="1320"/>
                  <a:pt x="352" y="1305"/>
                </a:cubicBezTo>
                <a:cubicBezTo>
                  <a:pt x="324" y="1362"/>
                  <a:pt x="321" y="1371"/>
                  <a:pt x="319" y="1379"/>
                </a:cubicBezTo>
                <a:cubicBezTo>
                  <a:pt x="300" y="1407"/>
                  <a:pt x="306" y="1412"/>
                  <a:pt x="301" y="1416"/>
                </a:cubicBezTo>
                <a:cubicBezTo>
                  <a:pt x="287" y="1441"/>
                  <a:pt x="289" y="1446"/>
                  <a:pt x="282" y="1450"/>
                </a:cubicBezTo>
                <a:cubicBezTo>
                  <a:pt x="262" y="1492"/>
                  <a:pt x="259" y="1497"/>
                  <a:pt x="258" y="1501"/>
                </a:cubicBezTo>
                <a:cubicBezTo>
                  <a:pt x="223" y="1558"/>
                  <a:pt x="215" y="1563"/>
                  <a:pt x="213" y="1570"/>
                </a:cubicBezTo>
                <a:cubicBezTo>
                  <a:pt x="167" y="1646"/>
                  <a:pt x="158" y="1651"/>
                  <a:pt x="156" y="1657"/>
                </a:cubicBezTo>
                <a:cubicBezTo>
                  <a:pt x="107" y="1713"/>
                  <a:pt x="104" y="1718"/>
                  <a:pt x="99" y="1722"/>
                </a:cubicBezTo>
                <a:cubicBezTo>
                  <a:pt x="73" y="1752"/>
                  <a:pt x="73" y="1756"/>
                  <a:pt x="67" y="1758"/>
                </a:cubicBezTo>
                <a:cubicBezTo>
                  <a:pt x="86" y="1724"/>
                  <a:pt x="86" y="1723"/>
                  <a:pt x="86" y="1722"/>
                </a:cubicBezTo>
                <a:cubicBezTo>
                  <a:pt x="106" y="1692"/>
                  <a:pt x="110" y="1684"/>
                  <a:pt x="113" y="1675"/>
                </a:cubicBezTo>
                <a:cubicBezTo>
                  <a:pt x="135" y="1643"/>
                  <a:pt x="140" y="1636"/>
                  <a:pt x="139" y="1626"/>
                </a:cubicBezTo>
                <a:cubicBezTo>
                  <a:pt x="166" y="1583"/>
                  <a:pt x="168" y="1580"/>
                  <a:pt x="168" y="1575"/>
                </a:cubicBezTo>
                <a:cubicBezTo>
                  <a:pt x="198" y="1518"/>
                  <a:pt x="207" y="1511"/>
                  <a:pt x="209" y="1502"/>
                </a:cubicBezTo>
                <a:cubicBezTo>
                  <a:pt x="226" y="1469"/>
                  <a:pt x="231" y="1461"/>
                  <a:pt x="232" y="1452"/>
                </a:cubicBezTo>
                <a:cubicBezTo>
                  <a:pt x="259" y="1398"/>
                  <a:pt x="269" y="1396"/>
                  <a:pt x="267" y="1390"/>
                </a:cubicBezTo>
                <a:cubicBezTo>
                  <a:pt x="261" y="1398"/>
                  <a:pt x="255" y="1402"/>
                  <a:pt x="249" y="1405"/>
                </a:cubicBezTo>
                <a:cubicBezTo>
                  <a:pt x="216" y="1481"/>
                  <a:pt x="204" y="1484"/>
                  <a:pt x="205" y="1491"/>
                </a:cubicBezTo>
                <a:cubicBezTo>
                  <a:pt x="179" y="1544"/>
                  <a:pt x="177" y="1544"/>
                  <a:pt x="176" y="1546"/>
                </a:cubicBezTo>
                <a:cubicBezTo>
                  <a:pt x="152" y="1576"/>
                  <a:pt x="159" y="1583"/>
                  <a:pt x="151" y="1587"/>
                </a:cubicBezTo>
                <a:cubicBezTo>
                  <a:pt x="136" y="1614"/>
                  <a:pt x="130" y="1624"/>
                  <a:pt x="127" y="1634"/>
                </a:cubicBezTo>
                <a:cubicBezTo>
                  <a:pt x="97" y="1675"/>
                  <a:pt x="94" y="1690"/>
                  <a:pt x="82" y="1703"/>
                </a:cubicBezTo>
                <a:cubicBezTo>
                  <a:pt x="51" y="1752"/>
                  <a:pt x="53" y="1760"/>
                  <a:pt x="45" y="1767"/>
                </a:cubicBezTo>
                <a:cubicBezTo>
                  <a:pt x="17" y="1809"/>
                  <a:pt x="7" y="1811"/>
                  <a:pt x="8" y="1816"/>
                </a:cubicBezTo>
                <a:cubicBezTo>
                  <a:pt x="7" y="1875"/>
                  <a:pt x="13" y="1874"/>
                  <a:pt x="19" y="1868"/>
                </a:cubicBezTo>
                <a:cubicBezTo>
                  <a:pt x="68" y="1868"/>
                  <a:pt x="73" y="1861"/>
                  <a:pt x="76" y="1864"/>
                </a:cubicBezTo>
                <a:cubicBezTo>
                  <a:pt x="107" y="1863"/>
                  <a:pt x="120" y="1864"/>
                  <a:pt x="133" y="1861"/>
                </a:cubicBezTo>
                <a:cubicBezTo>
                  <a:pt x="183" y="1863"/>
                  <a:pt x="195" y="1862"/>
                  <a:pt x="207" y="1867"/>
                </a:cubicBezTo>
                <a:cubicBezTo>
                  <a:pt x="249" y="1877"/>
                  <a:pt x="256" y="1872"/>
                  <a:pt x="262" y="1876"/>
                </a:cubicBezTo>
                <a:cubicBezTo>
                  <a:pt x="325" y="1885"/>
                  <a:pt x="330" y="1890"/>
                  <a:pt x="336" y="1888"/>
                </a:cubicBezTo>
                <a:cubicBezTo>
                  <a:pt x="366" y="1893"/>
                  <a:pt x="368" y="1900"/>
                  <a:pt x="373" y="1895"/>
                </a:cubicBezTo>
                <a:cubicBezTo>
                  <a:pt x="402" y="1903"/>
                  <a:pt x="405" y="1907"/>
                  <a:pt x="408" y="1907"/>
                </a:cubicBezTo>
                <a:cubicBezTo>
                  <a:pt x="440" y="1907"/>
                  <a:pt x="452" y="1915"/>
                  <a:pt x="464" y="1918"/>
                </a:cubicBezTo>
                <a:cubicBezTo>
                  <a:pt x="495" y="1918"/>
                  <a:pt x="497" y="1926"/>
                  <a:pt x="501" y="1921"/>
                </a:cubicBezTo>
                <a:cubicBezTo>
                  <a:pt x="550" y="1931"/>
                  <a:pt x="564" y="1923"/>
                  <a:pt x="575" y="1927"/>
                </a:cubicBezTo>
                <a:cubicBezTo>
                  <a:pt x="634" y="1919"/>
                  <a:pt x="640" y="1915"/>
                  <a:pt x="644" y="1919"/>
                </a:cubicBezTo>
                <a:cubicBezTo>
                  <a:pt x="681" y="1904"/>
                  <a:pt x="693" y="1911"/>
                  <a:pt x="691" y="1901"/>
                </a:cubicBezTo>
                <a:cubicBezTo>
                  <a:pt x="605" y="1920"/>
                  <a:pt x="602" y="1914"/>
                  <a:pt x="596" y="1916"/>
                </a:cubicBezTo>
                <a:cubicBezTo>
                  <a:pt x="550" y="1912"/>
                  <a:pt x="543" y="1923"/>
                  <a:pt x="540" y="1916"/>
                </a:cubicBezTo>
                <a:cubicBezTo>
                  <a:pt x="500" y="1905"/>
                  <a:pt x="495" y="1911"/>
                  <a:pt x="491" y="1910"/>
                </a:cubicBezTo>
                <a:cubicBezTo>
                  <a:pt x="424" y="1898"/>
                  <a:pt x="416" y="1892"/>
                  <a:pt x="406" y="1894"/>
                </a:cubicBezTo>
                <a:cubicBezTo>
                  <a:pt x="361" y="1879"/>
                  <a:pt x="355" y="1883"/>
                  <a:pt x="351" y="1879"/>
                </a:cubicBezTo>
                <a:cubicBezTo>
                  <a:pt x="313" y="1873"/>
                  <a:pt x="304" y="1871"/>
                  <a:pt x="295" y="1868"/>
                </a:cubicBezTo>
                <a:cubicBezTo>
                  <a:pt x="261" y="1865"/>
                  <a:pt x="257" y="1862"/>
                  <a:pt x="252" y="1861"/>
                </a:cubicBezTo>
                <a:cubicBezTo>
                  <a:pt x="199" y="1853"/>
                  <a:pt x="189" y="1851"/>
                  <a:pt x="179" y="1849"/>
                </a:cubicBezTo>
                <a:cubicBezTo>
                  <a:pt x="162" y="1849"/>
                  <a:pt x="161" y="1849"/>
                  <a:pt x="160" y="1850"/>
                </a:cubicBezTo>
                <a:cubicBezTo>
                  <a:pt x="149" y="1849"/>
                  <a:pt x="144" y="1848"/>
                  <a:pt x="146" y="1845"/>
                </a:cubicBezTo>
                <a:cubicBezTo>
                  <a:pt x="189" y="1843"/>
                  <a:pt x="202" y="1837"/>
                  <a:pt x="212" y="1843"/>
                </a:cubicBezTo>
                <a:cubicBezTo>
                  <a:pt x="248" y="1846"/>
                  <a:pt x="254" y="1842"/>
                  <a:pt x="260" y="1842"/>
                </a:cubicBezTo>
                <a:cubicBezTo>
                  <a:pt x="355" y="1852"/>
                  <a:pt x="379" y="1858"/>
                  <a:pt x="404" y="1864"/>
                </a:cubicBezTo>
                <a:cubicBezTo>
                  <a:pt x="458" y="1867"/>
                  <a:pt x="462" y="1870"/>
                  <a:pt x="468" y="1866"/>
                </a:cubicBezTo>
                <a:cubicBezTo>
                  <a:pt x="517" y="1875"/>
                  <a:pt x="523" y="1871"/>
                  <a:pt x="527" y="1875"/>
                </a:cubicBezTo>
                <a:cubicBezTo>
                  <a:pt x="548" y="1876"/>
                  <a:pt x="553" y="1875"/>
                  <a:pt x="558" y="1875"/>
                </a:cubicBezTo>
                <a:cubicBezTo>
                  <a:pt x="546" y="1869"/>
                  <a:pt x="539" y="1870"/>
                  <a:pt x="533" y="1868"/>
                </a:cubicBezTo>
                <a:cubicBezTo>
                  <a:pt x="447" y="1854"/>
                  <a:pt x="440" y="1855"/>
                  <a:pt x="433" y="1855"/>
                </a:cubicBezTo>
                <a:cubicBezTo>
                  <a:pt x="404" y="1849"/>
                  <a:pt x="404" y="1849"/>
                  <a:pt x="404" y="1849"/>
                </a:cubicBezTo>
                <a:cubicBezTo>
                  <a:pt x="360" y="1844"/>
                  <a:pt x="347" y="1840"/>
                  <a:pt x="334" y="1838"/>
                </a:cubicBezTo>
                <a:cubicBezTo>
                  <a:pt x="308" y="1827"/>
                  <a:pt x="299" y="1838"/>
                  <a:pt x="293" y="1834"/>
                </a:cubicBezTo>
                <a:cubicBezTo>
                  <a:pt x="233" y="1835"/>
                  <a:pt x="232" y="1825"/>
                  <a:pt x="232" y="1822"/>
                </a:cubicBezTo>
                <a:cubicBezTo>
                  <a:pt x="176" y="1831"/>
                  <a:pt x="161" y="1832"/>
                  <a:pt x="147" y="1830"/>
                </a:cubicBezTo>
                <a:cubicBezTo>
                  <a:pt x="107" y="1834"/>
                  <a:pt x="96" y="1842"/>
                  <a:pt x="87" y="1840"/>
                </a:cubicBezTo>
                <a:cubicBezTo>
                  <a:pt x="32" y="1846"/>
                  <a:pt x="40" y="1839"/>
                  <a:pt x="48" y="1838"/>
                </a:cubicBezTo>
                <a:cubicBezTo>
                  <a:pt x="121" y="1811"/>
                  <a:pt x="132" y="1814"/>
                  <a:pt x="146" y="1807"/>
                </a:cubicBezTo>
                <a:cubicBezTo>
                  <a:pt x="188" y="1804"/>
                  <a:pt x="193" y="1808"/>
                  <a:pt x="201" y="1801"/>
                </a:cubicBezTo>
                <a:cubicBezTo>
                  <a:pt x="242" y="1804"/>
                  <a:pt x="246" y="1798"/>
                  <a:pt x="248" y="1804"/>
                </a:cubicBezTo>
                <a:cubicBezTo>
                  <a:pt x="301" y="1804"/>
                  <a:pt x="305" y="1802"/>
                  <a:pt x="308" y="1799"/>
                </a:cubicBezTo>
                <a:cubicBezTo>
                  <a:pt x="345" y="1802"/>
                  <a:pt x="352" y="1800"/>
                  <a:pt x="357" y="1805"/>
                </a:cubicBezTo>
                <a:cubicBezTo>
                  <a:pt x="423" y="1808"/>
                  <a:pt x="429" y="1812"/>
                  <a:pt x="436" y="1808"/>
                </a:cubicBezTo>
                <a:cubicBezTo>
                  <a:pt x="501" y="1820"/>
                  <a:pt x="508" y="1821"/>
                  <a:pt x="515" y="1821"/>
                </a:cubicBezTo>
                <a:cubicBezTo>
                  <a:pt x="558" y="1832"/>
                  <a:pt x="562" y="1826"/>
                  <a:pt x="565" y="1833"/>
                </a:cubicBezTo>
                <a:cubicBezTo>
                  <a:pt x="620" y="1845"/>
                  <a:pt x="623" y="1846"/>
                  <a:pt x="627" y="1843"/>
                </a:cubicBezTo>
                <a:cubicBezTo>
                  <a:pt x="654" y="1850"/>
                  <a:pt x="656" y="1850"/>
                  <a:pt x="657" y="1851"/>
                </a:cubicBezTo>
                <a:cubicBezTo>
                  <a:pt x="744" y="1854"/>
                  <a:pt x="752" y="1847"/>
                  <a:pt x="757" y="1854"/>
                </a:cubicBezTo>
                <a:cubicBezTo>
                  <a:pt x="772" y="1849"/>
                  <a:pt x="774" y="1849"/>
                  <a:pt x="773" y="1846"/>
                </a:cubicBezTo>
                <a:cubicBezTo>
                  <a:pt x="696" y="1846"/>
                  <a:pt x="690" y="1842"/>
                  <a:pt x="684" y="1844"/>
                </a:cubicBezTo>
                <a:cubicBezTo>
                  <a:pt x="652" y="1839"/>
                  <a:pt x="648" y="1839"/>
                  <a:pt x="645" y="1838"/>
                </a:cubicBezTo>
                <a:cubicBezTo>
                  <a:pt x="599" y="1834"/>
                  <a:pt x="594" y="1822"/>
                  <a:pt x="586" y="1829"/>
                </a:cubicBezTo>
                <a:cubicBezTo>
                  <a:pt x="541" y="1817"/>
                  <a:pt x="535" y="1811"/>
                  <a:pt x="527" y="1813"/>
                </a:cubicBezTo>
                <a:cubicBezTo>
                  <a:pt x="498" y="1809"/>
                  <a:pt x="494" y="1809"/>
                  <a:pt x="490" y="1810"/>
                </a:cubicBezTo>
                <a:cubicBezTo>
                  <a:pt x="461" y="1804"/>
                  <a:pt x="459" y="1797"/>
                  <a:pt x="453" y="1803"/>
                </a:cubicBezTo>
                <a:cubicBezTo>
                  <a:pt x="391" y="1789"/>
                  <a:pt x="374" y="1794"/>
                  <a:pt x="358" y="1790"/>
                </a:cubicBezTo>
                <a:cubicBezTo>
                  <a:pt x="305" y="1795"/>
                  <a:pt x="302" y="1787"/>
                  <a:pt x="297" y="1789"/>
                </a:cubicBezTo>
                <a:cubicBezTo>
                  <a:pt x="270" y="1781"/>
                  <a:pt x="263" y="1796"/>
                  <a:pt x="260" y="1790"/>
                </a:cubicBezTo>
                <a:cubicBezTo>
                  <a:pt x="181" y="1794"/>
                  <a:pt x="177" y="1796"/>
                  <a:pt x="174" y="1792"/>
                </a:cubicBezTo>
                <a:cubicBezTo>
                  <a:pt x="192" y="1783"/>
                  <a:pt x="198" y="1786"/>
                  <a:pt x="204" y="1785"/>
                </a:cubicBezTo>
                <a:cubicBezTo>
                  <a:pt x="257" y="1782"/>
                  <a:pt x="270" y="1778"/>
                  <a:pt x="282" y="1782"/>
                </a:cubicBezTo>
                <a:cubicBezTo>
                  <a:pt x="349" y="1779"/>
                  <a:pt x="367" y="1775"/>
                  <a:pt x="383" y="1780"/>
                </a:cubicBezTo>
                <a:cubicBezTo>
                  <a:pt x="448" y="1789"/>
                  <a:pt x="454" y="1780"/>
                  <a:pt x="457" y="1787"/>
                </a:cubicBezTo>
                <a:cubicBezTo>
                  <a:pt x="485" y="1791"/>
                  <a:pt x="493" y="1792"/>
                  <a:pt x="502" y="1791"/>
                </a:cubicBezTo>
                <a:cubicBezTo>
                  <a:pt x="527" y="1805"/>
                  <a:pt x="534" y="1794"/>
                  <a:pt x="537" y="1802"/>
                </a:cubicBezTo>
                <a:cubicBezTo>
                  <a:pt x="574" y="1815"/>
                  <a:pt x="582" y="1802"/>
                  <a:pt x="585" y="1812"/>
                </a:cubicBezTo>
                <a:cubicBezTo>
                  <a:pt x="632" y="1820"/>
                  <a:pt x="634" y="1819"/>
                  <a:pt x="636" y="1820"/>
                </a:cubicBezTo>
                <a:cubicBezTo>
                  <a:pt x="667" y="1827"/>
                  <a:pt x="676" y="1825"/>
                  <a:pt x="685" y="1825"/>
                </a:cubicBezTo>
                <a:cubicBezTo>
                  <a:pt x="707" y="1823"/>
                  <a:pt x="704" y="1820"/>
                  <a:pt x="700" y="1822"/>
                </a:cubicBezTo>
                <a:cubicBezTo>
                  <a:pt x="635" y="1809"/>
                  <a:pt x="628" y="1811"/>
                  <a:pt x="622" y="1808"/>
                </a:cubicBezTo>
                <a:cubicBezTo>
                  <a:pt x="592" y="1805"/>
                  <a:pt x="585" y="1801"/>
                  <a:pt x="577" y="1800"/>
                </a:cubicBezTo>
                <a:cubicBezTo>
                  <a:pt x="541" y="1791"/>
                  <a:pt x="527" y="1788"/>
                  <a:pt x="514" y="1783"/>
                </a:cubicBezTo>
                <a:cubicBezTo>
                  <a:pt x="417" y="1772"/>
                  <a:pt x="404" y="1771"/>
                  <a:pt x="391" y="1767"/>
                </a:cubicBezTo>
                <a:cubicBezTo>
                  <a:pt x="300" y="1761"/>
                  <a:pt x="286" y="1765"/>
                  <a:pt x="272" y="1767"/>
                </a:cubicBezTo>
                <a:cubicBezTo>
                  <a:pt x="239" y="1769"/>
                  <a:pt x="236" y="1770"/>
                  <a:pt x="232" y="1770"/>
                </a:cubicBezTo>
                <a:cubicBezTo>
                  <a:pt x="184" y="1778"/>
                  <a:pt x="179" y="1770"/>
                  <a:pt x="170" y="1776"/>
                </a:cubicBezTo>
                <a:cubicBezTo>
                  <a:pt x="185" y="1763"/>
                  <a:pt x="199" y="1749"/>
                  <a:pt x="210" y="1753"/>
                </a:cubicBezTo>
                <a:cubicBezTo>
                  <a:pt x="244" y="1750"/>
                  <a:pt x="249" y="1739"/>
                  <a:pt x="256" y="1743"/>
                </a:cubicBezTo>
                <a:cubicBezTo>
                  <a:pt x="282" y="1741"/>
                  <a:pt x="288" y="1742"/>
                  <a:pt x="295" y="1738"/>
                </a:cubicBezTo>
                <a:cubicBezTo>
                  <a:pt x="330" y="1745"/>
                  <a:pt x="342" y="1733"/>
                  <a:pt x="350" y="1743"/>
                </a:cubicBezTo>
                <a:cubicBezTo>
                  <a:pt x="435" y="1748"/>
                  <a:pt x="437" y="1748"/>
                  <a:pt x="440" y="1746"/>
                </a:cubicBezTo>
                <a:cubicBezTo>
                  <a:pt x="466" y="1751"/>
                  <a:pt x="470" y="1752"/>
                  <a:pt x="473" y="1754"/>
                </a:cubicBezTo>
                <a:cubicBezTo>
                  <a:pt x="507" y="1759"/>
                  <a:pt x="511" y="1762"/>
                  <a:pt x="514" y="1769"/>
                </a:cubicBezTo>
                <a:cubicBezTo>
                  <a:pt x="588" y="1779"/>
                  <a:pt x="595" y="1782"/>
                  <a:pt x="602" y="1779"/>
                </a:cubicBezTo>
                <a:cubicBezTo>
                  <a:pt x="648" y="1794"/>
                  <a:pt x="656" y="1788"/>
                  <a:pt x="662" y="1795"/>
                </a:cubicBezTo>
                <a:cubicBezTo>
                  <a:pt x="716" y="1804"/>
                  <a:pt x="729" y="1805"/>
                  <a:pt x="743" y="1807"/>
                </a:cubicBezTo>
                <a:cubicBezTo>
                  <a:pt x="829" y="1810"/>
                  <a:pt x="834" y="1806"/>
                  <a:pt x="837" y="1807"/>
                </a:cubicBezTo>
                <a:cubicBezTo>
                  <a:pt x="863" y="1807"/>
                  <a:pt x="866" y="1805"/>
                  <a:pt x="868" y="1800"/>
                </a:cubicBezTo>
                <a:cubicBezTo>
                  <a:pt x="923" y="1804"/>
                  <a:pt x="932" y="1803"/>
                  <a:pt x="940" y="1804"/>
                </a:cubicBezTo>
                <a:cubicBezTo>
                  <a:pt x="1001" y="1793"/>
                  <a:pt x="1008" y="1799"/>
                  <a:pt x="1018" y="1790"/>
                </a:cubicBezTo>
                <a:cubicBezTo>
                  <a:pt x="1059" y="1782"/>
                  <a:pt x="1072" y="1773"/>
                  <a:pt x="1068" y="1770"/>
                </a:cubicBezTo>
                <a:cubicBezTo>
                  <a:pt x="999" y="1785"/>
                  <a:pt x="989" y="1791"/>
                  <a:pt x="980" y="1791"/>
                </a:cubicBezTo>
                <a:cubicBezTo>
                  <a:pt x="888" y="1799"/>
                  <a:pt x="881" y="1790"/>
                  <a:pt x="871" y="1794"/>
                </a:cubicBezTo>
                <a:cubicBezTo>
                  <a:pt x="840" y="1791"/>
                  <a:pt x="837" y="1783"/>
                  <a:pt x="832" y="1789"/>
                </a:cubicBezTo>
                <a:cubicBezTo>
                  <a:pt x="784" y="1777"/>
                  <a:pt x="776" y="1771"/>
                  <a:pt x="767" y="1770"/>
                </a:cubicBezTo>
                <a:cubicBezTo>
                  <a:pt x="724" y="1758"/>
                  <a:pt x="707" y="1751"/>
                  <a:pt x="690" y="1749"/>
                </a:cubicBezTo>
                <a:cubicBezTo>
                  <a:pt x="629" y="1733"/>
                  <a:pt x="622" y="1723"/>
                  <a:pt x="612" y="1727"/>
                </a:cubicBezTo>
                <a:cubicBezTo>
                  <a:pt x="594" y="1718"/>
                  <a:pt x="589" y="1722"/>
                  <a:pt x="585" y="1718"/>
                </a:cubicBezTo>
                <a:cubicBezTo>
                  <a:pt x="506" y="1708"/>
                  <a:pt x="501" y="1706"/>
                  <a:pt x="495" y="1708"/>
                </a:cubicBezTo>
                <a:cubicBezTo>
                  <a:pt x="470" y="1703"/>
                  <a:pt x="468" y="1701"/>
                  <a:pt x="464" y="1704"/>
                </a:cubicBezTo>
                <a:cubicBezTo>
                  <a:pt x="414" y="1701"/>
                  <a:pt x="408" y="1699"/>
                  <a:pt x="402" y="1701"/>
                </a:cubicBezTo>
                <a:cubicBezTo>
                  <a:pt x="367" y="1697"/>
                  <a:pt x="362" y="1698"/>
                  <a:pt x="357" y="1696"/>
                </a:cubicBezTo>
                <a:cubicBezTo>
                  <a:pt x="406" y="1690"/>
                  <a:pt x="421" y="1695"/>
                  <a:pt x="439" y="1687"/>
                </a:cubicBezTo>
                <a:cubicBezTo>
                  <a:pt x="502" y="1696"/>
                  <a:pt x="512" y="1693"/>
                  <a:pt x="521" y="1695"/>
                </a:cubicBezTo>
                <a:cubicBezTo>
                  <a:pt x="567" y="1702"/>
                  <a:pt x="584" y="1709"/>
                  <a:pt x="603" y="1713"/>
                </a:cubicBezTo>
                <a:cubicBezTo>
                  <a:pt x="634" y="1717"/>
                  <a:pt x="637" y="1723"/>
                  <a:pt x="643" y="1721"/>
                </a:cubicBezTo>
                <a:cubicBezTo>
                  <a:pt x="657" y="1722"/>
                  <a:pt x="657" y="1722"/>
                  <a:pt x="657" y="1721"/>
                </a:cubicBezTo>
                <a:cubicBezTo>
                  <a:pt x="692" y="1733"/>
                  <a:pt x="702" y="1731"/>
                  <a:pt x="710" y="1738"/>
                </a:cubicBezTo>
                <a:cubicBezTo>
                  <a:pt x="742" y="1743"/>
                  <a:pt x="746" y="1746"/>
                  <a:pt x="751" y="1746"/>
                </a:cubicBezTo>
                <a:cubicBezTo>
                  <a:pt x="780" y="1758"/>
                  <a:pt x="787" y="1750"/>
                  <a:pt x="791" y="1754"/>
                </a:cubicBezTo>
                <a:cubicBezTo>
                  <a:pt x="829" y="1757"/>
                  <a:pt x="838" y="1755"/>
                  <a:pt x="846" y="1758"/>
                </a:cubicBezTo>
                <a:cubicBezTo>
                  <a:pt x="926" y="1755"/>
                  <a:pt x="941" y="1745"/>
                  <a:pt x="953" y="1746"/>
                </a:cubicBezTo>
                <a:cubicBezTo>
                  <a:pt x="1016" y="1731"/>
                  <a:pt x="1027" y="1727"/>
                  <a:pt x="1029" y="1722"/>
                </a:cubicBezTo>
                <a:cubicBezTo>
                  <a:pt x="1009" y="1727"/>
                  <a:pt x="997" y="1725"/>
                  <a:pt x="983" y="1733"/>
                </a:cubicBezTo>
                <a:cubicBezTo>
                  <a:pt x="956" y="1735"/>
                  <a:pt x="951" y="1742"/>
                  <a:pt x="948" y="1739"/>
                </a:cubicBezTo>
                <a:cubicBezTo>
                  <a:pt x="890" y="1748"/>
                  <a:pt x="878" y="1749"/>
                  <a:pt x="867" y="1748"/>
                </a:cubicBezTo>
                <a:cubicBezTo>
                  <a:pt x="793" y="1738"/>
                  <a:pt x="782" y="1744"/>
                  <a:pt x="773" y="1738"/>
                </a:cubicBezTo>
                <a:cubicBezTo>
                  <a:pt x="736" y="1729"/>
                  <a:pt x="727" y="1727"/>
                  <a:pt x="717" y="1727"/>
                </a:cubicBezTo>
                <a:cubicBezTo>
                  <a:pt x="679" y="1719"/>
                  <a:pt x="671" y="1714"/>
                  <a:pt x="661" y="1712"/>
                </a:cubicBezTo>
                <a:cubicBezTo>
                  <a:pt x="561" y="1689"/>
                  <a:pt x="544" y="1687"/>
                  <a:pt x="527" y="1683"/>
                </a:cubicBezTo>
                <a:cubicBezTo>
                  <a:pt x="499" y="1677"/>
                  <a:pt x="493" y="1685"/>
                  <a:pt x="490" y="1680"/>
                </a:cubicBezTo>
                <a:cubicBezTo>
                  <a:pt x="441" y="1680"/>
                  <a:pt x="433" y="1675"/>
                  <a:pt x="423" y="1680"/>
                </a:cubicBezTo>
                <a:cubicBezTo>
                  <a:pt x="384" y="1679"/>
                  <a:pt x="382" y="1679"/>
                  <a:pt x="379" y="1682"/>
                </a:cubicBezTo>
                <a:cubicBezTo>
                  <a:pt x="413" y="1670"/>
                  <a:pt x="418" y="1669"/>
                  <a:pt x="423" y="1669"/>
                </a:cubicBezTo>
                <a:cubicBezTo>
                  <a:pt x="502" y="1666"/>
                  <a:pt x="504" y="1669"/>
                  <a:pt x="508" y="1665"/>
                </a:cubicBezTo>
                <a:cubicBezTo>
                  <a:pt x="542" y="1671"/>
                  <a:pt x="548" y="1672"/>
                  <a:pt x="554" y="1672"/>
                </a:cubicBezTo>
                <a:cubicBezTo>
                  <a:pt x="597" y="1675"/>
                  <a:pt x="601" y="1689"/>
                  <a:pt x="608" y="1685"/>
                </a:cubicBezTo>
                <a:cubicBezTo>
                  <a:pt x="647" y="1693"/>
                  <a:pt x="650" y="1693"/>
                  <a:pt x="652" y="1693"/>
                </a:cubicBezTo>
                <a:cubicBezTo>
                  <a:pt x="692" y="1705"/>
                  <a:pt x="706" y="1699"/>
                  <a:pt x="717" y="1706"/>
                </a:cubicBezTo>
                <a:cubicBezTo>
                  <a:pt x="741" y="1708"/>
                  <a:pt x="747" y="1709"/>
                  <a:pt x="754" y="1709"/>
                </a:cubicBezTo>
                <a:cubicBezTo>
                  <a:pt x="819" y="1709"/>
                  <a:pt x="823" y="1720"/>
                  <a:pt x="830" y="1713"/>
                </a:cubicBezTo>
                <a:cubicBezTo>
                  <a:pt x="893" y="1715"/>
                  <a:pt x="900" y="1711"/>
                  <a:pt x="905" y="1716"/>
                </a:cubicBezTo>
                <a:cubicBezTo>
                  <a:pt x="960" y="1702"/>
                  <a:pt x="972" y="1706"/>
                  <a:pt x="985" y="1700"/>
                </a:cubicBezTo>
                <a:cubicBezTo>
                  <a:pt x="1052" y="1684"/>
                  <a:pt x="1053" y="1671"/>
                  <a:pt x="1061" y="1677"/>
                </a:cubicBezTo>
                <a:cubicBezTo>
                  <a:pt x="1096" y="1660"/>
                  <a:pt x="1102" y="1657"/>
                  <a:pt x="1101" y="1654"/>
                </a:cubicBezTo>
                <a:cubicBezTo>
                  <a:pt x="1021" y="1680"/>
                  <a:pt x="1013" y="1684"/>
                  <a:pt x="1005" y="1687"/>
                </a:cubicBezTo>
                <a:cubicBezTo>
                  <a:pt x="965" y="1699"/>
                  <a:pt x="962" y="1691"/>
                  <a:pt x="957" y="1694"/>
                </a:cubicBezTo>
                <a:cubicBezTo>
                  <a:pt x="876" y="1703"/>
                  <a:pt x="868" y="1701"/>
                  <a:pt x="859" y="1704"/>
                </a:cubicBezTo>
                <a:cubicBezTo>
                  <a:pt x="778" y="1701"/>
                  <a:pt x="774" y="1700"/>
                  <a:pt x="771" y="1698"/>
                </a:cubicBezTo>
                <a:cubicBezTo>
                  <a:pt x="739" y="1698"/>
                  <a:pt x="737" y="1690"/>
                  <a:pt x="731" y="1696"/>
                </a:cubicBezTo>
                <a:cubicBezTo>
                  <a:pt x="671" y="1688"/>
                  <a:pt x="638" y="1679"/>
                  <a:pt x="605" y="1669"/>
                </a:cubicBezTo>
                <a:cubicBezTo>
                  <a:pt x="539" y="1655"/>
                  <a:pt x="533" y="1663"/>
                  <a:pt x="530" y="1657"/>
                </a:cubicBezTo>
                <a:cubicBezTo>
                  <a:pt x="510" y="1652"/>
                  <a:pt x="506" y="1654"/>
                  <a:pt x="508" y="1650"/>
                </a:cubicBezTo>
                <a:cubicBezTo>
                  <a:pt x="670" y="1669"/>
                  <a:pt x="678" y="1659"/>
                  <a:pt x="683" y="1666"/>
                </a:cubicBezTo>
                <a:cubicBezTo>
                  <a:pt x="710" y="1668"/>
                  <a:pt x="715" y="1672"/>
                  <a:pt x="722" y="1667"/>
                </a:cubicBezTo>
                <a:cubicBezTo>
                  <a:pt x="768" y="1670"/>
                  <a:pt x="774" y="1678"/>
                  <a:pt x="782" y="1673"/>
                </a:cubicBezTo>
                <a:cubicBezTo>
                  <a:pt x="816" y="1675"/>
                  <a:pt x="819" y="1678"/>
                  <a:pt x="823" y="1676"/>
                </a:cubicBezTo>
                <a:cubicBezTo>
                  <a:pt x="876" y="1677"/>
                  <a:pt x="890" y="1674"/>
                  <a:pt x="903" y="1671"/>
                </a:cubicBezTo>
                <a:cubicBezTo>
                  <a:pt x="991" y="1658"/>
                  <a:pt x="1000" y="1648"/>
                  <a:pt x="1005" y="1652"/>
                </a:cubicBezTo>
                <a:cubicBezTo>
                  <a:pt x="1087" y="1612"/>
                  <a:pt x="1100" y="1611"/>
                  <a:pt x="1116" y="1598"/>
                </a:cubicBezTo>
                <a:close/>
                <a:moveTo>
                  <a:pt x="611" y="1554"/>
                </a:moveTo>
                <a:cubicBezTo>
                  <a:pt x="616" y="1552"/>
                  <a:pt x="611" y="1557"/>
                  <a:pt x="608" y="1559"/>
                </a:cubicBezTo>
                <a:cubicBezTo>
                  <a:pt x="602" y="1560"/>
                  <a:pt x="607" y="1556"/>
                  <a:pt x="611" y="1554"/>
                </a:cubicBezTo>
                <a:close/>
                <a:moveTo>
                  <a:pt x="111" y="1792"/>
                </a:moveTo>
                <a:cubicBezTo>
                  <a:pt x="110" y="1783"/>
                  <a:pt x="125" y="1782"/>
                  <a:pt x="129" y="1783"/>
                </a:cubicBezTo>
                <a:cubicBezTo>
                  <a:pt x="130" y="1793"/>
                  <a:pt x="117" y="1783"/>
                  <a:pt x="111" y="1792"/>
                </a:cubicBezTo>
                <a:close/>
                <a:moveTo>
                  <a:pt x="157" y="1793"/>
                </a:moveTo>
                <a:cubicBezTo>
                  <a:pt x="162" y="1791"/>
                  <a:pt x="157" y="1798"/>
                  <a:pt x="154" y="1794"/>
                </a:cubicBezTo>
                <a:cubicBezTo>
                  <a:pt x="150" y="1797"/>
                  <a:pt x="147" y="1795"/>
                  <a:pt x="143" y="1798"/>
                </a:cubicBezTo>
                <a:cubicBezTo>
                  <a:pt x="134" y="1797"/>
                  <a:pt x="153" y="1792"/>
                  <a:pt x="157" y="1793"/>
                </a:cubicBezTo>
                <a:close/>
                <a:moveTo>
                  <a:pt x="309" y="1697"/>
                </a:moveTo>
                <a:cubicBezTo>
                  <a:pt x="312" y="1711"/>
                  <a:pt x="295" y="1700"/>
                  <a:pt x="286" y="1709"/>
                </a:cubicBezTo>
                <a:cubicBezTo>
                  <a:pt x="287" y="1696"/>
                  <a:pt x="301" y="1708"/>
                  <a:pt x="309" y="1697"/>
                </a:cubicBezTo>
                <a:close/>
                <a:moveTo>
                  <a:pt x="368" y="1706"/>
                </a:moveTo>
                <a:cubicBezTo>
                  <a:pt x="372" y="1712"/>
                  <a:pt x="379" y="1707"/>
                  <a:pt x="384" y="1710"/>
                </a:cubicBezTo>
                <a:cubicBezTo>
                  <a:pt x="439" y="1718"/>
                  <a:pt x="451" y="1709"/>
                  <a:pt x="460" y="1714"/>
                </a:cubicBezTo>
                <a:cubicBezTo>
                  <a:pt x="498" y="1721"/>
                  <a:pt x="508" y="1717"/>
                  <a:pt x="517" y="1722"/>
                </a:cubicBezTo>
                <a:cubicBezTo>
                  <a:pt x="560" y="1729"/>
                  <a:pt x="571" y="1726"/>
                  <a:pt x="580" y="1731"/>
                </a:cubicBezTo>
                <a:cubicBezTo>
                  <a:pt x="630" y="1737"/>
                  <a:pt x="634" y="1743"/>
                  <a:pt x="638" y="1745"/>
                </a:cubicBezTo>
                <a:cubicBezTo>
                  <a:pt x="658" y="1752"/>
                  <a:pt x="664" y="1748"/>
                  <a:pt x="668" y="1753"/>
                </a:cubicBezTo>
                <a:cubicBezTo>
                  <a:pt x="788" y="1787"/>
                  <a:pt x="793" y="1788"/>
                  <a:pt x="798" y="1791"/>
                </a:cubicBezTo>
                <a:cubicBezTo>
                  <a:pt x="833" y="1789"/>
                  <a:pt x="835" y="1802"/>
                  <a:pt x="841" y="1797"/>
                </a:cubicBezTo>
                <a:cubicBezTo>
                  <a:pt x="849" y="1794"/>
                  <a:pt x="842" y="1805"/>
                  <a:pt x="838" y="1803"/>
                </a:cubicBezTo>
                <a:cubicBezTo>
                  <a:pt x="791" y="1804"/>
                  <a:pt x="789" y="1802"/>
                  <a:pt x="786" y="1799"/>
                </a:cubicBezTo>
                <a:cubicBezTo>
                  <a:pt x="755" y="1804"/>
                  <a:pt x="747" y="1793"/>
                  <a:pt x="736" y="1797"/>
                </a:cubicBezTo>
                <a:cubicBezTo>
                  <a:pt x="699" y="1792"/>
                  <a:pt x="690" y="1784"/>
                  <a:pt x="680" y="1786"/>
                </a:cubicBezTo>
                <a:cubicBezTo>
                  <a:pt x="623" y="1766"/>
                  <a:pt x="616" y="1778"/>
                  <a:pt x="613" y="1769"/>
                </a:cubicBezTo>
                <a:cubicBezTo>
                  <a:pt x="558" y="1760"/>
                  <a:pt x="554" y="1760"/>
                  <a:pt x="550" y="1759"/>
                </a:cubicBezTo>
                <a:cubicBezTo>
                  <a:pt x="495" y="1746"/>
                  <a:pt x="490" y="1747"/>
                  <a:pt x="485" y="1746"/>
                </a:cubicBezTo>
                <a:cubicBezTo>
                  <a:pt x="435" y="1735"/>
                  <a:pt x="425" y="1737"/>
                  <a:pt x="418" y="1729"/>
                </a:cubicBezTo>
                <a:cubicBezTo>
                  <a:pt x="335" y="1731"/>
                  <a:pt x="326" y="1726"/>
                  <a:pt x="315" y="1732"/>
                </a:cubicBezTo>
                <a:cubicBezTo>
                  <a:pt x="253" y="1724"/>
                  <a:pt x="255" y="1723"/>
                  <a:pt x="256" y="1722"/>
                </a:cubicBezTo>
                <a:cubicBezTo>
                  <a:pt x="304" y="1714"/>
                  <a:pt x="316" y="1713"/>
                  <a:pt x="328" y="1715"/>
                </a:cubicBezTo>
                <a:close/>
                <a:moveTo>
                  <a:pt x="325" y="1690"/>
                </a:moveTo>
                <a:cubicBezTo>
                  <a:pt x="327" y="1681"/>
                  <a:pt x="344" y="1685"/>
                  <a:pt x="353" y="1674"/>
                </a:cubicBezTo>
                <a:cubicBezTo>
                  <a:pt x="351" y="1684"/>
                  <a:pt x="333" y="1687"/>
                  <a:pt x="325" y="1690"/>
                </a:cubicBezTo>
                <a:close/>
                <a:moveTo>
                  <a:pt x="371" y="1659"/>
                </a:moveTo>
                <a:cubicBezTo>
                  <a:pt x="368" y="1653"/>
                  <a:pt x="382" y="1650"/>
                  <a:pt x="386" y="1645"/>
                </a:cubicBezTo>
                <a:cubicBezTo>
                  <a:pt x="390" y="1656"/>
                  <a:pt x="378" y="1651"/>
                  <a:pt x="371" y="1659"/>
                </a:cubicBezTo>
                <a:close/>
                <a:moveTo>
                  <a:pt x="483" y="1654"/>
                </a:moveTo>
                <a:cubicBezTo>
                  <a:pt x="476" y="1652"/>
                  <a:pt x="468" y="1655"/>
                  <a:pt x="462" y="1654"/>
                </a:cubicBezTo>
                <a:cubicBezTo>
                  <a:pt x="461" y="1644"/>
                  <a:pt x="474" y="1653"/>
                  <a:pt x="479" y="1649"/>
                </a:cubicBezTo>
                <a:cubicBezTo>
                  <a:pt x="486" y="1651"/>
                  <a:pt x="493" y="1650"/>
                  <a:pt x="500" y="1649"/>
                </a:cubicBezTo>
                <a:cubicBezTo>
                  <a:pt x="501" y="1658"/>
                  <a:pt x="488" y="1650"/>
                  <a:pt x="483" y="1654"/>
                </a:cubicBezTo>
                <a:close/>
                <a:moveTo>
                  <a:pt x="38" y="1897"/>
                </a:moveTo>
                <a:cubicBezTo>
                  <a:pt x="47" y="1900"/>
                  <a:pt x="57" y="1895"/>
                  <a:pt x="65" y="1896"/>
                </a:cubicBezTo>
                <a:cubicBezTo>
                  <a:pt x="160" y="1899"/>
                  <a:pt x="167" y="1895"/>
                  <a:pt x="174" y="1896"/>
                </a:cubicBezTo>
                <a:cubicBezTo>
                  <a:pt x="212" y="1897"/>
                  <a:pt x="227" y="1901"/>
                  <a:pt x="242" y="1899"/>
                </a:cubicBezTo>
                <a:cubicBezTo>
                  <a:pt x="287" y="1911"/>
                  <a:pt x="291" y="1911"/>
                  <a:pt x="294" y="1913"/>
                </a:cubicBezTo>
                <a:cubicBezTo>
                  <a:pt x="319" y="1915"/>
                  <a:pt x="321" y="1924"/>
                  <a:pt x="326" y="1920"/>
                </a:cubicBezTo>
                <a:cubicBezTo>
                  <a:pt x="439" y="1938"/>
                  <a:pt x="446" y="1942"/>
                  <a:pt x="453" y="1943"/>
                </a:cubicBezTo>
                <a:cubicBezTo>
                  <a:pt x="510" y="1949"/>
                  <a:pt x="525" y="1951"/>
                  <a:pt x="540" y="1947"/>
                </a:cubicBezTo>
                <a:cubicBezTo>
                  <a:pt x="578" y="1945"/>
                  <a:pt x="582" y="1944"/>
                  <a:pt x="588" y="1940"/>
                </a:cubicBezTo>
                <a:cubicBezTo>
                  <a:pt x="560" y="1933"/>
                  <a:pt x="550" y="1944"/>
                  <a:pt x="544" y="1937"/>
                </a:cubicBezTo>
                <a:cubicBezTo>
                  <a:pt x="448" y="1933"/>
                  <a:pt x="442" y="1929"/>
                  <a:pt x="435" y="1927"/>
                </a:cubicBezTo>
                <a:cubicBezTo>
                  <a:pt x="389" y="1922"/>
                  <a:pt x="387" y="1917"/>
                  <a:pt x="383" y="1916"/>
                </a:cubicBezTo>
                <a:cubicBezTo>
                  <a:pt x="342" y="1918"/>
                  <a:pt x="337" y="1905"/>
                  <a:pt x="328" y="1908"/>
                </a:cubicBezTo>
                <a:cubicBezTo>
                  <a:pt x="217" y="1884"/>
                  <a:pt x="209" y="1886"/>
                  <a:pt x="201" y="1885"/>
                </a:cubicBezTo>
                <a:cubicBezTo>
                  <a:pt x="171" y="1882"/>
                  <a:pt x="163" y="1885"/>
                  <a:pt x="156" y="1880"/>
                </a:cubicBezTo>
                <a:cubicBezTo>
                  <a:pt x="128" y="1888"/>
                  <a:pt x="125" y="1880"/>
                  <a:pt x="120" y="1884"/>
                </a:cubicBezTo>
                <a:cubicBezTo>
                  <a:pt x="76" y="1886"/>
                  <a:pt x="68" y="1881"/>
                  <a:pt x="59" y="1886"/>
                </a:cubicBezTo>
                <a:cubicBezTo>
                  <a:pt x="2" y="1901"/>
                  <a:pt x="2" y="1901"/>
                  <a:pt x="2" y="1901"/>
                </a:cubicBezTo>
                <a:close/>
                <a:moveTo>
                  <a:pt x="1574" y="2083"/>
                </a:moveTo>
                <a:cubicBezTo>
                  <a:pt x="1563" y="2071"/>
                  <a:pt x="1553" y="2057"/>
                  <a:pt x="1541" y="2047"/>
                </a:cubicBezTo>
                <a:cubicBezTo>
                  <a:pt x="1469" y="1977"/>
                  <a:pt x="1464" y="1972"/>
                  <a:pt x="1459" y="1965"/>
                </a:cubicBezTo>
                <a:cubicBezTo>
                  <a:pt x="1392" y="1891"/>
                  <a:pt x="1377" y="1870"/>
                  <a:pt x="1362" y="1849"/>
                </a:cubicBezTo>
                <a:cubicBezTo>
                  <a:pt x="1302" y="1734"/>
                  <a:pt x="1296" y="1734"/>
                  <a:pt x="1294" y="1729"/>
                </a:cubicBezTo>
                <a:cubicBezTo>
                  <a:pt x="1289" y="1713"/>
                  <a:pt x="1292" y="1709"/>
                  <a:pt x="1288" y="1710"/>
                </a:cubicBezTo>
                <a:cubicBezTo>
                  <a:pt x="1286" y="1693"/>
                  <a:pt x="1285" y="1690"/>
                  <a:pt x="1283" y="1686"/>
                </a:cubicBezTo>
                <a:cubicBezTo>
                  <a:pt x="1285" y="1700"/>
                  <a:pt x="1278" y="1702"/>
                  <a:pt x="1284" y="1708"/>
                </a:cubicBezTo>
                <a:cubicBezTo>
                  <a:pt x="1287" y="1727"/>
                  <a:pt x="1288" y="1731"/>
                  <a:pt x="1292" y="1737"/>
                </a:cubicBezTo>
                <a:cubicBezTo>
                  <a:pt x="1334" y="1832"/>
                  <a:pt x="1341" y="1841"/>
                  <a:pt x="1343" y="1849"/>
                </a:cubicBezTo>
                <a:cubicBezTo>
                  <a:pt x="1356" y="1877"/>
                  <a:pt x="1360" y="1884"/>
                  <a:pt x="1363" y="1883"/>
                </a:cubicBezTo>
                <a:cubicBezTo>
                  <a:pt x="1414" y="1963"/>
                  <a:pt x="1431" y="1985"/>
                  <a:pt x="1453" y="2013"/>
                </a:cubicBezTo>
                <a:cubicBezTo>
                  <a:pt x="1493" y="2045"/>
                  <a:pt x="1496" y="2058"/>
                  <a:pt x="1502" y="2060"/>
                </a:cubicBezTo>
                <a:cubicBezTo>
                  <a:pt x="1587" y="2152"/>
                  <a:pt x="1592" y="2156"/>
                  <a:pt x="1597" y="2160"/>
                </a:cubicBezTo>
                <a:cubicBezTo>
                  <a:pt x="1591" y="2152"/>
                  <a:pt x="1587" y="2136"/>
                  <a:pt x="1579" y="2132"/>
                </a:cubicBezTo>
                <a:cubicBezTo>
                  <a:pt x="1516" y="2069"/>
                  <a:pt x="1515" y="2056"/>
                  <a:pt x="1510" y="2056"/>
                </a:cubicBezTo>
                <a:cubicBezTo>
                  <a:pt x="1488" y="2030"/>
                  <a:pt x="1483" y="2033"/>
                  <a:pt x="1482" y="2025"/>
                </a:cubicBezTo>
                <a:cubicBezTo>
                  <a:pt x="1446" y="1996"/>
                  <a:pt x="1446" y="1984"/>
                  <a:pt x="1440" y="1987"/>
                </a:cubicBezTo>
                <a:cubicBezTo>
                  <a:pt x="1364" y="1877"/>
                  <a:pt x="1360" y="1870"/>
                  <a:pt x="1357" y="1863"/>
                </a:cubicBezTo>
                <a:cubicBezTo>
                  <a:pt x="1403" y="1921"/>
                  <a:pt x="1406" y="1927"/>
                  <a:pt x="1411" y="1927"/>
                </a:cubicBezTo>
                <a:cubicBezTo>
                  <a:pt x="1435" y="1953"/>
                  <a:pt x="1435" y="1963"/>
                  <a:pt x="1440" y="1961"/>
                </a:cubicBezTo>
                <a:cubicBezTo>
                  <a:pt x="1509" y="2034"/>
                  <a:pt x="1516" y="2043"/>
                  <a:pt x="1524" y="2046"/>
                </a:cubicBezTo>
                <a:cubicBezTo>
                  <a:pt x="1571" y="2088"/>
                  <a:pt x="1572" y="2101"/>
                  <a:pt x="1577" y="2101"/>
                </a:cubicBezTo>
                <a:cubicBezTo>
                  <a:pt x="1599" y="2131"/>
                  <a:pt x="1604" y="2128"/>
                  <a:pt x="1606" y="2135"/>
                </a:cubicBezTo>
                <a:cubicBezTo>
                  <a:pt x="1631" y="2146"/>
                  <a:pt x="1619" y="2132"/>
                  <a:pt x="1608" y="2118"/>
                </a:cubicBezTo>
                <a:close/>
                <a:moveTo>
                  <a:pt x="895" y="2102"/>
                </a:moveTo>
                <a:cubicBezTo>
                  <a:pt x="894" y="2095"/>
                  <a:pt x="896" y="2087"/>
                  <a:pt x="894" y="2080"/>
                </a:cubicBezTo>
                <a:cubicBezTo>
                  <a:pt x="894" y="2069"/>
                  <a:pt x="900" y="2068"/>
                  <a:pt x="893" y="2062"/>
                </a:cubicBezTo>
                <a:cubicBezTo>
                  <a:pt x="889" y="2072"/>
                  <a:pt x="889" y="2080"/>
                  <a:pt x="889" y="2088"/>
                </a:cubicBezTo>
                <a:cubicBezTo>
                  <a:pt x="888" y="2093"/>
                  <a:pt x="887" y="2097"/>
                  <a:pt x="889" y="2100"/>
                </a:cubicBezTo>
                <a:cubicBezTo>
                  <a:pt x="888" y="2104"/>
                  <a:pt x="885" y="2110"/>
                  <a:pt x="889" y="2112"/>
                </a:cubicBezTo>
                <a:cubicBezTo>
                  <a:pt x="884" y="2123"/>
                  <a:pt x="887" y="2129"/>
                  <a:pt x="885" y="2138"/>
                </a:cubicBezTo>
                <a:cubicBezTo>
                  <a:pt x="882" y="2145"/>
                  <a:pt x="891" y="2156"/>
                  <a:pt x="882" y="2158"/>
                </a:cubicBezTo>
                <a:cubicBezTo>
                  <a:pt x="885" y="2152"/>
                  <a:pt x="881" y="2147"/>
                  <a:pt x="880" y="2146"/>
                </a:cubicBezTo>
                <a:cubicBezTo>
                  <a:pt x="879" y="2145"/>
                  <a:pt x="881" y="2141"/>
                  <a:pt x="881" y="2140"/>
                </a:cubicBezTo>
                <a:cubicBezTo>
                  <a:pt x="881" y="2140"/>
                  <a:pt x="879" y="2140"/>
                  <a:pt x="878" y="2139"/>
                </a:cubicBezTo>
                <a:cubicBezTo>
                  <a:pt x="878" y="2138"/>
                  <a:pt x="878" y="2131"/>
                  <a:pt x="878" y="2130"/>
                </a:cubicBezTo>
                <a:cubicBezTo>
                  <a:pt x="877" y="2126"/>
                  <a:pt x="876" y="2117"/>
                  <a:pt x="876" y="2115"/>
                </a:cubicBezTo>
                <a:cubicBezTo>
                  <a:pt x="877" y="2112"/>
                  <a:pt x="874" y="2113"/>
                  <a:pt x="874" y="2111"/>
                </a:cubicBezTo>
                <a:cubicBezTo>
                  <a:pt x="872" y="2096"/>
                  <a:pt x="870" y="2079"/>
                  <a:pt x="869" y="2062"/>
                </a:cubicBezTo>
                <a:cubicBezTo>
                  <a:pt x="870" y="2044"/>
                  <a:pt x="864" y="2030"/>
                  <a:pt x="868" y="2010"/>
                </a:cubicBezTo>
                <a:cubicBezTo>
                  <a:pt x="868" y="2006"/>
                  <a:pt x="865" y="2004"/>
                  <a:pt x="868" y="1998"/>
                </a:cubicBezTo>
                <a:cubicBezTo>
                  <a:pt x="860" y="1998"/>
                  <a:pt x="873" y="1986"/>
                  <a:pt x="865" y="1986"/>
                </a:cubicBezTo>
                <a:cubicBezTo>
                  <a:pt x="868" y="1976"/>
                  <a:pt x="869" y="1966"/>
                  <a:pt x="863" y="1961"/>
                </a:cubicBezTo>
                <a:cubicBezTo>
                  <a:pt x="857" y="2001"/>
                  <a:pt x="862" y="2034"/>
                  <a:pt x="860" y="2071"/>
                </a:cubicBezTo>
                <a:cubicBezTo>
                  <a:pt x="865" y="2073"/>
                  <a:pt x="861" y="2079"/>
                  <a:pt x="860" y="2083"/>
                </a:cubicBezTo>
                <a:cubicBezTo>
                  <a:pt x="865" y="2085"/>
                  <a:pt x="860" y="2093"/>
                  <a:pt x="863" y="2096"/>
                </a:cubicBezTo>
                <a:cubicBezTo>
                  <a:pt x="868" y="2103"/>
                  <a:pt x="860" y="2117"/>
                  <a:pt x="868" y="2122"/>
                </a:cubicBezTo>
                <a:cubicBezTo>
                  <a:pt x="869" y="2131"/>
                  <a:pt x="869" y="2140"/>
                  <a:pt x="870" y="2149"/>
                </a:cubicBezTo>
                <a:cubicBezTo>
                  <a:pt x="872" y="2152"/>
                  <a:pt x="873" y="2156"/>
                  <a:pt x="873" y="2160"/>
                </a:cubicBezTo>
                <a:cubicBezTo>
                  <a:pt x="898" y="2160"/>
                  <a:pt x="898" y="2160"/>
                  <a:pt x="898" y="2160"/>
                </a:cubicBezTo>
                <a:cubicBezTo>
                  <a:pt x="895" y="2154"/>
                  <a:pt x="895" y="2146"/>
                  <a:pt x="893" y="2140"/>
                </a:cubicBezTo>
                <a:cubicBezTo>
                  <a:pt x="895" y="2129"/>
                  <a:pt x="894" y="2118"/>
                  <a:pt x="895" y="2102"/>
                </a:cubicBezTo>
                <a:close/>
                <a:moveTo>
                  <a:pt x="937" y="2053"/>
                </a:moveTo>
                <a:cubicBezTo>
                  <a:pt x="934" y="2066"/>
                  <a:pt x="930" y="2079"/>
                  <a:pt x="927" y="2092"/>
                </a:cubicBezTo>
                <a:cubicBezTo>
                  <a:pt x="925" y="2111"/>
                  <a:pt x="922" y="2131"/>
                  <a:pt x="917" y="2152"/>
                </a:cubicBezTo>
                <a:cubicBezTo>
                  <a:pt x="918" y="2155"/>
                  <a:pt x="918" y="2157"/>
                  <a:pt x="918" y="2160"/>
                </a:cubicBezTo>
                <a:cubicBezTo>
                  <a:pt x="927" y="2160"/>
                  <a:pt x="927" y="2160"/>
                  <a:pt x="927" y="2160"/>
                </a:cubicBezTo>
                <a:cubicBezTo>
                  <a:pt x="930" y="2134"/>
                  <a:pt x="935" y="2109"/>
                  <a:pt x="936" y="2082"/>
                </a:cubicBezTo>
                <a:cubicBezTo>
                  <a:pt x="937" y="2072"/>
                  <a:pt x="947" y="2057"/>
                  <a:pt x="937" y="2053"/>
                </a:cubicBezTo>
                <a:close/>
                <a:moveTo>
                  <a:pt x="965" y="2075"/>
                </a:moveTo>
                <a:cubicBezTo>
                  <a:pt x="962" y="2069"/>
                  <a:pt x="966" y="2058"/>
                  <a:pt x="965" y="2051"/>
                </a:cubicBezTo>
                <a:cubicBezTo>
                  <a:pt x="965" y="2042"/>
                  <a:pt x="969" y="2031"/>
                  <a:pt x="962" y="2027"/>
                </a:cubicBezTo>
                <a:cubicBezTo>
                  <a:pt x="956" y="2047"/>
                  <a:pt x="958" y="2062"/>
                  <a:pt x="957" y="2079"/>
                </a:cubicBezTo>
                <a:cubicBezTo>
                  <a:pt x="954" y="2098"/>
                  <a:pt x="951" y="2116"/>
                  <a:pt x="949" y="2134"/>
                </a:cubicBezTo>
                <a:cubicBezTo>
                  <a:pt x="947" y="2143"/>
                  <a:pt x="944" y="2151"/>
                  <a:pt x="942" y="2160"/>
                </a:cubicBezTo>
                <a:cubicBezTo>
                  <a:pt x="950" y="2160"/>
                  <a:pt x="950" y="2160"/>
                  <a:pt x="950" y="2160"/>
                </a:cubicBezTo>
                <a:cubicBezTo>
                  <a:pt x="951" y="2159"/>
                  <a:pt x="951" y="2157"/>
                  <a:pt x="952" y="2156"/>
                </a:cubicBezTo>
                <a:cubicBezTo>
                  <a:pt x="955" y="2146"/>
                  <a:pt x="957" y="2137"/>
                  <a:pt x="960" y="2128"/>
                </a:cubicBezTo>
                <a:cubicBezTo>
                  <a:pt x="959" y="2112"/>
                  <a:pt x="967" y="2090"/>
                  <a:pt x="965" y="2075"/>
                </a:cubicBezTo>
                <a:close/>
                <a:moveTo>
                  <a:pt x="1008" y="2060"/>
                </a:moveTo>
                <a:cubicBezTo>
                  <a:pt x="1003" y="2056"/>
                  <a:pt x="1012" y="2044"/>
                  <a:pt x="1007" y="2041"/>
                </a:cubicBezTo>
                <a:cubicBezTo>
                  <a:pt x="1007" y="2034"/>
                  <a:pt x="1011" y="2024"/>
                  <a:pt x="1003" y="2022"/>
                </a:cubicBezTo>
                <a:cubicBezTo>
                  <a:pt x="1000" y="2040"/>
                  <a:pt x="1002" y="2054"/>
                  <a:pt x="1002" y="2070"/>
                </a:cubicBezTo>
                <a:cubicBezTo>
                  <a:pt x="997" y="2081"/>
                  <a:pt x="1000" y="2087"/>
                  <a:pt x="998" y="2096"/>
                </a:cubicBezTo>
                <a:cubicBezTo>
                  <a:pt x="994" y="2112"/>
                  <a:pt x="990" y="2128"/>
                  <a:pt x="985" y="2144"/>
                </a:cubicBezTo>
                <a:cubicBezTo>
                  <a:pt x="989" y="2145"/>
                  <a:pt x="986" y="2147"/>
                  <a:pt x="984" y="2149"/>
                </a:cubicBezTo>
                <a:cubicBezTo>
                  <a:pt x="983" y="2153"/>
                  <a:pt x="982" y="2157"/>
                  <a:pt x="981" y="2160"/>
                </a:cubicBezTo>
                <a:cubicBezTo>
                  <a:pt x="990" y="2160"/>
                  <a:pt x="990" y="2160"/>
                  <a:pt x="990" y="2160"/>
                </a:cubicBezTo>
                <a:cubicBezTo>
                  <a:pt x="992" y="2152"/>
                  <a:pt x="994" y="2144"/>
                  <a:pt x="997" y="2135"/>
                </a:cubicBezTo>
                <a:cubicBezTo>
                  <a:pt x="1000" y="2121"/>
                  <a:pt x="1003" y="2107"/>
                  <a:pt x="1006" y="2098"/>
                </a:cubicBezTo>
                <a:cubicBezTo>
                  <a:pt x="1004" y="2087"/>
                  <a:pt x="1008" y="2072"/>
                  <a:pt x="1008" y="2060"/>
                </a:cubicBezTo>
                <a:close/>
                <a:moveTo>
                  <a:pt x="981" y="2092"/>
                </a:moveTo>
                <a:cubicBezTo>
                  <a:pt x="985" y="2083"/>
                  <a:pt x="983" y="2078"/>
                  <a:pt x="984" y="2071"/>
                </a:cubicBezTo>
                <a:cubicBezTo>
                  <a:pt x="985" y="2064"/>
                  <a:pt x="986" y="2057"/>
                  <a:pt x="982" y="2053"/>
                </a:cubicBezTo>
                <a:cubicBezTo>
                  <a:pt x="976" y="2057"/>
                  <a:pt x="982" y="2057"/>
                  <a:pt x="979" y="2064"/>
                </a:cubicBezTo>
                <a:cubicBezTo>
                  <a:pt x="976" y="2069"/>
                  <a:pt x="985" y="2078"/>
                  <a:pt x="976" y="2078"/>
                </a:cubicBezTo>
                <a:cubicBezTo>
                  <a:pt x="976" y="2089"/>
                  <a:pt x="973" y="2102"/>
                  <a:pt x="972" y="2113"/>
                </a:cubicBezTo>
                <a:cubicBezTo>
                  <a:pt x="967" y="2124"/>
                  <a:pt x="969" y="2123"/>
                  <a:pt x="966" y="2136"/>
                </a:cubicBezTo>
                <a:cubicBezTo>
                  <a:pt x="965" y="2144"/>
                  <a:pt x="960" y="2154"/>
                  <a:pt x="962" y="2160"/>
                </a:cubicBezTo>
                <a:cubicBezTo>
                  <a:pt x="969" y="2160"/>
                  <a:pt x="969" y="2160"/>
                  <a:pt x="969" y="2160"/>
                </a:cubicBezTo>
                <a:cubicBezTo>
                  <a:pt x="971" y="2148"/>
                  <a:pt x="973" y="2137"/>
                  <a:pt x="977" y="2129"/>
                </a:cubicBezTo>
                <a:cubicBezTo>
                  <a:pt x="976" y="2119"/>
                  <a:pt x="980" y="2104"/>
                  <a:pt x="981" y="2092"/>
                </a:cubicBezTo>
                <a:close/>
                <a:moveTo>
                  <a:pt x="1023" y="2091"/>
                </a:moveTo>
                <a:cubicBezTo>
                  <a:pt x="1018" y="2104"/>
                  <a:pt x="1018" y="2105"/>
                  <a:pt x="1016" y="2119"/>
                </a:cubicBezTo>
                <a:cubicBezTo>
                  <a:pt x="1018" y="2131"/>
                  <a:pt x="1008" y="2136"/>
                  <a:pt x="1011" y="2148"/>
                </a:cubicBezTo>
                <a:cubicBezTo>
                  <a:pt x="1011" y="2153"/>
                  <a:pt x="1009" y="2157"/>
                  <a:pt x="1008" y="2160"/>
                </a:cubicBezTo>
                <a:cubicBezTo>
                  <a:pt x="1016" y="2160"/>
                  <a:pt x="1016" y="2160"/>
                  <a:pt x="1016" y="2160"/>
                </a:cubicBezTo>
                <a:cubicBezTo>
                  <a:pt x="1016" y="2156"/>
                  <a:pt x="1014" y="2153"/>
                  <a:pt x="1018" y="2146"/>
                </a:cubicBezTo>
                <a:cubicBezTo>
                  <a:pt x="1017" y="2141"/>
                  <a:pt x="1025" y="2131"/>
                  <a:pt x="1019" y="2129"/>
                </a:cubicBezTo>
                <a:cubicBezTo>
                  <a:pt x="1019" y="2123"/>
                  <a:pt x="1027" y="2113"/>
                  <a:pt x="1021" y="2111"/>
                </a:cubicBezTo>
                <a:cubicBezTo>
                  <a:pt x="1021" y="2105"/>
                  <a:pt x="1029" y="2094"/>
                  <a:pt x="1023" y="2091"/>
                </a:cubicBezTo>
                <a:close/>
              </a:path>
            </a:pathLst>
          </a:custGeom>
          <a:solidFill>
            <a:srgbClr val="474a55"/>
          </a:solidFill>
          <a:ln w="0">
            <a:noFill/>
          </a:ln>
        </p:spPr>
        <p:style>
          <a:lnRef idx="0"/>
          <a:fillRef idx="0"/>
          <a:effectRef idx="0"/>
          <a:fontRef idx="minor"/>
        </p:style>
        <p:txBody>
          <a:bodyPr tIns="91440" bIns="91440" anchor="ctr">
            <a:noAutofit/>
          </a:bodyPr>
          <a:p>
            <a:pPr>
              <a:lnSpc>
                <a:spcPct val="100000"/>
              </a:lnSpc>
              <a:tabLst>
                <a:tab algn="l" pos="0"/>
              </a:tabLst>
            </a:pPr>
            <a:endParaRPr b="0" lang="en-US" sz="1400" spc="-1" strike="noStrike">
              <a:solidFill>
                <a:srgbClr val="000000"/>
              </a:solidFill>
              <a:latin typeface="Arial"/>
              <a:ea typeface="Arial"/>
            </a:endParaRPr>
          </a:p>
        </p:txBody>
      </p:sp>
      <p:grpSp>
        <p:nvGrpSpPr>
          <p:cNvPr id="79" name="Google Shape;94;p17"/>
          <p:cNvGrpSpPr/>
          <p:nvPr/>
        </p:nvGrpSpPr>
        <p:grpSpPr>
          <a:xfrm>
            <a:off x="1838160" y="946440"/>
            <a:ext cx="5486040" cy="3250080"/>
            <a:chOff x="1838160" y="946440"/>
            <a:chExt cx="5486040" cy="3250080"/>
          </a:xfrm>
        </p:grpSpPr>
        <p:sp>
          <p:nvSpPr>
            <p:cNvPr id="80" name="Google Shape;95;p17"/>
            <p:cNvSpPr/>
            <p:nvPr/>
          </p:nvSpPr>
          <p:spPr>
            <a:xfrm>
              <a:off x="1838160" y="946440"/>
              <a:ext cx="5486040" cy="3250080"/>
            </a:xfrm>
            <a:custGeom>
              <a:avLst/>
              <a:gdLst>
                <a:gd name="textAreaLeft" fmla="*/ 0 w 5486040"/>
                <a:gd name="textAreaRight" fmla="*/ 5486400 w 5486040"/>
                <a:gd name="textAreaTop" fmla="*/ 0 h 3250080"/>
                <a:gd name="textAreaBottom" fmla="*/ 3250440 h 3250080"/>
              </a:gdLst>
              <a:ahLst/>
              <a:rect l="textAreaLeft" t="textAreaTop" r="textAreaRight" b="textAreaBottom"/>
              <a:pathLst>
                <a:path w="1728" h="1364">
                  <a:moveTo>
                    <a:pt x="1628" y="0"/>
                  </a:moveTo>
                  <a:cubicBezTo>
                    <a:pt x="100" y="0"/>
                    <a:pt x="100" y="0"/>
                    <a:pt x="100" y="0"/>
                  </a:cubicBezTo>
                  <a:cubicBezTo>
                    <a:pt x="100" y="0"/>
                    <a:pt x="100" y="0"/>
                    <a:pt x="100" y="0"/>
                  </a:cubicBezTo>
                  <a:cubicBezTo>
                    <a:pt x="45" y="0"/>
                    <a:pt x="0" y="45"/>
                    <a:pt x="0" y="100"/>
                  </a:cubicBezTo>
                  <a:cubicBezTo>
                    <a:pt x="0" y="1264"/>
                    <a:pt x="0" y="1264"/>
                    <a:pt x="0" y="1264"/>
                  </a:cubicBezTo>
                  <a:cubicBezTo>
                    <a:pt x="0" y="1319"/>
                    <a:pt x="45" y="1364"/>
                    <a:pt x="100" y="1364"/>
                  </a:cubicBezTo>
                  <a:cubicBezTo>
                    <a:pt x="100" y="1364"/>
                    <a:pt x="100" y="1364"/>
                    <a:pt x="100" y="1364"/>
                  </a:cubicBezTo>
                  <a:cubicBezTo>
                    <a:pt x="1628" y="1364"/>
                    <a:pt x="1628" y="1364"/>
                    <a:pt x="1628" y="1364"/>
                  </a:cubicBezTo>
                  <a:cubicBezTo>
                    <a:pt x="1683" y="1364"/>
                    <a:pt x="1728" y="1319"/>
                    <a:pt x="1728" y="1264"/>
                  </a:cubicBezTo>
                  <a:cubicBezTo>
                    <a:pt x="1728" y="100"/>
                    <a:pt x="1728" y="100"/>
                    <a:pt x="1728" y="100"/>
                  </a:cubicBezTo>
                  <a:cubicBezTo>
                    <a:pt x="1728" y="45"/>
                    <a:pt x="1683" y="0"/>
                    <a:pt x="1628" y="0"/>
                  </a:cubicBezTo>
                  <a:close/>
                </a:path>
              </a:pathLst>
            </a:custGeom>
            <a:solidFill>
              <a:schemeClr val="lt2"/>
            </a:solidFill>
            <a:ln w="0">
              <a:noFill/>
            </a:ln>
          </p:spPr>
          <p:style>
            <a:lnRef idx="0"/>
            <a:fillRef idx="0"/>
            <a:effectRef idx="0"/>
            <a:fontRef idx="minor"/>
          </p:style>
          <p:txBody>
            <a:bodyPr tIns="91440" bIns="91440" anchor="ctr">
              <a:noAutofit/>
            </a:bodyPr>
            <a:p>
              <a:pPr>
                <a:lnSpc>
                  <a:spcPct val="100000"/>
                </a:lnSpc>
                <a:tabLst>
                  <a:tab algn="l" pos="0"/>
                </a:tabLst>
              </a:pPr>
              <a:endParaRPr b="0" lang="en-US" sz="1400" spc="-1" strike="noStrike">
                <a:solidFill>
                  <a:srgbClr val="000000"/>
                </a:solidFill>
                <a:latin typeface="Arial"/>
                <a:ea typeface="Arial"/>
              </a:endParaRPr>
            </a:p>
          </p:txBody>
        </p:sp>
        <p:cxnSp>
          <p:nvCxnSpPr>
            <p:cNvPr id="81" name="Google Shape;96;p17"/>
            <p:cNvCxnSpPr/>
            <p:nvPr/>
          </p:nvCxnSpPr>
          <p:spPr>
            <a:xfrm>
              <a:off x="4057560" y="2896920"/>
              <a:ext cx="1028880" cy="360"/>
            </a:xfrm>
            <a:prstGeom prst="straightConnector1">
              <a:avLst/>
            </a:prstGeom>
            <a:ln w="38100">
              <a:solidFill>
                <a:srgbClr val="606372"/>
              </a:solidFill>
              <a:round/>
            </a:ln>
          </p:spPr>
        </p:cxnSp>
        <p:sp>
          <p:nvSpPr>
            <p:cNvPr id="82" name="Google Shape;97;p17"/>
            <p:cNvSpPr/>
            <p:nvPr/>
          </p:nvSpPr>
          <p:spPr>
            <a:xfrm>
              <a:off x="2030400" y="1090440"/>
              <a:ext cx="5101920" cy="2962080"/>
            </a:xfrm>
            <a:custGeom>
              <a:avLst/>
              <a:gdLst>
                <a:gd name="textAreaLeft" fmla="*/ 0 w 5101920"/>
                <a:gd name="textAreaRight" fmla="*/ 5102280 w 5101920"/>
                <a:gd name="textAreaTop" fmla="*/ 0 h 2962080"/>
                <a:gd name="textAreaBottom" fmla="*/ 2962440 h 2962080"/>
              </a:gdLst>
              <a:ahLst/>
              <a:rect l="textAreaLeft" t="textAreaTop" r="textAreaRight" b="textAreaBottom"/>
              <a:pathLst>
                <a:path w="1608" h="1244">
                  <a:moveTo>
                    <a:pt x="1568" y="0"/>
                  </a:moveTo>
                  <a:cubicBezTo>
                    <a:pt x="40" y="0"/>
                    <a:pt x="40" y="0"/>
                    <a:pt x="40" y="0"/>
                  </a:cubicBezTo>
                  <a:cubicBezTo>
                    <a:pt x="19" y="0"/>
                    <a:pt x="0" y="18"/>
                    <a:pt x="0" y="40"/>
                  </a:cubicBezTo>
                  <a:cubicBezTo>
                    <a:pt x="0" y="1204"/>
                    <a:pt x="0" y="1204"/>
                    <a:pt x="0" y="1204"/>
                  </a:cubicBezTo>
                  <a:cubicBezTo>
                    <a:pt x="0" y="1225"/>
                    <a:pt x="19" y="1244"/>
                    <a:pt x="40" y="1244"/>
                  </a:cubicBezTo>
                  <a:cubicBezTo>
                    <a:pt x="1568" y="1244"/>
                    <a:pt x="1568" y="1244"/>
                    <a:pt x="1568" y="1244"/>
                  </a:cubicBezTo>
                  <a:cubicBezTo>
                    <a:pt x="1590" y="1244"/>
                    <a:pt x="1608" y="1225"/>
                    <a:pt x="1608" y="1204"/>
                  </a:cubicBezTo>
                  <a:cubicBezTo>
                    <a:pt x="1608" y="40"/>
                    <a:pt x="1608" y="40"/>
                    <a:pt x="1608" y="40"/>
                  </a:cubicBezTo>
                  <a:cubicBezTo>
                    <a:pt x="1608" y="18"/>
                    <a:pt x="1590" y="0"/>
                    <a:pt x="1568" y="0"/>
                  </a:cubicBezTo>
                  <a:close/>
                  <a:moveTo>
                    <a:pt x="1594" y="1204"/>
                  </a:moveTo>
                  <a:cubicBezTo>
                    <a:pt x="1594" y="1218"/>
                    <a:pt x="1583" y="1230"/>
                    <a:pt x="1568" y="1230"/>
                  </a:cubicBezTo>
                  <a:cubicBezTo>
                    <a:pt x="40" y="1230"/>
                    <a:pt x="40" y="1230"/>
                    <a:pt x="40" y="1230"/>
                  </a:cubicBezTo>
                  <a:cubicBezTo>
                    <a:pt x="26" y="1230"/>
                    <a:pt x="14" y="1218"/>
                    <a:pt x="14" y="1204"/>
                  </a:cubicBezTo>
                  <a:cubicBezTo>
                    <a:pt x="14" y="40"/>
                    <a:pt x="14" y="40"/>
                    <a:pt x="14" y="40"/>
                  </a:cubicBezTo>
                  <a:cubicBezTo>
                    <a:pt x="14" y="26"/>
                    <a:pt x="26" y="14"/>
                    <a:pt x="40" y="14"/>
                  </a:cubicBezTo>
                  <a:cubicBezTo>
                    <a:pt x="1568" y="14"/>
                    <a:pt x="1568" y="14"/>
                    <a:pt x="1568" y="14"/>
                  </a:cubicBezTo>
                  <a:cubicBezTo>
                    <a:pt x="1583" y="14"/>
                    <a:pt x="1594" y="26"/>
                    <a:pt x="1594" y="40"/>
                  </a:cubicBezTo>
                  <a:lnTo>
                    <a:pt x="1594" y="1204"/>
                  </a:lnTo>
                  <a:close/>
                </a:path>
              </a:pathLst>
            </a:custGeom>
            <a:solidFill>
              <a:schemeClr val="accent1"/>
            </a:solidFill>
            <a:ln w="0">
              <a:noFill/>
            </a:ln>
          </p:spPr>
          <p:style>
            <a:lnRef idx="0"/>
            <a:fillRef idx="0"/>
            <a:effectRef idx="0"/>
            <a:fontRef idx="minor"/>
          </p:style>
          <p:txBody>
            <a:bodyPr tIns="91440" bIns="91440" anchor="ctr">
              <a:noAutofit/>
            </a:bodyPr>
            <a:p>
              <a:pPr>
                <a:lnSpc>
                  <a:spcPct val="100000"/>
                </a:lnSpc>
                <a:tabLst>
                  <a:tab algn="l" pos="0"/>
                </a:tabLst>
              </a:pPr>
              <a:endParaRPr b="0" lang="en-US" sz="1400" spc="-1" strike="noStrike">
                <a:solidFill>
                  <a:srgbClr val="000000"/>
                </a:solidFill>
                <a:latin typeface="Arial"/>
                <a:ea typeface="Arial"/>
              </a:endParaRPr>
            </a:p>
          </p:txBody>
        </p:sp>
      </p:grpSp>
      <p:cxnSp>
        <p:nvCxnSpPr>
          <p:cNvPr id="83" name="Google Shape;98;p17"/>
          <p:cNvCxnSpPr/>
          <p:nvPr/>
        </p:nvCxnSpPr>
        <p:spPr>
          <a:xfrm>
            <a:off x="4057560" y="2896920"/>
            <a:ext cx="1028880" cy="360"/>
          </a:xfrm>
          <a:prstGeom prst="straightConnector1">
            <a:avLst/>
          </a:prstGeom>
          <a:ln w="38100">
            <a:solidFill>
              <a:srgbClr val="606372"/>
            </a:solidFill>
            <a:round/>
          </a:ln>
        </p:spPr>
      </p:cxnSp>
      <p:sp>
        <p:nvSpPr>
          <p:cNvPr id="84" name="PlaceHolder 1"/>
          <p:cNvSpPr>
            <a:spLocks noGrp="1"/>
          </p:cNvSpPr>
          <p:nvPr>
            <p:ph type="dt" idx="16"/>
          </p:nvPr>
        </p:nvSpPr>
        <p:spPr>
          <a:xfrm>
            <a:off x="6738480" y="4722480"/>
            <a:ext cx="2057040" cy="273600"/>
          </a:xfrm>
          <a:prstGeom prst="rect">
            <a:avLst/>
          </a:prstGeom>
          <a:noFill/>
          <a:ln w="0">
            <a:noFill/>
          </a:ln>
        </p:spPr>
        <p:txBody>
          <a:bodyPr lIns="91440" rIns="91440" tIns="45720" bIns="45720" anchor="ctr">
            <a:noAutofit/>
          </a:bodyPr>
          <a:lstStyle>
            <a:lvl1pPr indent="0">
              <a:buNone/>
              <a:defRPr b="0" lang="en-US" sz="1400" spc="-1" strike="noStrike">
                <a:solidFill>
                  <a:srgbClr val="ffffff"/>
                </a:solidFill>
                <a:latin typeface="Times New Roman"/>
              </a:defRPr>
            </a:lvl1pPr>
          </a:lstStyle>
          <a:p>
            <a:pPr indent="0">
              <a:buNone/>
            </a:pPr>
            <a:r>
              <a:rPr b="0" lang="en-US" sz="1400" spc="-1" strike="noStrike">
                <a:solidFill>
                  <a:srgbClr val="ffffff"/>
                </a:solidFill>
                <a:latin typeface="Times New Roman"/>
              </a:rPr>
              <a:t>&lt;date/time&gt;</a:t>
            </a:r>
            <a:endParaRPr b="0" lang="en-US" sz="1400" spc="-1" strike="noStrike">
              <a:solidFill>
                <a:srgbClr val="ffffff"/>
              </a:solidFill>
              <a:latin typeface="Times New Roman"/>
            </a:endParaRPr>
          </a:p>
        </p:txBody>
      </p:sp>
      <p:sp>
        <p:nvSpPr>
          <p:cNvPr id="85" name="PlaceHolder 2"/>
          <p:cNvSpPr>
            <a:spLocks noGrp="1"/>
          </p:cNvSpPr>
          <p:nvPr>
            <p:ph type="ftr" idx="17"/>
          </p:nvPr>
        </p:nvSpPr>
        <p:spPr>
          <a:xfrm>
            <a:off x="3030840" y="4722480"/>
            <a:ext cx="308592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ffffff"/>
                </a:solidFill>
                <a:latin typeface="Times New Roman"/>
              </a:defRPr>
            </a:lvl1pPr>
          </a:lstStyle>
          <a:p>
            <a:pPr indent="0" algn="ctr">
              <a:buNone/>
            </a:pPr>
            <a:r>
              <a:rPr b="0" lang="en-US" sz="1400" spc="-1" strike="noStrike">
                <a:solidFill>
                  <a:srgbClr val="ffffff"/>
                </a:solidFill>
                <a:latin typeface="Times New Roman"/>
              </a:rPr>
              <a:t>&lt;footer&gt;</a:t>
            </a:r>
            <a:endParaRPr b="0" lang="en-US" sz="1400" spc="-1" strike="noStrike">
              <a:solidFill>
                <a:srgbClr val="ffffff"/>
              </a:solidFill>
              <a:latin typeface="Times New Roman"/>
            </a:endParaRPr>
          </a:p>
        </p:txBody>
      </p:sp>
      <p:sp>
        <p:nvSpPr>
          <p:cNvPr id="86" name="PlaceHolder 3"/>
          <p:cNvSpPr>
            <a:spLocks noGrp="1"/>
          </p:cNvSpPr>
          <p:nvPr>
            <p:ph type="sldNum" idx="18"/>
          </p:nvPr>
        </p:nvSpPr>
        <p:spPr>
          <a:xfrm>
            <a:off x="348120" y="4722480"/>
            <a:ext cx="2085840" cy="273600"/>
          </a:xfrm>
          <a:prstGeom prst="rect">
            <a:avLst/>
          </a:prstGeom>
          <a:noFill/>
          <a:ln w="0">
            <a:noFill/>
          </a:ln>
        </p:spPr>
        <p:txBody>
          <a:bodyPr lIns="91440" rIns="91440" tIns="45720" bIns="45720" anchor="ctr">
            <a:noAutofit/>
          </a:bodyPr>
          <a:lstStyle>
            <a:lvl1pPr indent="0">
              <a:lnSpc>
                <a:spcPct val="100000"/>
              </a:lnSpc>
              <a:buNone/>
              <a:tabLst>
                <a:tab algn="l" pos="0"/>
              </a:tabLst>
              <a:defRPr b="0" lang="en" sz="900" spc="-1" strike="noStrike">
                <a:solidFill>
                  <a:schemeClr val="lt2"/>
                </a:solidFill>
                <a:latin typeface="Century Schoolbook"/>
                <a:ea typeface="Century Schoolbook"/>
              </a:defRPr>
            </a:lvl1pPr>
          </a:lstStyle>
          <a:p>
            <a:pPr indent="0">
              <a:lnSpc>
                <a:spcPct val="100000"/>
              </a:lnSpc>
              <a:buNone/>
              <a:tabLst>
                <a:tab algn="l" pos="0"/>
              </a:tabLst>
            </a:pPr>
            <a:fld id="{2E3857B6-D946-4038-A0C2-09CFB6193F8C}" type="slidenum">
              <a:rPr b="0" lang="en" sz="900" spc="-1" strike="noStrike">
                <a:solidFill>
                  <a:schemeClr val="lt2"/>
                </a:solidFill>
                <a:latin typeface="Century Schoolbook"/>
                <a:ea typeface="Century Schoolbook"/>
              </a:rPr>
              <a:t>&lt;number&gt;</a:t>
            </a:fld>
            <a:endParaRPr b="0" lang="en-US" sz="900" spc="-1" strike="noStrike">
              <a:solidFill>
                <a:srgbClr val="ffffff"/>
              </a:solidFill>
              <a:latin typeface="Times New Roman"/>
            </a:endParaRPr>
          </a:p>
        </p:txBody>
      </p:sp>
      <p:sp>
        <p:nvSpPr>
          <p:cNvPr id="87" name="PlaceHolder 4"/>
          <p:cNvSpPr>
            <a:spLocks noGrp="1"/>
          </p:cNvSpPr>
          <p:nvPr>
            <p:ph type="title"/>
          </p:nvPr>
        </p:nvSpPr>
        <p:spPr>
          <a:xfrm>
            <a:off x="2371680" y="1373040"/>
            <a:ext cx="4394520" cy="1380960"/>
          </a:xfrm>
          <a:prstGeom prst="rect">
            <a:avLst/>
          </a:prstGeom>
          <a:noFill/>
          <a:ln w="0">
            <a:noFill/>
          </a:ln>
        </p:spPr>
        <p:txBody>
          <a:bodyPr lIns="91440" rIns="91440" tIns="45720" bIns="45720" anchor="t">
            <a:normAutofit/>
          </a:bodyPr>
          <a:p>
            <a:pPr indent="0">
              <a:buNone/>
            </a:pPr>
            <a:r>
              <a:rPr b="0" lang="en-US" sz="3300" spc="-1" strike="noStrike">
                <a:solidFill>
                  <a:srgbClr val="000000"/>
                </a:solidFill>
                <a:latin typeface="Arial"/>
              </a:rPr>
              <a:t>Click to edit the title text format</a:t>
            </a:r>
            <a:endParaRPr b="0" lang="en-US" sz="3300" spc="-1" strike="noStrike">
              <a:solidFill>
                <a:srgbClr val="000000"/>
              </a:solidFill>
              <a:latin typeface="Arial"/>
            </a:endParaRPr>
          </a:p>
        </p:txBody>
      </p:sp>
      <p:sp>
        <p:nvSpPr>
          <p:cNvPr id="88" name="PlaceHolder 5"/>
          <p:cNvSpPr>
            <a:spLocks noGrp="1"/>
          </p:cNvSpPr>
          <p:nvPr>
            <p:ph type="body"/>
          </p:nvPr>
        </p:nvSpPr>
        <p:spPr>
          <a:xfrm>
            <a:off x="2860920" y="3132000"/>
            <a:ext cx="3424320" cy="778680"/>
          </a:xfrm>
          <a:prstGeom prst="rect">
            <a:avLst/>
          </a:prstGeom>
          <a:noFill/>
          <a:ln w="0">
            <a:noFill/>
          </a:ln>
        </p:spPr>
        <p:txBody>
          <a:bodyPr lIns="91440" rIns="91440" tIns="45720" bIns="45720" anchor="t">
            <a:normAutofit fontScale="12222"/>
          </a:bodyPr>
          <a:p>
            <a:pPr marL="432000" indent="-324000">
              <a:spcBef>
                <a:spcPts val="1417"/>
              </a:spcBef>
              <a:buClr>
                <a:srgbClr val="ffffff"/>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ffffff"/>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ffffff"/>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ffffff"/>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ffffff"/>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ffffff"/>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ffffff"/>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2"/>
        </a:solidFill>
      </p:bgPr>
    </p:bg>
    <p:spTree>
      <p:nvGrpSpPr>
        <p:cNvPr id="1" name=""/>
        <p:cNvGrpSpPr/>
        <p:nvPr/>
      </p:nvGrpSpPr>
      <p:grpSpPr>
        <a:xfrm>
          <a:off x="0" y="0"/>
          <a:ext cx="0" cy="0"/>
          <a:chOff x="0" y="0"/>
          <a:chExt cx="0" cy="0"/>
        </a:xfrm>
      </p:grpSpPr>
      <p:grpSp>
        <p:nvGrpSpPr>
          <p:cNvPr id="89" name="Google Shape;51;p13"/>
          <p:cNvGrpSpPr/>
          <p:nvPr/>
        </p:nvGrpSpPr>
        <p:grpSpPr>
          <a:xfrm>
            <a:off x="242280" y="542520"/>
            <a:ext cx="3173400" cy="4223520"/>
            <a:chOff x="242280" y="542520"/>
            <a:chExt cx="3173400" cy="4223520"/>
          </a:xfrm>
        </p:grpSpPr>
        <p:sp>
          <p:nvSpPr>
            <p:cNvPr id="90" name="Google Shape;52;p13"/>
            <p:cNvSpPr/>
            <p:nvPr/>
          </p:nvSpPr>
          <p:spPr>
            <a:xfrm>
              <a:off x="242280" y="542520"/>
              <a:ext cx="2013480" cy="4223520"/>
            </a:xfrm>
            <a:custGeom>
              <a:avLst/>
              <a:gdLst>
                <a:gd name="textAreaLeft" fmla="*/ 0 w 2013480"/>
                <a:gd name="textAreaRight" fmla="*/ 2013840 w 2013480"/>
                <a:gd name="textAreaTop" fmla="*/ 0 h 4223520"/>
                <a:gd name="textAreaBottom" fmla="*/ 4223880 h 4223520"/>
              </a:gdLst>
              <a:ahLst/>
              <a:rect l="textAreaLeft" t="textAreaTop" r="textAreaRight" b="textAreaBottom"/>
              <a:pathLst>
                <a:path w="697" h="1954">
                  <a:moveTo>
                    <a:pt x="251" y="1472"/>
                  </a:moveTo>
                  <a:cubicBezTo>
                    <a:pt x="258" y="1472"/>
                    <a:pt x="252" y="1463"/>
                    <a:pt x="251" y="1462"/>
                  </a:cubicBezTo>
                  <a:cubicBezTo>
                    <a:pt x="248" y="1422"/>
                    <a:pt x="241" y="1424"/>
                    <a:pt x="241" y="1419"/>
                  </a:cubicBezTo>
                  <a:cubicBezTo>
                    <a:pt x="227" y="1388"/>
                    <a:pt x="226" y="1380"/>
                    <a:pt x="221" y="1376"/>
                  </a:cubicBezTo>
                  <a:cubicBezTo>
                    <a:pt x="209" y="1355"/>
                    <a:pt x="209" y="1347"/>
                    <a:pt x="203" y="1344"/>
                  </a:cubicBezTo>
                  <a:cubicBezTo>
                    <a:pt x="169" y="1285"/>
                    <a:pt x="162" y="1275"/>
                    <a:pt x="156" y="1263"/>
                  </a:cubicBezTo>
                  <a:cubicBezTo>
                    <a:pt x="144" y="1242"/>
                    <a:pt x="141" y="1236"/>
                    <a:pt x="138" y="1231"/>
                  </a:cubicBezTo>
                  <a:cubicBezTo>
                    <a:pt x="107" y="1177"/>
                    <a:pt x="108" y="1168"/>
                    <a:pt x="103" y="1165"/>
                  </a:cubicBezTo>
                  <a:cubicBezTo>
                    <a:pt x="90" y="1142"/>
                    <a:pt x="83" y="1131"/>
                    <a:pt x="82" y="1127"/>
                  </a:cubicBezTo>
                  <a:cubicBezTo>
                    <a:pt x="66" y="1090"/>
                    <a:pt x="67" y="1081"/>
                    <a:pt x="62" y="1077"/>
                  </a:cubicBezTo>
                  <a:cubicBezTo>
                    <a:pt x="57" y="1049"/>
                    <a:pt x="51" y="1046"/>
                    <a:pt x="52" y="1037"/>
                  </a:cubicBezTo>
                  <a:cubicBezTo>
                    <a:pt x="48" y="1016"/>
                    <a:pt x="44" y="1007"/>
                    <a:pt x="42" y="1002"/>
                  </a:cubicBezTo>
                  <a:cubicBezTo>
                    <a:pt x="32" y="970"/>
                    <a:pt x="24" y="961"/>
                    <a:pt x="22" y="946"/>
                  </a:cubicBezTo>
                  <a:cubicBezTo>
                    <a:pt x="13" y="922"/>
                    <a:pt x="11" y="916"/>
                    <a:pt x="9" y="909"/>
                  </a:cubicBezTo>
                  <a:cubicBezTo>
                    <a:pt x="5" y="889"/>
                    <a:pt x="11" y="888"/>
                    <a:pt x="9" y="896"/>
                  </a:cubicBezTo>
                  <a:cubicBezTo>
                    <a:pt x="25" y="935"/>
                    <a:pt x="22" y="943"/>
                    <a:pt x="27" y="944"/>
                  </a:cubicBezTo>
                  <a:cubicBezTo>
                    <a:pt x="47" y="979"/>
                    <a:pt x="44" y="987"/>
                    <a:pt x="45" y="992"/>
                  </a:cubicBezTo>
                  <a:cubicBezTo>
                    <a:pt x="78" y="1045"/>
                    <a:pt x="85" y="1060"/>
                    <a:pt x="95" y="1072"/>
                  </a:cubicBezTo>
                  <a:cubicBezTo>
                    <a:pt x="141" y="1130"/>
                    <a:pt x="141" y="1136"/>
                    <a:pt x="140" y="1142"/>
                  </a:cubicBezTo>
                  <a:cubicBezTo>
                    <a:pt x="159" y="1162"/>
                    <a:pt x="156" y="1170"/>
                    <a:pt x="160" y="1170"/>
                  </a:cubicBezTo>
                  <a:cubicBezTo>
                    <a:pt x="198" y="1238"/>
                    <a:pt x="204" y="1243"/>
                    <a:pt x="206" y="1251"/>
                  </a:cubicBezTo>
                  <a:cubicBezTo>
                    <a:pt x="218" y="1278"/>
                    <a:pt x="219" y="1288"/>
                    <a:pt x="226" y="1291"/>
                  </a:cubicBezTo>
                  <a:cubicBezTo>
                    <a:pt x="231" y="1298"/>
                    <a:pt x="231" y="1292"/>
                    <a:pt x="228" y="1288"/>
                  </a:cubicBezTo>
                  <a:cubicBezTo>
                    <a:pt x="196" y="1218"/>
                    <a:pt x="198" y="1206"/>
                    <a:pt x="191" y="1203"/>
                  </a:cubicBezTo>
                  <a:cubicBezTo>
                    <a:pt x="168" y="1159"/>
                    <a:pt x="164" y="1153"/>
                    <a:pt x="160" y="1147"/>
                  </a:cubicBezTo>
                  <a:cubicBezTo>
                    <a:pt x="114" y="1068"/>
                    <a:pt x="104" y="1068"/>
                    <a:pt x="105" y="1057"/>
                  </a:cubicBezTo>
                  <a:cubicBezTo>
                    <a:pt x="67" y="1000"/>
                    <a:pt x="58" y="1000"/>
                    <a:pt x="57" y="992"/>
                  </a:cubicBezTo>
                  <a:cubicBezTo>
                    <a:pt x="80" y="1011"/>
                    <a:pt x="81" y="1021"/>
                    <a:pt x="87" y="1024"/>
                  </a:cubicBezTo>
                  <a:cubicBezTo>
                    <a:pt x="103" y="1041"/>
                    <a:pt x="100" y="1049"/>
                    <a:pt x="105" y="1049"/>
                  </a:cubicBezTo>
                  <a:cubicBezTo>
                    <a:pt x="129" y="1079"/>
                    <a:pt x="130" y="1087"/>
                    <a:pt x="135" y="1092"/>
                  </a:cubicBezTo>
                  <a:cubicBezTo>
                    <a:pt x="163" y="1128"/>
                    <a:pt x="159" y="1136"/>
                    <a:pt x="163" y="1137"/>
                  </a:cubicBezTo>
                  <a:cubicBezTo>
                    <a:pt x="199" y="1191"/>
                    <a:pt x="204" y="1205"/>
                    <a:pt x="211" y="1218"/>
                  </a:cubicBezTo>
                  <a:cubicBezTo>
                    <a:pt x="232" y="1237"/>
                    <a:pt x="226" y="1238"/>
                    <a:pt x="228" y="1230"/>
                  </a:cubicBezTo>
                  <a:cubicBezTo>
                    <a:pt x="202" y="1163"/>
                    <a:pt x="196" y="1163"/>
                    <a:pt x="198" y="1155"/>
                  </a:cubicBezTo>
                  <a:cubicBezTo>
                    <a:pt x="171" y="1106"/>
                    <a:pt x="167" y="1104"/>
                    <a:pt x="165" y="1100"/>
                  </a:cubicBezTo>
                  <a:cubicBezTo>
                    <a:pt x="140" y="1062"/>
                    <a:pt x="138" y="1052"/>
                    <a:pt x="133" y="1047"/>
                  </a:cubicBezTo>
                  <a:cubicBezTo>
                    <a:pt x="76" y="924"/>
                    <a:pt x="76" y="918"/>
                    <a:pt x="75" y="913"/>
                  </a:cubicBezTo>
                  <a:cubicBezTo>
                    <a:pt x="53" y="840"/>
                    <a:pt x="56" y="836"/>
                    <a:pt x="57" y="830"/>
                  </a:cubicBezTo>
                  <a:cubicBezTo>
                    <a:pt x="36" y="706"/>
                    <a:pt x="30" y="721"/>
                    <a:pt x="34" y="725"/>
                  </a:cubicBezTo>
                  <a:cubicBezTo>
                    <a:pt x="45" y="767"/>
                    <a:pt x="46" y="774"/>
                    <a:pt x="49" y="778"/>
                  </a:cubicBezTo>
                  <a:cubicBezTo>
                    <a:pt x="70" y="833"/>
                    <a:pt x="67" y="843"/>
                    <a:pt x="72" y="846"/>
                  </a:cubicBezTo>
                  <a:cubicBezTo>
                    <a:pt x="94" y="887"/>
                    <a:pt x="97" y="899"/>
                    <a:pt x="102" y="908"/>
                  </a:cubicBezTo>
                  <a:cubicBezTo>
                    <a:pt x="143" y="980"/>
                    <a:pt x="154" y="992"/>
                    <a:pt x="160" y="1007"/>
                  </a:cubicBezTo>
                  <a:cubicBezTo>
                    <a:pt x="212" y="1106"/>
                    <a:pt x="218" y="1122"/>
                    <a:pt x="223" y="1137"/>
                  </a:cubicBezTo>
                  <a:cubicBezTo>
                    <a:pt x="218" y="1115"/>
                    <a:pt x="222" y="1106"/>
                    <a:pt x="221" y="1102"/>
                  </a:cubicBezTo>
                  <a:cubicBezTo>
                    <a:pt x="210" y="1080"/>
                    <a:pt x="213" y="1072"/>
                    <a:pt x="208" y="1072"/>
                  </a:cubicBezTo>
                  <a:cubicBezTo>
                    <a:pt x="195" y="1023"/>
                    <a:pt x="188" y="1020"/>
                    <a:pt x="188" y="1012"/>
                  </a:cubicBezTo>
                  <a:cubicBezTo>
                    <a:pt x="149" y="930"/>
                    <a:pt x="144" y="927"/>
                    <a:pt x="145" y="918"/>
                  </a:cubicBezTo>
                  <a:cubicBezTo>
                    <a:pt x="125" y="876"/>
                    <a:pt x="120" y="873"/>
                    <a:pt x="117" y="868"/>
                  </a:cubicBezTo>
                  <a:cubicBezTo>
                    <a:pt x="102" y="832"/>
                    <a:pt x="100" y="833"/>
                    <a:pt x="100" y="830"/>
                  </a:cubicBezTo>
                  <a:cubicBezTo>
                    <a:pt x="80" y="793"/>
                    <a:pt x="77" y="788"/>
                    <a:pt x="75" y="783"/>
                  </a:cubicBezTo>
                  <a:cubicBezTo>
                    <a:pt x="45" y="730"/>
                    <a:pt x="43" y="716"/>
                    <a:pt x="34" y="710"/>
                  </a:cubicBezTo>
                  <a:cubicBezTo>
                    <a:pt x="25" y="678"/>
                    <a:pt x="34" y="684"/>
                    <a:pt x="32" y="690"/>
                  </a:cubicBezTo>
                  <a:cubicBezTo>
                    <a:pt x="50" y="733"/>
                    <a:pt x="60" y="733"/>
                    <a:pt x="59" y="745"/>
                  </a:cubicBezTo>
                  <a:cubicBezTo>
                    <a:pt x="80" y="780"/>
                    <a:pt x="81" y="783"/>
                    <a:pt x="85" y="785"/>
                  </a:cubicBezTo>
                  <a:cubicBezTo>
                    <a:pt x="113" y="833"/>
                    <a:pt x="115" y="842"/>
                    <a:pt x="117" y="851"/>
                  </a:cubicBezTo>
                  <a:cubicBezTo>
                    <a:pt x="147" y="899"/>
                    <a:pt x="151" y="907"/>
                    <a:pt x="153" y="916"/>
                  </a:cubicBezTo>
                  <a:cubicBezTo>
                    <a:pt x="168" y="945"/>
                    <a:pt x="171" y="952"/>
                    <a:pt x="173" y="961"/>
                  </a:cubicBezTo>
                  <a:cubicBezTo>
                    <a:pt x="190" y="999"/>
                    <a:pt x="200" y="1010"/>
                    <a:pt x="203" y="1029"/>
                  </a:cubicBezTo>
                  <a:cubicBezTo>
                    <a:pt x="198" y="998"/>
                    <a:pt x="198" y="994"/>
                    <a:pt x="196" y="994"/>
                  </a:cubicBezTo>
                  <a:cubicBezTo>
                    <a:pt x="175" y="911"/>
                    <a:pt x="168" y="909"/>
                    <a:pt x="170" y="898"/>
                  </a:cubicBezTo>
                  <a:cubicBezTo>
                    <a:pt x="131" y="811"/>
                    <a:pt x="131" y="802"/>
                    <a:pt x="125" y="800"/>
                  </a:cubicBezTo>
                  <a:cubicBezTo>
                    <a:pt x="105" y="747"/>
                    <a:pt x="103" y="742"/>
                    <a:pt x="100" y="740"/>
                  </a:cubicBezTo>
                  <a:cubicBezTo>
                    <a:pt x="82" y="701"/>
                    <a:pt x="78" y="699"/>
                    <a:pt x="77" y="695"/>
                  </a:cubicBezTo>
                  <a:cubicBezTo>
                    <a:pt x="67" y="672"/>
                    <a:pt x="60" y="674"/>
                    <a:pt x="62" y="667"/>
                  </a:cubicBezTo>
                  <a:cubicBezTo>
                    <a:pt x="44" y="641"/>
                    <a:pt x="39" y="635"/>
                    <a:pt x="34" y="629"/>
                  </a:cubicBezTo>
                  <a:cubicBezTo>
                    <a:pt x="21" y="597"/>
                    <a:pt x="29" y="609"/>
                    <a:pt x="37" y="622"/>
                  </a:cubicBezTo>
                  <a:cubicBezTo>
                    <a:pt x="75" y="681"/>
                    <a:pt x="85" y="681"/>
                    <a:pt x="85" y="692"/>
                  </a:cubicBezTo>
                  <a:cubicBezTo>
                    <a:pt x="108" y="731"/>
                    <a:pt x="109" y="735"/>
                    <a:pt x="110" y="740"/>
                  </a:cubicBezTo>
                  <a:cubicBezTo>
                    <a:pt x="123" y="777"/>
                    <a:pt x="130" y="775"/>
                    <a:pt x="130" y="780"/>
                  </a:cubicBezTo>
                  <a:cubicBezTo>
                    <a:pt x="151" y="822"/>
                    <a:pt x="153" y="840"/>
                    <a:pt x="163" y="851"/>
                  </a:cubicBezTo>
                  <a:cubicBezTo>
                    <a:pt x="179" y="903"/>
                    <a:pt x="184" y="907"/>
                    <a:pt x="185" y="916"/>
                  </a:cubicBezTo>
                  <a:cubicBezTo>
                    <a:pt x="203" y="963"/>
                    <a:pt x="199" y="973"/>
                    <a:pt x="201" y="976"/>
                  </a:cubicBezTo>
                  <a:cubicBezTo>
                    <a:pt x="236" y="1076"/>
                    <a:pt x="226" y="1071"/>
                    <a:pt x="228" y="1064"/>
                  </a:cubicBezTo>
                  <a:cubicBezTo>
                    <a:pt x="218" y="972"/>
                    <a:pt x="212" y="965"/>
                    <a:pt x="213" y="951"/>
                  </a:cubicBezTo>
                  <a:cubicBezTo>
                    <a:pt x="185" y="862"/>
                    <a:pt x="181" y="854"/>
                    <a:pt x="178" y="845"/>
                  </a:cubicBezTo>
                  <a:cubicBezTo>
                    <a:pt x="145" y="767"/>
                    <a:pt x="139" y="762"/>
                    <a:pt x="135" y="755"/>
                  </a:cubicBezTo>
                  <a:cubicBezTo>
                    <a:pt x="119" y="717"/>
                    <a:pt x="114" y="719"/>
                    <a:pt x="112" y="717"/>
                  </a:cubicBezTo>
                  <a:cubicBezTo>
                    <a:pt x="92" y="686"/>
                    <a:pt x="92" y="676"/>
                    <a:pt x="87" y="669"/>
                  </a:cubicBezTo>
                  <a:cubicBezTo>
                    <a:pt x="56" y="621"/>
                    <a:pt x="53" y="614"/>
                    <a:pt x="49" y="607"/>
                  </a:cubicBezTo>
                  <a:cubicBezTo>
                    <a:pt x="41" y="564"/>
                    <a:pt x="41" y="578"/>
                    <a:pt x="47" y="586"/>
                  </a:cubicBezTo>
                  <a:cubicBezTo>
                    <a:pt x="72" y="633"/>
                    <a:pt x="77" y="635"/>
                    <a:pt x="77" y="642"/>
                  </a:cubicBezTo>
                  <a:cubicBezTo>
                    <a:pt x="117" y="700"/>
                    <a:pt x="120" y="711"/>
                    <a:pt x="125" y="720"/>
                  </a:cubicBezTo>
                  <a:cubicBezTo>
                    <a:pt x="136" y="738"/>
                    <a:pt x="138" y="743"/>
                    <a:pt x="143" y="745"/>
                  </a:cubicBezTo>
                  <a:cubicBezTo>
                    <a:pt x="165" y="796"/>
                    <a:pt x="169" y="801"/>
                    <a:pt x="173" y="805"/>
                  </a:cubicBezTo>
                  <a:cubicBezTo>
                    <a:pt x="198" y="877"/>
                    <a:pt x="205" y="880"/>
                    <a:pt x="206" y="888"/>
                  </a:cubicBezTo>
                  <a:cubicBezTo>
                    <a:pt x="210" y="912"/>
                    <a:pt x="215" y="915"/>
                    <a:pt x="216" y="923"/>
                  </a:cubicBezTo>
                  <a:cubicBezTo>
                    <a:pt x="239" y="982"/>
                    <a:pt x="234" y="967"/>
                    <a:pt x="238" y="961"/>
                  </a:cubicBezTo>
                  <a:cubicBezTo>
                    <a:pt x="220" y="890"/>
                    <a:pt x="217" y="886"/>
                    <a:pt x="218" y="876"/>
                  </a:cubicBezTo>
                  <a:cubicBezTo>
                    <a:pt x="175" y="774"/>
                    <a:pt x="176" y="763"/>
                    <a:pt x="173" y="755"/>
                  </a:cubicBezTo>
                  <a:cubicBezTo>
                    <a:pt x="155" y="729"/>
                    <a:pt x="156" y="717"/>
                    <a:pt x="150" y="712"/>
                  </a:cubicBezTo>
                  <a:cubicBezTo>
                    <a:pt x="123" y="663"/>
                    <a:pt x="122" y="653"/>
                    <a:pt x="115" y="649"/>
                  </a:cubicBezTo>
                  <a:cubicBezTo>
                    <a:pt x="86" y="590"/>
                    <a:pt x="85" y="586"/>
                    <a:pt x="85" y="581"/>
                  </a:cubicBezTo>
                  <a:cubicBezTo>
                    <a:pt x="60" y="516"/>
                    <a:pt x="65" y="519"/>
                    <a:pt x="64" y="528"/>
                  </a:cubicBezTo>
                  <a:cubicBezTo>
                    <a:pt x="82" y="567"/>
                    <a:pt x="89" y="567"/>
                    <a:pt x="87" y="576"/>
                  </a:cubicBezTo>
                  <a:cubicBezTo>
                    <a:pt x="102" y="603"/>
                    <a:pt x="102" y="606"/>
                    <a:pt x="105" y="606"/>
                  </a:cubicBezTo>
                  <a:cubicBezTo>
                    <a:pt x="133" y="652"/>
                    <a:pt x="128" y="663"/>
                    <a:pt x="135" y="662"/>
                  </a:cubicBezTo>
                  <a:cubicBezTo>
                    <a:pt x="162" y="716"/>
                    <a:pt x="168" y="721"/>
                    <a:pt x="170" y="730"/>
                  </a:cubicBezTo>
                  <a:cubicBezTo>
                    <a:pt x="201" y="805"/>
                    <a:pt x="206" y="810"/>
                    <a:pt x="208" y="818"/>
                  </a:cubicBezTo>
                  <a:cubicBezTo>
                    <a:pt x="243" y="905"/>
                    <a:pt x="235" y="893"/>
                    <a:pt x="233" y="888"/>
                  </a:cubicBezTo>
                  <a:cubicBezTo>
                    <a:pt x="221" y="836"/>
                    <a:pt x="220" y="828"/>
                    <a:pt x="216" y="823"/>
                  </a:cubicBezTo>
                  <a:cubicBezTo>
                    <a:pt x="173" y="707"/>
                    <a:pt x="173" y="697"/>
                    <a:pt x="170" y="689"/>
                  </a:cubicBezTo>
                  <a:cubicBezTo>
                    <a:pt x="157" y="663"/>
                    <a:pt x="154" y="657"/>
                    <a:pt x="150" y="652"/>
                  </a:cubicBezTo>
                  <a:cubicBezTo>
                    <a:pt x="119" y="602"/>
                    <a:pt x="122" y="594"/>
                    <a:pt x="117" y="594"/>
                  </a:cubicBezTo>
                  <a:cubicBezTo>
                    <a:pt x="119" y="590"/>
                    <a:pt x="124" y="592"/>
                    <a:pt x="125" y="596"/>
                  </a:cubicBezTo>
                  <a:cubicBezTo>
                    <a:pt x="159" y="641"/>
                    <a:pt x="154" y="651"/>
                    <a:pt x="163" y="649"/>
                  </a:cubicBezTo>
                  <a:cubicBezTo>
                    <a:pt x="185" y="694"/>
                    <a:pt x="183" y="708"/>
                    <a:pt x="190" y="712"/>
                  </a:cubicBezTo>
                  <a:cubicBezTo>
                    <a:pt x="211" y="753"/>
                    <a:pt x="208" y="762"/>
                    <a:pt x="213" y="762"/>
                  </a:cubicBezTo>
                  <a:cubicBezTo>
                    <a:pt x="237" y="847"/>
                    <a:pt x="238" y="850"/>
                    <a:pt x="238" y="853"/>
                  </a:cubicBezTo>
                  <a:cubicBezTo>
                    <a:pt x="246" y="870"/>
                    <a:pt x="242" y="860"/>
                    <a:pt x="243" y="855"/>
                  </a:cubicBezTo>
                  <a:cubicBezTo>
                    <a:pt x="231" y="791"/>
                    <a:pt x="232" y="779"/>
                    <a:pt x="228" y="757"/>
                  </a:cubicBezTo>
                  <a:cubicBezTo>
                    <a:pt x="212" y="721"/>
                    <a:pt x="215" y="712"/>
                    <a:pt x="210" y="712"/>
                  </a:cubicBezTo>
                  <a:cubicBezTo>
                    <a:pt x="190" y="661"/>
                    <a:pt x="188" y="652"/>
                    <a:pt x="183" y="647"/>
                  </a:cubicBezTo>
                  <a:cubicBezTo>
                    <a:pt x="162" y="617"/>
                    <a:pt x="161" y="598"/>
                    <a:pt x="150" y="589"/>
                  </a:cubicBezTo>
                  <a:cubicBezTo>
                    <a:pt x="126" y="540"/>
                    <a:pt x="121" y="535"/>
                    <a:pt x="117" y="528"/>
                  </a:cubicBezTo>
                  <a:cubicBezTo>
                    <a:pt x="101" y="492"/>
                    <a:pt x="98" y="489"/>
                    <a:pt x="97" y="486"/>
                  </a:cubicBezTo>
                  <a:cubicBezTo>
                    <a:pt x="80" y="432"/>
                    <a:pt x="73" y="429"/>
                    <a:pt x="74" y="418"/>
                  </a:cubicBezTo>
                  <a:cubicBezTo>
                    <a:pt x="93" y="455"/>
                    <a:pt x="94" y="458"/>
                    <a:pt x="94" y="463"/>
                  </a:cubicBezTo>
                  <a:cubicBezTo>
                    <a:pt x="143" y="547"/>
                    <a:pt x="140" y="555"/>
                    <a:pt x="145" y="556"/>
                  </a:cubicBezTo>
                  <a:cubicBezTo>
                    <a:pt x="164" y="593"/>
                    <a:pt x="170" y="599"/>
                    <a:pt x="173" y="606"/>
                  </a:cubicBezTo>
                  <a:cubicBezTo>
                    <a:pt x="191" y="642"/>
                    <a:pt x="200" y="654"/>
                    <a:pt x="205" y="669"/>
                  </a:cubicBezTo>
                  <a:cubicBezTo>
                    <a:pt x="228" y="720"/>
                    <a:pt x="226" y="733"/>
                    <a:pt x="233" y="737"/>
                  </a:cubicBezTo>
                  <a:cubicBezTo>
                    <a:pt x="244" y="794"/>
                    <a:pt x="247" y="802"/>
                    <a:pt x="246" y="815"/>
                  </a:cubicBezTo>
                  <a:cubicBezTo>
                    <a:pt x="257" y="840"/>
                    <a:pt x="255" y="834"/>
                    <a:pt x="256" y="830"/>
                  </a:cubicBezTo>
                  <a:cubicBezTo>
                    <a:pt x="249" y="738"/>
                    <a:pt x="244" y="737"/>
                    <a:pt x="243" y="732"/>
                  </a:cubicBezTo>
                  <a:cubicBezTo>
                    <a:pt x="217" y="655"/>
                    <a:pt x="208" y="642"/>
                    <a:pt x="203" y="624"/>
                  </a:cubicBezTo>
                  <a:cubicBezTo>
                    <a:pt x="179" y="566"/>
                    <a:pt x="170" y="562"/>
                    <a:pt x="170" y="551"/>
                  </a:cubicBezTo>
                  <a:cubicBezTo>
                    <a:pt x="156" y="511"/>
                    <a:pt x="145" y="501"/>
                    <a:pt x="142" y="483"/>
                  </a:cubicBezTo>
                  <a:cubicBezTo>
                    <a:pt x="140" y="458"/>
                    <a:pt x="142" y="465"/>
                    <a:pt x="145" y="471"/>
                  </a:cubicBezTo>
                  <a:cubicBezTo>
                    <a:pt x="163" y="523"/>
                    <a:pt x="171" y="533"/>
                    <a:pt x="175" y="546"/>
                  </a:cubicBezTo>
                  <a:cubicBezTo>
                    <a:pt x="196" y="591"/>
                    <a:pt x="206" y="598"/>
                    <a:pt x="208" y="614"/>
                  </a:cubicBezTo>
                  <a:cubicBezTo>
                    <a:pt x="231" y="662"/>
                    <a:pt x="236" y="674"/>
                    <a:pt x="241" y="687"/>
                  </a:cubicBezTo>
                  <a:cubicBezTo>
                    <a:pt x="252" y="718"/>
                    <a:pt x="249" y="725"/>
                    <a:pt x="253" y="725"/>
                  </a:cubicBezTo>
                  <a:cubicBezTo>
                    <a:pt x="268" y="760"/>
                    <a:pt x="259" y="754"/>
                    <a:pt x="261" y="750"/>
                  </a:cubicBezTo>
                  <a:cubicBezTo>
                    <a:pt x="260" y="703"/>
                    <a:pt x="254" y="700"/>
                    <a:pt x="258" y="692"/>
                  </a:cubicBezTo>
                  <a:cubicBezTo>
                    <a:pt x="248" y="658"/>
                    <a:pt x="249" y="652"/>
                    <a:pt x="246" y="652"/>
                  </a:cubicBezTo>
                  <a:cubicBezTo>
                    <a:pt x="229" y="597"/>
                    <a:pt x="228" y="593"/>
                    <a:pt x="228" y="589"/>
                  </a:cubicBezTo>
                  <a:cubicBezTo>
                    <a:pt x="211" y="547"/>
                    <a:pt x="207" y="538"/>
                    <a:pt x="203" y="528"/>
                  </a:cubicBezTo>
                  <a:cubicBezTo>
                    <a:pt x="186" y="481"/>
                    <a:pt x="179" y="480"/>
                    <a:pt x="180" y="473"/>
                  </a:cubicBezTo>
                  <a:cubicBezTo>
                    <a:pt x="156" y="407"/>
                    <a:pt x="153" y="397"/>
                    <a:pt x="150" y="387"/>
                  </a:cubicBezTo>
                  <a:cubicBezTo>
                    <a:pt x="147" y="345"/>
                    <a:pt x="152" y="348"/>
                    <a:pt x="150" y="357"/>
                  </a:cubicBezTo>
                  <a:cubicBezTo>
                    <a:pt x="176" y="446"/>
                    <a:pt x="183" y="456"/>
                    <a:pt x="188" y="468"/>
                  </a:cubicBezTo>
                  <a:cubicBezTo>
                    <a:pt x="206" y="507"/>
                    <a:pt x="205" y="512"/>
                    <a:pt x="205" y="516"/>
                  </a:cubicBezTo>
                  <a:cubicBezTo>
                    <a:pt x="224" y="553"/>
                    <a:pt x="228" y="566"/>
                    <a:pt x="233" y="579"/>
                  </a:cubicBezTo>
                  <a:cubicBezTo>
                    <a:pt x="232" y="555"/>
                    <a:pt x="229" y="552"/>
                    <a:pt x="228" y="546"/>
                  </a:cubicBezTo>
                  <a:cubicBezTo>
                    <a:pt x="212" y="499"/>
                    <a:pt x="215" y="491"/>
                    <a:pt x="210" y="491"/>
                  </a:cubicBezTo>
                  <a:cubicBezTo>
                    <a:pt x="198" y="374"/>
                    <a:pt x="193" y="371"/>
                    <a:pt x="198" y="360"/>
                  </a:cubicBezTo>
                  <a:cubicBezTo>
                    <a:pt x="209" y="429"/>
                    <a:pt x="211" y="465"/>
                    <a:pt x="223" y="491"/>
                  </a:cubicBezTo>
                  <a:cubicBezTo>
                    <a:pt x="280" y="680"/>
                    <a:pt x="276" y="677"/>
                    <a:pt x="276" y="674"/>
                  </a:cubicBezTo>
                  <a:cubicBezTo>
                    <a:pt x="265" y="621"/>
                    <a:pt x="263" y="596"/>
                    <a:pt x="256" y="576"/>
                  </a:cubicBezTo>
                  <a:cubicBezTo>
                    <a:pt x="238" y="489"/>
                    <a:pt x="237" y="484"/>
                    <a:pt x="233" y="481"/>
                  </a:cubicBezTo>
                  <a:cubicBezTo>
                    <a:pt x="229" y="441"/>
                    <a:pt x="223" y="426"/>
                    <a:pt x="223" y="415"/>
                  </a:cubicBezTo>
                  <a:cubicBezTo>
                    <a:pt x="215" y="326"/>
                    <a:pt x="215" y="313"/>
                    <a:pt x="215" y="299"/>
                  </a:cubicBezTo>
                  <a:cubicBezTo>
                    <a:pt x="216" y="264"/>
                    <a:pt x="215" y="246"/>
                    <a:pt x="215" y="229"/>
                  </a:cubicBezTo>
                  <a:cubicBezTo>
                    <a:pt x="220" y="243"/>
                    <a:pt x="217" y="244"/>
                    <a:pt x="220" y="252"/>
                  </a:cubicBezTo>
                  <a:cubicBezTo>
                    <a:pt x="227" y="394"/>
                    <a:pt x="231" y="403"/>
                    <a:pt x="230" y="418"/>
                  </a:cubicBezTo>
                  <a:cubicBezTo>
                    <a:pt x="241" y="471"/>
                    <a:pt x="249" y="489"/>
                    <a:pt x="253" y="511"/>
                  </a:cubicBezTo>
                  <a:cubicBezTo>
                    <a:pt x="269" y="599"/>
                    <a:pt x="275" y="599"/>
                    <a:pt x="273" y="606"/>
                  </a:cubicBezTo>
                  <a:cubicBezTo>
                    <a:pt x="283" y="651"/>
                    <a:pt x="286" y="652"/>
                    <a:pt x="286" y="672"/>
                  </a:cubicBezTo>
                  <a:cubicBezTo>
                    <a:pt x="296" y="620"/>
                    <a:pt x="298" y="608"/>
                    <a:pt x="293" y="589"/>
                  </a:cubicBezTo>
                  <a:cubicBezTo>
                    <a:pt x="280" y="509"/>
                    <a:pt x="286" y="493"/>
                    <a:pt x="281" y="488"/>
                  </a:cubicBezTo>
                  <a:cubicBezTo>
                    <a:pt x="267" y="299"/>
                    <a:pt x="263" y="266"/>
                    <a:pt x="268" y="241"/>
                  </a:cubicBezTo>
                  <a:cubicBezTo>
                    <a:pt x="274" y="196"/>
                    <a:pt x="264" y="191"/>
                    <a:pt x="270" y="186"/>
                  </a:cubicBezTo>
                  <a:cubicBezTo>
                    <a:pt x="277" y="197"/>
                    <a:pt x="273" y="206"/>
                    <a:pt x="273" y="216"/>
                  </a:cubicBezTo>
                  <a:cubicBezTo>
                    <a:pt x="276" y="229"/>
                    <a:pt x="273" y="230"/>
                    <a:pt x="273" y="239"/>
                  </a:cubicBezTo>
                  <a:cubicBezTo>
                    <a:pt x="284" y="423"/>
                    <a:pt x="283" y="439"/>
                    <a:pt x="286" y="453"/>
                  </a:cubicBezTo>
                  <a:cubicBezTo>
                    <a:pt x="292" y="522"/>
                    <a:pt x="304" y="540"/>
                    <a:pt x="303" y="574"/>
                  </a:cubicBezTo>
                  <a:cubicBezTo>
                    <a:pt x="306" y="533"/>
                    <a:pt x="306" y="521"/>
                    <a:pt x="306" y="508"/>
                  </a:cubicBezTo>
                  <a:cubicBezTo>
                    <a:pt x="292" y="325"/>
                    <a:pt x="289" y="308"/>
                    <a:pt x="291" y="292"/>
                  </a:cubicBezTo>
                  <a:cubicBezTo>
                    <a:pt x="285" y="226"/>
                    <a:pt x="289" y="223"/>
                    <a:pt x="288" y="209"/>
                  </a:cubicBezTo>
                  <a:cubicBezTo>
                    <a:pt x="293" y="131"/>
                    <a:pt x="295" y="122"/>
                    <a:pt x="296" y="111"/>
                  </a:cubicBezTo>
                  <a:cubicBezTo>
                    <a:pt x="296" y="107"/>
                    <a:pt x="305" y="125"/>
                    <a:pt x="298" y="126"/>
                  </a:cubicBezTo>
                  <a:cubicBezTo>
                    <a:pt x="292" y="226"/>
                    <a:pt x="298" y="243"/>
                    <a:pt x="296" y="259"/>
                  </a:cubicBezTo>
                  <a:cubicBezTo>
                    <a:pt x="303" y="366"/>
                    <a:pt x="309" y="397"/>
                    <a:pt x="308" y="435"/>
                  </a:cubicBezTo>
                  <a:cubicBezTo>
                    <a:pt x="323" y="474"/>
                    <a:pt x="314" y="470"/>
                    <a:pt x="316" y="465"/>
                  </a:cubicBezTo>
                  <a:cubicBezTo>
                    <a:pt x="318" y="444"/>
                    <a:pt x="318" y="439"/>
                    <a:pt x="318" y="435"/>
                  </a:cubicBezTo>
                  <a:cubicBezTo>
                    <a:pt x="316" y="396"/>
                    <a:pt x="316" y="392"/>
                    <a:pt x="316" y="387"/>
                  </a:cubicBezTo>
                  <a:cubicBezTo>
                    <a:pt x="315" y="330"/>
                    <a:pt x="313" y="324"/>
                    <a:pt x="313" y="319"/>
                  </a:cubicBezTo>
                  <a:cubicBezTo>
                    <a:pt x="318" y="200"/>
                    <a:pt x="323" y="199"/>
                    <a:pt x="321" y="191"/>
                  </a:cubicBezTo>
                  <a:cubicBezTo>
                    <a:pt x="325" y="160"/>
                    <a:pt x="320" y="150"/>
                    <a:pt x="326" y="151"/>
                  </a:cubicBezTo>
                  <a:cubicBezTo>
                    <a:pt x="333" y="137"/>
                    <a:pt x="331" y="147"/>
                    <a:pt x="328" y="156"/>
                  </a:cubicBezTo>
                  <a:cubicBezTo>
                    <a:pt x="322" y="246"/>
                    <a:pt x="326" y="266"/>
                    <a:pt x="321" y="277"/>
                  </a:cubicBezTo>
                  <a:cubicBezTo>
                    <a:pt x="324" y="351"/>
                    <a:pt x="322" y="357"/>
                    <a:pt x="326" y="357"/>
                  </a:cubicBezTo>
                  <a:cubicBezTo>
                    <a:pt x="328" y="453"/>
                    <a:pt x="326" y="458"/>
                    <a:pt x="326" y="463"/>
                  </a:cubicBezTo>
                  <a:cubicBezTo>
                    <a:pt x="338" y="484"/>
                    <a:pt x="338" y="481"/>
                    <a:pt x="339" y="478"/>
                  </a:cubicBezTo>
                  <a:cubicBezTo>
                    <a:pt x="339" y="467"/>
                    <a:pt x="338" y="461"/>
                    <a:pt x="339" y="453"/>
                  </a:cubicBezTo>
                  <a:cubicBezTo>
                    <a:pt x="339" y="390"/>
                    <a:pt x="345" y="391"/>
                    <a:pt x="344" y="385"/>
                  </a:cubicBezTo>
                  <a:cubicBezTo>
                    <a:pt x="344" y="252"/>
                    <a:pt x="346" y="241"/>
                    <a:pt x="346" y="229"/>
                  </a:cubicBezTo>
                  <a:cubicBezTo>
                    <a:pt x="373" y="110"/>
                    <a:pt x="371" y="102"/>
                    <a:pt x="374" y="98"/>
                  </a:cubicBezTo>
                  <a:cubicBezTo>
                    <a:pt x="379" y="60"/>
                    <a:pt x="385" y="60"/>
                    <a:pt x="384" y="53"/>
                  </a:cubicBezTo>
                  <a:cubicBezTo>
                    <a:pt x="397" y="11"/>
                    <a:pt x="405" y="24"/>
                    <a:pt x="399" y="22"/>
                  </a:cubicBezTo>
                  <a:cubicBezTo>
                    <a:pt x="374" y="102"/>
                    <a:pt x="383" y="117"/>
                    <a:pt x="376" y="116"/>
                  </a:cubicBezTo>
                  <a:cubicBezTo>
                    <a:pt x="367" y="192"/>
                    <a:pt x="355" y="232"/>
                    <a:pt x="351" y="272"/>
                  </a:cubicBezTo>
                  <a:cubicBezTo>
                    <a:pt x="351" y="359"/>
                    <a:pt x="355" y="369"/>
                    <a:pt x="354" y="372"/>
                  </a:cubicBezTo>
                  <a:cubicBezTo>
                    <a:pt x="351" y="399"/>
                    <a:pt x="351" y="403"/>
                    <a:pt x="351" y="407"/>
                  </a:cubicBezTo>
                  <a:cubicBezTo>
                    <a:pt x="362" y="364"/>
                    <a:pt x="358" y="351"/>
                    <a:pt x="364" y="347"/>
                  </a:cubicBezTo>
                  <a:cubicBezTo>
                    <a:pt x="368" y="321"/>
                    <a:pt x="368" y="314"/>
                    <a:pt x="371" y="314"/>
                  </a:cubicBezTo>
                  <a:cubicBezTo>
                    <a:pt x="390" y="172"/>
                    <a:pt x="402" y="149"/>
                    <a:pt x="404" y="116"/>
                  </a:cubicBezTo>
                  <a:cubicBezTo>
                    <a:pt x="432" y="41"/>
                    <a:pt x="427" y="40"/>
                    <a:pt x="429" y="48"/>
                  </a:cubicBezTo>
                  <a:cubicBezTo>
                    <a:pt x="403" y="151"/>
                    <a:pt x="400" y="182"/>
                    <a:pt x="396" y="221"/>
                  </a:cubicBezTo>
                  <a:cubicBezTo>
                    <a:pt x="369" y="402"/>
                    <a:pt x="368" y="392"/>
                    <a:pt x="374" y="387"/>
                  </a:cubicBezTo>
                  <a:cubicBezTo>
                    <a:pt x="381" y="362"/>
                    <a:pt x="384" y="355"/>
                    <a:pt x="386" y="347"/>
                  </a:cubicBezTo>
                  <a:cubicBezTo>
                    <a:pt x="421" y="286"/>
                    <a:pt x="421" y="276"/>
                    <a:pt x="426" y="272"/>
                  </a:cubicBezTo>
                  <a:cubicBezTo>
                    <a:pt x="463" y="190"/>
                    <a:pt x="470" y="184"/>
                    <a:pt x="472" y="173"/>
                  </a:cubicBezTo>
                  <a:cubicBezTo>
                    <a:pt x="478" y="175"/>
                    <a:pt x="469" y="199"/>
                    <a:pt x="462" y="224"/>
                  </a:cubicBezTo>
                  <a:cubicBezTo>
                    <a:pt x="446" y="260"/>
                    <a:pt x="442" y="261"/>
                    <a:pt x="442" y="261"/>
                  </a:cubicBezTo>
                  <a:cubicBezTo>
                    <a:pt x="417" y="299"/>
                    <a:pt x="417" y="319"/>
                    <a:pt x="406" y="329"/>
                  </a:cubicBezTo>
                  <a:cubicBezTo>
                    <a:pt x="393" y="372"/>
                    <a:pt x="394" y="370"/>
                    <a:pt x="396" y="370"/>
                  </a:cubicBezTo>
                  <a:cubicBezTo>
                    <a:pt x="423" y="330"/>
                    <a:pt x="433" y="319"/>
                    <a:pt x="437" y="302"/>
                  </a:cubicBezTo>
                  <a:cubicBezTo>
                    <a:pt x="464" y="262"/>
                    <a:pt x="464" y="255"/>
                    <a:pt x="467" y="251"/>
                  </a:cubicBezTo>
                  <a:cubicBezTo>
                    <a:pt x="504" y="170"/>
                    <a:pt x="509" y="151"/>
                    <a:pt x="512" y="128"/>
                  </a:cubicBezTo>
                  <a:cubicBezTo>
                    <a:pt x="522" y="92"/>
                    <a:pt x="522" y="99"/>
                    <a:pt x="522" y="105"/>
                  </a:cubicBezTo>
                  <a:cubicBezTo>
                    <a:pt x="496" y="217"/>
                    <a:pt x="493" y="220"/>
                    <a:pt x="492" y="224"/>
                  </a:cubicBezTo>
                  <a:cubicBezTo>
                    <a:pt x="470" y="268"/>
                    <a:pt x="468" y="270"/>
                    <a:pt x="467" y="274"/>
                  </a:cubicBezTo>
                  <a:cubicBezTo>
                    <a:pt x="460" y="300"/>
                    <a:pt x="449" y="294"/>
                    <a:pt x="452" y="302"/>
                  </a:cubicBezTo>
                  <a:cubicBezTo>
                    <a:pt x="426" y="346"/>
                    <a:pt x="419" y="348"/>
                    <a:pt x="419" y="357"/>
                  </a:cubicBezTo>
                  <a:cubicBezTo>
                    <a:pt x="377" y="415"/>
                    <a:pt x="378" y="425"/>
                    <a:pt x="369" y="425"/>
                  </a:cubicBezTo>
                  <a:cubicBezTo>
                    <a:pt x="358" y="467"/>
                    <a:pt x="351" y="467"/>
                    <a:pt x="354" y="475"/>
                  </a:cubicBezTo>
                  <a:cubicBezTo>
                    <a:pt x="367" y="453"/>
                    <a:pt x="377" y="450"/>
                    <a:pt x="379" y="438"/>
                  </a:cubicBezTo>
                  <a:cubicBezTo>
                    <a:pt x="409" y="380"/>
                    <a:pt x="416" y="379"/>
                    <a:pt x="417" y="372"/>
                  </a:cubicBezTo>
                  <a:cubicBezTo>
                    <a:pt x="432" y="354"/>
                    <a:pt x="437" y="346"/>
                    <a:pt x="442" y="337"/>
                  </a:cubicBezTo>
                  <a:cubicBezTo>
                    <a:pt x="466" y="307"/>
                    <a:pt x="467" y="295"/>
                    <a:pt x="477" y="292"/>
                  </a:cubicBezTo>
                  <a:cubicBezTo>
                    <a:pt x="499" y="244"/>
                    <a:pt x="508" y="247"/>
                    <a:pt x="507" y="239"/>
                  </a:cubicBezTo>
                  <a:cubicBezTo>
                    <a:pt x="524" y="202"/>
                    <a:pt x="526" y="190"/>
                    <a:pt x="532" y="183"/>
                  </a:cubicBezTo>
                  <a:cubicBezTo>
                    <a:pt x="548" y="92"/>
                    <a:pt x="554" y="90"/>
                    <a:pt x="550" y="85"/>
                  </a:cubicBezTo>
                  <a:cubicBezTo>
                    <a:pt x="558" y="74"/>
                    <a:pt x="553" y="90"/>
                    <a:pt x="555" y="113"/>
                  </a:cubicBezTo>
                  <a:cubicBezTo>
                    <a:pt x="542" y="172"/>
                    <a:pt x="541" y="178"/>
                    <a:pt x="537" y="181"/>
                  </a:cubicBezTo>
                  <a:cubicBezTo>
                    <a:pt x="505" y="263"/>
                    <a:pt x="501" y="266"/>
                    <a:pt x="499" y="271"/>
                  </a:cubicBezTo>
                  <a:cubicBezTo>
                    <a:pt x="484" y="295"/>
                    <a:pt x="484" y="297"/>
                    <a:pt x="482" y="297"/>
                  </a:cubicBezTo>
                  <a:cubicBezTo>
                    <a:pt x="457" y="329"/>
                    <a:pt x="455" y="341"/>
                    <a:pt x="447" y="347"/>
                  </a:cubicBezTo>
                  <a:cubicBezTo>
                    <a:pt x="407" y="407"/>
                    <a:pt x="403" y="417"/>
                    <a:pt x="399" y="428"/>
                  </a:cubicBezTo>
                  <a:cubicBezTo>
                    <a:pt x="366" y="495"/>
                    <a:pt x="355" y="497"/>
                    <a:pt x="354" y="511"/>
                  </a:cubicBezTo>
                  <a:cubicBezTo>
                    <a:pt x="335" y="549"/>
                    <a:pt x="325" y="553"/>
                    <a:pt x="326" y="569"/>
                  </a:cubicBezTo>
                  <a:cubicBezTo>
                    <a:pt x="362" y="513"/>
                    <a:pt x="363" y="500"/>
                    <a:pt x="369" y="493"/>
                  </a:cubicBezTo>
                  <a:cubicBezTo>
                    <a:pt x="404" y="438"/>
                    <a:pt x="412" y="433"/>
                    <a:pt x="414" y="423"/>
                  </a:cubicBezTo>
                  <a:cubicBezTo>
                    <a:pt x="432" y="393"/>
                    <a:pt x="442" y="397"/>
                    <a:pt x="439" y="387"/>
                  </a:cubicBezTo>
                  <a:cubicBezTo>
                    <a:pt x="476" y="345"/>
                    <a:pt x="475" y="336"/>
                    <a:pt x="482" y="334"/>
                  </a:cubicBezTo>
                  <a:cubicBezTo>
                    <a:pt x="503" y="295"/>
                    <a:pt x="509" y="292"/>
                    <a:pt x="512" y="287"/>
                  </a:cubicBezTo>
                  <a:cubicBezTo>
                    <a:pt x="539" y="245"/>
                    <a:pt x="539" y="228"/>
                    <a:pt x="547" y="219"/>
                  </a:cubicBezTo>
                  <a:cubicBezTo>
                    <a:pt x="562" y="165"/>
                    <a:pt x="567" y="153"/>
                    <a:pt x="570" y="138"/>
                  </a:cubicBezTo>
                  <a:cubicBezTo>
                    <a:pt x="577" y="72"/>
                    <a:pt x="586" y="67"/>
                    <a:pt x="585" y="57"/>
                  </a:cubicBezTo>
                  <a:cubicBezTo>
                    <a:pt x="585" y="94"/>
                    <a:pt x="579" y="99"/>
                    <a:pt x="580" y="110"/>
                  </a:cubicBezTo>
                  <a:cubicBezTo>
                    <a:pt x="567" y="189"/>
                    <a:pt x="560" y="188"/>
                    <a:pt x="562" y="196"/>
                  </a:cubicBezTo>
                  <a:cubicBezTo>
                    <a:pt x="550" y="239"/>
                    <a:pt x="538" y="250"/>
                    <a:pt x="535" y="269"/>
                  </a:cubicBezTo>
                  <a:cubicBezTo>
                    <a:pt x="506" y="321"/>
                    <a:pt x="500" y="322"/>
                    <a:pt x="500" y="329"/>
                  </a:cubicBezTo>
                  <a:cubicBezTo>
                    <a:pt x="467" y="374"/>
                    <a:pt x="461" y="376"/>
                    <a:pt x="457" y="380"/>
                  </a:cubicBezTo>
                  <a:cubicBezTo>
                    <a:pt x="427" y="424"/>
                    <a:pt x="425" y="427"/>
                    <a:pt x="424" y="430"/>
                  </a:cubicBezTo>
                  <a:cubicBezTo>
                    <a:pt x="401" y="471"/>
                    <a:pt x="394" y="474"/>
                    <a:pt x="391" y="480"/>
                  </a:cubicBezTo>
                  <a:cubicBezTo>
                    <a:pt x="381" y="509"/>
                    <a:pt x="381" y="506"/>
                    <a:pt x="381" y="503"/>
                  </a:cubicBezTo>
                  <a:cubicBezTo>
                    <a:pt x="415" y="463"/>
                    <a:pt x="421" y="454"/>
                    <a:pt x="429" y="448"/>
                  </a:cubicBezTo>
                  <a:cubicBezTo>
                    <a:pt x="442" y="427"/>
                    <a:pt x="447" y="428"/>
                    <a:pt x="447" y="425"/>
                  </a:cubicBezTo>
                  <a:cubicBezTo>
                    <a:pt x="472" y="394"/>
                    <a:pt x="479" y="387"/>
                    <a:pt x="484" y="380"/>
                  </a:cubicBezTo>
                  <a:cubicBezTo>
                    <a:pt x="504" y="353"/>
                    <a:pt x="508" y="349"/>
                    <a:pt x="512" y="347"/>
                  </a:cubicBezTo>
                  <a:cubicBezTo>
                    <a:pt x="538" y="309"/>
                    <a:pt x="541" y="301"/>
                    <a:pt x="545" y="294"/>
                  </a:cubicBezTo>
                  <a:cubicBezTo>
                    <a:pt x="559" y="253"/>
                    <a:pt x="562" y="251"/>
                    <a:pt x="567" y="251"/>
                  </a:cubicBezTo>
                  <a:cubicBezTo>
                    <a:pt x="523" y="343"/>
                    <a:pt x="520" y="354"/>
                    <a:pt x="512" y="360"/>
                  </a:cubicBezTo>
                  <a:cubicBezTo>
                    <a:pt x="483" y="397"/>
                    <a:pt x="482" y="399"/>
                    <a:pt x="482" y="402"/>
                  </a:cubicBezTo>
                  <a:cubicBezTo>
                    <a:pt x="463" y="420"/>
                    <a:pt x="460" y="424"/>
                    <a:pt x="459" y="430"/>
                  </a:cubicBezTo>
                  <a:cubicBezTo>
                    <a:pt x="433" y="460"/>
                    <a:pt x="432" y="462"/>
                    <a:pt x="429" y="463"/>
                  </a:cubicBezTo>
                  <a:cubicBezTo>
                    <a:pt x="403" y="503"/>
                    <a:pt x="395" y="502"/>
                    <a:pt x="394" y="508"/>
                  </a:cubicBezTo>
                  <a:cubicBezTo>
                    <a:pt x="360" y="548"/>
                    <a:pt x="356" y="558"/>
                    <a:pt x="351" y="566"/>
                  </a:cubicBezTo>
                  <a:cubicBezTo>
                    <a:pt x="315" y="653"/>
                    <a:pt x="316" y="649"/>
                    <a:pt x="319" y="649"/>
                  </a:cubicBezTo>
                  <a:cubicBezTo>
                    <a:pt x="332" y="628"/>
                    <a:pt x="333" y="622"/>
                    <a:pt x="336" y="619"/>
                  </a:cubicBezTo>
                  <a:cubicBezTo>
                    <a:pt x="367" y="582"/>
                    <a:pt x="371" y="575"/>
                    <a:pt x="376" y="568"/>
                  </a:cubicBezTo>
                  <a:cubicBezTo>
                    <a:pt x="394" y="542"/>
                    <a:pt x="402" y="543"/>
                    <a:pt x="402" y="536"/>
                  </a:cubicBezTo>
                  <a:cubicBezTo>
                    <a:pt x="438" y="505"/>
                    <a:pt x="438" y="494"/>
                    <a:pt x="447" y="490"/>
                  </a:cubicBezTo>
                  <a:cubicBezTo>
                    <a:pt x="471" y="464"/>
                    <a:pt x="471" y="452"/>
                    <a:pt x="479" y="448"/>
                  </a:cubicBezTo>
                  <a:cubicBezTo>
                    <a:pt x="500" y="419"/>
                    <a:pt x="504" y="411"/>
                    <a:pt x="510" y="405"/>
                  </a:cubicBezTo>
                  <a:cubicBezTo>
                    <a:pt x="544" y="340"/>
                    <a:pt x="544" y="334"/>
                    <a:pt x="547" y="332"/>
                  </a:cubicBezTo>
                  <a:cubicBezTo>
                    <a:pt x="576" y="260"/>
                    <a:pt x="573" y="249"/>
                    <a:pt x="577" y="244"/>
                  </a:cubicBezTo>
                  <a:cubicBezTo>
                    <a:pt x="586" y="197"/>
                    <a:pt x="588" y="164"/>
                    <a:pt x="595" y="135"/>
                  </a:cubicBezTo>
                  <a:cubicBezTo>
                    <a:pt x="594" y="196"/>
                    <a:pt x="589" y="206"/>
                    <a:pt x="590" y="224"/>
                  </a:cubicBezTo>
                  <a:cubicBezTo>
                    <a:pt x="572" y="286"/>
                    <a:pt x="575" y="297"/>
                    <a:pt x="570" y="299"/>
                  </a:cubicBezTo>
                  <a:cubicBezTo>
                    <a:pt x="537" y="378"/>
                    <a:pt x="533" y="389"/>
                    <a:pt x="525" y="397"/>
                  </a:cubicBezTo>
                  <a:cubicBezTo>
                    <a:pt x="506" y="431"/>
                    <a:pt x="503" y="431"/>
                    <a:pt x="502" y="435"/>
                  </a:cubicBezTo>
                  <a:cubicBezTo>
                    <a:pt x="485" y="464"/>
                    <a:pt x="476" y="464"/>
                    <a:pt x="477" y="473"/>
                  </a:cubicBezTo>
                  <a:cubicBezTo>
                    <a:pt x="452" y="503"/>
                    <a:pt x="446" y="505"/>
                    <a:pt x="442" y="508"/>
                  </a:cubicBezTo>
                  <a:cubicBezTo>
                    <a:pt x="424" y="523"/>
                    <a:pt x="427" y="534"/>
                    <a:pt x="419" y="533"/>
                  </a:cubicBezTo>
                  <a:cubicBezTo>
                    <a:pt x="337" y="645"/>
                    <a:pt x="338" y="641"/>
                    <a:pt x="341" y="641"/>
                  </a:cubicBezTo>
                  <a:cubicBezTo>
                    <a:pt x="357" y="630"/>
                    <a:pt x="354" y="622"/>
                    <a:pt x="359" y="621"/>
                  </a:cubicBezTo>
                  <a:cubicBezTo>
                    <a:pt x="419" y="562"/>
                    <a:pt x="442" y="543"/>
                    <a:pt x="459" y="518"/>
                  </a:cubicBezTo>
                  <a:cubicBezTo>
                    <a:pt x="475" y="496"/>
                    <a:pt x="482" y="498"/>
                    <a:pt x="482" y="493"/>
                  </a:cubicBezTo>
                  <a:cubicBezTo>
                    <a:pt x="501" y="474"/>
                    <a:pt x="503" y="471"/>
                    <a:pt x="505" y="468"/>
                  </a:cubicBezTo>
                  <a:cubicBezTo>
                    <a:pt x="547" y="407"/>
                    <a:pt x="552" y="402"/>
                    <a:pt x="557" y="397"/>
                  </a:cubicBezTo>
                  <a:cubicBezTo>
                    <a:pt x="585" y="334"/>
                    <a:pt x="592" y="336"/>
                    <a:pt x="590" y="329"/>
                  </a:cubicBezTo>
                  <a:cubicBezTo>
                    <a:pt x="604" y="294"/>
                    <a:pt x="606" y="286"/>
                    <a:pt x="610" y="281"/>
                  </a:cubicBezTo>
                  <a:cubicBezTo>
                    <a:pt x="629" y="217"/>
                    <a:pt x="627" y="222"/>
                    <a:pt x="628" y="226"/>
                  </a:cubicBezTo>
                  <a:cubicBezTo>
                    <a:pt x="614" y="259"/>
                    <a:pt x="624" y="266"/>
                    <a:pt x="618" y="269"/>
                  </a:cubicBezTo>
                  <a:cubicBezTo>
                    <a:pt x="600" y="334"/>
                    <a:pt x="592" y="341"/>
                    <a:pt x="590" y="354"/>
                  </a:cubicBezTo>
                  <a:cubicBezTo>
                    <a:pt x="569" y="389"/>
                    <a:pt x="569" y="396"/>
                    <a:pt x="565" y="400"/>
                  </a:cubicBezTo>
                  <a:cubicBezTo>
                    <a:pt x="539" y="449"/>
                    <a:pt x="528" y="446"/>
                    <a:pt x="530" y="455"/>
                  </a:cubicBezTo>
                  <a:cubicBezTo>
                    <a:pt x="494" y="498"/>
                    <a:pt x="491" y="501"/>
                    <a:pt x="487" y="505"/>
                  </a:cubicBezTo>
                  <a:cubicBezTo>
                    <a:pt x="467" y="523"/>
                    <a:pt x="465" y="536"/>
                    <a:pt x="454" y="541"/>
                  </a:cubicBezTo>
                  <a:cubicBezTo>
                    <a:pt x="435" y="560"/>
                    <a:pt x="434" y="562"/>
                    <a:pt x="434" y="566"/>
                  </a:cubicBezTo>
                  <a:cubicBezTo>
                    <a:pt x="409" y="593"/>
                    <a:pt x="397" y="589"/>
                    <a:pt x="399" y="599"/>
                  </a:cubicBezTo>
                  <a:cubicBezTo>
                    <a:pt x="371" y="623"/>
                    <a:pt x="367" y="627"/>
                    <a:pt x="364" y="631"/>
                  </a:cubicBezTo>
                  <a:cubicBezTo>
                    <a:pt x="347" y="653"/>
                    <a:pt x="344" y="654"/>
                    <a:pt x="341" y="654"/>
                  </a:cubicBezTo>
                  <a:cubicBezTo>
                    <a:pt x="306" y="715"/>
                    <a:pt x="304" y="720"/>
                    <a:pt x="301" y="722"/>
                  </a:cubicBezTo>
                  <a:cubicBezTo>
                    <a:pt x="296" y="747"/>
                    <a:pt x="297" y="745"/>
                    <a:pt x="299" y="745"/>
                  </a:cubicBezTo>
                  <a:cubicBezTo>
                    <a:pt x="318" y="708"/>
                    <a:pt x="325" y="704"/>
                    <a:pt x="329" y="697"/>
                  </a:cubicBezTo>
                  <a:cubicBezTo>
                    <a:pt x="354" y="669"/>
                    <a:pt x="351" y="661"/>
                    <a:pt x="356" y="662"/>
                  </a:cubicBezTo>
                  <a:cubicBezTo>
                    <a:pt x="380" y="634"/>
                    <a:pt x="389" y="622"/>
                    <a:pt x="399" y="611"/>
                  </a:cubicBezTo>
                  <a:cubicBezTo>
                    <a:pt x="461" y="555"/>
                    <a:pt x="469" y="552"/>
                    <a:pt x="472" y="543"/>
                  </a:cubicBezTo>
                  <a:cubicBezTo>
                    <a:pt x="512" y="507"/>
                    <a:pt x="513" y="503"/>
                    <a:pt x="520" y="503"/>
                  </a:cubicBezTo>
                  <a:cubicBezTo>
                    <a:pt x="550" y="469"/>
                    <a:pt x="557" y="461"/>
                    <a:pt x="565" y="455"/>
                  </a:cubicBezTo>
                  <a:cubicBezTo>
                    <a:pt x="598" y="394"/>
                    <a:pt x="603" y="386"/>
                    <a:pt x="610" y="380"/>
                  </a:cubicBezTo>
                  <a:cubicBezTo>
                    <a:pt x="617" y="354"/>
                    <a:pt x="618" y="350"/>
                    <a:pt x="623" y="349"/>
                  </a:cubicBezTo>
                  <a:cubicBezTo>
                    <a:pt x="643" y="301"/>
                    <a:pt x="640" y="315"/>
                    <a:pt x="638" y="317"/>
                  </a:cubicBezTo>
                  <a:cubicBezTo>
                    <a:pt x="614" y="376"/>
                    <a:pt x="614" y="391"/>
                    <a:pt x="605" y="397"/>
                  </a:cubicBezTo>
                  <a:cubicBezTo>
                    <a:pt x="571" y="455"/>
                    <a:pt x="568" y="462"/>
                    <a:pt x="565" y="470"/>
                  </a:cubicBezTo>
                  <a:cubicBezTo>
                    <a:pt x="543" y="489"/>
                    <a:pt x="545" y="498"/>
                    <a:pt x="537" y="495"/>
                  </a:cubicBezTo>
                  <a:cubicBezTo>
                    <a:pt x="520" y="516"/>
                    <a:pt x="516" y="518"/>
                    <a:pt x="512" y="521"/>
                  </a:cubicBezTo>
                  <a:cubicBezTo>
                    <a:pt x="488" y="541"/>
                    <a:pt x="485" y="549"/>
                    <a:pt x="477" y="553"/>
                  </a:cubicBezTo>
                  <a:cubicBezTo>
                    <a:pt x="451" y="584"/>
                    <a:pt x="445" y="583"/>
                    <a:pt x="444" y="589"/>
                  </a:cubicBezTo>
                  <a:cubicBezTo>
                    <a:pt x="416" y="615"/>
                    <a:pt x="402" y="624"/>
                    <a:pt x="392" y="636"/>
                  </a:cubicBezTo>
                  <a:cubicBezTo>
                    <a:pt x="369" y="660"/>
                    <a:pt x="366" y="668"/>
                    <a:pt x="359" y="672"/>
                  </a:cubicBezTo>
                  <a:cubicBezTo>
                    <a:pt x="326" y="726"/>
                    <a:pt x="315" y="734"/>
                    <a:pt x="309" y="747"/>
                  </a:cubicBezTo>
                  <a:cubicBezTo>
                    <a:pt x="299" y="770"/>
                    <a:pt x="301" y="766"/>
                    <a:pt x="304" y="762"/>
                  </a:cubicBezTo>
                  <a:cubicBezTo>
                    <a:pt x="323" y="737"/>
                    <a:pt x="326" y="734"/>
                    <a:pt x="329" y="730"/>
                  </a:cubicBezTo>
                  <a:cubicBezTo>
                    <a:pt x="353" y="695"/>
                    <a:pt x="356" y="695"/>
                    <a:pt x="359" y="694"/>
                  </a:cubicBezTo>
                  <a:cubicBezTo>
                    <a:pt x="373" y="674"/>
                    <a:pt x="377" y="671"/>
                    <a:pt x="379" y="667"/>
                  </a:cubicBezTo>
                  <a:cubicBezTo>
                    <a:pt x="427" y="618"/>
                    <a:pt x="427" y="612"/>
                    <a:pt x="432" y="611"/>
                  </a:cubicBezTo>
                  <a:cubicBezTo>
                    <a:pt x="465" y="583"/>
                    <a:pt x="468" y="575"/>
                    <a:pt x="477" y="573"/>
                  </a:cubicBezTo>
                  <a:cubicBezTo>
                    <a:pt x="532" y="525"/>
                    <a:pt x="537" y="523"/>
                    <a:pt x="540" y="521"/>
                  </a:cubicBezTo>
                  <a:cubicBezTo>
                    <a:pt x="572" y="493"/>
                    <a:pt x="577" y="488"/>
                    <a:pt x="583" y="483"/>
                  </a:cubicBezTo>
                  <a:cubicBezTo>
                    <a:pt x="603" y="467"/>
                    <a:pt x="601" y="462"/>
                    <a:pt x="603" y="460"/>
                  </a:cubicBezTo>
                  <a:cubicBezTo>
                    <a:pt x="640" y="421"/>
                    <a:pt x="644" y="403"/>
                    <a:pt x="656" y="392"/>
                  </a:cubicBezTo>
                  <a:cubicBezTo>
                    <a:pt x="677" y="336"/>
                    <a:pt x="684" y="332"/>
                    <a:pt x="686" y="322"/>
                  </a:cubicBezTo>
                  <a:cubicBezTo>
                    <a:pt x="694" y="312"/>
                    <a:pt x="693" y="316"/>
                    <a:pt x="691" y="319"/>
                  </a:cubicBezTo>
                  <a:cubicBezTo>
                    <a:pt x="672" y="371"/>
                    <a:pt x="672" y="380"/>
                    <a:pt x="666" y="385"/>
                  </a:cubicBezTo>
                  <a:cubicBezTo>
                    <a:pt x="638" y="427"/>
                    <a:pt x="637" y="437"/>
                    <a:pt x="630" y="440"/>
                  </a:cubicBezTo>
                  <a:cubicBezTo>
                    <a:pt x="614" y="466"/>
                    <a:pt x="617" y="473"/>
                    <a:pt x="613" y="473"/>
                  </a:cubicBezTo>
                  <a:cubicBezTo>
                    <a:pt x="599" y="501"/>
                    <a:pt x="588" y="506"/>
                    <a:pt x="585" y="521"/>
                  </a:cubicBezTo>
                  <a:cubicBezTo>
                    <a:pt x="536" y="580"/>
                    <a:pt x="527" y="580"/>
                    <a:pt x="527" y="589"/>
                  </a:cubicBezTo>
                  <a:cubicBezTo>
                    <a:pt x="498" y="618"/>
                    <a:pt x="489" y="617"/>
                    <a:pt x="490" y="626"/>
                  </a:cubicBezTo>
                  <a:cubicBezTo>
                    <a:pt x="455" y="659"/>
                    <a:pt x="447" y="668"/>
                    <a:pt x="437" y="674"/>
                  </a:cubicBezTo>
                  <a:cubicBezTo>
                    <a:pt x="408" y="701"/>
                    <a:pt x="406" y="706"/>
                    <a:pt x="404" y="709"/>
                  </a:cubicBezTo>
                  <a:cubicBezTo>
                    <a:pt x="384" y="728"/>
                    <a:pt x="380" y="730"/>
                    <a:pt x="377" y="732"/>
                  </a:cubicBezTo>
                  <a:cubicBezTo>
                    <a:pt x="365" y="749"/>
                    <a:pt x="359" y="754"/>
                    <a:pt x="354" y="760"/>
                  </a:cubicBezTo>
                  <a:cubicBezTo>
                    <a:pt x="309" y="824"/>
                    <a:pt x="309" y="830"/>
                    <a:pt x="304" y="830"/>
                  </a:cubicBezTo>
                  <a:cubicBezTo>
                    <a:pt x="289" y="858"/>
                    <a:pt x="285" y="858"/>
                    <a:pt x="286" y="863"/>
                  </a:cubicBezTo>
                  <a:cubicBezTo>
                    <a:pt x="270" y="881"/>
                    <a:pt x="270" y="888"/>
                    <a:pt x="266" y="891"/>
                  </a:cubicBezTo>
                  <a:cubicBezTo>
                    <a:pt x="252" y="942"/>
                    <a:pt x="260" y="953"/>
                    <a:pt x="253" y="961"/>
                  </a:cubicBezTo>
                  <a:cubicBezTo>
                    <a:pt x="275" y="924"/>
                    <a:pt x="276" y="916"/>
                    <a:pt x="281" y="913"/>
                  </a:cubicBezTo>
                  <a:cubicBezTo>
                    <a:pt x="296" y="889"/>
                    <a:pt x="296" y="885"/>
                    <a:pt x="296" y="881"/>
                  </a:cubicBezTo>
                  <a:cubicBezTo>
                    <a:pt x="328" y="826"/>
                    <a:pt x="337" y="820"/>
                    <a:pt x="341" y="808"/>
                  </a:cubicBezTo>
                  <a:cubicBezTo>
                    <a:pt x="391" y="746"/>
                    <a:pt x="402" y="741"/>
                    <a:pt x="407" y="730"/>
                  </a:cubicBezTo>
                  <a:cubicBezTo>
                    <a:pt x="466" y="676"/>
                    <a:pt x="464" y="669"/>
                    <a:pt x="472" y="672"/>
                  </a:cubicBezTo>
                  <a:cubicBezTo>
                    <a:pt x="497" y="651"/>
                    <a:pt x="495" y="644"/>
                    <a:pt x="500" y="644"/>
                  </a:cubicBezTo>
                  <a:cubicBezTo>
                    <a:pt x="524" y="614"/>
                    <a:pt x="532" y="607"/>
                    <a:pt x="540" y="599"/>
                  </a:cubicBezTo>
                  <a:cubicBezTo>
                    <a:pt x="560" y="577"/>
                    <a:pt x="562" y="575"/>
                    <a:pt x="563" y="578"/>
                  </a:cubicBezTo>
                  <a:cubicBezTo>
                    <a:pt x="532" y="621"/>
                    <a:pt x="526" y="621"/>
                    <a:pt x="525" y="626"/>
                  </a:cubicBezTo>
                  <a:cubicBezTo>
                    <a:pt x="515" y="645"/>
                    <a:pt x="502" y="643"/>
                    <a:pt x="502" y="654"/>
                  </a:cubicBezTo>
                  <a:cubicBezTo>
                    <a:pt x="477" y="678"/>
                    <a:pt x="473" y="681"/>
                    <a:pt x="467" y="682"/>
                  </a:cubicBezTo>
                  <a:cubicBezTo>
                    <a:pt x="440" y="699"/>
                    <a:pt x="454" y="709"/>
                    <a:pt x="442" y="707"/>
                  </a:cubicBezTo>
                  <a:cubicBezTo>
                    <a:pt x="411" y="729"/>
                    <a:pt x="426" y="737"/>
                    <a:pt x="417" y="737"/>
                  </a:cubicBezTo>
                  <a:cubicBezTo>
                    <a:pt x="405" y="760"/>
                    <a:pt x="394" y="754"/>
                    <a:pt x="397" y="762"/>
                  </a:cubicBezTo>
                  <a:cubicBezTo>
                    <a:pt x="340" y="837"/>
                    <a:pt x="330" y="837"/>
                    <a:pt x="331" y="848"/>
                  </a:cubicBezTo>
                  <a:cubicBezTo>
                    <a:pt x="298" y="899"/>
                    <a:pt x="301" y="909"/>
                    <a:pt x="294" y="911"/>
                  </a:cubicBezTo>
                  <a:cubicBezTo>
                    <a:pt x="276" y="946"/>
                    <a:pt x="271" y="948"/>
                    <a:pt x="271" y="956"/>
                  </a:cubicBezTo>
                  <a:cubicBezTo>
                    <a:pt x="289" y="939"/>
                    <a:pt x="287" y="927"/>
                    <a:pt x="294" y="923"/>
                  </a:cubicBezTo>
                  <a:cubicBezTo>
                    <a:pt x="324" y="876"/>
                    <a:pt x="325" y="872"/>
                    <a:pt x="329" y="871"/>
                  </a:cubicBezTo>
                  <a:cubicBezTo>
                    <a:pt x="345" y="847"/>
                    <a:pt x="350" y="842"/>
                    <a:pt x="351" y="833"/>
                  </a:cubicBezTo>
                  <a:cubicBezTo>
                    <a:pt x="391" y="775"/>
                    <a:pt x="403" y="777"/>
                    <a:pt x="404" y="767"/>
                  </a:cubicBezTo>
                  <a:cubicBezTo>
                    <a:pt x="425" y="740"/>
                    <a:pt x="432" y="742"/>
                    <a:pt x="434" y="740"/>
                  </a:cubicBezTo>
                  <a:cubicBezTo>
                    <a:pt x="450" y="719"/>
                    <a:pt x="452" y="717"/>
                    <a:pt x="455" y="714"/>
                  </a:cubicBezTo>
                  <a:cubicBezTo>
                    <a:pt x="479" y="688"/>
                    <a:pt x="486" y="686"/>
                    <a:pt x="490" y="682"/>
                  </a:cubicBezTo>
                  <a:cubicBezTo>
                    <a:pt x="517" y="654"/>
                    <a:pt x="523" y="652"/>
                    <a:pt x="525" y="646"/>
                  </a:cubicBezTo>
                  <a:cubicBezTo>
                    <a:pt x="547" y="627"/>
                    <a:pt x="547" y="624"/>
                    <a:pt x="548" y="621"/>
                  </a:cubicBezTo>
                  <a:cubicBezTo>
                    <a:pt x="574" y="586"/>
                    <a:pt x="584" y="581"/>
                    <a:pt x="588" y="571"/>
                  </a:cubicBezTo>
                  <a:cubicBezTo>
                    <a:pt x="602" y="554"/>
                    <a:pt x="603" y="558"/>
                    <a:pt x="603" y="561"/>
                  </a:cubicBezTo>
                  <a:cubicBezTo>
                    <a:pt x="564" y="608"/>
                    <a:pt x="562" y="624"/>
                    <a:pt x="553" y="631"/>
                  </a:cubicBezTo>
                  <a:cubicBezTo>
                    <a:pt x="533" y="653"/>
                    <a:pt x="531" y="655"/>
                    <a:pt x="527" y="656"/>
                  </a:cubicBezTo>
                  <a:cubicBezTo>
                    <a:pt x="489" y="688"/>
                    <a:pt x="491" y="694"/>
                    <a:pt x="487" y="694"/>
                  </a:cubicBezTo>
                  <a:cubicBezTo>
                    <a:pt x="459" y="725"/>
                    <a:pt x="455" y="729"/>
                    <a:pt x="450" y="732"/>
                  </a:cubicBezTo>
                  <a:cubicBezTo>
                    <a:pt x="414" y="777"/>
                    <a:pt x="409" y="779"/>
                    <a:pt x="404" y="782"/>
                  </a:cubicBezTo>
                  <a:cubicBezTo>
                    <a:pt x="368" y="827"/>
                    <a:pt x="367" y="833"/>
                    <a:pt x="364" y="838"/>
                  </a:cubicBezTo>
                  <a:cubicBezTo>
                    <a:pt x="347" y="861"/>
                    <a:pt x="347" y="865"/>
                    <a:pt x="344" y="865"/>
                  </a:cubicBezTo>
                  <a:cubicBezTo>
                    <a:pt x="316" y="902"/>
                    <a:pt x="318" y="908"/>
                    <a:pt x="314" y="908"/>
                  </a:cubicBezTo>
                  <a:cubicBezTo>
                    <a:pt x="297" y="944"/>
                    <a:pt x="292" y="947"/>
                    <a:pt x="289" y="951"/>
                  </a:cubicBezTo>
                  <a:cubicBezTo>
                    <a:pt x="272" y="991"/>
                    <a:pt x="265" y="999"/>
                    <a:pt x="264" y="1012"/>
                  </a:cubicBezTo>
                  <a:cubicBezTo>
                    <a:pt x="246" y="1070"/>
                    <a:pt x="247" y="1080"/>
                    <a:pt x="243" y="1084"/>
                  </a:cubicBezTo>
                  <a:cubicBezTo>
                    <a:pt x="275" y="1031"/>
                    <a:pt x="275" y="1019"/>
                    <a:pt x="281" y="1014"/>
                  </a:cubicBezTo>
                  <a:cubicBezTo>
                    <a:pt x="300" y="980"/>
                    <a:pt x="306" y="968"/>
                    <a:pt x="311" y="956"/>
                  </a:cubicBezTo>
                  <a:cubicBezTo>
                    <a:pt x="329" y="925"/>
                    <a:pt x="336" y="929"/>
                    <a:pt x="334" y="921"/>
                  </a:cubicBezTo>
                  <a:cubicBezTo>
                    <a:pt x="370" y="883"/>
                    <a:pt x="367" y="872"/>
                    <a:pt x="377" y="873"/>
                  </a:cubicBezTo>
                  <a:cubicBezTo>
                    <a:pt x="395" y="849"/>
                    <a:pt x="404" y="842"/>
                    <a:pt x="412" y="833"/>
                  </a:cubicBezTo>
                  <a:cubicBezTo>
                    <a:pt x="432" y="811"/>
                    <a:pt x="434" y="810"/>
                    <a:pt x="434" y="808"/>
                  </a:cubicBezTo>
                  <a:cubicBezTo>
                    <a:pt x="468" y="774"/>
                    <a:pt x="473" y="764"/>
                    <a:pt x="482" y="757"/>
                  </a:cubicBezTo>
                  <a:cubicBezTo>
                    <a:pt x="518" y="710"/>
                    <a:pt x="527" y="711"/>
                    <a:pt x="525" y="702"/>
                  </a:cubicBezTo>
                  <a:cubicBezTo>
                    <a:pt x="512" y="725"/>
                    <a:pt x="513" y="729"/>
                    <a:pt x="512" y="732"/>
                  </a:cubicBezTo>
                  <a:cubicBezTo>
                    <a:pt x="497" y="756"/>
                    <a:pt x="486" y="759"/>
                    <a:pt x="482" y="767"/>
                  </a:cubicBezTo>
                  <a:cubicBezTo>
                    <a:pt x="463" y="791"/>
                    <a:pt x="457" y="793"/>
                    <a:pt x="452" y="795"/>
                  </a:cubicBezTo>
                  <a:cubicBezTo>
                    <a:pt x="362" y="908"/>
                    <a:pt x="358" y="911"/>
                    <a:pt x="354" y="913"/>
                  </a:cubicBezTo>
                  <a:cubicBezTo>
                    <a:pt x="338" y="944"/>
                    <a:pt x="330" y="941"/>
                    <a:pt x="331" y="948"/>
                  </a:cubicBezTo>
                  <a:cubicBezTo>
                    <a:pt x="305" y="988"/>
                    <a:pt x="305" y="994"/>
                    <a:pt x="301" y="996"/>
                  </a:cubicBezTo>
                  <a:cubicBezTo>
                    <a:pt x="313" y="984"/>
                    <a:pt x="317" y="981"/>
                    <a:pt x="319" y="976"/>
                  </a:cubicBezTo>
                  <a:cubicBezTo>
                    <a:pt x="362" y="938"/>
                    <a:pt x="357" y="928"/>
                    <a:pt x="364" y="928"/>
                  </a:cubicBezTo>
                  <a:cubicBezTo>
                    <a:pt x="379" y="903"/>
                    <a:pt x="390" y="907"/>
                    <a:pt x="389" y="901"/>
                  </a:cubicBezTo>
                  <a:cubicBezTo>
                    <a:pt x="416" y="869"/>
                    <a:pt x="427" y="873"/>
                    <a:pt x="424" y="865"/>
                  </a:cubicBezTo>
                  <a:cubicBezTo>
                    <a:pt x="450" y="844"/>
                    <a:pt x="454" y="836"/>
                    <a:pt x="462" y="833"/>
                  </a:cubicBezTo>
                  <a:cubicBezTo>
                    <a:pt x="510" y="785"/>
                    <a:pt x="513" y="782"/>
                    <a:pt x="515" y="780"/>
                  </a:cubicBezTo>
                  <a:cubicBezTo>
                    <a:pt x="536" y="752"/>
                    <a:pt x="545" y="755"/>
                    <a:pt x="543" y="747"/>
                  </a:cubicBezTo>
                  <a:cubicBezTo>
                    <a:pt x="566" y="714"/>
                    <a:pt x="568" y="710"/>
                    <a:pt x="570" y="707"/>
                  </a:cubicBezTo>
                  <a:cubicBezTo>
                    <a:pt x="591" y="657"/>
                    <a:pt x="601" y="647"/>
                    <a:pt x="605" y="631"/>
                  </a:cubicBezTo>
                  <a:cubicBezTo>
                    <a:pt x="597" y="662"/>
                    <a:pt x="596" y="668"/>
                    <a:pt x="595" y="674"/>
                  </a:cubicBezTo>
                  <a:cubicBezTo>
                    <a:pt x="577" y="704"/>
                    <a:pt x="573" y="716"/>
                    <a:pt x="568" y="727"/>
                  </a:cubicBezTo>
                  <a:cubicBezTo>
                    <a:pt x="537" y="772"/>
                    <a:pt x="532" y="774"/>
                    <a:pt x="528" y="777"/>
                  </a:cubicBezTo>
                  <a:cubicBezTo>
                    <a:pt x="516" y="796"/>
                    <a:pt x="509" y="797"/>
                    <a:pt x="507" y="802"/>
                  </a:cubicBezTo>
                  <a:cubicBezTo>
                    <a:pt x="475" y="834"/>
                    <a:pt x="473" y="835"/>
                    <a:pt x="472" y="838"/>
                  </a:cubicBezTo>
                  <a:cubicBezTo>
                    <a:pt x="458" y="853"/>
                    <a:pt x="452" y="855"/>
                    <a:pt x="447" y="858"/>
                  </a:cubicBezTo>
                  <a:cubicBezTo>
                    <a:pt x="430" y="871"/>
                    <a:pt x="434" y="882"/>
                    <a:pt x="424" y="881"/>
                  </a:cubicBezTo>
                  <a:cubicBezTo>
                    <a:pt x="388" y="922"/>
                    <a:pt x="381" y="923"/>
                    <a:pt x="379" y="928"/>
                  </a:cubicBezTo>
                  <a:cubicBezTo>
                    <a:pt x="356" y="958"/>
                    <a:pt x="346" y="955"/>
                    <a:pt x="347" y="964"/>
                  </a:cubicBezTo>
                  <a:cubicBezTo>
                    <a:pt x="311" y="1003"/>
                    <a:pt x="313" y="1013"/>
                    <a:pt x="306" y="1014"/>
                  </a:cubicBezTo>
                  <a:cubicBezTo>
                    <a:pt x="282" y="1051"/>
                    <a:pt x="281" y="1054"/>
                    <a:pt x="281" y="1057"/>
                  </a:cubicBezTo>
                  <a:cubicBezTo>
                    <a:pt x="263" y="1076"/>
                    <a:pt x="266" y="1095"/>
                    <a:pt x="256" y="1100"/>
                  </a:cubicBezTo>
                  <a:cubicBezTo>
                    <a:pt x="251" y="1150"/>
                    <a:pt x="250" y="1138"/>
                    <a:pt x="256" y="1135"/>
                  </a:cubicBezTo>
                  <a:cubicBezTo>
                    <a:pt x="289" y="1070"/>
                    <a:pt x="297" y="1067"/>
                    <a:pt x="299" y="1059"/>
                  </a:cubicBezTo>
                  <a:cubicBezTo>
                    <a:pt x="316" y="1029"/>
                    <a:pt x="323" y="1031"/>
                    <a:pt x="321" y="1024"/>
                  </a:cubicBezTo>
                  <a:cubicBezTo>
                    <a:pt x="338" y="1004"/>
                    <a:pt x="340" y="996"/>
                    <a:pt x="344" y="991"/>
                  </a:cubicBezTo>
                  <a:cubicBezTo>
                    <a:pt x="361" y="971"/>
                    <a:pt x="363" y="965"/>
                    <a:pt x="369" y="961"/>
                  </a:cubicBezTo>
                  <a:cubicBezTo>
                    <a:pt x="436" y="888"/>
                    <a:pt x="448" y="891"/>
                    <a:pt x="447" y="880"/>
                  </a:cubicBezTo>
                  <a:cubicBezTo>
                    <a:pt x="469" y="858"/>
                    <a:pt x="474" y="859"/>
                    <a:pt x="475" y="855"/>
                  </a:cubicBezTo>
                  <a:cubicBezTo>
                    <a:pt x="505" y="824"/>
                    <a:pt x="511" y="822"/>
                    <a:pt x="512" y="815"/>
                  </a:cubicBezTo>
                  <a:cubicBezTo>
                    <a:pt x="568" y="753"/>
                    <a:pt x="565" y="741"/>
                    <a:pt x="573" y="739"/>
                  </a:cubicBezTo>
                  <a:cubicBezTo>
                    <a:pt x="584" y="730"/>
                    <a:pt x="582" y="734"/>
                    <a:pt x="580" y="737"/>
                  </a:cubicBezTo>
                  <a:cubicBezTo>
                    <a:pt x="561" y="775"/>
                    <a:pt x="553" y="785"/>
                    <a:pt x="545" y="795"/>
                  </a:cubicBezTo>
                  <a:cubicBezTo>
                    <a:pt x="516" y="828"/>
                    <a:pt x="510" y="830"/>
                    <a:pt x="507" y="838"/>
                  </a:cubicBezTo>
                  <a:cubicBezTo>
                    <a:pt x="443" y="909"/>
                    <a:pt x="435" y="906"/>
                    <a:pt x="435" y="911"/>
                  </a:cubicBezTo>
                  <a:cubicBezTo>
                    <a:pt x="419" y="924"/>
                    <a:pt x="417" y="927"/>
                    <a:pt x="417" y="931"/>
                  </a:cubicBezTo>
                  <a:cubicBezTo>
                    <a:pt x="381" y="966"/>
                    <a:pt x="371" y="974"/>
                    <a:pt x="364" y="986"/>
                  </a:cubicBezTo>
                  <a:cubicBezTo>
                    <a:pt x="347" y="1005"/>
                    <a:pt x="346" y="1013"/>
                    <a:pt x="339" y="1014"/>
                  </a:cubicBezTo>
                  <a:cubicBezTo>
                    <a:pt x="294" y="1085"/>
                    <a:pt x="293" y="1095"/>
                    <a:pt x="286" y="1100"/>
                  </a:cubicBezTo>
                  <a:cubicBezTo>
                    <a:pt x="259" y="1148"/>
                    <a:pt x="259" y="1154"/>
                    <a:pt x="256" y="1157"/>
                  </a:cubicBezTo>
                  <a:cubicBezTo>
                    <a:pt x="241" y="1199"/>
                    <a:pt x="246" y="1208"/>
                    <a:pt x="241" y="1218"/>
                  </a:cubicBezTo>
                  <a:cubicBezTo>
                    <a:pt x="260" y="1178"/>
                    <a:pt x="260" y="1172"/>
                    <a:pt x="264" y="1170"/>
                  </a:cubicBezTo>
                  <a:cubicBezTo>
                    <a:pt x="290" y="1114"/>
                    <a:pt x="297" y="1109"/>
                    <a:pt x="301" y="1102"/>
                  </a:cubicBezTo>
                  <a:cubicBezTo>
                    <a:pt x="336" y="1056"/>
                    <a:pt x="339" y="1048"/>
                    <a:pt x="344" y="1042"/>
                  </a:cubicBezTo>
                  <a:cubicBezTo>
                    <a:pt x="367" y="1006"/>
                    <a:pt x="373" y="1006"/>
                    <a:pt x="374" y="1001"/>
                  </a:cubicBezTo>
                  <a:cubicBezTo>
                    <a:pt x="410" y="964"/>
                    <a:pt x="416" y="964"/>
                    <a:pt x="417" y="959"/>
                  </a:cubicBezTo>
                  <a:cubicBezTo>
                    <a:pt x="453" y="919"/>
                    <a:pt x="467" y="910"/>
                    <a:pt x="475" y="896"/>
                  </a:cubicBezTo>
                  <a:cubicBezTo>
                    <a:pt x="505" y="865"/>
                    <a:pt x="517" y="863"/>
                    <a:pt x="520" y="850"/>
                  </a:cubicBezTo>
                  <a:cubicBezTo>
                    <a:pt x="554" y="810"/>
                    <a:pt x="558" y="807"/>
                    <a:pt x="560" y="802"/>
                  </a:cubicBezTo>
                  <a:cubicBezTo>
                    <a:pt x="584" y="766"/>
                    <a:pt x="596" y="762"/>
                    <a:pt x="598" y="750"/>
                  </a:cubicBezTo>
                  <a:cubicBezTo>
                    <a:pt x="627" y="704"/>
                    <a:pt x="632" y="702"/>
                    <a:pt x="633" y="697"/>
                  </a:cubicBezTo>
                  <a:cubicBezTo>
                    <a:pt x="623" y="720"/>
                    <a:pt x="626" y="728"/>
                    <a:pt x="621" y="727"/>
                  </a:cubicBezTo>
                  <a:cubicBezTo>
                    <a:pt x="597" y="761"/>
                    <a:pt x="596" y="771"/>
                    <a:pt x="588" y="772"/>
                  </a:cubicBezTo>
                  <a:cubicBezTo>
                    <a:pt x="575" y="802"/>
                    <a:pt x="566" y="803"/>
                    <a:pt x="565" y="812"/>
                  </a:cubicBezTo>
                  <a:cubicBezTo>
                    <a:pt x="538" y="856"/>
                    <a:pt x="525" y="854"/>
                    <a:pt x="525" y="865"/>
                  </a:cubicBezTo>
                  <a:cubicBezTo>
                    <a:pt x="510" y="886"/>
                    <a:pt x="501" y="883"/>
                    <a:pt x="500" y="888"/>
                  </a:cubicBezTo>
                  <a:cubicBezTo>
                    <a:pt x="481" y="905"/>
                    <a:pt x="479" y="907"/>
                    <a:pt x="477" y="911"/>
                  </a:cubicBezTo>
                  <a:cubicBezTo>
                    <a:pt x="449" y="935"/>
                    <a:pt x="452" y="943"/>
                    <a:pt x="447" y="943"/>
                  </a:cubicBezTo>
                  <a:cubicBezTo>
                    <a:pt x="429" y="962"/>
                    <a:pt x="427" y="963"/>
                    <a:pt x="425" y="966"/>
                  </a:cubicBezTo>
                  <a:cubicBezTo>
                    <a:pt x="401" y="992"/>
                    <a:pt x="398" y="995"/>
                    <a:pt x="394" y="996"/>
                  </a:cubicBezTo>
                  <a:cubicBezTo>
                    <a:pt x="379" y="1017"/>
                    <a:pt x="373" y="1015"/>
                    <a:pt x="374" y="1021"/>
                  </a:cubicBezTo>
                  <a:cubicBezTo>
                    <a:pt x="331" y="1077"/>
                    <a:pt x="326" y="1081"/>
                    <a:pt x="324" y="1089"/>
                  </a:cubicBezTo>
                  <a:cubicBezTo>
                    <a:pt x="309" y="1105"/>
                    <a:pt x="309" y="1109"/>
                    <a:pt x="309" y="1112"/>
                  </a:cubicBezTo>
                  <a:cubicBezTo>
                    <a:pt x="293" y="1133"/>
                    <a:pt x="293" y="1139"/>
                    <a:pt x="289" y="1142"/>
                  </a:cubicBezTo>
                  <a:cubicBezTo>
                    <a:pt x="272" y="1170"/>
                    <a:pt x="273" y="1176"/>
                    <a:pt x="271" y="1180"/>
                  </a:cubicBezTo>
                  <a:cubicBezTo>
                    <a:pt x="246" y="1241"/>
                    <a:pt x="246" y="1250"/>
                    <a:pt x="246" y="1258"/>
                  </a:cubicBezTo>
                  <a:cubicBezTo>
                    <a:pt x="257" y="1254"/>
                    <a:pt x="254" y="1246"/>
                    <a:pt x="259" y="1246"/>
                  </a:cubicBezTo>
                  <a:cubicBezTo>
                    <a:pt x="274" y="1211"/>
                    <a:pt x="275" y="1207"/>
                    <a:pt x="279" y="1205"/>
                  </a:cubicBezTo>
                  <a:cubicBezTo>
                    <a:pt x="320" y="1146"/>
                    <a:pt x="319" y="1135"/>
                    <a:pt x="327" y="1132"/>
                  </a:cubicBezTo>
                  <a:cubicBezTo>
                    <a:pt x="353" y="1085"/>
                    <a:pt x="363" y="1084"/>
                    <a:pt x="364" y="1074"/>
                  </a:cubicBezTo>
                  <a:cubicBezTo>
                    <a:pt x="392" y="1044"/>
                    <a:pt x="389" y="1036"/>
                    <a:pt x="394" y="1037"/>
                  </a:cubicBezTo>
                  <a:cubicBezTo>
                    <a:pt x="409" y="1021"/>
                    <a:pt x="409" y="1018"/>
                    <a:pt x="409" y="1016"/>
                  </a:cubicBezTo>
                  <a:cubicBezTo>
                    <a:pt x="421" y="1005"/>
                    <a:pt x="423" y="1003"/>
                    <a:pt x="427" y="1001"/>
                  </a:cubicBezTo>
                  <a:cubicBezTo>
                    <a:pt x="466" y="955"/>
                    <a:pt x="477" y="948"/>
                    <a:pt x="485" y="938"/>
                  </a:cubicBezTo>
                  <a:cubicBezTo>
                    <a:pt x="518" y="914"/>
                    <a:pt x="515" y="906"/>
                    <a:pt x="520" y="906"/>
                  </a:cubicBezTo>
                  <a:cubicBezTo>
                    <a:pt x="551" y="882"/>
                    <a:pt x="558" y="873"/>
                    <a:pt x="568" y="865"/>
                  </a:cubicBezTo>
                  <a:cubicBezTo>
                    <a:pt x="556" y="886"/>
                    <a:pt x="553" y="888"/>
                    <a:pt x="548" y="888"/>
                  </a:cubicBezTo>
                  <a:cubicBezTo>
                    <a:pt x="519" y="917"/>
                    <a:pt x="514" y="922"/>
                    <a:pt x="508" y="926"/>
                  </a:cubicBezTo>
                  <a:cubicBezTo>
                    <a:pt x="486" y="947"/>
                    <a:pt x="481" y="952"/>
                    <a:pt x="477" y="958"/>
                  </a:cubicBezTo>
                  <a:cubicBezTo>
                    <a:pt x="437" y="1004"/>
                    <a:pt x="435" y="1006"/>
                    <a:pt x="432" y="1009"/>
                  </a:cubicBezTo>
                  <a:cubicBezTo>
                    <a:pt x="378" y="1069"/>
                    <a:pt x="375" y="1086"/>
                    <a:pt x="362" y="1094"/>
                  </a:cubicBezTo>
                  <a:cubicBezTo>
                    <a:pt x="324" y="1152"/>
                    <a:pt x="326" y="1159"/>
                    <a:pt x="319" y="1157"/>
                  </a:cubicBezTo>
                  <a:cubicBezTo>
                    <a:pt x="305" y="1192"/>
                    <a:pt x="293" y="1190"/>
                    <a:pt x="294" y="1200"/>
                  </a:cubicBezTo>
                  <a:cubicBezTo>
                    <a:pt x="266" y="1260"/>
                    <a:pt x="259" y="1258"/>
                    <a:pt x="259" y="1263"/>
                  </a:cubicBezTo>
                  <a:cubicBezTo>
                    <a:pt x="251" y="1298"/>
                    <a:pt x="251" y="1292"/>
                    <a:pt x="246" y="1291"/>
                  </a:cubicBezTo>
                  <a:cubicBezTo>
                    <a:pt x="271" y="1295"/>
                    <a:pt x="258" y="1283"/>
                    <a:pt x="271" y="1283"/>
                  </a:cubicBezTo>
                  <a:cubicBezTo>
                    <a:pt x="326" y="1167"/>
                    <a:pt x="332" y="1165"/>
                    <a:pt x="334" y="1160"/>
                  </a:cubicBezTo>
                  <a:cubicBezTo>
                    <a:pt x="350" y="1123"/>
                    <a:pt x="361" y="1126"/>
                    <a:pt x="359" y="1117"/>
                  </a:cubicBezTo>
                  <a:cubicBezTo>
                    <a:pt x="387" y="1084"/>
                    <a:pt x="394" y="1076"/>
                    <a:pt x="399" y="1067"/>
                  </a:cubicBezTo>
                  <a:cubicBezTo>
                    <a:pt x="475" y="1001"/>
                    <a:pt x="472" y="992"/>
                    <a:pt x="480" y="994"/>
                  </a:cubicBezTo>
                  <a:cubicBezTo>
                    <a:pt x="497" y="981"/>
                    <a:pt x="502" y="975"/>
                    <a:pt x="510" y="971"/>
                  </a:cubicBezTo>
                  <a:cubicBezTo>
                    <a:pt x="532" y="952"/>
                    <a:pt x="534" y="948"/>
                    <a:pt x="540" y="948"/>
                  </a:cubicBezTo>
                  <a:cubicBezTo>
                    <a:pt x="553" y="931"/>
                    <a:pt x="556" y="931"/>
                    <a:pt x="558" y="931"/>
                  </a:cubicBezTo>
                  <a:cubicBezTo>
                    <a:pt x="594" y="891"/>
                    <a:pt x="607" y="882"/>
                    <a:pt x="613" y="865"/>
                  </a:cubicBezTo>
                  <a:cubicBezTo>
                    <a:pt x="599" y="896"/>
                    <a:pt x="595" y="896"/>
                    <a:pt x="596" y="901"/>
                  </a:cubicBezTo>
                  <a:cubicBezTo>
                    <a:pt x="577" y="920"/>
                    <a:pt x="574" y="924"/>
                    <a:pt x="568" y="926"/>
                  </a:cubicBezTo>
                  <a:cubicBezTo>
                    <a:pt x="544" y="951"/>
                    <a:pt x="537" y="951"/>
                    <a:pt x="538" y="958"/>
                  </a:cubicBezTo>
                  <a:cubicBezTo>
                    <a:pt x="508" y="985"/>
                    <a:pt x="498" y="990"/>
                    <a:pt x="490" y="996"/>
                  </a:cubicBezTo>
                  <a:cubicBezTo>
                    <a:pt x="458" y="1014"/>
                    <a:pt x="462" y="1026"/>
                    <a:pt x="455" y="1026"/>
                  </a:cubicBezTo>
                  <a:cubicBezTo>
                    <a:pt x="438" y="1046"/>
                    <a:pt x="433" y="1046"/>
                    <a:pt x="432" y="1049"/>
                  </a:cubicBezTo>
                  <a:cubicBezTo>
                    <a:pt x="398" y="1090"/>
                    <a:pt x="392" y="1088"/>
                    <a:pt x="392" y="1092"/>
                  </a:cubicBezTo>
                  <a:cubicBezTo>
                    <a:pt x="371" y="1115"/>
                    <a:pt x="368" y="1120"/>
                    <a:pt x="367" y="1127"/>
                  </a:cubicBezTo>
                  <a:cubicBezTo>
                    <a:pt x="343" y="1159"/>
                    <a:pt x="343" y="1167"/>
                    <a:pt x="339" y="1170"/>
                  </a:cubicBezTo>
                  <a:cubicBezTo>
                    <a:pt x="304" y="1239"/>
                    <a:pt x="296" y="1239"/>
                    <a:pt x="296" y="1248"/>
                  </a:cubicBezTo>
                  <a:cubicBezTo>
                    <a:pt x="278" y="1277"/>
                    <a:pt x="287" y="1279"/>
                    <a:pt x="281" y="1281"/>
                  </a:cubicBezTo>
                  <a:cubicBezTo>
                    <a:pt x="246" y="1371"/>
                    <a:pt x="256" y="1372"/>
                    <a:pt x="254" y="1386"/>
                  </a:cubicBezTo>
                  <a:cubicBezTo>
                    <a:pt x="266" y="1357"/>
                    <a:pt x="266" y="1353"/>
                    <a:pt x="266" y="1349"/>
                  </a:cubicBezTo>
                  <a:cubicBezTo>
                    <a:pt x="293" y="1281"/>
                    <a:pt x="296" y="1281"/>
                    <a:pt x="299" y="1281"/>
                  </a:cubicBezTo>
                  <a:cubicBezTo>
                    <a:pt x="308" y="1258"/>
                    <a:pt x="314" y="1259"/>
                    <a:pt x="312" y="1251"/>
                  </a:cubicBezTo>
                  <a:cubicBezTo>
                    <a:pt x="332" y="1226"/>
                    <a:pt x="333" y="1221"/>
                    <a:pt x="334" y="1215"/>
                  </a:cubicBezTo>
                  <a:cubicBezTo>
                    <a:pt x="360" y="1186"/>
                    <a:pt x="360" y="1174"/>
                    <a:pt x="367" y="1170"/>
                  </a:cubicBezTo>
                  <a:cubicBezTo>
                    <a:pt x="400" y="1124"/>
                    <a:pt x="404" y="1118"/>
                    <a:pt x="410" y="1112"/>
                  </a:cubicBezTo>
                  <a:cubicBezTo>
                    <a:pt x="423" y="1096"/>
                    <a:pt x="424" y="1094"/>
                    <a:pt x="427" y="1094"/>
                  </a:cubicBezTo>
                  <a:cubicBezTo>
                    <a:pt x="449" y="1060"/>
                    <a:pt x="460" y="1065"/>
                    <a:pt x="457" y="1057"/>
                  </a:cubicBezTo>
                  <a:cubicBezTo>
                    <a:pt x="497" y="1018"/>
                    <a:pt x="528" y="1004"/>
                    <a:pt x="548" y="979"/>
                  </a:cubicBezTo>
                  <a:cubicBezTo>
                    <a:pt x="588" y="940"/>
                    <a:pt x="590" y="931"/>
                    <a:pt x="596" y="926"/>
                  </a:cubicBezTo>
                  <a:cubicBezTo>
                    <a:pt x="623" y="900"/>
                    <a:pt x="616" y="899"/>
                    <a:pt x="618" y="906"/>
                  </a:cubicBezTo>
                  <a:cubicBezTo>
                    <a:pt x="606" y="925"/>
                    <a:pt x="604" y="927"/>
                    <a:pt x="601" y="928"/>
                  </a:cubicBezTo>
                  <a:cubicBezTo>
                    <a:pt x="563" y="980"/>
                    <a:pt x="555" y="982"/>
                    <a:pt x="553" y="989"/>
                  </a:cubicBezTo>
                  <a:cubicBezTo>
                    <a:pt x="513" y="1021"/>
                    <a:pt x="511" y="1023"/>
                    <a:pt x="508" y="1024"/>
                  </a:cubicBezTo>
                  <a:cubicBezTo>
                    <a:pt x="476" y="1056"/>
                    <a:pt x="471" y="1060"/>
                    <a:pt x="465" y="1062"/>
                  </a:cubicBezTo>
                  <a:cubicBezTo>
                    <a:pt x="439" y="1098"/>
                    <a:pt x="432" y="1100"/>
                    <a:pt x="427" y="1104"/>
                  </a:cubicBezTo>
                  <a:cubicBezTo>
                    <a:pt x="413" y="1124"/>
                    <a:pt x="407" y="1124"/>
                    <a:pt x="407" y="1132"/>
                  </a:cubicBezTo>
                  <a:cubicBezTo>
                    <a:pt x="374" y="1182"/>
                    <a:pt x="363" y="1186"/>
                    <a:pt x="359" y="1198"/>
                  </a:cubicBezTo>
                  <a:cubicBezTo>
                    <a:pt x="344" y="1221"/>
                    <a:pt x="342" y="1223"/>
                    <a:pt x="342" y="1225"/>
                  </a:cubicBezTo>
                  <a:cubicBezTo>
                    <a:pt x="314" y="1273"/>
                    <a:pt x="309" y="1276"/>
                    <a:pt x="309" y="1283"/>
                  </a:cubicBezTo>
                  <a:cubicBezTo>
                    <a:pt x="299" y="1304"/>
                    <a:pt x="294" y="1306"/>
                    <a:pt x="294" y="1313"/>
                  </a:cubicBezTo>
                  <a:cubicBezTo>
                    <a:pt x="281" y="1340"/>
                    <a:pt x="281" y="1342"/>
                    <a:pt x="279" y="1341"/>
                  </a:cubicBezTo>
                  <a:cubicBezTo>
                    <a:pt x="272" y="1377"/>
                    <a:pt x="264" y="1384"/>
                    <a:pt x="266" y="1402"/>
                  </a:cubicBezTo>
                  <a:cubicBezTo>
                    <a:pt x="266" y="1422"/>
                    <a:pt x="267" y="1407"/>
                    <a:pt x="274" y="1399"/>
                  </a:cubicBezTo>
                  <a:cubicBezTo>
                    <a:pt x="295" y="1345"/>
                    <a:pt x="300" y="1321"/>
                    <a:pt x="314" y="1306"/>
                  </a:cubicBezTo>
                  <a:cubicBezTo>
                    <a:pt x="332" y="1263"/>
                    <a:pt x="339" y="1255"/>
                    <a:pt x="347" y="1248"/>
                  </a:cubicBezTo>
                  <a:cubicBezTo>
                    <a:pt x="384" y="1190"/>
                    <a:pt x="386" y="1184"/>
                    <a:pt x="392" y="1182"/>
                  </a:cubicBezTo>
                  <a:cubicBezTo>
                    <a:pt x="430" y="1138"/>
                    <a:pt x="434" y="1127"/>
                    <a:pt x="445" y="1122"/>
                  </a:cubicBezTo>
                  <a:cubicBezTo>
                    <a:pt x="500" y="1074"/>
                    <a:pt x="508" y="1067"/>
                    <a:pt x="515" y="1059"/>
                  </a:cubicBezTo>
                  <a:cubicBezTo>
                    <a:pt x="543" y="1027"/>
                    <a:pt x="554" y="1024"/>
                    <a:pt x="558" y="1014"/>
                  </a:cubicBezTo>
                  <a:cubicBezTo>
                    <a:pt x="546" y="1032"/>
                    <a:pt x="548" y="1039"/>
                    <a:pt x="545" y="1041"/>
                  </a:cubicBezTo>
                  <a:cubicBezTo>
                    <a:pt x="519" y="1066"/>
                    <a:pt x="517" y="1068"/>
                    <a:pt x="515" y="1072"/>
                  </a:cubicBezTo>
                  <a:cubicBezTo>
                    <a:pt x="498" y="1090"/>
                    <a:pt x="490" y="1087"/>
                    <a:pt x="490" y="1092"/>
                  </a:cubicBezTo>
                  <a:cubicBezTo>
                    <a:pt x="467" y="1109"/>
                    <a:pt x="464" y="1117"/>
                    <a:pt x="457" y="1120"/>
                  </a:cubicBezTo>
                  <a:cubicBezTo>
                    <a:pt x="439" y="1141"/>
                    <a:pt x="434" y="1146"/>
                    <a:pt x="430" y="1152"/>
                  </a:cubicBezTo>
                  <a:cubicBezTo>
                    <a:pt x="407" y="1180"/>
                    <a:pt x="396" y="1189"/>
                    <a:pt x="389" y="1203"/>
                  </a:cubicBezTo>
                  <a:cubicBezTo>
                    <a:pt x="340" y="1277"/>
                    <a:pt x="340" y="1283"/>
                    <a:pt x="334" y="1283"/>
                  </a:cubicBezTo>
                  <a:cubicBezTo>
                    <a:pt x="311" y="1324"/>
                    <a:pt x="312" y="1337"/>
                    <a:pt x="304" y="1341"/>
                  </a:cubicBezTo>
                  <a:cubicBezTo>
                    <a:pt x="283" y="1403"/>
                    <a:pt x="280" y="1411"/>
                    <a:pt x="276" y="1419"/>
                  </a:cubicBezTo>
                  <a:cubicBezTo>
                    <a:pt x="267" y="1456"/>
                    <a:pt x="262" y="1466"/>
                    <a:pt x="264" y="1469"/>
                  </a:cubicBezTo>
                  <a:cubicBezTo>
                    <a:pt x="279" y="1429"/>
                    <a:pt x="286" y="1428"/>
                    <a:pt x="284" y="1419"/>
                  </a:cubicBezTo>
                  <a:cubicBezTo>
                    <a:pt x="311" y="1363"/>
                    <a:pt x="316" y="1353"/>
                    <a:pt x="322" y="1344"/>
                  </a:cubicBezTo>
                  <a:cubicBezTo>
                    <a:pt x="341" y="1299"/>
                    <a:pt x="344" y="1299"/>
                    <a:pt x="347" y="1298"/>
                  </a:cubicBezTo>
                  <a:cubicBezTo>
                    <a:pt x="377" y="1253"/>
                    <a:pt x="377" y="1246"/>
                    <a:pt x="382" y="1243"/>
                  </a:cubicBezTo>
                  <a:cubicBezTo>
                    <a:pt x="470" y="1149"/>
                    <a:pt x="469" y="1136"/>
                    <a:pt x="480" y="1135"/>
                  </a:cubicBezTo>
                  <a:cubicBezTo>
                    <a:pt x="514" y="1093"/>
                    <a:pt x="525" y="1097"/>
                    <a:pt x="523" y="1089"/>
                  </a:cubicBezTo>
                  <a:cubicBezTo>
                    <a:pt x="569" y="1039"/>
                    <a:pt x="577" y="1036"/>
                    <a:pt x="581" y="1029"/>
                  </a:cubicBezTo>
                  <a:cubicBezTo>
                    <a:pt x="617" y="976"/>
                    <a:pt x="617" y="985"/>
                    <a:pt x="613" y="989"/>
                  </a:cubicBezTo>
                  <a:cubicBezTo>
                    <a:pt x="598" y="1018"/>
                    <a:pt x="597" y="1023"/>
                    <a:pt x="596" y="1029"/>
                  </a:cubicBezTo>
                  <a:cubicBezTo>
                    <a:pt x="570" y="1050"/>
                    <a:pt x="572" y="1056"/>
                    <a:pt x="568" y="1057"/>
                  </a:cubicBezTo>
                  <a:cubicBezTo>
                    <a:pt x="549" y="1084"/>
                    <a:pt x="545" y="1084"/>
                    <a:pt x="545" y="1089"/>
                  </a:cubicBezTo>
                  <a:cubicBezTo>
                    <a:pt x="517" y="1111"/>
                    <a:pt x="509" y="1114"/>
                    <a:pt x="505" y="1122"/>
                  </a:cubicBezTo>
                  <a:cubicBezTo>
                    <a:pt x="448" y="1187"/>
                    <a:pt x="435" y="1186"/>
                    <a:pt x="435" y="1198"/>
                  </a:cubicBezTo>
                  <a:cubicBezTo>
                    <a:pt x="358" y="1294"/>
                    <a:pt x="359" y="1303"/>
                    <a:pt x="352" y="1303"/>
                  </a:cubicBezTo>
                  <a:cubicBezTo>
                    <a:pt x="338" y="1342"/>
                    <a:pt x="332" y="1344"/>
                    <a:pt x="329" y="1349"/>
                  </a:cubicBezTo>
                  <a:cubicBezTo>
                    <a:pt x="294" y="1419"/>
                    <a:pt x="294" y="1435"/>
                    <a:pt x="287" y="1442"/>
                  </a:cubicBezTo>
                  <a:cubicBezTo>
                    <a:pt x="275" y="1485"/>
                    <a:pt x="278" y="1489"/>
                    <a:pt x="279" y="1495"/>
                  </a:cubicBezTo>
                  <a:cubicBezTo>
                    <a:pt x="284" y="1538"/>
                    <a:pt x="280" y="1529"/>
                    <a:pt x="282" y="1525"/>
                  </a:cubicBezTo>
                  <a:cubicBezTo>
                    <a:pt x="295" y="1474"/>
                    <a:pt x="302" y="1461"/>
                    <a:pt x="307" y="1447"/>
                  </a:cubicBezTo>
                  <a:cubicBezTo>
                    <a:pt x="319" y="1424"/>
                    <a:pt x="316" y="1416"/>
                    <a:pt x="319" y="1414"/>
                  </a:cubicBezTo>
                  <a:cubicBezTo>
                    <a:pt x="344" y="1364"/>
                    <a:pt x="347" y="1363"/>
                    <a:pt x="347" y="1359"/>
                  </a:cubicBezTo>
                  <a:cubicBezTo>
                    <a:pt x="359" y="1339"/>
                    <a:pt x="361" y="1336"/>
                    <a:pt x="362" y="1334"/>
                  </a:cubicBezTo>
                  <a:cubicBezTo>
                    <a:pt x="386" y="1299"/>
                    <a:pt x="387" y="1292"/>
                    <a:pt x="392" y="1288"/>
                  </a:cubicBezTo>
                  <a:cubicBezTo>
                    <a:pt x="420" y="1249"/>
                    <a:pt x="427" y="1239"/>
                    <a:pt x="435" y="1230"/>
                  </a:cubicBezTo>
                  <a:cubicBezTo>
                    <a:pt x="468" y="1194"/>
                    <a:pt x="469" y="1191"/>
                    <a:pt x="473" y="1190"/>
                  </a:cubicBezTo>
                  <a:cubicBezTo>
                    <a:pt x="499" y="1158"/>
                    <a:pt x="504" y="1154"/>
                    <a:pt x="508" y="1150"/>
                  </a:cubicBezTo>
                  <a:cubicBezTo>
                    <a:pt x="538" y="1112"/>
                    <a:pt x="545" y="1102"/>
                    <a:pt x="553" y="1092"/>
                  </a:cubicBezTo>
                  <a:cubicBezTo>
                    <a:pt x="577" y="1069"/>
                    <a:pt x="569" y="1068"/>
                    <a:pt x="568" y="1074"/>
                  </a:cubicBezTo>
                  <a:cubicBezTo>
                    <a:pt x="540" y="1125"/>
                    <a:pt x="527" y="1138"/>
                    <a:pt x="518" y="1152"/>
                  </a:cubicBezTo>
                  <a:cubicBezTo>
                    <a:pt x="491" y="1186"/>
                    <a:pt x="486" y="1188"/>
                    <a:pt x="483" y="1190"/>
                  </a:cubicBezTo>
                  <a:cubicBezTo>
                    <a:pt x="445" y="1238"/>
                    <a:pt x="436" y="1241"/>
                    <a:pt x="432" y="1250"/>
                  </a:cubicBezTo>
                  <a:cubicBezTo>
                    <a:pt x="381" y="1320"/>
                    <a:pt x="378" y="1330"/>
                    <a:pt x="372" y="1336"/>
                  </a:cubicBezTo>
                  <a:cubicBezTo>
                    <a:pt x="342" y="1391"/>
                    <a:pt x="337" y="1398"/>
                    <a:pt x="332" y="1404"/>
                  </a:cubicBezTo>
                  <a:cubicBezTo>
                    <a:pt x="297" y="1512"/>
                    <a:pt x="299" y="1511"/>
                    <a:pt x="297" y="1517"/>
                  </a:cubicBezTo>
                  <a:cubicBezTo>
                    <a:pt x="285" y="1562"/>
                    <a:pt x="292" y="1562"/>
                    <a:pt x="292" y="1570"/>
                  </a:cubicBezTo>
                  <a:cubicBezTo>
                    <a:pt x="308" y="1526"/>
                    <a:pt x="315" y="1528"/>
                    <a:pt x="312" y="1520"/>
                  </a:cubicBezTo>
                  <a:cubicBezTo>
                    <a:pt x="334" y="1475"/>
                    <a:pt x="332" y="1464"/>
                    <a:pt x="339" y="1462"/>
                  </a:cubicBezTo>
                  <a:cubicBezTo>
                    <a:pt x="371" y="1397"/>
                    <a:pt x="376" y="1392"/>
                    <a:pt x="380" y="1386"/>
                  </a:cubicBezTo>
                  <a:cubicBezTo>
                    <a:pt x="418" y="1328"/>
                    <a:pt x="420" y="1321"/>
                    <a:pt x="425" y="1316"/>
                  </a:cubicBezTo>
                  <a:cubicBezTo>
                    <a:pt x="441" y="1283"/>
                    <a:pt x="447" y="1285"/>
                    <a:pt x="447" y="1281"/>
                  </a:cubicBezTo>
                  <a:cubicBezTo>
                    <a:pt x="479" y="1240"/>
                    <a:pt x="484" y="1230"/>
                    <a:pt x="493" y="1225"/>
                  </a:cubicBezTo>
                  <a:cubicBezTo>
                    <a:pt x="510" y="1208"/>
                    <a:pt x="509" y="1213"/>
                    <a:pt x="513" y="1213"/>
                  </a:cubicBezTo>
                  <a:cubicBezTo>
                    <a:pt x="523" y="1194"/>
                    <a:pt x="525" y="1193"/>
                    <a:pt x="525" y="1190"/>
                  </a:cubicBezTo>
                  <a:cubicBezTo>
                    <a:pt x="562" y="1144"/>
                    <a:pt x="564" y="1140"/>
                    <a:pt x="563" y="1135"/>
                  </a:cubicBezTo>
                  <a:cubicBezTo>
                    <a:pt x="582" y="1095"/>
                    <a:pt x="589" y="1084"/>
                    <a:pt x="596" y="1072"/>
                  </a:cubicBezTo>
                  <a:cubicBezTo>
                    <a:pt x="579" y="1116"/>
                    <a:pt x="576" y="1130"/>
                    <a:pt x="571" y="1142"/>
                  </a:cubicBezTo>
                  <a:cubicBezTo>
                    <a:pt x="549" y="1177"/>
                    <a:pt x="552" y="1188"/>
                    <a:pt x="545" y="1190"/>
                  </a:cubicBezTo>
                  <a:cubicBezTo>
                    <a:pt x="519" y="1245"/>
                    <a:pt x="511" y="1246"/>
                    <a:pt x="513" y="1255"/>
                  </a:cubicBezTo>
                  <a:cubicBezTo>
                    <a:pt x="489" y="1289"/>
                    <a:pt x="487" y="1295"/>
                    <a:pt x="485" y="1301"/>
                  </a:cubicBezTo>
                  <a:cubicBezTo>
                    <a:pt x="460" y="1334"/>
                    <a:pt x="463" y="1345"/>
                    <a:pt x="458" y="1349"/>
                  </a:cubicBezTo>
                  <a:cubicBezTo>
                    <a:pt x="437" y="1384"/>
                    <a:pt x="437" y="1392"/>
                    <a:pt x="432" y="1396"/>
                  </a:cubicBezTo>
                  <a:cubicBezTo>
                    <a:pt x="427" y="1433"/>
                    <a:pt x="425" y="1426"/>
                    <a:pt x="427" y="1424"/>
                  </a:cubicBezTo>
                  <a:cubicBezTo>
                    <a:pt x="443" y="1405"/>
                    <a:pt x="440" y="1397"/>
                    <a:pt x="445" y="1396"/>
                  </a:cubicBezTo>
                  <a:cubicBezTo>
                    <a:pt x="475" y="1348"/>
                    <a:pt x="476" y="1344"/>
                    <a:pt x="475" y="1338"/>
                  </a:cubicBezTo>
                  <a:cubicBezTo>
                    <a:pt x="497" y="1313"/>
                    <a:pt x="494" y="1305"/>
                    <a:pt x="498" y="1303"/>
                  </a:cubicBezTo>
                  <a:cubicBezTo>
                    <a:pt x="497" y="1315"/>
                    <a:pt x="494" y="1322"/>
                    <a:pt x="490" y="1328"/>
                  </a:cubicBezTo>
                  <a:cubicBezTo>
                    <a:pt x="462" y="1378"/>
                    <a:pt x="460" y="1382"/>
                    <a:pt x="460" y="1386"/>
                  </a:cubicBezTo>
                  <a:cubicBezTo>
                    <a:pt x="425" y="1445"/>
                    <a:pt x="428" y="1453"/>
                    <a:pt x="425" y="1454"/>
                  </a:cubicBezTo>
                  <a:cubicBezTo>
                    <a:pt x="405" y="1499"/>
                    <a:pt x="398" y="1512"/>
                    <a:pt x="392" y="1525"/>
                  </a:cubicBezTo>
                  <a:cubicBezTo>
                    <a:pt x="371" y="1599"/>
                    <a:pt x="365" y="1598"/>
                    <a:pt x="367" y="1605"/>
                  </a:cubicBezTo>
                  <a:cubicBezTo>
                    <a:pt x="354" y="1641"/>
                    <a:pt x="358" y="1653"/>
                    <a:pt x="352" y="1656"/>
                  </a:cubicBezTo>
                  <a:cubicBezTo>
                    <a:pt x="346" y="1759"/>
                    <a:pt x="343" y="1757"/>
                    <a:pt x="342" y="1754"/>
                  </a:cubicBezTo>
                  <a:cubicBezTo>
                    <a:pt x="349" y="1713"/>
                    <a:pt x="354" y="1702"/>
                    <a:pt x="357" y="1691"/>
                  </a:cubicBezTo>
                  <a:cubicBezTo>
                    <a:pt x="378" y="1637"/>
                    <a:pt x="375" y="1627"/>
                    <a:pt x="380" y="1625"/>
                  </a:cubicBezTo>
                  <a:cubicBezTo>
                    <a:pt x="393" y="1579"/>
                    <a:pt x="398" y="1569"/>
                    <a:pt x="402" y="1560"/>
                  </a:cubicBezTo>
                  <a:cubicBezTo>
                    <a:pt x="415" y="1520"/>
                    <a:pt x="417" y="1514"/>
                    <a:pt x="422" y="1512"/>
                  </a:cubicBezTo>
                  <a:cubicBezTo>
                    <a:pt x="438" y="1477"/>
                    <a:pt x="435" y="1466"/>
                    <a:pt x="440" y="1464"/>
                  </a:cubicBezTo>
                  <a:cubicBezTo>
                    <a:pt x="491" y="1374"/>
                    <a:pt x="493" y="1369"/>
                    <a:pt x="493" y="1361"/>
                  </a:cubicBezTo>
                  <a:cubicBezTo>
                    <a:pt x="533" y="1307"/>
                    <a:pt x="537" y="1281"/>
                    <a:pt x="551" y="1265"/>
                  </a:cubicBezTo>
                  <a:cubicBezTo>
                    <a:pt x="567" y="1213"/>
                    <a:pt x="572" y="1200"/>
                    <a:pt x="576" y="1187"/>
                  </a:cubicBezTo>
                  <a:cubicBezTo>
                    <a:pt x="570" y="1224"/>
                    <a:pt x="567" y="1232"/>
                    <a:pt x="566" y="1243"/>
                  </a:cubicBezTo>
                  <a:cubicBezTo>
                    <a:pt x="527" y="1322"/>
                    <a:pt x="522" y="1329"/>
                    <a:pt x="520" y="1338"/>
                  </a:cubicBezTo>
                  <a:cubicBezTo>
                    <a:pt x="499" y="1364"/>
                    <a:pt x="499" y="1376"/>
                    <a:pt x="493" y="1381"/>
                  </a:cubicBezTo>
                  <a:cubicBezTo>
                    <a:pt x="498" y="1392"/>
                    <a:pt x="498" y="1398"/>
                    <a:pt x="498" y="1404"/>
                  </a:cubicBezTo>
                  <a:cubicBezTo>
                    <a:pt x="532" y="1330"/>
                    <a:pt x="532" y="1345"/>
                    <a:pt x="528" y="1343"/>
                  </a:cubicBezTo>
                  <a:cubicBezTo>
                    <a:pt x="511" y="1391"/>
                    <a:pt x="508" y="1400"/>
                    <a:pt x="505" y="1409"/>
                  </a:cubicBezTo>
                  <a:cubicBezTo>
                    <a:pt x="497" y="1445"/>
                    <a:pt x="494" y="1455"/>
                    <a:pt x="493" y="1467"/>
                  </a:cubicBezTo>
                  <a:cubicBezTo>
                    <a:pt x="496" y="1535"/>
                    <a:pt x="492" y="1549"/>
                    <a:pt x="490" y="1567"/>
                  </a:cubicBezTo>
                  <a:cubicBezTo>
                    <a:pt x="476" y="1593"/>
                    <a:pt x="479" y="1606"/>
                    <a:pt x="473" y="1610"/>
                  </a:cubicBezTo>
                  <a:cubicBezTo>
                    <a:pt x="427" y="1706"/>
                    <a:pt x="422" y="1720"/>
                    <a:pt x="413" y="1731"/>
                  </a:cubicBezTo>
                  <a:cubicBezTo>
                    <a:pt x="408" y="1755"/>
                    <a:pt x="414" y="1746"/>
                    <a:pt x="415" y="1744"/>
                  </a:cubicBezTo>
                  <a:cubicBezTo>
                    <a:pt x="452" y="1724"/>
                    <a:pt x="461" y="1714"/>
                    <a:pt x="468" y="1718"/>
                  </a:cubicBezTo>
                  <a:cubicBezTo>
                    <a:pt x="439" y="1738"/>
                    <a:pt x="429" y="1744"/>
                    <a:pt x="423" y="1754"/>
                  </a:cubicBezTo>
                  <a:cubicBezTo>
                    <a:pt x="390" y="1807"/>
                    <a:pt x="394" y="1818"/>
                    <a:pt x="390" y="1819"/>
                  </a:cubicBezTo>
                  <a:cubicBezTo>
                    <a:pt x="387" y="1852"/>
                    <a:pt x="390" y="1857"/>
                    <a:pt x="393" y="1864"/>
                  </a:cubicBezTo>
                  <a:cubicBezTo>
                    <a:pt x="395" y="1893"/>
                    <a:pt x="401" y="1904"/>
                    <a:pt x="405" y="1917"/>
                  </a:cubicBezTo>
                  <a:cubicBezTo>
                    <a:pt x="418" y="1937"/>
                    <a:pt x="423" y="1944"/>
                    <a:pt x="418" y="1950"/>
                  </a:cubicBezTo>
                  <a:cubicBezTo>
                    <a:pt x="398" y="1927"/>
                    <a:pt x="390" y="1922"/>
                    <a:pt x="388" y="1912"/>
                  </a:cubicBezTo>
                  <a:cubicBezTo>
                    <a:pt x="371" y="1883"/>
                    <a:pt x="363" y="1883"/>
                    <a:pt x="357" y="1880"/>
                  </a:cubicBezTo>
                  <a:cubicBezTo>
                    <a:pt x="325" y="1849"/>
                    <a:pt x="317" y="1848"/>
                    <a:pt x="315" y="1842"/>
                  </a:cubicBezTo>
                  <a:cubicBezTo>
                    <a:pt x="284" y="1820"/>
                    <a:pt x="288" y="1832"/>
                    <a:pt x="299" y="1829"/>
                  </a:cubicBezTo>
                  <a:cubicBezTo>
                    <a:pt x="296" y="1823"/>
                    <a:pt x="286" y="1823"/>
                    <a:pt x="282" y="1817"/>
                  </a:cubicBezTo>
                  <a:cubicBezTo>
                    <a:pt x="235" y="1800"/>
                    <a:pt x="246" y="1796"/>
                    <a:pt x="252" y="1802"/>
                  </a:cubicBezTo>
                  <a:cubicBezTo>
                    <a:pt x="301" y="1810"/>
                    <a:pt x="324" y="1818"/>
                    <a:pt x="342" y="1829"/>
                  </a:cubicBezTo>
                  <a:cubicBezTo>
                    <a:pt x="332" y="1811"/>
                    <a:pt x="328" y="1807"/>
                    <a:pt x="325" y="1802"/>
                  </a:cubicBezTo>
                  <a:cubicBezTo>
                    <a:pt x="300" y="1767"/>
                    <a:pt x="291" y="1768"/>
                    <a:pt x="292" y="1759"/>
                  </a:cubicBezTo>
                  <a:cubicBezTo>
                    <a:pt x="254" y="1707"/>
                    <a:pt x="246" y="1698"/>
                    <a:pt x="239" y="1688"/>
                  </a:cubicBezTo>
                  <a:cubicBezTo>
                    <a:pt x="214" y="1649"/>
                    <a:pt x="204" y="1642"/>
                    <a:pt x="201" y="1628"/>
                  </a:cubicBezTo>
                  <a:cubicBezTo>
                    <a:pt x="178" y="1567"/>
                    <a:pt x="173" y="1562"/>
                    <a:pt x="168" y="1558"/>
                  </a:cubicBezTo>
                  <a:cubicBezTo>
                    <a:pt x="153" y="1520"/>
                    <a:pt x="151" y="1514"/>
                    <a:pt x="146" y="1512"/>
                  </a:cubicBezTo>
                  <a:cubicBezTo>
                    <a:pt x="133" y="1472"/>
                    <a:pt x="123" y="1469"/>
                    <a:pt x="123" y="1457"/>
                  </a:cubicBezTo>
                  <a:cubicBezTo>
                    <a:pt x="108" y="1419"/>
                    <a:pt x="98" y="1416"/>
                    <a:pt x="100" y="1402"/>
                  </a:cubicBezTo>
                  <a:cubicBezTo>
                    <a:pt x="109" y="1417"/>
                    <a:pt x="115" y="1416"/>
                    <a:pt x="113" y="1424"/>
                  </a:cubicBezTo>
                  <a:cubicBezTo>
                    <a:pt x="141" y="1468"/>
                    <a:pt x="143" y="1471"/>
                    <a:pt x="146" y="1475"/>
                  </a:cubicBezTo>
                  <a:cubicBezTo>
                    <a:pt x="184" y="1527"/>
                    <a:pt x="192" y="1530"/>
                    <a:pt x="196" y="1537"/>
                  </a:cubicBezTo>
                  <a:cubicBezTo>
                    <a:pt x="219" y="1559"/>
                    <a:pt x="223" y="1568"/>
                    <a:pt x="231" y="1573"/>
                  </a:cubicBezTo>
                  <a:cubicBezTo>
                    <a:pt x="246" y="1588"/>
                    <a:pt x="247" y="1590"/>
                    <a:pt x="249" y="1590"/>
                  </a:cubicBezTo>
                  <a:cubicBezTo>
                    <a:pt x="274" y="1624"/>
                    <a:pt x="278" y="1626"/>
                    <a:pt x="282" y="1628"/>
                  </a:cubicBezTo>
                  <a:cubicBezTo>
                    <a:pt x="265" y="1589"/>
                    <a:pt x="257" y="1590"/>
                    <a:pt x="259" y="1580"/>
                  </a:cubicBezTo>
                  <a:cubicBezTo>
                    <a:pt x="203" y="1511"/>
                    <a:pt x="196" y="1509"/>
                    <a:pt x="193" y="1502"/>
                  </a:cubicBezTo>
                  <a:cubicBezTo>
                    <a:pt x="172" y="1477"/>
                    <a:pt x="168" y="1477"/>
                    <a:pt x="168" y="1472"/>
                  </a:cubicBezTo>
                  <a:cubicBezTo>
                    <a:pt x="147" y="1441"/>
                    <a:pt x="145" y="1442"/>
                    <a:pt x="146" y="1439"/>
                  </a:cubicBezTo>
                  <a:cubicBezTo>
                    <a:pt x="127" y="1411"/>
                    <a:pt x="130" y="1404"/>
                    <a:pt x="125" y="1404"/>
                  </a:cubicBezTo>
                  <a:cubicBezTo>
                    <a:pt x="102" y="1363"/>
                    <a:pt x="100" y="1355"/>
                    <a:pt x="95" y="1351"/>
                  </a:cubicBezTo>
                  <a:cubicBezTo>
                    <a:pt x="61" y="1229"/>
                    <a:pt x="62" y="1234"/>
                    <a:pt x="62" y="1241"/>
                  </a:cubicBezTo>
                  <a:cubicBezTo>
                    <a:pt x="80" y="1283"/>
                    <a:pt x="77" y="1293"/>
                    <a:pt x="83" y="1293"/>
                  </a:cubicBezTo>
                  <a:cubicBezTo>
                    <a:pt x="100" y="1336"/>
                    <a:pt x="98" y="1345"/>
                    <a:pt x="105" y="1344"/>
                  </a:cubicBezTo>
                  <a:cubicBezTo>
                    <a:pt x="128" y="1387"/>
                    <a:pt x="129" y="1398"/>
                    <a:pt x="135" y="1404"/>
                  </a:cubicBezTo>
                  <a:cubicBezTo>
                    <a:pt x="148" y="1422"/>
                    <a:pt x="148" y="1425"/>
                    <a:pt x="148" y="1427"/>
                  </a:cubicBezTo>
                  <a:cubicBezTo>
                    <a:pt x="176" y="1460"/>
                    <a:pt x="173" y="1469"/>
                    <a:pt x="178" y="1470"/>
                  </a:cubicBezTo>
                  <a:cubicBezTo>
                    <a:pt x="203" y="1506"/>
                    <a:pt x="213" y="1502"/>
                    <a:pt x="211" y="1510"/>
                  </a:cubicBezTo>
                  <a:cubicBezTo>
                    <a:pt x="240" y="1542"/>
                    <a:pt x="244" y="1544"/>
                    <a:pt x="244" y="1550"/>
                  </a:cubicBezTo>
                  <a:cubicBezTo>
                    <a:pt x="270" y="1548"/>
                    <a:pt x="267" y="1546"/>
                    <a:pt x="264" y="1545"/>
                  </a:cubicBezTo>
                  <a:cubicBezTo>
                    <a:pt x="251" y="1520"/>
                    <a:pt x="247" y="1516"/>
                    <a:pt x="249" y="1507"/>
                  </a:cubicBezTo>
                  <a:cubicBezTo>
                    <a:pt x="229" y="1481"/>
                    <a:pt x="225" y="1479"/>
                    <a:pt x="221" y="1477"/>
                  </a:cubicBezTo>
                  <a:cubicBezTo>
                    <a:pt x="196" y="1426"/>
                    <a:pt x="189" y="1427"/>
                    <a:pt x="188" y="1422"/>
                  </a:cubicBezTo>
                  <a:cubicBezTo>
                    <a:pt x="166" y="1386"/>
                    <a:pt x="161" y="1384"/>
                    <a:pt x="161" y="1379"/>
                  </a:cubicBezTo>
                  <a:cubicBezTo>
                    <a:pt x="153" y="1363"/>
                    <a:pt x="149" y="1362"/>
                    <a:pt x="151" y="1354"/>
                  </a:cubicBezTo>
                  <a:cubicBezTo>
                    <a:pt x="119" y="1295"/>
                    <a:pt x="118" y="1290"/>
                    <a:pt x="113" y="1288"/>
                  </a:cubicBezTo>
                  <a:cubicBezTo>
                    <a:pt x="97" y="1255"/>
                    <a:pt x="100" y="1245"/>
                    <a:pt x="95" y="1243"/>
                  </a:cubicBezTo>
                  <a:cubicBezTo>
                    <a:pt x="70" y="1172"/>
                    <a:pt x="70" y="1159"/>
                    <a:pt x="62" y="1153"/>
                  </a:cubicBezTo>
                  <a:cubicBezTo>
                    <a:pt x="55" y="1121"/>
                    <a:pt x="45" y="1115"/>
                    <a:pt x="52" y="1112"/>
                  </a:cubicBezTo>
                  <a:cubicBezTo>
                    <a:pt x="42" y="1090"/>
                    <a:pt x="43" y="1087"/>
                    <a:pt x="42" y="1085"/>
                  </a:cubicBezTo>
                  <a:cubicBezTo>
                    <a:pt x="59" y="1118"/>
                    <a:pt x="61" y="1122"/>
                    <a:pt x="60" y="1127"/>
                  </a:cubicBezTo>
                  <a:cubicBezTo>
                    <a:pt x="83" y="1168"/>
                    <a:pt x="78" y="1179"/>
                    <a:pt x="85" y="1178"/>
                  </a:cubicBezTo>
                  <a:cubicBezTo>
                    <a:pt x="124" y="1262"/>
                    <a:pt x="134" y="1265"/>
                    <a:pt x="135" y="1276"/>
                  </a:cubicBezTo>
                  <a:cubicBezTo>
                    <a:pt x="156" y="1299"/>
                    <a:pt x="155" y="1305"/>
                    <a:pt x="161" y="1306"/>
                  </a:cubicBezTo>
                  <a:cubicBezTo>
                    <a:pt x="182" y="1344"/>
                    <a:pt x="191" y="1353"/>
                    <a:pt x="196" y="1366"/>
                  </a:cubicBezTo>
                  <a:cubicBezTo>
                    <a:pt x="224" y="1410"/>
                    <a:pt x="227" y="1424"/>
                    <a:pt x="236" y="1434"/>
                  </a:cubicBezTo>
                  <a:close/>
                  <a:moveTo>
                    <a:pt x="176" y="1565"/>
                  </a:moveTo>
                  <a:cubicBezTo>
                    <a:pt x="182" y="1568"/>
                    <a:pt x="180" y="1578"/>
                    <a:pt x="186" y="1580"/>
                  </a:cubicBezTo>
                  <a:cubicBezTo>
                    <a:pt x="184" y="1591"/>
                    <a:pt x="194" y="1591"/>
                    <a:pt x="194" y="1600"/>
                  </a:cubicBezTo>
                  <a:cubicBezTo>
                    <a:pt x="200" y="1612"/>
                    <a:pt x="206" y="1624"/>
                    <a:pt x="214" y="1633"/>
                  </a:cubicBezTo>
                  <a:cubicBezTo>
                    <a:pt x="215" y="1640"/>
                    <a:pt x="219" y="1645"/>
                    <a:pt x="224" y="1648"/>
                  </a:cubicBezTo>
                  <a:cubicBezTo>
                    <a:pt x="223" y="1658"/>
                    <a:pt x="232" y="1658"/>
                    <a:pt x="234" y="1666"/>
                  </a:cubicBezTo>
                  <a:cubicBezTo>
                    <a:pt x="240" y="1679"/>
                    <a:pt x="253" y="1684"/>
                    <a:pt x="257" y="1699"/>
                  </a:cubicBezTo>
                  <a:cubicBezTo>
                    <a:pt x="263" y="1700"/>
                    <a:pt x="262" y="1710"/>
                    <a:pt x="269" y="1711"/>
                  </a:cubicBezTo>
                  <a:cubicBezTo>
                    <a:pt x="268" y="1721"/>
                    <a:pt x="280" y="1719"/>
                    <a:pt x="279" y="1729"/>
                  </a:cubicBezTo>
                  <a:cubicBezTo>
                    <a:pt x="290" y="1736"/>
                    <a:pt x="296" y="1747"/>
                    <a:pt x="304" y="1756"/>
                  </a:cubicBezTo>
                  <a:cubicBezTo>
                    <a:pt x="310" y="1768"/>
                    <a:pt x="321" y="1775"/>
                    <a:pt x="327" y="1787"/>
                  </a:cubicBezTo>
                  <a:cubicBezTo>
                    <a:pt x="332" y="1791"/>
                    <a:pt x="334" y="1798"/>
                    <a:pt x="340" y="1802"/>
                  </a:cubicBezTo>
                  <a:cubicBezTo>
                    <a:pt x="340" y="1806"/>
                    <a:pt x="342" y="1808"/>
                    <a:pt x="345" y="1809"/>
                  </a:cubicBezTo>
                  <a:cubicBezTo>
                    <a:pt x="344" y="1812"/>
                    <a:pt x="352" y="1818"/>
                    <a:pt x="352" y="1812"/>
                  </a:cubicBezTo>
                  <a:cubicBezTo>
                    <a:pt x="345" y="1803"/>
                    <a:pt x="341" y="1791"/>
                    <a:pt x="337" y="1779"/>
                  </a:cubicBezTo>
                  <a:cubicBezTo>
                    <a:pt x="333" y="1767"/>
                    <a:pt x="322" y="1762"/>
                    <a:pt x="319" y="1749"/>
                  </a:cubicBezTo>
                  <a:cubicBezTo>
                    <a:pt x="311" y="1741"/>
                    <a:pt x="309" y="1727"/>
                    <a:pt x="299" y="1721"/>
                  </a:cubicBezTo>
                  <a:cubicBezTo>
                    <a:pt x="294" y="1710"/>
                    <a:pt x="284" y="1703"/>
                    <a:pt x="282" y="1688"/>
                  </a:cubicBezTo>
                  <a:cubicBezTo>
                    <a:pt x="273" y="1689"/>
                    <a:pt x="274" y="1681"/>
                    <a:pt x="269" y="1678"/>
                  </a:cubicBezTo>
                  <a:cubicBezTo>
                    <a:pt x="267" y="1672"/>
                    <a:pt x="260" y="1670"/>
                    <a:pt x="256" y="1666"/>
                  </a:cubicBezTo>
                  <a:cubicBezTo>
                    <a:pt x="257" y="1662"/>
                    <a:pt x="255" y="1660"/>
                    <a:pt x="254" y="1658"/>
                  </a:cubicBezTo>
                  <a:cubicBezTo>
                    <a:pt x="254" y="1654"/>
                    <a:pt x="248" y="1656"/>
                    <a:pt x="249" y="1651"/>
                  </a:cubicBezTo>
                  <a:cubicBezTo>
                    <a:pt x="242" y="1650"/>
                    <a:pt x="245" y="1640"/>
                    <a:pt x="236" y="1641"/>
                  </a:cubicBezTo>
                  <a:cubicBezTo>
                    <a:pt x="236" y="1638"/>
                    <a:pt x="236" y="1635"/>
                    <a:pt x="231" y="1636"/>
                  </a:cubicBezTo>
                  <a:cubicBezTo>
                    <a:pt x="231" y="1631"/>
                    <a:pt x="229" y="1629"/>
                    <a:pt x="226" y="1628"/>
                  </a:cubicBezTo>
                  <a:cubicBezTo>
                    <a:pt x="223" y="1623"/>
                    <a:pt x="218" y="1620"/>
                    <a:pt x="216" y="1613"/>
                  </a:cubicBezTo>
                  <a:cubicBezTo>
                    <a:pt x="209" y="1604"/>
                    <a:pt x="202" y="1595"/>
                    <a:pt x="196" y="1585"/>
                  </a:cubicBezTo>
                  <a:cubicBezTo>
                    <a:pt x="189" y="1576"/>
                    <a:pt x="185" y="1565"/>
                    <a:pt x="176" y="1558"/>
                  </a:cubicBezTo>
                  <a:cubicBezTo>
                    <a:pt x="176" y="1560"/>
                    <a:pt x="176" y="1563"/>
                    <a:pt x="176" y="1565"/>
                  </a:cubicBezTo>
                  <a:close/>
                  <a:moveTo>
                    <a:pt x="301" y="820"/>
                  </a:moveTo>
                  <a:cubicBezTo>
                    <a:pt x="302" y="810"/>
                    <a:pt x="310" y="806"/>
                    <a:pt x="311" y="795"/>
                  </a:cubicBezTo>
                  <a:cubicBezTo>
                    <a:pt x="358" y="743"/>
                    <a:pt x="361" y="735"/>
                    <a:pt x="366" y="730"/>
                  </a:cubicBezTo>
                  <a:cubicBezTo>
                    <a:pt x="397" y="702"/>
                    <a:pt x="399" y="697"/>
                    <a:pt x="402" y="694"/>
                  </a:cubicBezTo>
                  <a:cubicBezTo>
                    <a:pt x="437" y="662"/>
                    <a:pt x="439" y="659"/>
                    <a:pt x="442" y="657"/>
                  </a:cubicBezTo>
                  <a:cubicBezTo>
                    <a:pt x="480" y="626"/>
                    <a:pt x="475" y="615"/>
                    <a:pt x="485" y="619"/>
                  </a:cubicBezTo>
                  <a:cubicBezTo>
                    <a:pt x="521" y="575"/>
                    <a:pt x="530" y="573"/>
                    <a:pt x="535" y="566"/>
                  </a:cubicBezTo>
                  <a:cubicBezTo>
                    <a:pt x="554" y="538"/>
                    <a:pt x="566" y="538"/>
                    <a:pt x="568" y="528"/>
                  </a:cubicBezTo>
                  <a:cubicBezTo>
                    <a:pt x="581" y="513"/>
                    <a:pt x="584" y="512"/>
                    <a:pt x="583" y="508"/>
                  </a:cubicBezTo>
                  <a:cubicBezTo>
                    <a:pt x="609" y="476"/>
                    <a:pt x="605" y="465"/>
                    <a:pt x="613" y="468"/>
                  </a:cubicBezTo>
                  <a:cubicBezTo>
                    <a:pt x="604" y="479"/>
                    <a:pt x="593" y="475"/>
                    <a:pt x="595" y="483"/>
                  </a:cubicBezTo>
                  <a:cubicBezTo>
                    <a:pt x="573" y="503"/>
                    <a:pt x="570" y="506"/>
                    <a:pt x="568" y="510"/>
                  </a:cubicBezTo>
                  <a:cubicBezTo>
                    <a:pt x="482" y="577"/>
                    <a:pt x="482" y="583"/>
                    <a:pt x="477" y="584"/>
                  </a:cubicBezTo>
                  <a:cubicBezTo>
                    <a:pt x="464" y="596"/>
                    <a:pt x="458" y="596"/>
                    <a:pt x="457" y="601"/>
                  </a:cubicBezTo>
                  <a:cubicBezTo>
                    <a:pt x="421" y="633"/>
                    <a:pt x="418" y="642"/>
                    <a:pt x="412" y="649"/>
                  </a:cubicBezTo>
                  <a:cubicBezTo>
                    <a:pt x="371" y="689"/>
                    <a:pt x="369" y="694"/>
                    <a:pt x="366" y="697"/>
                  </a:cubicBezTo>
                  <a:cubicBezTo>
                    <a:pt x="338" y="737"/>
                    <a:pt x="331" y="742"/>
                    <a:pt x="326" y="750"/>
                  </a:cubicBezTo>
                  <a:cubicBezTo>
                    <a:pt x="309" y="785"/>
                    <a:pt x="297" y="788"/>
                    <a:pt x="296" y="803"/>
                  </a:cubicBezTo>
                  <a:cubicBezTo>
                    <a:pt x="266" y="851"/>
                    <a:pt x="266" y="857"/>
                    <a:pt x="266" y="863"/>
                  </a:cubicBezTo>
                  <a:close/>
                  <a:moveTo>
                    <a:pt x="318" y="526"/>
                  </a:moveTo>
                  <a:cubicBezTo>
                    <a:pt x="319" y="522"/>
                    <a:pt x="318" y="516"/>
                    <a:pt x="316" y="521"/>
                  </a:cubicBezTo>
                  <a:cubicBezTo>
                    <a:pt x="316" y="524"/>
                    <a:pt x="317" y="530"/>
                    <a:pt x="318" y="526"/>
                  </a:cubicBezTo>
                  <a:close/>
                  <a:moveTo>
                    <a:pt x="321" y="662"/>
                  </a:moveTo>
                  <a:cubicBezTo>
                    <a:pt x="322" y="667"/>
                    <a:pt x="309" y="673"/>
                    <a:pt x="316" y="677"/>
                  </a:cubicBezTo>
                  <a:cubicBezTo>
                    <a:pt x="320" y="673"/>
                    <a:pt x="322" y="665"/>
                    <a:pt x="326" y="662"/>
                  </a:cubicBezTo>
                  <a:cubicBezTo>
                    <a:pt x="326" y="656"/>
                    <a:pt x="338" y="651"/>
                    <a:pt x="331" y="647"/>
                  </a:cubicBezTo>
                  <a:cubicBezTo>
                    <a:pt x="328" y="652"/>
                    <a:pt x="325" y="658"/>
                    <a:pt x="321" y="662"/>
                  </a:cubicBezTo>
                  <a:close/>
                  <a:moveTo>
                    <a:pt x="276" y="745"/>
                  </a:moveTo>
                  <a:cubicBezTo>
                    <a:pt x="274" y="736"/>
                    <a:pt x="283" y="730"/>
                    <a:pt x="273" y="727"/>
                  </a:cubicBezTo>
                  <a:cubicBezTo>
                    <a:pt x="275" y="732"/>
                    <a:pt x="270" y="744"/>
                    <a:pt x="276" y="745"/>
                  </a:cubicBezTo>
                  <a:close/>
                  <a:moveTo>
                    <a:pt x="276" y="793"/>
                  </a:moveTo>
                  <a:cubicBezTo>
                    <a:pt x="277" y="785"/>
                    <a:pt x="285" y="771"/>
                    <a:pt x="278" y="765"/>
                  </a:cubicBezTo>
                  <a:cubicBezTo>
                    <a:pt x="281" y="776"/>
                    <a:pt x="270" y="787"/>
                    <a:pt x="276" y="793"/>
                  </a:cubicBezTo>
                  <a:close/>
                  <a:moveTo>
                    <a:pt x="271" y="830"/>
                  </a:moveTo>
                  <a:cubicBezTo>
                    <a:pt x="268" y="819"/>
                    <a:pt x="285" y="812"/>
                    <a:pt x="273" y="808"/>
                  </a:cubicBezTo>
                  <a:cubicBezTo>
                    <a:pt x="277" y="818"/>
                    <a:pt x="262" y="823"/>
                    <a:pt x="271" y="830"/>
                  </a:cubicBezTo>
                  <a:close/>
                  <a:moveTo>
                    <a:pt x="70" y="883"/>
                  </a:moveTo>
                  <a:cubicBezTo>
                    <a:pt x="75" y="887"/>
                    <a:pt x="73" y="896"/>
                    <a:pt x="77" y="901"/>
                  </a:cubicBezTo>
                  <a:cubicBezTo>
                    <a:pt x="117" y="1000"/>
                    <a:pt x="122" y="1004"/>
                    <a:pt x="123" y="1012"/>
                  </a:cubicBezTo>
                  <a:cubicBezTo>
                    <a:pt x="141" y="1040"/>
                    <a:pt x="140" y="1043"/>
                    <a:pt x="140" y="1044"/>
                  </a:cubicBezTo>
                  <a:cubicBezTo>
                    <a:pt x="173" y="1100"/>
                    <a:pt x="181" y="1101"/>
                    <a:pt x="181" y="1110"/>
                  </a:cubicBezTo>
                  <a:cubicBezTo>
                    <a:pt x="212" y="1160"/>
                    <a:pt x="210" y="1167"/>
                    <a:pt x="213" y="1168"/>
                  </a:cubicBezTo>
                  <a:cubicBezTo>
                    <a:pt x="227" y="1183"/>
                    <a:pt x="222" y="1175"/>
                    <a:pt x="218" y="1168"/>
                  </a:cubicBezTo>
                  <a:cubicBezTo>
                    <a:pt x="214" y="1136"/>
                    <a:pt x="209" y="1137"/>
                    <a:pt x="211" y="1130"/>
                  </a:cubicBezTo>
                  <a:cubicBezTo>
                    <a:pt x="190" y="1087"/>
                    <a:pt x="191" y="1077"/>
                    <a:pt x="186" y="1072"/>
                  </a:cubicBezTo>
                  <a:cubicBezTo>
                    <a:pt x="164" y="1046"/>
                    <a:pt x="172" y="1032"/>
                    <a:pt x="165" y="1034"/>
                  </a:cubicBezTo>
                  <a:cubicBezTo>
                    <a:pt x="130" y="971"/>
                    <a:pt x="123" y="968"/>
                    <a:pt x="123" y="959"/>
                  </a:cubicBezTo>
                  <a:cubicBezTo>
                    <a:pt x="98" y="914"/>
                    <a:pt x="92" y="910"/>
                    <a:pt x="90" y="903"/>
                  </a:cubicBezTo>
                  <a:cubicBezTo>
                    <a:pt x="61" y="859"/>
                    <a:pt x="68" y="868"/>
                    <a:pt x="70" y="883"/>
                  </a:cubicBezTo>
                  <a:close/>
                  <a:moveTo>
                    <a:pt x="266" y="976"/>
                  </a:moveTo>
                  <a:cubicBezTo>
                    <a:pt x="265" y="972"/>
                    <a:pt x="269" y="971"/>
                    <a:pt x="269" y="966"/>
                  </a:cubicBezTo>
                  <a:cubicBezTo>
                    <a:pt x="272" y="966"/>
                    <a:pt x="270" y="959"/>
                    <a:pt x="269" y="964"/>
                  </a:cubicBezTo>
                  <a:cubicBezTo>
                    <a:pt x="266" y="966"/>
                    <a:pt x="260" y="982"/>
                    <a:pt x="266" y="976"/>
                  </a:cubicBezTo>
                  <a:close/>
                  <a:moveTo>
                    <a:pt x="246" y="996"/>
                  </a:moveTo>
                  <a:cubicBezTo>
                    <a:pt x="243" y="988"/>
                    <a:pt x="256" y="983"/>
                    <a:pt x="248" y="979"/>
                  </a:cubicBezTo>
                  <a:cubicBezTo>
                    <a:pt x="246" y="981"/>
                    <a:pt x="239" y="993"/>
                    <a:pt x="246" y="996"/>
                  </a:cubicBezTo>
                  <a:close/>
                  <a:moveTo>
                    <a:pt x="62" y="1039"/>
                  </a:moveTo>
                  <a:cubicBezTo>
                    <a:pt x="61" y="1036"/>
                    <a:pt x="60" y="1034"/>
                    <a:pt x="57" y="1032"/>
                  </a:cubicBezTo>
                  <a:cubicBezTo>
                    <a:pt x="57" y="1035"/>
                    <a:pt x="61" y="1046"/>
                    <a:pt x="62" y="1039"/>
                  </a:cubicBezTo>
                  <a:close/>
                  <a:moveTo>
                    <a:pt x="77" y="1095"/>
                  </a:moveTo>
                  <a:cubicBezTo>
                    <a:pt x="82" y="1101"/>
                    <a:pt x="83" y="1111"/>
                    <a:pt x="87" y="1117"/>
                  </a:cubicBezTo>
                  <a:cubicBezTo>
                    <a:pt x="124" y="1184"/>
                    <a:pt x="126" y="1187"/>
                    <a:pt x="128" y="1190"/>
                  </a:cubicBezTo>
                  <a:cubicBezTo>
                    <a:pt x="146" y="1213"/>
                    <a:pt x="141" y="1224"/>
                    <a:pt x="145" y="1225"/>
                  </a:cubicBezTo>
                  <a:cubicBezTo>
                    <a:pt x="170" y="1271"/>
                    <a:pt x="171" y="1275"/>
                    <a:pt x="176" y="1276"/>
                  </a:cubicBezTo>
                  <a:cubicBezTo>
                    <a:pt x="198" y="1315"/>
                    <a:pt x="204" y="1320"/>
                    <a:pt x="206" y="1329"/>
                  </a:cubicBezTo>
                  <a:cubicBezTo>
                    <a:pt x="220" y="1358"/>
                    <a:pt x="231" y="1358"/>
                    <a:pt x="229" y="1371"/>
                  </a:cubicBezTo>
                  <a:cubicBezTo>
                    <a:pt x="241" y="1386"/>
                    <a:pt x="240" y="1376"/>
                    <a:pt x="239" y="1366"/>
                  </a:cubicBezTo>
                  <a:cubicBezTo>
                    <a:pt x="220" y="1308"/>
                    <a:pt x="214" y="1302"/>
                    <a:pt x="213" y="1291"/>
                  </a:cubicBezTo>
                  <a:cubicBezTo>
                    <a:pt x="199" y="1268"/>
                    <a:pt x="202" y="1260"/>
                    <a:pt x="198" y="1258"/>
                  </a:cubicBezTo>
                  <a:cubicBezTo>
                    <a:pt x="180" y="1215"/>
                    <a:pt x="168" y="1215"/>
                    <a:pt x="168" y="1203"/>
                  </a:cubicBezTo>
                  <a:cubicBezTo>
                    <a:pt x="145" y="1172"/>
                    <a:pt x="150" y="1162"/>
                    <a:pt x="143" y="1163"/>
                  </a:cubicBezTo>
                  <a:cubicBezTo>
                    <a:pt x="113" y="1114"/>
                    <a:pt x="107" y="1108"/>
                    <a:pt x="105" y="1100"/>
                  </a:cubicBezTo>
                  <a:cubicBezTo>
                    <a:pt x="89" y="1081"/>
                    <a:pt x="86" y="1078"/>
                    <a:pt x="85" y="1075"/>
                  </a:cubicBezTo>
                  <a:cubicBezTo>
                    <a:pt x="71" y="1059"/>
                    <a:pt x="73" y="1055"/>
                    <a:pt x="70" y="1054"/>
                  </a:cubicBezTo>
                  <a:close/>
                  <a:moveTo>
                    <a:pt x="332" y="1623"/>
                  </a:moveTo>
                  <a:cubicBezTo>
                    <a:pt x="339" y="1624"/>
                    <a:pt x="330" y="1609"/>
                    <a:pt x="337" y="1610"/>
                  </a:cubicBezTo>
                  <a:cubicBezTo>
                    <a:pt x="359" y="1560"/>
                    <a:pt x="356" y="1544"/>
                    <a:pt x="365" y="1540"/>
                  </a:cubicBezTo>
                  <a:cubicBezTo>
                    <a:pt x="401" y="1455"/>
                    <a:pt x="401" y="1449"/>
                    <a:pt x="402" y="1444"/>
                  </a:cubicBezTo>
                  <a:cubicBezTo>
                    <a:pt x="418" y="1396"/>
                    <a:pt x="424" y="1396"/>
                    <a:pt x="425" y="1391"/>
                  </a:cubicBezTo>
                  <a:cubicBezTo>
                    <a:pt x="450" y="1344"/>
                    <a:pt x="454" y="1335"/>
                    <a:pt x="458" y="1326"/>
                  </a:cubicBezTo>
                  <a:cubicBezTo>
                    <a:pt x="490" y="1276"/>
                    <a:pt x="490" y="1269"/>
                    <a:pt x="493" y="1265"/>
                  </a:cubicBezTo>
                  <a:cubicBezTo>
                    <a:pt x="508" y="1240"/>
                    <a:pt x="511" y="1239"/>
                    <a:pt x="513" y="1238"/>
                  </a:cubicBezTo>
                  <a:cubicBezTo>
                    <a:pt x="521" y="1225"/>
                    <a:pt x="520" y="1221"/>
                    <a:pt x="523" y="1220"/>
                  </a:cubicBezTo>
                  <a:cubicBezTo>
                    <a:pt x="527" y="1215"/>
                    <a:pt x="518" y="1212"/>
                    <a:pt x="520" y="1220"/>
                  </a:cubicBezTo>
                  <a:cubicBezTo>
                    <a:pt x="481" y="1266"/>
                    <a:pt x="469" y="1280"/>
                    <a:pt x="460" y="1296"/>
                  </a:cubicBezTo>
                  <a:cubicBezTo>
                    <a:pt x="412" y="1376"/>
                    <a:pt x="407" y="1384"/>
                    <a:pt x="405" y="1394"/>
                  </a:cubicBezTo>
                  <a:cubicBezTo>
                    <a:pt x="376" y="1447"/>
                    <a:pt x="378" y="1450"/>
                    <a:pt x="377" y="1452"/>
                  </a:cubicBezTo>
                  <a:cubicBezTo>
                    <a:pt x="371" y="1467"/>
                    <a:pt x="366" y="1465"/>
                    <a:pt x="367" y="1472"/>
                  </a:cubicBezTo>
                  <a:cubicBezTo>
                    <a:pt x="344" y="1511"/>
                    <a:pt x="348" y="1521"/>
                    <a:pt x="342" y="1522"/>
                  </a:cubicBezTo>
                  <a:cubicBezTo>
                    <a:pt x="323" y="1591"/>
                    <a:pt x="318" y="1593"/>
                    <a:pt x="317" y="1598"/>
                  </a:cubicBezTo>
                  <a:cubicBezTo>
                    <a:pt x="309" y="1646"/>
                    <a:pt x="309" y="1656"/>
                    <a:pt x="309" y="1666"/>
                  </a:cubicBezTo>
                  <a:close/>
                  <a:moveTo>
                    <a:pt x="115" y="1273"/>
                  </a:moveTo>
                  <a:cubicBezTo>
                    <a:pt x="122" y="1281"/>
                    <a:pt x="126" y="1292"/>
                    <a:pt x="130" y="1301"/>
                  </a:cubicBezTo>
                  <a:cubicBezTo>
                    <a:pt x="136" y="1302"/>
                    <a:pt x="130" y="1315"/>
                    <a:pt x="138" y="1314"/>
                  </a:cubicBezTo>
                  <a:cubicBezTo>
                    <a:pt x="137" y="1322"/>
                    <a:pt x="142" y="1324"/>
                    <a:pt x="145" y="1329"/>
                  </a:cubicBezTo>
                  <a:cubicBezTo>
                    <a:pt x="152" y="1351"/>
                    <a:pt x="166" y="1365"/>
                    <a:pt x="176" y="1384"/>
                  </a:cubicBezTo>
                  <a:cubicBezTo>
                    <a:pt x="182" y="1392"/>
                    <a:pt x="186" y="1402"/>
                    <a:pt x="193" y="1409"/>
                  </a:cubicBezTo>
                  <a:cubicBezTo>
                    <a:pt x="198" y="1412"/>
                    <a:pt x="198" y="1418"/>
                    <a:pt x="201" y="1422"/>
                  </a:cubicBezTo>
                  <a:cubicBezTo>
                    <a:pt x="204" y="1426"/>
                    <a:pt x="207" y="1431"/>
                    <a:pt x="211" y="1434"/>
                  </a:cubicBezTo>
                  <a:cubicBezTo>
                    <a:pt x="214" y="1446"/>
                    <a:pt x="223" y="1451"/>
                    <a:pt x="226" y="1462"/>
                  </a:cubicBezTo>
                  <a:cubicBezTo>
                    <a:pt x="229" y="1467"/>
                    <a:pt x="233" y="1470"/>
                    <a:pt x="236" y="1475"/>
                  </a:cubicBezTo>
                  <a:cubicBezTo>
                    <a:pt x="241" y="1475"/>
                    <a:pt x="241" y="1491"/>
                    <a:pt x="246" y="1482"/>
                  </a:cubicBezTo>
                  <a:cubicBezTo>
                    <a:pt x="241" y="1479"/>
                    <a:pt x="241" y="1471"/>
                    <a:pt x="239" y="1464"/>
                  </a:cubicBezTo>
                  <a:cubicBezTo>
                    <a:pt x="234" y="1460"/>
                    <a:pt x="231" y="1455"/>
                    <a:pt x="229" y="1449"/>
                  </a:cubicBezTo>
                  <a:cubicBezTo>
                    <a:pt x="229" y="1447"/>
                    <a:pt x="229" y="1444"/>
                    <a:pt x="229" y="1442"/>
                  </a:cubicBezTo>
                  <a:cubicBezTo>
                    <a:pt x="221" y="1436"/>
                    <a:pt x="220" y="1425"/>
                    <a:pt x="214" y="1419"/>
                  </a:cubicBezTo>
                  <a:cubicBezTo>
                    <a:pt x="216" y="1411"/>
                    <a:pt x="210" y="1411"/>
                    <a:pt x="208" y="1407"/>
                  </a:cubicBezTo>
                  <a:cubicBezTo>
                    <a:pt x="205" y="1404"/>
                    <a:pt x="205" y="1397"/>
                    <a:pt x="201" y="1394"/>
                  </a:cubicBezTo>
                  <a:cubicBezTo>
                    <a:pt x="197" y="1385"/>
                    <a:pt x="194" y="1376"/>
                    <a:pt x="186" y="1371"/>
                  </a:cubicBezTo>
                  <a:cubicBezTo>
                    <a:pt x="182" y="1362"/>
                    <a:pt x="179" y="1352"/>
                    <a:pt x="171" y="1346"/>
                  </a:cubicBezTo>
                  <a:cubicBezTo>
                    <a:pt x="166" y="1338"/>
                    <a:pt x="163" y="1329"/>
                    <a:pt x="156" y="1324"/>
                  </a:cubicBezTo>
                  <a:cubicBezTo>
                    <a:pt x="157" y="1316"/>
                    <a:pt x="149" y="1319"/>
                    <a:pt x="151" y="1311"/>
                  </a:cubicBezTo>
                  <a:cubicBezTo>
                    <a:pt x="147" y="1311"/>
                    <a:pt x="145" y="1310"/>
                    <a:pt x="145" y="1306"/>
                  </a:cubicBezTo>
                  <a:cubicBezTo>
                    <a:pt x="145" y="1303"/>
                    <a:pt x="141" y="1304"/>
                    <a:pt x="140" y="1301"/>
                  </a:cubicBezTo>
                  <a:cubicBezTo>
                    <a:pt x="139" y="1290"/>
                    <a:pt x="129" y="1287"/>
                    <a:pt x="128" y="1276"/>
                  </a:cubicBezTo>
                  <a:cubicBezTo>
                    <a:pt x="119" y="1278"/>
                    <a:pt x="126" y="1265"/>
                    <a:pt x="118" y="1266"/>
                  </a:cubicBezTo>
                  <a:cubicBezTo>
                    <a:pt x="118" y="1262"/>
                    <a:pt x="117" y="1260"/>
                    <a:pt x="115" y="1258"/>
                  </a:cubicBezTo>
                  <a:cubicBezTo>
                    <a:pt x="112" y="1258"/>
                    <a:pt x="111" y="1255"/>
                    <a:pt x="110" y="1258"/>
                  </a:cubicBezTo>
                  <a:cubicBezTo>
                    <a:pt x="114" y="1261"/>
                    <a:pt x="115" y="1267"/>
                    <a:pt x="115" y="1273"/>
                  </a:cubicBezTo>
                  <a:close/>
                  <a:moveTo>
                    <a:pt x="427" y="1331"/>
                  </a:moveTo>
                  <a:cubicBezTo>
                    <a:pt x="427" y="1327"/>
                    <a:pt x="436" y="1326"/>
                    <a:pt x="430" y="1323"/>
                  </a:cubicBezTo>
                  <a:cubicBezTo>
                    <a:pt x="422" y="1329"/>
                    <a:pt x="427" y="1338"/>
                    <a:pt x="427" y="1331"/>
                  </a:cubicBezTo>
                  <a:close/>
                  <a:moveTo>
                    <a:pt x="402" y="1371"/>
                  </a:moveTo>
                  <a:cubicBezTo>
                    <a:pt x="394" y="1377"/>
                    <a:pt x="392" y="1390"/>
                    <a:pt x="385" y="1396"/>
                  </a:cubicBezTo>
                  <a:cubicBezTo>
                    <a:pt x="374" y="1414"/>
                    <a:pt x="363" y="1432"/>
                    <a:pt x="357" y="1454"/>
                  </a:cubicBezTo>
                  <a:cubicBezTo>
                    <a:pt x="353" y="1459"/>
                    <a:pt x="347" y="1461"/>
                    <a:pt x="347" y="1469"/>
                  </a:cubicBezTo>
                  <a:cubicBezTo>
                    <a:pt x="342" y="1473"/>
                    <a:pt x="341" y="1480"/>
                    <a:pt x="337" y="1485"/>
                  </a:cubicBezTo>
                  <a:cubicBezTo>
                    <a:pt x="333" y="1498"/>
                    <a:pt x="325" y="1508"/>
                    <a:pt x="322" y="1522"/>
                  </a:cubicBezTo>
                  <a:cubicBezTo>
                    <a:pt x="321" y="1526"/>
                    <a:pt x="319" y="1527"/>
                    <a:pt x="322" y="1530"/>
                  </a:cubicBezTo>
                  <a:cubicBezTo>
                    <a:pt x="319" y="1531"/>
                    <a:pt x="317" y="1533"/>
                    <a:pt x="317" y="1537"/>
                  </a:cubicBezTo>
                  <a:cubicBezTo>
                    <a:pt x="313" y="1542"/>
                    <a:pt x="314" y="1551"/>
                    <a:pt x="309" y="1555"/>
                  </a:cubicBezTo>
                  <a:cubicBezTo>
                    <a:pt x="307" y="1561"/>
                    <a:pt x="308" y="1570"/>
                    <a:pt x="304" y="1575"/>
                  </a:cubicBezTo>
                  <a:cubicBezTo>
                    <a:pt x="303" y="1580"/>
                    <a:pt x="298" y="1594"/>
                    <a:pt x="304" y="1598"/>
                  </a:cubicBezTo>
                  <a:cubicBezTo>
                    <a:pt x="320" y="1574"/>
                    <a:pt x="321" y="1536"/>
                    <a:pt x="337" y="1512"/>
                  </a:cubicBezTo>
                  <a:cubicBezTo>
                    <a:pt x="341" y="1497"/>
                    <a:pt x="349" y="1486"/>
                    <a:pt x="354" y="1472"/>
                  </a:cubicBezTo>
                  <a:cubicBezTo>
                    <a:pt x="359" y="1472"/>
                    <a:pt x="356" y="1463"/>
                    <a:pt x="359" y="1462"/>
                  </a:cubicBezTo>
                  <a:cubicBezTo>
                    <a:pt x="361" y="1458"/>
                    <a:pt x="363" y="1456"/>
                    <a:pt x="365" y="1452"/>
                  </a:cubicBezTo>
                  <a:cubicBezTo>
                    <a:pt x="369" y="1446"/>
                    <a:pt x="371" y="1438"/>
                    <a:pt x="372" y="1429"/>
                  </a:cubicBezTo>
                  <a:cubicBezTo>
                    <a:pt x="377" y="1429"/>
                    <a:pt x="374" y="1421"/>
                    <a:pt x="380" y="1422"/>
                  </a:cubicBezTo>
                  <a:cubicBezTo>
                    <a:pt x="381" y="1417"/>
                    <a:pt x="381" y="1411"/>
                    <a:pt x="385" y="1409"/>
                  </a:cubicBezTo>
                  <a:cubicBezTo>
                    <a:pt x="388" y="1401"/>
                    <a:pt x="392" y="1393"/>
                    <a:pt x="395" y="1384"/>
                  </a:cubicBezTo>
                  <a:cubicBezTo>
                    <a:pt x="401" y="1379"/>
                    <a:pt x="404" y="1371"/>
                    <a:pt x="407" y="1364"/>
                  </a:cubicBezTo>
                  <a:cubicBezTo>
                    <a:pt x="411" y="1361"/>
                    <a:pt x="412" y="1357"/>
                    <a:pt x="415" y="1354"/>
                  </a:cubicBezTo>
                  <a:cubicBezTo>
                    <a:pt x="414" y="1350"/>
                    <a:pt x="423" y="1344"/>
                    <a:pt x="417" y="1344"/>
                  </a:cubicBezTo>
                  <a:cubicBezTo>
                    <a:pt x="414" y="1355"/>
                    <a:pt x="403" y="1358"/>
                    <a:pt x="402" y="1371"/>
                  </a:cubicBezTo>
                  <a:close/>
                  <a:moveTo>
                    <a:pt x="483" y="1406"/>
                  </a:moveTo>
                  <a:cubicBezTo>
                    <a:pt x="475" y="1408"/>
                    <a:pt x="479" y="1423"/>
                    <a:pt x="470" y="1424"/>
                  </a:cubicBezTo>
                  <a:cubicBezTo>
                    <a:pt x="466" y="1429"/>
                    <a:pt x="467" y="1440"/>
                    <a:pt x="460" y="1442"/>
                  </a:cubicBezTo>
                  <a:cubicBezTo>
                    <a:pt x="460" y="1452"/>
                    <a:pt x="454" y="1456"/>
                    <a:pt x="450" y="1462"/>
                  </a:cubicBezTo>
                  <a:cubicBezTo>
                    <a:pt x="449" y="1483"/>
                    <a:pt x="435" y="1492"/>
                    <a:pt x="433" y="1512"/>
                  </a:cubicBezTo>
                  <a:cubicBezTo>
                    <a:pt x="425" y="1516"/>
                    <a:pt x="426" y="1527"/>
                    <a:pt x="422" y="1535"/>
                  </a:cubicBezTo>
                  <a:cubicBezTo>
                    <a:pt x="425" y="1543"/>
                    <a:pt x="419" y="1543"/>
                    <a:pt x="417" y="1547"/>
                  </a:cubicBezTo>
                  <a:cubicBezTo>
                    <a:pt x="425" y="1550"/>
                    <a:pt x="412" y="1551"/>
                    <a:pt x="415" y="1557"/>
                  </a:cubicBezTo>
                  <a:cubicBezTo>
                    <a:pt x="410" y="1558"/>
                    <a:pt x="413" y="1566"/>
                    <a:pt x="410" y="1568"/>
                  </a:cubicBezTo>
                  <a:cubicBezTo>
                    <a:pt x="412" y="1575"/>
                    <a:pt x="403" y="1572"/>
                    <a:pt x="405" y="1580"/>
                  </a:cubicBezTo>
                  <a:cubicBezTo>
                    <a:pt x="402" y="1583"/>
                    <a:pt x="402" y="1589"/>
                    <a:pt x="400" y="1593"/>
                  </a:cubicBezTo>
                  <a:cubicBezTo>
                    <a:pt x="398" y="1597"/>
                    <a:pt x="399" y="1603"/>
                    <a:pt x="395" y="1605"/>
                  </a:cubicBezTo>
                  <a:cubicBezTo>
                    <a:pt x="395" y="1616"/>
                    <a:pt x="389" y="1621"/>
                    <a:pt x="387" y="1630"/>
                  </a:cubicBezTo>
                  <a:cubicBezTo>
                    <a:pt x="386" y="1635"/>
                    <a:pt x="386" y="1641"/>
                    <a:pt x="382" y="1643"/>
                  </a:cubicBezTo>
                  <a:cubicBezTo>
                    <a:pt x="384" y="1648"/>
                    <a:pt x="375" y="1654"/>
                    <a:pt x="382" y="1656"/>
                  </a:cubicBezTo>
                  <a:cubicBezTo>
                    <a:pt x="386" y="1646"/>
                    <a:pt x="390" y="1637"/>
                    <a:pt x="395" y="1628"/>
                  </a:cubicBezTo>
                  <a:cubicBezTo>
                    <a:pt x="397" y="1623"/>
                    <a:pt x="401" y="1621"/>
                    <a:pt x="402" y="1615"/>
                  </a:cubicBezTo>
                  <a:cubicBezTo>
                    <a:pt x="402" y="1608"/>
                    <a:pt x="410" y="1608"/>
                    <a:pt x="407" y="1598"/>
                  </a:cubicBezTo>
                  <a:cubicBezTo>
                    <a:pt x="417" y="1594"/>
                    <a:pt x="412" y="1576"/>
                    <a:pt x="422" y="1573"/>
                  </a:cubicBezTo>
                  <a:cubicBezTo>
                    <a:pt x="425" y="1568"/>
                    <a:pt x="422" y="1559"/>
                    <a:pt x="430" y="1560"/>
                  </a:cubicBezTo>
                  <a:cubicBezTo>
                    <a:pt x="430" y="1552"/>
                    <a:pt x="430" y="1545"/>
                    <a:pt x="438" y="1545"/>
                  </a:cubicBezTo>
                  <a:cubicBezTo>
                    <a:pt x="436" y="1537"/>
                    <a:pt x="439" y="1533"/>
                    <a:pt x="440" y="1527"/>
                  </a:cubicBezTo>
                  <a:cubicBezTo>
                    <a:pt x="446" y="1526"/>
                    <a:pt x="443" y="1516"/>
                    <a:pt x="448" y="1515"/>
                  </a:cubicBezTo>
                  <a:cubicBezTo>
                    <a:pt x="450" y="1503"/>
                    <a:pt x="457" y="1495"/>
                    <a:pt x="460" y="1484"/>
                  </a:cubicBezTo>
                  <a:cubicBezTo>
                    <a:pt x="465" y="1483"/>
                    <a:pt x="462" y="1473"/>
                    <a:pt x="468" y="1472"/>
                  </a:cubicBezTo>
                  <a:cubicBezTo>
                    <a:pt x="469" y="1465"/>
                    <a:pt x="471" y="1460"/>
                    <a:pt x="475" y="1457"/>
                  </a:cubicBezTo>
                  <a:cubicBezTo>
                    <a:pt x="478" y="1446"/>
                    <a:pt x="485" y="1438"/>
                    <a:pt x="488" y="1427"/>
                  </a:cubicBezTo>
                  <a:cubicBezTo>
                    <a:pt x="492" y="1421"/>
                    <a:pt x="490" y="1410"/>
                    <a:pt x="493" y="1404"/>
                  </a:cubicBezTo>
                  <a:cubicBezTo>
                    <a:pt x="491" y="1399"/>
                    <a:pt x="496" y="1387"/>
                    <a:pt x="490" y="1386"/>
                  </a:cubicBezTo>
                  <a:cubicBezTo>
                    <a:pt x="490" y="1395"/>
                    <a:pt x="483" y="1398"/>
                    <a:pt x="483" y="1406"/>
                  </a:cubicBezTo>
                  <a:close/>
                  <a:moveTo>
                    <a:pt x="415" y="1444"/>
                  </a:moveTo>
                  <a:cubicBezTo>
                    <a:pt x="417" y="1454"/>
                    <a:pt x="421" y="1430"/>
                    <a:pt x="417" y="1439"/>
                  </a:cubicBezTo>
                  <a:cubicBezTo>
                    <a:pt x="417" y="1441"/>
                    <a:pt x="414" y="1440"/>
                    <a:pt x="415" y="1444"/>
                  </a:cubicBezTo>
                  <a:close/>
                  <a:moveTo>
                    <a:pt x="402" y="1477"/>
                  </a:moveTo>
                  <a:cubicBezTo>
                    <a:pt x="397" y="1479"/>
                    <a:pt x="396" y="1484"/>
                    <a:pt x="395" y="1490"/>
                  </a:cubicBezTo>
                  <a:cubicBezTo>
                    <a:pt x="400" y="1488"/>
                    <a:pt x="398" y="1478"/>
                    <a:pt x="405" y="1477"/>
                  </a:cubicBezTo>
                  <a:cubicBezTo>
                    <a:pt x="403" y="1470"/>
                    <a:pt x="408" y="1470"/>
                    <a:pt x="407" y="1464"/>
                  </a:cubicBezTo>
                  <a:cubicBezTo>
                    <a:pt x="409" y="1464"/>
                    <a:pt x="410" y="1462"/>
                    <a:pt x="410" y="1459"/>
                  </a:cubicBezTo>
                  <a:cubicBezTo>
                    <a:pt x="410" y="1456"/>
                    <a:pt x="413" y="1455"/>
                    <a:pt x="410" y="1454"/>
                  </a:cubicBezTo>
                  <a:cubicBezTo>
                    <a:pt x="407" y="1461"/>
                    <a:pt x="402" y="1467"/>
                    <a:pt x="402" y="1477"/>
                  </a:cubicBezTo>
                  <a:close/>
                  <a:moveTo>
                    <a:pt x="470" y="1484"/>
                  </a:moveTo>
                  <a:cubicBezTo>
                    <a:pt x="470" y="1498"/>
                    <a:pt x="461" y="1502"/>
                    <a:pt x="460" y="1515"/>
                  </a:cubicBezTo>
                  <a:cubicBezTo>
                    <a:pt x="437" y="1576"/>
                    <a:pt x="431" y="1575"/>
                    <a:pt x="430" y="1580"/>
                  </a:cubicBezTo>
                  <a:cubicBezTo>
                    <a:pt x="411" y="1635"/>
                    <a:pt x="400" y="1637"/>
                    <a:pt x="397" y="1648"/>
                  </a:cubicBezTo>
                  <a:cubicBezTo>
                    <a:pt x="386" y="1684"/>
                    <a:pt x="383" y="1687"/>
                    <a:pt x="382" y="1693"/>
                  </a:cubicBezTo>
                  <a:cubicBezTo>
                    <a:pt x="371" y="1730"/>
                    <a:pt x="371" y="1738"/>
                    <a:pt x="367" y="1741"/>
                  </a:cubicBezTo>
                  <a:cubicBezTo>
                    <a:pt x="361" y="1788"/>
                    <a:pt x="357" y="1799"/>
                    <a:pt x="362" y="1799"/>
                  </a:cubicBezTo>
                  <a:cubicBezTo>
                    <a:pt x="379" y="1754"/>
                    <a:pt x="376" y="1747"/>
                    <a:pt x="380" y="1746"/>
                  </a:cubicBezTo>
                  <a:cubicBezTo>
                    <a:pt x="391" y="1697"/>
                    <a:pt x="403" y="1699"/>
                    <a:pt x="400" y="1688"/>
                  </a:cubicBezTo>
                  <a:cubicBezTo>
                    <a:pt x="430" y="1632"/>
                    <a:pt x="427" y="1621"/>
                    <a:pt x="433" y="1618"/>
                  </a:cubicBezTo>
                  <a:cubicBezTo>
                    <a:pt x="459" y="1557"/>
                    <a:pt x="462" y="1552"/>
                    <a:pt x="465" y="1547"/>
                  </a:cubicBezTo>
                  <a:cubicBezTo>
                    <a:pt x="482" y="1493"/>
                    <a:pt x="477" y="1484"/>
                    <a:pt x="483" y="1484"/>
                  </a:cubicBezTo>
                  <a:close/>
                  <a:moveTo>
                    <a:pt x="166" y="1522"/>
                  </a:moveTo>
                  <a:cubicBezTo>
                    <a:pt x="169" y="1533"/>
                    <a:pt x="177" y="1538"/>
                    <a:pt x="181" y="1548"/>
                  </a:cubicBezTo>
                  <a:cubicBezTo>
                    <a:pt x="187" y="1555"/>
                    <a:pt x="191" y="1564"/>
                    <a:pt x="199" y="1570"/>
                  </a:cubicBezTo>
                  <a:cubicBezTo>
                    <a:pt x="197" y="1578"/>
                    <a:pt x="205" y="1577"/>
                    <a:pt x="206" y="1583"/>
                  </a:cubicBezTo>
                  <a:cubicBezTo>
                    <a:pt x="209" y="1583"/>
                    <a:pt x="208" y="1587"/>
                    <a:pt x="211" y="1588"/>
                  </a:cubicBezTo>
                  <a:cubicBezTo>
                    <a:pt x="210" y="1593"/>
                    <a:pt x="215" y="1593"/>
                    <a:pt x="216" y="1595"/>
                  </a:cubicBezTo>
                  <a:cubicBezTo>
                    <a:pt x="220" y="1604"/>
                    <a:pt x="227" y="1611"/>
                    <a:pt x="234" y="1618"/>
                  </a:cubicBezTo>
                  <a:cubicBezTo>
                    <a:pt x="240" y="1626"/>
                    <a:pt x="247" y="1633"/>
                    <a:pt x="254" y="1641"/>
                  </a:cubicBezTo>
                  <a:cubicBezTo>
                    <a:pt x="260" y="1648"/>
                    <a:pt x="265" y="1657"/>
                    <a:pt x="272" y="1663"/>
                  </a:cubicBezTo>
                  <a:cubicBezTo>
                    <a:pt x="275" y="1667"/>
                    <a:pt x="278" y="1670"/>
                    <a:pt x="282" y="1673"/>
                  </a:cubicBezTo>
                  <a:cubicBezTo>
                    <a:pt x="283" y="1680"/>
                    <a:pt x="288" y="1682"/>
                    <a:pt x="292" y="1686"/>
                  </a:cubicBezTo>
                  <a:cubicBezTo>
                    <a:pt x="293" y="1695"/>
                    <a:pt x="300" y="1698"/>
                    <a:pt x="302" y="1706"/>
                  </a:cubicBezTo>
                  <a:cubicBezTo>
                    <a:pt x="309" y="1709"/>
                    <a:pt x="309" y="1719"/>
                    <a:pt x="317" y="1721"/>
                  </a:cubicBezTo>
                  <a:cubicBezTo>
                    <a:pt x="317" y="1715"/>
                    <a:pt x="317" y="1709"/>
                    <a:pt x="314" y="1706"/>
                  </a:cubicBezTo>
                  <a:cubicBezTo>
                    <a:pt x="311" y="1705"/>
                    <a:pt x="313" y="1703"/>
                    <a:pt x="314" y="1701"/>
                  </a:cubicBezTo>
                  <a:cubicBezTo>
                    <a:pt x="311" y="1701"/>
                    <a:pt x="312" y="1697"/>
                    <a:pt x="312" y="1693"/>
                  </a:cubicBezTo>
                  <a:cubicBezTo>
                    <a:pt x="303" y="1693"/>
                    <a:pt x="307" y="1680"/>
                    <a:pt x="299" y="1678"/>
                  </a:cubicBezTo>
                  <a:cubicBezTo>
                    <a:pt x="302" y="1670"/>
                    <a:pt x="291" y="1676"/>
                    <a:pt x="294" y="1668"/>
                  </a:cubicBezTo>
                  <a:cubicBezTo>
                    <a:pt x="293" y="1665"/>
                    <a:pt x="290" y="1662"/>
                    <a:pt x="287" y="1661"/>
                  </a:cubicBezTo>
                  <a:cubicBezTo>
                    <a:pt x="281" y="1646"/>
                    <a:pt x="269" y="1638"/>
                    <a:pt x="264" y="1623"/>
                  </a:cubicBezTo>
                  <a:cubicBezTo>
                    <a:pt x="254" y="1618"/>
                    <a:pt x="249" y="1607"/>
                    <a:pt x="241" y="1600"/>
                  </a:cubicBezTo>
                  <a:cubicBezTo>
                    <a:pt x="239" y="1595"/>
                    <a:pt x="235" y="1592"/>
                    <a:pt x="231" y="1588"/>
                  </a:cubicBezTo>
                  <a:cubicBezTo>
                    <a:pt x="227" y="1584"/>
                    <a:pt x="225" y="1577"/>
                    <a:pt x="219" y="1575"/>
                  </a:cubicBezTo>
                  <a:cubicBezTo>
                    <a:pt x="215" y="1571"/>
                    <a:pt x="210" y="1568"/>
                    <a:pt x="209" y="1563"/>
                  </a:cubicBezTo>
                  <a:cubicBezTo>
                    <a:pt x="203" y="1560"/>
                    <a:pt x="199" y="1555"/>
                    <a:pt x="196" y="1550"/>
                  </a:cubicBezTo>
                  <a:cubicBezTo>
                    <a:pt x="188" y="1542"/>
                    <a:pt x="180" y="1534"/>
                    <a:pt x="171" y="1527"/>
                  </a:cubicBezTo>
                  <a:cubicBezTo>
                    <a:pt x="171" y="1518"/>
                    <a:pt x="164" y="1516"/>
                    <a:pt x="161" y="1510"/>
                  </a:cubicBezTo>
                  <a:cubicBezTo>
                    <a:pt x="160" y="1506"/>
                    <a:pt x="157" y="1506"/>
                    <a:pt x="156" y="1502"/>
                  </a:cubicBezTo>
                  <a:cubicBezTo>
                    <a:pt x="152" y="1504"/>
                    <a:pt x="150" y="1492"/>
                    <a:pt x="148" y="1500"/>
                  </a:cubicBezTo>
                  <a:cubicBezTo>
                    <a:pt x="157" y="1504"/>
                    <a:pt x="157" y="1518"/>
                    <a:pt x="166" y="1522"/>
                  </a:cubicBezTo>
                  <a:close/>
                  <a:moveTo>
                    <a:pt x="465" y="1575"/>
                  </a:moveTo>
                  <a:cubicBezTo>
                    <a:pt x="457" y="1583"/>
                    <a:pt x="454" y="1598"/>
                    <a:pt x="448" y="1608"/>
                  </a:cubicBezTo>
                  <a:cubicBezTo>
                    <a:pt x="445" y="1613"/>
                    <a:pt x="444" y="1620"/>
                    <a:pt x="440" y="1625"/>
                  </a:cubicBezTo>
                  <a:cubicBezTo>
                    <a:pt x="437" y="1631"/>
                    <a:pt x="440" y="1642"/>
                    <a:pt x="433" y="1643"/>
                  </a:cubicBezTo>
                  <a:cubicBezTo>
                    <a:pt x="434" y="1653"/>
                    <a:pt x="426" y="1653"/>
                    <a:pt x="425" y="1661"/>
                  </a:cubicBezTo>
                  <a:cubicBezTo>
                    <a:pt x="424" y="1668"/>
                    <a:pt x="419" y="1671"/>
                    <a:pt x="418" y="1678"/>
                  </a:cubicBezTo>
                  <a:cubicBezTo>
                    <a:pt x="414" y="1683"/>
                    <a:pt x="413" y="1690"/>
                    <a:pt x="410" y="1696"/>
                  </a:cubicBezTo>
                  <a:cubicBezTo>
                    <a:pt x="405" y="1696"/>
                    <a:pt x="411" y="1700"/>
                    <a:pt x="407" y="1701"/>
                  </a:cubicBezTo>
                  <a:cubicBezTo>
                    <a:pt x="407" y="1704"/>
                    <a:pt x="404" y="1705"/>
                    <a:pt x="407" y="1708"/>
                  </a:cubicBezTo>
                  <a:cubicBezTo>
                    <a:pt x="401" y="1710"/>
                    <a:pt x="401" y="1719"/>
                    <a:pt x="397" y="1724"/>
                  </a:cubicBezTo>
                  <a:cubicBezTo>
                    <a:pt x="399" y="1734"/>
                    <a:pt x="389" y="1732"/>
                    <a:pt x="392" y="1744"/>
                  </a:cubicBezTo>
                  <a:cubicBezTo>
                    <a:pt x="390" y="1749"/>
                    <a:pt x="388" y="1756"/>
                    <a:pt x="385" y="1761"/>
                  </a:cubicBezTo>
                  <a:cubicBezTo>
                    <a:pt x="384" y="1766"/>
                    <a:pt x="376" y="1775"/>
                    <a:pt x="382" y="1779"/>
                  </a:cubicBezTo>
                  <a:cubicBezTo>
                    <a:pt x="389" y="1772"/>
                    <a:pt x="391" y="1760"/>
                    <a:pt x="395" y="1751"/>
                  </a:cubicBezTo>
                  <a:cubicBezTo>
                    <a:pt x="398" y="1741"/>
                    <a:pt x="404" y="1733"/>
                    <a:pt x="405" y="1721"/>
                  </a:cubicBezTo>
                  <a:cubicBezTo>
                    <a:pt x="421" y="1704"/>
                    <a:pt x="428" y="1679"/>
                    <a:pt x="443" y="1661"/>
                  </a:cubicBezTo>
                  <a:cubicBezTo>
                    <a:pt x="445" y="1648"/>
                    <a:pt x="451" y="1638"/>
                    <a:pt x="455" y="1628"/>
                  </a:cubicBezTo>
                  <a:cubicBezTo>
                    <a:pt x="459" y="1624"/>
                    <a:pt x="459" y="1616"/>
                    <a:pt x="463" y="1613"/>
                  </a:cubicBezTo>
                  <a:cubicBezTo>
                    <a:pt x="463" y="1609"/>
                    <a:pt x="464" y="1607"/>
                    <a:pt x="465" y="1605"/>
                  </a:cubicBezTo>
                  <a:cubicBezTo>
                    <a:pt x="469" y="1605"/>
                    <a:pt x="467" y="1598"/>
                    <a:pt x="470" y="1598"/>
                  </a:cubicBezTo>
                  <a:cubicBezTo>
                    <a:pt x="468" y="1588"/>
                    <a:pt x="478" y="1590"/>
                    <a:pt x="475" y="1580"/>
                  </a:cubicBezTo>
                  <a:cubicBezTo>
                    <a:pt x="476" y="1573"/>
                    <a:pt x="480" y="1570"/>
                    <a:pt x="480" y="1562"/>
                  </a:cubicBezTo>
                  <a:cubicBezTo>
                    <a:pt x="485" y="1559"/>
                    <a:pt x="482" y="1549"/>
                    <a:pt x="485" y="1545"/>
                  </a:cubicBezTo>
                  <a:cubicBezTo>
                    <a:pt x="489" y="1540"/>
                    <a:pt x="488" y="1530"/>
                    <a:pt x="490" y="1525"/>
                  </a:cubicBezTo>
                  <a:cubicBezTo>
                    <a:pt x="490" y="1522"/>
                    <a:pt x="490" y="1520"/>
                    <a:pt x="490" y="1517"/>
                  </a:cubicBezTo>
                  <a:cubicBezTo>
                    <a:pt x="490" y="1514"/>
                    <a:pt x="494" y="1513"/>
                    <a:pt x="490" y="1512"/>
                  </a:cubicBezTo>
                  <a:cubicBezTo>
                    <a:pt x="489" y="1508"/>
                    <a:pt x="493" y="1497"/>
                    <a:pt x="488" y="1497"/>
                  </a:cubicBezTo>
                  <a:cubicBezTo>
                    <a:pt x="484" y="1527"/>
                    <a:pt x="474" y="1550"/>
                    <a:pt x="465" y="1575"/>
                  </a:cubicBezTo>
                  <a:close/>
                  <a:moveTo>
                    <a:pt x="337" y="1693"/>
                  </a:moveTo>
                  <a:cubicBezTo>
                    <a:pt x="336" y="1689"/>
                    <a:pt x="340" y="1688"/>
                    <a:pt x="340" y="1683"/>
                  </a:cubicBezTo>
                  <a:cubicBezTo>
                    <a:pt x="340" y="1680"/>
                    <a:pt x="339" y="1674"/>
                    <a:pt x="342" y="1673"/>
                  </a:cubicBezTo>
                  <a:cubicBezTo>
                    <a:pt x="337" y="1663"/>
                    <a:pt x="347" y="1649"/>
                    <a:pt x="347" y="1636"/>
                  </a:cubicBezTo>
                  <a:cubicBezTo>
                    <a:pt x="350" y="1635"/>
                    <a:pt x="350" y="1632"/>
                    <a:pt x="350" y="1628"/>
                  </a:cubicBezTo>
                  <a:cubicBezTo>
                    <a:pt x="350" y="1625"/>
                    <a:pt x="353" y="1623"/>
                    <a:pt x="352" y="1618"/>
                  </a:cubicBezTo>
                  <a:cubicBezTo>
                    <a:pt x="356" y="1613"/>
                    <a:pt x="354" y="1604"/>
                    <a:pt x="357" y="1598"/>
                  </a:cubicBezTo>
                  <a:cubicBezTo>
                    <a:pt x="359" y="1591"/>
                    <a:pt x="360" y="1584"/>
                    <a:pt x="365" y="1580"/>
                  </a:cubicBezTo>
                  <a:cubicBezTo>
                    <a:pt x="369" y="1576"/>
                    <a:pt x="366" y="1565"/>
                    <a:pt x="372" y="1563"/>
                  </a:cubicBezTo>
                  <a:cubicBezTo>
                    <a:pt x="372" y="1557"/>
                    <a:pt x="372" y="1552"/>
                    <a:pt x="372" y="1547"/>
                  </a:cubicBezTo>
                  <a:cubicBezTo>
                    <a:pt x="380" y="1547"/>
                    <a:pt x="370" y="1537"/>
                    <a:pt x="372" y="1547"/>
                  </a:cubicBezTo>
                  <a:cubicBezTo>
                    <a:pt x="368" y="1551"/>
                    <a:pt x="369" y="1560"/>
                    <a:pt x="365" y="1563"/>
                  </a:cubicBezTo>
                  <a:cubicBezTo>
                    <a:pt x="363" y="1568"/>
                    <a:pt x="362" y="1575"/>
                    <a:pt x="360" y="1580"/>
                  </a:cubicBezTo>
                  <a:cubicBezTo>
                    <a:pt x="356" y="1584"/>
                    <a:pt x="357" y="1593"/>
                    <a:pt x="352" y="1595"/>
                  </a:cubicBezTo>
                  <a:cubicBezTo>
                    <a:pt x="352" y="1604"/>
                    <a:pt x="349" y="1609"/>
                    <a:pt x="345" y="1613"/>
                  </a:cubicBezTo>
                  <a:cubicBezTo>
                    <a:pt x="342" y="1647"/>
                    <a:pt x="327" y="1669"/>
                    <a:pt x="330" y="1708"/>
                  </a:cubicBezTo>
                  <a:cubicBezTo>
                    <a:pt x="338" y="1709"/>
                    <a:pt x="334" y="1698"/>
                    <a:pt x="337" y="1693"/>
                  </a:cubicBezTo>
                  <a:close/>
                  <a:moveTo>
                    <a:pt x="299" y="1623"/>
                  </a:moveTo>
                  <a:cubicBezTo>
                    <a:pt x="299" y="1618"/>
                    <a:pt x="306" y="1608"/>
                    <a:pt x="299" y="1605"/>
                  </a:cubicBezTo>
                  <a:cubicBezTo>
                    <a:pt x="299" y="1610"/>
                    <a:pt x="292" y="1620"/>
                    <a:pt x="299" y="1623"/>
                  </a:cubicBezTo>
                  <a:close/>
                  <a:moveTo>
                    <a:pt x="372" y="1678"/>
                  </a:moveTo>
                  <a:cubicBezTo>
                    <a:pt x="367" y="1681"/>
                    <a:pt x="371" y="1692"/>
                    <a:pt x="365" y="1693"/>
                  </a:cubicBezTo>
                  <a:cubicBezTo>
                    <a:pt x="366" y="1702"/>
                    <a:pt x="363" y="1705"/>
                    <a:pt x="362" y="1711"/>
                  </a:cubicBezTo>
                  <a:cubicBezTo>
                    <a:pt x="363" y="1715"/>
                    <a:pt x="355" y="1724"/>
                    <a:pt x="362" y="1726"/>
                  </a:cubicBezTo>
                  <a:cubicBezTo>
                    <a:pt x="367" y="1717"/>
                    <a:pt x="364" y="1701"/>
                    <a:pt x="372" y="1696"/>
                  </a:cubicBezTo>
                  <a:cubicBezTo>
                    <a:pt x="370" y="1686"/>
                    <a:pt x="375" y="1684"/>
                    <a:pt x="375" y="1676"/>
                  </a:cubicBezTo>
                  <a:cubicBezTo>
                    <a:pt x="375" y="1672"/>
                    <a:pt x="386" y="1660"/>
                    <a:pt x="375" y="1661"/>
                  </a:cubicBezTo>
                  <a:cubicBezTo>
                    <a:pt x="376" y="1669"/>
                    <a:pt x="370" y="1670"/>
                    <a:pt x="372" y="1678"/>
                  </a:cubicBezTo>
                  <a:close/>
                  <a:moveTo>
                    <a:pt x="352" y="1776"/>
                  </a:moveTo>
                  <a:cubicBezTo>
                    <a:pt x="352" y="1773"/>
                    <a:pt x="352" y="1770"/>
                    <a:pt x="352" y="1766"/>
                  </a:cubicBezTo>
                  <a:cubicBezTo>
                    <a:pt x="350" y="1766"/>
                    <a:pt x="347" y="1766"/>
                    <a:pt x="345" y="1766"/>
                  </a:cubicBezTo>
                  <a:cubicBezTo>
                    <a:pt x="346" y="1771"/>
                    <a:pt x="346" y="1777"/>
                    <a:pt x="352" y="1776"/>
                  </a:cubicBezTo>
                  <a:close/>
                  <a:moveTo>
                    <a:pt x="375" y="1804"/>
                  </a:moveTo>
                  <a:cubicBezTo>
                    <a:pt x="376" y="1799"/>
                    <a:pt x="383" y="1788"/>
                    <a:pt x="377" y="1784"/>
                  </a:cubicBezTo>
                  <a:cubicBezTo>
                    <a:pt x="378" y="1791"/>
                    <a:pt x="368" y="1799"/>
                    <a:pt x="375" y="1804"/>
                  </a:cubicBezTo>
                  <a:close/>
                </a:path>
              </a:pathLst>
            </a:custGeom>
            <a:solidFill>
              <a:srgbClr val="d0cdbb">
                <a:alpha val="75000"/>
              </a:srgbClr>
            </a:solidFill>
            <a:ln w="0">
              <a:noFill/>
            </a:ln>
          </p:spPr>
          <p:style>
            <a:lnRef idx="0"/>
            <a:fillRef idx="0"/>
            <a:effectRef idx="0"/>
            <a:fontRef idx="minor"/>
          </p:style>
          <p:txBody>
            <a:bodyPr tIns="91440" bIns="91440" anchor="ctr">
              <a:noAutofit/>
            </a:bodyPr>
            <a:p>
              <a:pPr>
                <a:lnSpc>
                  <a:spcPct val="100000"/>
                </a:lnSpc>
                <a:tabLst>
                  <a:tab algn="l" pos="0"/>
                </a:tabLst>
              </a:pPr>
              <a:endParaRPr b="0" lang="en-US" sz="1400" spc="-1" strike="noStrike">
                <a:solidFill>
                  <a:srgbClr val="000000"/>
                </a:solidFill>
                <a:latin typeface="Arial"/>
                <a:ea typeface="Arial"/>
              </a:endParaRPr>
            </a:p>
          </p:txBody>
        </p:sp>
        <p:sp>
          <p:nvSpPr>
            <p:cNvPr id="91" name="Google Shape;53;p13"/>
            <p:cNvSpPr/>
            <p:nvPr/>
          </p:nvSpPr>
          <p:spPr>
            <a:xfrm>
              <a:off x="907920" y="1528200"/>
              <a:ext cx="2507760" cy="3231000"/>
            </a:xfrm>
            <a:custGeom>
              <a:avLst/>
              <a:gdLst>
                <a:gd name="textAreaLeft" fmla="*/ 0 w 2507760"/>
                <a:gd name="textAreaRight" fmla="*/ 2508120 w 2507760"/>
                <a:gd name="textAreaTop" fmla="*/ 0 h 3231000"/>
                <a:gd name="textAreaBottom" fmla="*/ 3231360 h 3231000"/>
              </a:gdLst>
              <a:ahLst/>
              <a:rect l="textAreaLeft" t="textAreaTop" r="textAreaRight" b="textAreaBottom"/>
              <a:pathLst>
                <a:path w="869" h="1495">
                  <a:moveTo>
                    <a:pt x="865" y="156"/>
                  </a:moveTo>
                  <a:cubicBezTo>
                    <a:pt x="856" y="165"/>
                    <a:pt x="851" y="173"/>
                    <a:pt x="844" y="182"/>
                  </a:cubicBezTo>
                  <a:cubicBezTo>
                    <a:pt x="804" y="216"/>
                    <a:pt x="802" y="216"/>
                    <a:pt x="800" y="216"/>
                  </a:cubicBezTo>
                  <a:cubicBezTo>
                    <a:pt x="775" y="232"/>
                    <a:pt x="768" y="237"/>
                    <a:pt x="760" y="239"/>
                  </a:cubicBezTo>
                  <a:cubicBezTo>
                    <a:pt x="699" y="279"/>
                    <a:pt x="696" y="275"/>
                    <a:pt x="693" y="278"/>
                  </a:cubicBezTo>
                  <a:cubicBezTo>
                    <a:pt x="706" y="270"/>
                    <a:pt x="707" y="266"/>
                    <a:pt x="714" y="263"/>
                  </a:cubicBezTo>
                  <a:cubicBezTo>
                    <a:pt x="766" y="230"/>
                    <a:pt x="774" y="225"/>
                    <a:pt x="782" y="219"/>
                  </a:cubicBezTo>
                  <a:cubicBezTo>
                    <a:pt x="830" y="181"/>
                    <a:pt x="830" y="177"/>
                    <a:pt x="834" y="174"/>
                  </a:cubicBezTo>
                  <a:cubicBezTo>
                    <a:pt x="831" y="170"/>
                    <a:pt x="831" y="178"/>
                    <a:pt x="827" y="175"/>
                  </a:cubicBezTo>
                  <a:cubicBezTo>
                    <a:pt x="792" y="205"/>
                    <a:pt x="784" y="209"/>
                    <a:pt x="783" y="213"/>
                  </a:cubicBezTo>
                  <a:cubicBezTo>
                    <a:pt x="763" y="227"/>
                    <a:pt x="760" y="223"/>
                    <a:pt x="757" y="227"/>
                  </a:cubicBezTo>
                  <a:cubicBezTo>
                    <a:pt x="776" y="212"/>
                    <a:pt x="774" y="208"/>
                    <a:pt x="780" y="206"/>
                  </a:cubicBezTo>
                  <a:cubicBezTo>
                    <a:pt x="824" y="164"/>
                    <a:pt x="830" y="160"/>
                    <a:pt x="833" y="155"/>
                  </a:cubicBezTo>
                  <a:cubicBezTo>
                    <a:pt x="806" y="176"/>
                    <a:pt x="797" y="184"/>
                    <a:pt x="788" y="193"/>
                  </a:cubicBezTo>
                  <a:cubicBezTo>
                    <a:pt x="731" y="226"/>
                    <a:pt x="724" y="237"/>
                    <a:pt x="720" y="234"/>
                  </a:cubicBezTo>
                  <a:cubicBezTo>
                    <a:pt x="766" y="194"/>
                    <a:pt x="786" y="180"/>
                    <a:pt x="803" y="159"/>
                  </a:cubicBezTo>
                  <a:cubicBezTo>
                    <a:pt x="785" y="170"/>
                    <a:pt x="775" y="180"/>
                    <a:pt x="763" y="188"/>
                  </a:cubicBezTo>
                  <a:cubicBezTo>
                    <a:pt x="736" y="208"/>
                    <a:pt x="735" y="202"/>
                    <a:pt x="737" y="200"/>
                  </a:cubicBezTo>
                  <a:cubicBezTo>
                    <a:pt x="749" y="181"/>
                    <a:pt x="754" y="177"/>
                    <a:pt x="756" y="172"/>
                  </a:cubicBezTo>
                  <a:cubicBezTo>
                    <a:pt x="787" y="134"/>
                    <a:pt x="791" y="136"/>
                    <a:pt x="790" y="130"/>
                  </a:cubicBezTo>
                  <a:cubicBezTo>
                    <a:pt x="769" y="150"/>
                    <a:pt x="765" y="152"/>
                    <a:pt x="766" y="155"/>
                  </a:cubicBezTo>
                  <a:cubicBezTo>
                    <a:pt x="746" y="174"/>
                    <a:pt x="746" y="170"/>
                    <a:pt x="746" y="169"/>
                  </a:cubicBezTo>
                  <a:cubicBezTo>
                    <a:pt x="748" y="164"/>
                    <a:pt x="752" y="160"/>
                    <a:pt x="752" y="160"/>
                  </a:cubicBezTo>
                  <a:cubicBezTo>
                    <a:pt x="764" y="139"/>
                    <a:pt x="770" y="129"/>
                    <a:pt x="777" y="119"/>
                  </a:cubicBezTo>
                  <a:cubicBezTo>
                    <a:pt x="800" y="82"/>
                    <a:pt x="812" y="81"/>
                    <a:pt x="808" y="77"/>
                  </a:cubicBezTo>
                  <a:cubicBezTo>
                    <a:pt x="770" y="123"/>
                    <a:pt x="765" y="125"/>
                    <a:pt x="763" y="127"/>
                  </a:cubicBezTo>
                  <a:cubicBezTo>
                    <a:pt x="747" y="156"/>
                    <a:pt x="743" y="161"/>
                    <a:pt x="740" y="166"/>
                  </a:cubicBezTo>
                  <a:cubicBezTo>
                    <a:pt x="744" y="144"/>
                    <a:pt x="749" y="134"/>
                    <a:pt x="753" y="124"/>
                  </a:cubicBezTo>
                  <a:cubicBezTo>
                    <a:pt x="782" y="79"/>
                    <a:pt x="781" y="77"/>
                    <a:pt x="784" y="75"/>
                  </a:cubicBezTo>
                  <a:cubicBezTo>
                    <a:pt x="769" y="89"/>
                    <a:pt x="765" y="92"/>
                    <a:pt x="765" y="96"/>
                  </a:cubicBezTo>
                  <a:cubicBezTo>
                    <a:pt x="728" y="162"/>
                    <a:pt x="722" y="177"/>
                    <a:pt x="718" y="191"/>
                  </a:cubicBezTo>
                  <a:cubicBezTo>
                    <a:pt x="710" y="205"/>
                    <a:pt x="719" y="210"/>
                    <a:pt x="712" y="213"/>
                  </a:cubicBezTo>
                  <a:cubicBezTo>
                    <a:pt x="703" y="240"/>
                    <a:pt x="708" y="247"/>
                    <a:pt x="697" y="251"/>
                  </a:cubicBezTo>
                  <a:cubicBezTo>
                    <a:pt x="699" y="232"/>
                    <a:pt x="702" y="230"/>
                    <a:pt x="701" y="228"/>
                  </a:cubicBezTo>
                  <a:cubicBezTo>
                    <a:pt x="714" y="177"/>
                    <a:pt x="714" y="170"/>
                    <a:pt x="714" y="162"/>
                  </a:cubicBezTo>
                  <a:cubicBezTo>
                    <a:pt x="735" y="103"/>
                    <a:pt x="740" y="88"/>
                    <a:pt x="749" y="73"/>
                  </a:cubicBezTo>
                  <a:cubicBezTo>
                    <a:pt x="757" y="53"/>
                    <a:pt x="753" y="62"/>
                    <a:pt x="744" y="70"/>
                  </a:cubicBezTo>
                  <a:cubicBezTo>
                    <a:pt x="727" y="107"/>
                    <a:pt x="722" y="112"/>
                    <a:pt x="722" y="118"/>
                  </a:cubicBezTo>
                  <a:cubicBezTo>
                    <a:pt x="706" y="172"/>
                    <a:pt x="705" y="175"/>
                    <a:pt x="703" y="177"/>
                  </a:cubicBezTo>
                  <a:cubicBezTo>
                    <a:pt x="696" y="206"/>
                    <a:pt x="696" y="209"/>
                    <a:pt x="696" y="212"/>
                  </a:cubicBezTo>
                  <a:cubicBezTo>
                    <a:pt x="687" y="247"/>
                    <a:pt x="685" y="253"/>
                    <a:pt x="684" y="260"/>
                  </a:cubicBezTo>
                  <a:cubicBezTo>
                    <a:pt x="671" y="275"/>
                    <a:pt x="673" y="272"/>
                    <a:pt x="677" y="270"/>
                  </a:cubicBezTo>
                  <a:cubicBezTo>
                    <a:pt x="682" y="240"/>
                    <a:pt x="681" y="234"/>
                    <a:pt x="684" y="229"/>
                  </a:cubicBezTo>
                  <a:cubicBezTo>
                    <a:pt x="694" y="189"/>
                    <a:pt x="690" y="182"/>
                    <a:pt x="693" y="177"/>
                  </a:cubicBezTo>
                  <a:cubicBezTo>
                    <a:pt x="706" y="119"/>
                    <a:pt x="707" y="113"/>
                    <a:pt x="709" y="107"/>
                  </a:cubicBezTo>
                  <a:cubicBezTo>
                    <a:pt x="721" y="64"/>
                    <a:pt x="727" y="59"/>
                    <a:pt x="729" y="53"/>
                  </a:cubicBezTo>
                  <a:cubicBezTo>
                    <a:pt x="751" y="15"/>
                    <a:pt x="760" y="13"/>
                    <a:pt x="759" y="10"/>
                  </a:cubicBezTo>
                  <a:cubicBezTo>
                    <a:pt x="752" y="12"/>
                    <a:pt x="750" y="14"/>
                    <a:pt x="749" y="17"/>
                  </a:cubicBezTo>
                  <a:cubicBezTo>
                    <a:pt x="722" y="50"/>
                    <a:pt x="719" y="46"/>
                    <a:pt x="715" y="51"/>
                  </a:cubicBezTo>
                  <a:cubicBezTo>
                    <a:pt x="696" y="86"/>
                    <a:pt x="689" y="94"/>
                    <a:pt x="687" y="103"/>
                  </a:cubicBezTo>
                  <a:cubicBezTo>
                    <a:pt x="667" y="145"/>
                    <a:pt x="670" y="146"/>
                    <a:pt x="670" y="148"/>
                  </a:cubicBezTo>
                  <a:cubicBezTo>
                    <a:pt x="662" y="166"/>
                    <a:pt x="660" y="175"/>
                    <a:pt x="659" y="185"/>
                  </a:cubicBezTo>
                  <a:cubicBezTo>
                    <a:pt x="655" y="217"/>
                    <a:pt x="655" y="222"/>
                    <a:pt x="653" y="226"/>
                  </a:cubicBezTo>
                  <a:cubicBezTo>
                    <a:pt x="646" y="259"/>
                    <a:pt x="650" y="265"/>
                    <a:pt x="650" y="270"/>
                  </a:cubicBezTo>
                  <a:cubicBezTo>
                    <a:pt x="632" y="316"/>
                    <a:pt x="637" y="319"/>
                    <a:pt x="630" y="321"/>
                  </a:cubicBezTo>
                  <a:cubicBezTo>
                    <a:pt x="630" y="285"/>
                    <a:pt x="633" y="283"/>
                    <a:pt x="633" y="280"/>
                  </a:cubicBezTo>
                  <a:cubicBezTo>
                    <a:pt x="637" y="248"/>
                    <a:pt x="637" y="243"/>
                    <a:pt x="639" y="238"/>
                  </a:cubicBezTo>
                  <a:cubicBezTo>
                    <a:pt x="639" y="222"/>
                    <a:pt x="641" y="220"/>
                    <a:pt x="641" y="217"/>
                  </a:cubicBezTo>
                  <a:cubicBezTo>
                    <a:pt x="649" y="175"/>
                    <a:pt x="652" y="166"/>
                    <a:pt x="654" y="157"/>
                  </a:cubicBezTo>
                  <a:cubicBezTo>
                    <a:pt x="673" y="112"/>
                    <a:pt x="670" y="107"/>
                    <a:pt x="677" y="103"/>
                  </a:cubicBezTo>
                  <a:cubicBezTo>
                    <a:pt x="690" y="65"/>
                    <a:pt x="699" y="63"/>
                    <a:pt x="694" y="59"/>
                  </a:cubicBezTo>
                  <a:cubicBezTo>
                    <a:pt x="663" y="118"/>
                    <a:pt x="658" y="124"/>
                    <a:pt x="654" y="130"/>
                  </a:cubicBezTo>
                  <a:cubicBezTo>
                    <a:pt x="644" y="160"/>
                    <a:pt x="640" y="163"/>
                    <a:pt x="644" y="166"/>
                  </a:cubicBezTo>
                  <a:cubicBezTo>
                    <a:pt x="632" y="198"/>
                    <a:pt x="638" y="202"/>
                    <a:pt x="632" y="204"/>
                  </a:cubicBezTo>
                  <a:cubicBezTo>
                    <a:pt x="630" y="226"/>
                    <a:pt x="628" y="229"/>
                    <a:pt x="630" y="233"/>
                  </a:cubicBezTo>
                  <a:cubicBezTo>
                    <a:pt x="624" y="286"/>
                    <a:pt x="621" y="292"/>
                    <a:pt x="621" y="298"/>
                  </a:cubicBezTo>
                  <a:cubicBezTo>
                    <a:pt x="622" y="314"/>
                    <a:pt x="617" y="316"/>
                    <a:pt x="621" y="318"/>
                  </a:cubicBezTo>
                  <a:cubicBezTo>
                    <a:pt x="615" y="341"/>
                    <a:pt x="613" y="344"/>
                    <a:pt x="612" y="347"/>
                  </a:cubicBezTo>
                  <a:cubicBezTo>
                    <a:pt x="610" y="337"/>
                    <a:pt x="612" y="332"/>
                    <a:pt x="615" y="327"/>
                  </a:cubicBezTo>
                  <a:cubicBezTo>
                    <a:pt x="612" y="290"/>
                    <a:pt x="621" y="286"/>
                    <a:pt x="616" y="280"/>
                  </a:cubicBezTo>
                  <a:cubicBezTo>
                    <a:pt x="615" y="259"/>
                    <a:pt x="621" y="255"/>
                    <a:pt x="620" y="250"/>
                  </a:cubicBezTo>
                  <a:cubicBezTo>
                    <a:pt x="624" y="201"/>
                    <a:pt x="625" y="198"/>
                    <a:pt x="626" y="196"/>
                  </a:cubicBezTo>
                  <a:cubicBezTo>
                    <a:pt x="635" y="171"/>
                    <a:pt x="633" y="168"/>
                    <a:pt x="634" y="166"/>
                  </a:cubicBezTo>
                  <a:cubicBezTo>
                    <a:pt x="642" y="141"/>
                    <a:pt x="642" y="139"/>
                    <a:pt x="642" y="136"/>
                  </a:cubicBezTo>
                  <a:cubicBezTo>
                    <a:pt x="655" y="109"/>
                    <a:pt x="657" y="104"/>
                    <a:pt x="662" y="99"/>
                  </a:cubicBezTo>
                  <a:cubicBezTo>
                    <a:pt x="645" y="113"/>
                    <a:pt x="645" y="122"/>
                    <a:pt x="637" y="130"/>
                  </a:cubicBezTo>
                  <a:cubicBezTo>
                    <a:pt x="617" y="197"/>
                    <a:pt x="614" y="202"/>
                    <a:pt x="614" y="207"/>
                  </a:cubicBezTo>
                  <a:cubicBezTo>
                    <a:pt x="613" y="227"/>
                    <a:pt x="609" y="228"/>
                    <a:pt x="612" y="231"/>
                  </a:cubicBezTo>
                  <a:cubicBezTo>
                    <a:pt x="612" y="251"/>
                    <a:pt x="612" y="254"/>
                    <a:pt x="608" y="256"/>
                  </a:cubicBezTo>
                  <a:cubicBezTo>
                    <a:pt x="608" y="278"/>
                    <a:pt x="607" y="283"/>
                    <a:pt x="607" y="289"/>
                  </a:cubicBezTo>
                  <a:cubicBezTo>
                    <a:pt x="595" y="363"/>
                    <a:pt x="592" y="374"/>
                    <a:pt x="587" y="384"/>
                  </a:cubicBezTo>
                  <a:cubicBezTo>
                    <a:pt x="589" y="326"/>
                    <a:pt x="592" y="323"/>
                    <a:pt x="592" y="319"/>
                  </a:cubicBezTo>
                  <a:cubicBezTo>
                    <a:pt x="594" y="243"/>
                    <a:pt x="593" y="240"/>
                    <a:pt x="594" y="237"/>
                  </a:cubicBezTo>
                  <a:cubicBezTo>
                    <a:pt x="597" y="223"/>
                    <a:pt x="596" y="219"/>
                    <a:pt x="596" y="216"/>
                  </a:cubicBezTo>
                  <a:cubicBezTo>
                    <a:pt x="608" y="177"/>
                    <a:pt x="610" y="170"/>
                    <a:pt x="614" y="163"/>
                  </a:cubicBezTo>
                  <a:cubicBezTo>
                    <a:pt x="624" y="125"/>
                    <a:pt x="623" y="130"/>
                    <a:pt x="621" y="134"/>
                  </a:cubicBezTo>
                  <a:cubicBezTo>
                    <a:pt x="598" y="185"/>
                    <a:pt x="595" y="190"/>
                    <a:pt x="594" y="195"/>
                  </a:cubicBezTo>
                  <a:cubicBezTo>
                    <a:pt x="583" y="227"/>
                    <a:pt x="590" y="232"/>
                    <a:pt x="586" y="235"/>
                  </a:cubicBezTo>
                  <a:cubicBezTo>
                    <a:pt x="585" y="269"/>
                    <a:pt x="583" y="276"/>
                    <a:pt x="584" y="284"/>
                  </a:cubicBezTo>
                  <a:cubicBezTo>
                    <a:pt x="583" y="334"/>
                    <a:pt x="581" y="338"/>
                    <a:pt x="584" y="342"/>
                  </a:cubicBezTo>
                  <a:cubicBezTo>
                    <a:pt x="578" y="377"/>
                    <a:pt x="579" y="381"/>
                    <a:pt x="575" y="384"/>
                  </a:cubicBezTo>
                  <a:cubicBezTo>
                    <a:pt x="572" y="368"/>
                    <a:pt x="578" y="365"/>
                    <a:pt x="575" y="361"/>
                  </a:cubicBezTo>
                  <a:cubicBezTo>
                    <a:pt x="580" y="316"/>
                    <a:pt x="571" y="307"/>
                    <a:pt x="578" y="300"/>
                  </a:cubicBezTo>
                  <a:cubicBezTo>
                    <a:pt x="572" y="220"/>
                    <a:pt x="574" y="213"/>
                    <a:pt x="573" y="205"/>
                  </a:cubicBezTo>
                  <a:cubicBezTo>
                    <a:pt x="581" y="177"/>
                    <a:pt x="576" y="169"/>
                    <a:pt x="580" y="163"/>
                  </a:cubicBezTo>
                  <a:cubicBezTo>
                    <a:pt x="594" y="117"/>
                    <a:pt x="601" y="111"/>
                    <a:pt x="598" y="103"/>
                  </a:cubicBezTo>
                  <a:cubicBezTo>
                    <a:pt x="577" y="151"/>
                    <a:pt x="576" y="154"/>
                    <a:pt x="573" y="156"/>
                  </a:cubicBezTo>
                  <a:cubicBezTo>
                    <a:pt x="562" y="241"/>
                    <a:pt x="563" y="252"/>
                    <a:pt x="564" y="263"/>
                  </a:cubicBezTo>
                  <a:cubicBezTo>
                    <a:pt x="569" y="302"/>
                    <a:pt x="564" y="307"/>
                    <a:pt x="568" y="312"/>
                  </a:cubicBezTo>
                  <a:cubicBezTo>
                    <a:pt x="566" y="341"/>
                    <a:pt x="565" y="352"/>
                    <a:pt x="568" y="364"/>
                  </a:cubicBezTo>
                  <a:cubicBezTo>
                    <a:pt x="553" y="423"/>
                    <a:pt x="553" y="420"/>
                    <a:pt x="555" y="417"/>
                  </a:cubicBezTo>
                  <a:cubicBezTo>
                    <a:pt x="556" y="394"/>
                    <a:pt x="560" y="392"/>
                    <a:pt x="558" y="388"/>
                  </a:cubicBezTo>
                  <a:cubicBezTo>
                    <a:pt x="561" y="333"/>
                    <a:pt x="563" y="331"/>
                    <a:pt x="562" y="329"/>
                  </a:cubicBezTo>
                  <a:cubicBezTo>
                    <a:pt x="559" y="274"/>
                    <a:pt x="553" y="255"/>
                    <a:pt x="554" y="236"/>
                  </a:cubicBezTo>
                  <a:cubicBezTo>
                    <a:pt x="554" y="218"/>
                    <a:pt x="555" y="214"/>
                    <a:pt x="554" y="209"/>
                  </a:cubicBezTo>
                  <a:cubicBezTo>
                    <a:pt x="559" y="193"/>
                    <a:pt x="557" y="190"/>
                    <a:pt x="559" y="188"/>
                  </a:cubicBezTo>
                  <a:cubicBezTo>
                    <a:pt x="569" y="145"/>
                    <a:pt x="573" y="136"/>
                    <a:pt x="573" y="126"/>
                  </a:cubicBezTo>
                  <a:cubicBezTo>
                    <a:pt x="557" y="167"/>
                    <a:pt x="554" y="173"/>
                    <a:pt x="555" y="179"/>
                  </a:cubicBezTo>
                  <a:cubicBezTo>
                    <a:pt x="548" y="204"/>
                    <a:pt x="545" y="211"/>
                    <a:pt x="547" y="219"/>
                  </a:cubicBezTo>
                  <a:cubicBezTo>
                    <a:pt x="545" y="249"/>
                    <a:pt x="547" y="257"/>
                    <a:pt x="548" y="265"/>
                  </a:cubicBezTo>
                  <a:cubicBezTo>
                    <a:pt x="553" y="302"/>
                    <a:pt x="551" y="305"/>
                    <a:pt x="550" y="308"/>
                  </a:cubicBezTo>
                  <a:cubicBezTo>
                    <a:pt x="556" y="350"/>
                    <a:pt x="553" y="352"/>
                    <a:pt x="554" y="354"/>
                  </a:cubicBezTo>
                  <a:cubicBezTo>
                    <a:pt x="551" y="391"/>
                    <a:pt x="544" y="394"/>
                    <a:pt x="549" y="399"/>
                  </a:cubicBezTo>
                  <a:cubicBezTo>
                    <a:pt x="548" y="423"/>
                    <a:pt x="541" y="425"/>
                    <a:pt x="543" y="428"/>
                  </a:cubicBezTo>
                  <a:cubicBezTo>
                    <a:pt x="534" y="435"/>
                    <a:pt x="534" y="428"/>
                    <a:pt x="538" y="422"/>
                  </a:cubicBezTo>
                  <a:cubicBezTo>
                    <a:pt x="537" y="386"/>
                    <a:pt x="541" y="383"/>
                    <a:pt x="540" y="379"/>
                  </a:cubicBezTo>
                  <a:cubicBezTo>
                    <a:pt x="538" y="342"/>
                    <a:pt x="537" y="338"/>
                    <a:pt x="538" y="333"/>
                  </a:cubicBezTo>
                  <a:cubicBezTo>
                    <a:pt x="535" y="297"/>
                    <a:pt x="532" y="288"/>
                    <a:pt x="531" y="280"/>
                  </a:cubicBezTo>
                  <a:cubicBezTo>
                    <a:pt x="528" y="237"/>
                    <a:pt x="531" y="236"/>
                    <a:pt x="530" y="234"/>
                  </a:cubicBezTo>
                  <a:cubicBezTo>
                    <a:pt x="531" y="195"/>
                    <a:pt x="535" y="192"/>
                    <a:pt x="534" y="187"/>
                  </a:cubicBezTo>
                  <a:cubicBezTo>
                    <a:pt x="537" y="169"/>
                    <a:pt x="538" y="165"/>
                    <a:pt x="539" y="161"/>
                  </a:cubicBezTo>
                  <a:cubicBezTo>
                    <a:pt x="534" y="156"/>
                    <a:pt x="534" y="160"/>
                    <a:pt x="532" y="164"/>
                  </a:cubicBezTo>
                  <a:cubicBezTo>
                    <a:pt x="527" y="184"/>
                    <a:pt x="527" y="187"/>
                    <a:pt x="528" y="189"/>
                  </a:cubicBezTo>
                  <a:cubicBezTo>
                    <a:pt x="521" y="228"/>
                    <a:pt x="522" y="230"/>
                    <a:pt x="522" y="232"/>
                  </a:cubicBezTo>
                  <a:cubicBezTo>
                    <a:pt x="521" y="256"/>
                    <a:pt x="520" y="257"/>
                    <a:pt x="522" y="259"/>
                  </a:cubicBezTo>
                  <a:cubicBezTo>
                    <a:pt x="527" y="285"/>
                    <a:pt x="520" y="288"/>
                    <a:pt x="524" y="293"/>
                  </a:cubicBezTo>
                  <a:cubicBezTo>
                    <a:pt x="532" y="343"/>
                    <a:pt x="530" y="351"/>
                    <a:pt x="534" y="361"/>
                  </a:cubicBezTo>
                  <a:cubicBezTo>
                    <a:pt x="531" y="378"/>
                    <a:pt x="529" y="380"/>
                    <a:pt x="532" y="382"/>
                  </a:cubicBezTo>
                  <a:cubicBezTo>
                    <a:pt x="530" y="417"/>
                    <a:pt x="530" y="421"/>
                    <a:pt x="528" y="424"/>
                  </a:cubicBezTo>
                  <a:cubicBezTo>
                    <a:pt x="523" y="442"/>
                    <a:pt x="525" y="445"/>
                    <a:pt x="522" y="444"/>
                  </a:cubicBezTo>
                  <a:cubicBezTo>
                    <a:pt x="523" y="396"/>
                    <a:pt x="516" y="383"/>
                    <a:pt x="519" y="372"/>
                  </a:cubicBezTo>
                  <a:cubicBezTo>
                    <a:pt x="517" y="348"/>
                    <a:pt x="514" y="341"/>
                    <a:pt x="515" y="335"/>
                  </a:cubicBezTo>
                  <a:cubicBezTo>
                    <a:pt x="506" y="291"/>
                    <a:pt x="509" y="286"/>
                    <a:pt x="507" y="280"/>
                  </a:cubicBezTo>
                  <a:cubicBezTo>
                    <a:pt x="508" y="220"/>
                    <a:pt x="509" y="215"/>
                    <a:pt x="510" y="209"/>
                  </a:cubicBezTo>
                  <a:cubicBezTo>
                    <a:pt x="513" y="185"/>
                    <a:pt x="512" y="178"/>
                    <a:pt x="516" y="173"/>
                  </a:cubicBezTo>
                  <a:cubicBezTo>
                    <a:pt x="515" y="159"/>
                    <a:pt x="514" y="162"/>
                    <a:pt x="512" y="164"/>
                  </a:cubicBezTo>
                  <a:cubicBezTo>
                    <a:pt x="505" y="191"/>
                    <a:pt x="507" y="196"/>
                    <a:pt x="504" y="201"/>
                  </a:cubicBezTo>
                  <a:cubicBezTo>
                    <a:pt x="500" y="221"/>
                    <a:pt x="502" y="226"/>
                    <a:pt x="501" y="230"/>
                  </a:cubicBezTo>
                  <a:cubicBezTo>
                    <a:pt x="498" y="248"/>
                    <a:pt x="500" y="251"/>
                    <a:pt x="500" y="253"/>
                  </a:cubicBezTo>
                  <a:cubicBezTo>
                    <a:pt x="496" y="271"/>
                    <a:pt x="502" y="275"/>
                    <a:pt x="498" y="277"/>
                  </a:cubicBezTo>
                  <a:cubicBezTo>
                    <a:pt x="497" y="300"/>
                    <a:pt x="497" y="294"/>
                    <a:pt x="497" y="290"/>
                  </a:cubicBezTo>
                  <a:cubicBezTo>
                    <a:pt x="494" y="271"/>
                    <a:pt x="495" y="268"/>
                    <a:pt x="495" y="266"/>
                  </a:cubicBezTo>
                  <a:cubicBezTo>
                    <a:pt x="494" y="202"/>
                    <a:pt x="495" y="187"/>
                    <a:pt x="499" y="173"/>
                  </a:cubicBezTo>
                  <a:cubicBezTo>
                    <a:pt x="501" y="135"/>
                    <a:pt x="510" y="133"/>
                    <a:pt x="503" y="128"/>
                  </a:cubicBezTo>
                  <a:cubicBezTo>
                    <a:pt x="490" y="173"/>
                    <a:pt x="490" y="178"/>
                    <a:pt x="489" y="183"/>
                  </a:cubicBezTo>
                  <a:cubicBezTo>
                    <a:pt x="485" y="220"/>
                    <a:pt x="485" y="223"/>
                    <a:pt x="485" y="225"/>
                  </a:cubicBezTo>
                  <a:cubicBezTo>
                    <a:pt x="484" y="256"/>
                    <a:pt x="483" y="258"/>
                    <a:pt x="486" y="261"/>
                  </a:cubicBezTo>
                  <a:cubicBezTo>
                    <a:pt x="484" y="277"/>
                    <a:pt x="489" y="280"/>
                    <a:pt x="487" y="282"/>
                  </a:cubicBezTo>
                  <a:cubicBezTo>
                    <a:pt x="498" y="337"/>
                    <a:pt x="496" y="347"/>
                    <a:pt x="502" y="357"/>
                  </a:cubicBezTo>
                  <a:cubicBezTo>
                    <a:pt x="506" y="408"/>
                    <a:pt x="505" y="413"/>
                    <a:pt x="503" y="418"/>
                  </a:cubicBezTo>
                  <a:cubicBezTo>
                    <a:pt x="505" y="450"/>
                    <a:pt x="505" y="453"/>
                    <a:pt x="503" y="455"/>
                  </a:cubicBezTo>
                  <a:cubicBezTo>
                    <a:pt x="499" y="471"/>
                    <a:pt x="503" y="479"/>
                    <a:pt x="498" y="475"/>
                  </a:cubicBezTo>
                  <a:cubicBezTo>
                    <a:pt x="493" y="426"/>
                    <a:pt x="495" y="423"/>
                    <a:pt x="495" y="419"/>
                  </a:cubicBezTo>
                  <a:cubicBezTo>
                    <a:pt x="485" y="375"/>
                    <a:pt x="480" y="366"/>
                    <a:pt x="483" y="359"/>
                  </a:cubicBezTo>
                  <a:cubicBezTo>
                    <a:pt x="470" y="321"/>
                    <a:pt x="476" y="319"/>
                    <a:pt x="470" y="314"/>
                  </a:cubicBezTo>
                  <a:cubicBezTo>
                    <a:pt x="459" y="218"/>
                    <a:pt x="466" y="212"/>
                    <a:pt x="462" y="204"/>
                  </a:cubicBezTo>
                  <a:cubicBezTo>
                    <a:pt x="457" y="195"/>
                    <a:pt x="457" y="204"/>
                    <a:pt x="457" y="213"/>
                  </a:cubicBezTo>
                  <a:cubicBezTo>
                    <a:pt x="457" y="232"/>
                    <a:pt x="452" y="236"/>
                    <a:pt x="455" y="241"/>
                  </a:cubicBezTo>
                  <a:cubicBezTo>
                    <a:pt x="454" y="275"/>
                    <a:pt x="459" y="280"/>
                    <a:pt x="456" y="285"/>
                  </a:cubicBezTo>
                  <a:cubicBezTo>
                    <a:pt x="462" y="317"/>
                    <a:pt x="462" y="322"/>
                    <a:pt x="465" y="327"/>
                  </a:cubicBezTo>
                  <a:cubicBezTo>
                    <a:pt x="475" y="362"/>
                    <a:pt x="473" y="368"/>
                    <a:pt x="475" y="375"/>
                  </a:cubicBezTo>
                  <a:cubicBezTo>
                    <a:pt x="478" y="394"/>
                    <a:pt x="483" y="397"/>
                    <a:pt x="481" y="400"/>
                  </a:cubicBezTo>
                  <a:cubicBezTo>
                    <a:pt x="484" y="436"/>
                    <a:pt x="490" y="444"/>
                    <a:pt x="487" y="449"/>
                  </a:cubicBezTo>
                  <a:cubicBezTo>
                    <a:pt x="483" y="480"/>
                    <a:pt x="490" y="485"/>
                    <a:pt x="488" y="488"/>
                  </a:cubicBezTo>
                  <a:cubicBezTo>
                    <a:pt x="483" y="503"/>
                    <a:pt x="485" y="499"/>
                    <a:pt x="485" y="495"/>
                  </a:cubicBezTo>
                  <a:cubicBezTo>
                    <a:pt x="486" y="464"/>
                    <a:pt x="482" y="459"/>
                    <a:pt x="483" y="454"/>
                  </a:cubicBezTo>
                  <a:cubicBezTo>
                    <a:pt x="474" y="394"/>
                    <a:pt x="466" y="388"/>
                    <a:pt x="469" y="384"/>
                  </a:cubicBezTo>
                  <a:cubicBezTo>
                    <a:pt x="462" y="348"/>
                    <a:pt x="459" y="346"/>
                    <a:pt x="457" y="346"/>
                  </a:cubicBezTo>
                  <a:cubicBezTo>
                    <a:pt x="449" y="328"/>
                    <a:pt x="460" y="322"/>
                    <a:pt x="453" y="324"/>
                  </a:cubicBezTo>
                  <a:cubicBezTo>
                    <a:pt x="446" y="286"/>
                    <a:pt x="449" y="281"/>
                    <a:pt x="445" y="276"/>
                  </a:cubicBezTo>
                  <a:cubicBezTo>
                    <a:pt x="449" y="241"/>
                    <a:pt x="443" y="235"/>
                    <a:pt x="444" y="230"/>
                  </a:cubicBezTo>
                  <a:cubicBezTo>
                    <a:pt x="450" y="210"/>
                    <a:pt x="442" y="203"/>
                    <a:pt x="449" y="199"/>
                  </a:cubicBezTo>
                  <a:cubicBezTo>
                    <a:pt x="454" y="163"/>
                    <a:pt x="461" y="159"/>
                    <a:pt x="458" y="153"/>
                  </a:cubicBezTo>
                  <a:cubicBezTo>
                    <a:pt x="444" y="191"/>
                    <a:pt x="439" y="200"/>
                    <a:pt x="440" y="211"/>
                  </a:cubicBezTo>
                  <a:cubicBezTo>
                    <a:pt x="435" y="250"/>
                    <a:pt x="436" y="261"/>
                    <a:pt x="437" y="271"/>
                  </a:cubicBezTo>
                  <a:cubicBezTo>
                    <a:pt x="442" y="313"/>
                    <a:pt x="444" y="323"/>
                    <a:pt x="448" y="335"/>
                  </a:cubicBezTo>
                  <a:cubicBezTo>
                    <a:pt x="458" y="387"/>
                    <a:pt x="461" y="393"/>
                    <a:pt x="460" y="398"/>
                  </a:cubicBezTo>
                  <a:cubicBezTo>
                    <a:pt x="473" y="464"/>
                    <a:pt x="476" y="471"/>
                    <a:pt x="475" y="477"/>
                  </a:cubicBezTo>
                  <a:cubicBezTo>
                    <a:pt x="472" y="519"/>
                    <a:pt x="470" y="522"/>
                    <a:pt x="473" y="526"/>
                  </a:cubicBezTo>
                  <a:cubicBezTo>
                    <a:pt x="466" y="546"/>
                    <a:pt x="465" y="547"/>
                    <a:pt x="465" y="548"/>
                  </a:cubicBezTo>
                  <a:cubicBezTo>
                    <a:pt x="459" y="507"/>
                    <a:pt x="462" y="504"/>
                    <a:pt x="463" y="501"/>
                  </a:cubicBezTo>
                  <a:cubicBezTo>
                    <a:pt x="458" y="462"/>
                    <a:pt x="451" y="454"/>
                    <a:pt x="451" y="448"/>
                  </a:cubicBezTo>
                  <a:cubicBezTo>
                    <a:pt x="436" y="412"/>
                    <a:pt x="440" y="409"/>
                    <a:pt x="436" y="405"/>
                  </a:cubicBezTo>
                  <a:cubicBezTo>
                    <a:pt x="427" y="372"/>
                    <a:pt x="429" y="369"/>
                    <a:pt x="426" y="365"/>
                  </a:cubicBezTo>
                  <a:cubicBezTo>
                    <a:pt x="421" y="351"/>
                    <a:pt x="423" y="350"/>
                    <a:pt x="421" y="347"/>
                  </a:cubicBezTo>
                  <a:cubicBezTo>
                    <a:pt x="417" y="313"/>
                    <a:pt x="414" y="309"/>
                    <a:pt x="415" y="305"/>
                  </a:cubicBezTo>
                  <a:cubicBezTo>
                    <a:pt x="416" y="260"/>
                    <a:pt x="418" y="257"/>
                    <a:pt x="414" y="253"/>
                  </a:cubicBezTo>
                  <a:cubicBezTo>
                    <a:pt x="416" y="237"/>
                    <a:pt x="416" y="229"/>
                    <a:pt x="414" y="222"/>
                  </a:cubicBezTo>
                  <a:cubicBezTo>
                    <a:pt x="416" y="200"/>
                    <a:pt x="418" y="197"/>
                    <a:pt x="418" y="194"/>
                  </a:cubicBezTo>
                  <a:cubicBezTo>
                    <a:pt x="414" y="206"/>
                    <a:pt x="410" y="211"/>
                    <a:pt x="412" y="216"/>
                  </a:cubicBezTo>
                  <a:cubicBezTo>
                    <a:pt x="409" y="236"/>
                    <a:pt x="410" y="242"/>
                    <a:pt x="410" y="247"/>
                  </a:cubicBezTo>
                  <a:cubicBezTo>
                    <a:pt x="407" y="327"/>
                    <a:pt x="412" y="332"/>
                    <a:pt x="410" y="335"/>
                  </a:cubicBezTo>
                  <a:cubicBezTo>
                    <a:pt x="414" y="368"/>
                    <a:pt x="422" y="373"/>
                    <a:pt x="420" y="377"/>
                  </a:cubicBezTo>
                  <a:cubicBezTo>
                    <a:pt x="438" y="439"/>
                    <a:pt x="445" y="459"/>
                    <a:pt x="448" y="477"/>
                  </a:cubicBezTo>
                  <a:cubicBezTo>
                    <a:pt x="451" y="509"/>
                    <a:pt x="452" y="514"/>
                    <a:pt x="453" y="518"/>
                  </a:cubicBezTo>
                  <a:cubicBezTo>
                    <a:pt x="449" y="518"/>
                    <a:pt x="452" y="515"/>
                    <a:pt x="448" y="512"/>
                  </a:cubicBezTo>
                  <a:cubicBezTo>
                    <a:pt x="443" y="484"/>
                    <a:pt x="442" y="477"/>
                    <a:pt x="441" y="470"/>
                  </a:cubicBezTo>
                  <a:cubicBezTo>
                    <a:pt x="432" y="436"/>
                    <a:pt x="429" y="432"/>
                    <a:pt x="428" y="428"/>
                  </a:cubicBezTo>
                  <a:cubicBezTo>
                    <a:pt x="416" y="393"/>
                    <a:pt x="413" y="389"/>
                    <a:pt x="414" y="386"/>
                  </a:cubicBezTo>
                  <a:cubicBezTo>
                    <a:pt x="407" y="359"/>
                    <a:pt x="405" y="356"/>
                    <a:pt x="403" y="350"/>
                  </a:cubicBezTo>
                  <a:cubicBezTo>
                    <a:pt x="401" y="334"/>
                    <a:pt x="403" y="333"/>
                    <a:pt x="403" y="333"/>
                  </a:cubicBezTo>
                  <a:cubicBezTo>
                    <a:pt x="401" y="321"/>
                    <a:pt x="400" y="317"/>
                    <a:pt x="399" y="314"/>
                  </a:cubicBezTo>
                  <a:cubicBezTo>
                    <a:pt x="395" y="298"/>
                    <a:pt x="397" y="295"/>
                    <a:pt x="396" y="293"/>
                  </a:cubicBezTo>
                  <a:cubicBezTo>
                    <a:pt x="390" y="256"/>
                    <a:pt x="396" y="250"/>
                    <a:pt x="392" y="243"/>
                  </a:cubicBezTo>
                  <a:cubicBezTo>
                    <a:pt x="394" y="217"/>
                    <a:pt x="395" y="215"/>
                    <a:pt x="395" y="213"/>
                  </a:cubicBezTo>
                  <a:cubicBezTo>
                    <a:pt x="388" y="211"/>
                    <a:pt x="391" y="212"/>
                    <a:pt x="391" y="214"/>
                  </a:cubicBezTo>
                  <a:cubicBezTo>
                    <a:pt x="386" y="231"/>
                    <a:pt x="389" y="235"/>
                    <a:pt x="386" y="237"/>
                  </a:cubicBezTo>
                  <a:cubicBezTo>
                    <a:pt x="387" y="268"/>
                    <a:pt x="385" y="271"/>
                    <a:pt x="388" y="275"/>
                  </a:cubicBezTo>
                  <a:cubicBezTo>
                    <a:pt x="391" y="325"/>
                    <a:pt x="397" y="338"/>
                    <a:pt x="393" y="350"/>
                  </a:cubicBezTo>
                  <a:cubicBezTo>
                    <a:pt x="405" y="382"/>
                    <a:pt x="403" y="390"/>
                    <a:pt x="408" y="398"/>
                  </a:cubicBezTo>
                  <a:cubicBezTo>
                    <a:pt x="419" y="430"/>
                    <a:pt x="421" y="438"/>
                    <a:pt x="423" y="446"/>
                  </a:cubicBezTo>
                  <a:cubicBezTo>
                    <a:pt x="436" y="483"/>
                    <a:pt x="432" y="487"/>
                    <a:pt x="436" y="491"/>
                  </a:cubicBezTo>
                  <a:cubicBezTo>
                    <a:pt x="440" y="554"/>
                    <a:pt x="443" y="558"/>
                    <a:pt x="443" y="562"/>
                  </a:cubicBezTo>
                  <a:cubicBezTo>
                    <a:pt x="428" y="572"/>
                    <a:pt x="429" y="568"/>
                    <a:pt x="430" y="564"/>
                  </a:cubicBezTo>
                  <a:cubicBezTo>
                    <a:pt x="417" y="498"/>
                    <a:pt x="416" y="485"/>
                    <a:pt x="415" y="472"/>
                  </a:cubicBezTo>
                  <a:cubicBezTo>
                    <a:pt x="409" y="449"/>
                    <a:pt x="405" y="442"/>
                    <a:pt x="406" y="436"/>
                  </a:cubicBezTo>
                  <a:cubicBezTo>
                    <a:pt x="401" y="421"/>
                    <a:pt x="398" y="415"/>
                    <a:pt x="398" y="411"/>
                  </a:cubicBezTo>
                  <a:cubicBezTo>
                    <a:pt x="393" y="374"/>
                    <a:pt x="387" y="375"/>
                    <a:pt x="389" y="372"/>
                  </a:cubicBezTo>
                  <a:cubicBezTo>
                    <a:pt x="382" y="312"/>
                    <a:pt x="377" y="293"/>
                    <a:pt x="381" y="275"/>
                  </a:cubicBezTo>
                  <a:cubicBezTo>
                    <a:pt x="385" y="244"/>
                    <a:pt x="380" y="238"/>
                    <a:pt x="383" y="234"/>
                  </a:cubicBezTo>
                  <a:cubicBezTo>
                    <a:pt x="377" y="239"/>
                    <a:pt x="376" y="242"/>
                    <a:pt x="376" y="244"/>
                  </a:cubicBezTo>
                  <a:cubicBezTo>
                    <a:pt x="375" y="300"/>
                    <a:pt x="373" y="312"/>
                    <a:pt x="372" y="324"/>
                  </a:cubicBezTo>
                  <a:cubicBezTo>
                    <a:pt x="386" y="402"/>
                    <a:pt x="389" y="407"/>
                    <a:pt x="389" y="412"/>
                  </a:cubicBezTo>
                  <a:cubicBezTo>
                    <a:pt x="411" y="512"/>
                    <a:pt x="416" y="522"/>
                    <a:pt x="416" y="532"/>
                  </a:cubicBezTo>
                  <a:cubicBezTo>
                    <a:pt x="418" y="573"/>
                    <a:pt x="419" y="584"/>
                    <a:pt x="420" y="595"/>
                  </a:cubicBezTo>
                  <a:cubicBezTo>
                    <a:pt x="411" y="622"/>
                    <a:pt x="419" y="616"/>
                    <a:pt x="413" y="608"/>
                  </a:cubicBezTo>
                  <a:cubicBezTo>
                    <a:pt x="406" y="541"/>
                    <a:pt x="407" y="534"/>
                    <a:pt x="403" y="527"/>
                  </a:cubicBezTo>
                  <a:cubicBezTo>
                    <a:pt x="394" y="499"/>
                    <a:pt x="398" y="493"/>
                    <a:pt x="395" y="486"/>
                  </a:cubicBezTo>
                  <a:cubicBezTo>
                    <a:pt x="376" y="417"/>
                    <a:pt x="378" y="413"/>
                    <a:pt x="374" y="408"/>
                  </a:cubicBezTo>
                  <a:cubicBezTo>
                    <a:pt x="370" y="378"/>
                    <a:pt x="365" y="372"/>
                    <a:pt x="367" y="369"/>
                  </a:cubicBezTo>
                  <a:cubicBezTo>
                    <a:pt x="363" y="308"/>
                    <a:pt x="356" y="298"/>
                    <a:pt x="360" y="290"/>
                  </a:cubicBezTo>
                  <a:cubicBezTo>
                    <a:pt x="362" y="248"/>
                    <a:pt x="362" y="244"/>
                    <a:pt x="362" y="239"/>
                  </a:cubicBezTo>
                  <a:cubicBezTo>
                    <a:pt x="363" y="220"/>
                    <a:pt x="361" y="223"/>
                    <a:pt x="360" y="226"/>
                  </a:cubicBezTo>
                  <a:cubicBezTo>
                    <a:pt x="358" y="241"/>
                    <a:pt x="353" y="244"/>
                    <a:pt x="357" y="248"/>
                  </a:cubicBezTo>
                  <a:cubicBezTo>
                    <a:pt x="352" y="267"/>
                    <a:pt x="356" y="270"/>
                    <a:pt x="351" y="272"/>
                  </a:cubicBezTo>
                  <a:cubicBezTo>
                    <a:pt x="350" y="303"/>
                    <a:pt x="355" y="306"/>
                    <a:pt x="353" y="308"/>
                  </a:cubicBezTo>
                  <a:cubicBezTo>
                    <a:pt x="351" y="332"/>
                    <a:pt x="356" y="338"/>
                    <a:pt x="353" y="342"/>
                  </a:cubicBezTo>
                  <a:cubicBezTo>
                    <a:pt x="363" y="389"/>
                    <a:pt x="362" y="393"/>
                    <a:pt x="367" y="398"/>
                  </a:cubicBezTo>
                  <a:cubicBezTo>
                    <a:pt x="367" y="433"/>
                    <a:pt x="379" y="443"/>
                    <a:pt x="375" y="451"/>
                  </a:cubicBezTo>
                  <a:cubicBezTo>
                    <a:pt x="395" y="536"/>
                    <a:pt x="399" y="541"/>
                    <a:pt x="399" y="545"/>
                  </a:cubicBezTo>
                  <a:cubicBezTo>
                    <a:pt x="400" y="576"/>
                    <a:pt x="402" y="581"/>
                    <a:pt x="406" y="586"/>
                  </a:cubicBezTo>
                  <a:cubicBezTo>
                    <a:pt x="406" y="605"/>
                    <a:pt x="405" y="608"/>
                    <a:pt x="404" y="610"/>
                  </a:cubicBezTo>
                  <a:cubicBezTo>
                    <a:pt x="402" y="627"/>
                    <a:pt x="408" y="632"/>
                    <a:pt x="403" y="635"/>
                  </a:cubicBezTo>
                  <a:cubicBezTo>
                    <a:pt x="396" y="601"/>
                    <a:pt x="401" y="597"/>
                    <a:pt x="398" y="592"/>
                  </a:cubicBezTo>
                  <a:cubicBezTo>
                    <a:pt x="383" y="512"/>
                    <a:pt x="375" y="506"/>
                    <a:pt x="377" y="501"/>
                  </a:cubicBezTo>
                  <a:cubicBezTo>
                    <a:pt x="354" y="435"/>
                    <a:pt x="354" y="416"/>
                    <a:pt x="344" y="395"/>
                  </a:cubicBezTo>
                  <a:cubicBezTo>
                    <a:pt x="338" y="338"/>
                    <a:pt x="338" y="335"/>
                    <a:pt x="339" y="333"/>
                  </a:cubicBezTo>
                  <a:cubicBezTo>
                    <a:pt x="340" y="299"/>
                    <a:pt x="336" y="293"/>
                    <a:pt x="338" y="287"/>
                  </a:cubicBezTo>
                  <a:cubicBezTo>
                    <a:pt x="331" y="289"/>
                    <a:pt x="332" y="300"/>
                    <a:pt x="330" y="310"/>
                  </a:cubicBezTo>
                  <a:cubicBezTo>
                    <a:pt x="334" y="336"/>
                    <a:pt x="329" y="338"/>
                    <a:pt x="333" y="342"/>
                  </a:cubicBezTo>
                  <a:cubicBezTo>
                    <a:pt x="337" y="378"/>
                    <a:pt x="335" y="383"/>
                    <a:pt x="337" y="388"/>
                  </a:cubicBezTo>
                  <a:cubicBezTo>
                    <a:pt x="337" y="409"/>
                    <a:pt x="345" y="415"/>
                    <a:pt x="343" y="420"/>
                  </a:cubicBezTo>
                  <a:cubicBezTo>
                    <a:pt x="357" y="454"/>
                    <a:pt x="351" y="461"/>
                    <a:pt x="357" y="467"/>
                  </a:cubicBezTo>
                  <a:cubicBezTo>
                    <a:pt x="369" y="497"/>
                    <a:pt x="364" y="504"/>
                    <a:pt x="368" y="506"/>
                  </a:cubicBezTo>
                  <a:cubicBezTo>
                    <a:pt x="379" y="543"/>
                    <a:pt x="382" y="551"/>
                    <a:pt x="384" y="558"/>
                  </a:cubicBezTo>
                  <a:cubicBezTo>
                    <a:pt x="390" y="600"/>
                    <a:pt x="393" y="605"/>
                    <a:pt x="388" y="609"/>
                  </a:cubicBezTo>
                  <a:cubicBezTo>
                    <a:pt x="376" y="559"/>
                    <a:pt x="371" y="556"/>
                    <a:pt x="373" y="554"/>
                  </a:cubicBezTo>
                  <a:cubicBezTo>
                    <a:pt x="357" y="504"/>
                    <a:pt x="350" y="497"/>
                    <a:pt x="350" y="491"/>
                  </a:cubicBezTo>
                  <a:cubicBezTo>
                    <a:pt x="323" y="433"/>
                    <a:pt x="327" y="431"/>
                    <a:pt x="324" y="427"/>
                  </a:cubicBezTo>
                  <a:cubicBezTo>
                    <a:pt x="313" y="386"/>
                    <a:pt x="309" y="374"/>
                    <a:pt x="308" y="362"/>
                  </a:cubicBezTo>
                  <a:cubicBezTo>
                    <a:pt x="306" y="320"/>
                    <a:pt x="303" y="314"/>
                    <a:pt x="304" y="308"/>
                  </a:cubicBezTo>
                  <a:cubicBezTo>
                    <a:pt x="303" y="284"/>
                    <a:pt x="306" y="279"/>
                    <a:pt x="306" y="273"/>
                  </a:cubicBezTo>
                  <a:cubicBezTo>
                    <a:pt x="300" y="263"/>
                    <a:pt x="301" y="273"/>
                    <a:pt x="300" y="282"/>
                  </a:cubicBezTo>
                  <a:cubicBezTo>
                    <a:pt x="298" y="301"/>
                    <a:pt x="297" y="305"/>
                    <a:pt x="295" y="310"/>
                  </a:cubicBezTo>
                  <a:cubicBezTo>
                    <a:pt x="307" y="382"/>
                    <a:pt x="302" y="391"/>
                    <a:pt x="310" y="402"/>
                  </a:cubicBezTo>
                  <a:cubicBezTo>
                    <a:pt x="317" y="439"/>
                    <a:pt x="325" y="446"/>
                    <a:pt x="323" y="450"/>
                  </a:cubicBezTo>
                  <a:cubicBezTo>
                    <a:pt x="337" y="478"/>
                    <a:pt x="337" y="489"/>
                    <a:pt x="345" y="500"/>
                  </a:cubicBezTo>
                  <a:cubicBezTo>
                    <a:pt x="352" y="526"/>
                    <a:pt x="359" y="530"/>
                    <a:pt x="355" y="532"/>
                  </a:cubicBezTo>
                  <a:cubicBezTo>
                    <a:pt x="378" y="589"/>
                    <a:pt x="373" y="597"/>
                    <a:pt x="377" y="600"/>
                  </a:cubicBezTo>
                  <a:cubicBezTo>
                    <a:pt x="374" y="595"/>
                    <a:pt x="367" y="591"/>
                    <a:pt x="366" y="588"/>
                  </a:cubicBezTo>
                  <a:cubicBezTo>
                    <a:pt x="355" y="552"/>
                    <a:pt x="348" y="544"/>
                    <a:pt x="350" y="538"/>
                  </a:cubicBezTo>
                  <a:cubicBezTo>
                    <a:pt x="324" y="484"/>
                    <a:pt x="321" y="468"/>
                    <a:pt x="311" y="451"/>
                  </a:cubicBezTo>
                  <a:cubicBezTo>
                    <a:pt x="301" y="423"/>
                    <a:pt x="301" y="419"/>
                    <a:pt x="300" y="415"/>
                  </a:cubicBezTo>
                  <a:cubicBezTo>
                    <a:pt x="290" y="374"/>
                    <a:pt x="287" y="369"/>
                    <a:pt x="289" y="366"/>
                  </a:cubicBezTo>
                  <a:cubicBezTo>
                    <a:pt x="286" y="345"/>
                    <a:pt x="285" y="337"/>
                    <a:pt x="285" y="330"/>
                  </a:cubicBezTo>
                  <a:cubicBezTo>
                    <a:pt x="278" y="309"/>
                    <a:pt x="280" y="316"/>
                    <a:pt x="280" y="319"/>
                  </a:cubicBezTo>
                  <a:cubicBezTo>
                    <a:pt x="279" y="330"/>
                    <a:pt x="279" y="333"/>
                    <a:pt x="279" y="334"/>
                  </a:cubicBezTo>
                  <a:cubicBezTo>
                    <a:pt x="276" y="357"/>
                    <a:pt x="284" y="362"/>
                    <a:pt x="281" y="365"/>
                  </a:cubicBezTo>
                  <a:cubicBezTo>
                    <a:pt x="287" y="400"/>
                    <a:pt x="290" y="404"/>
                    <a:pt x="290" y="407"/>
                  </a:cubicBezTo>
                  <a:cubicBezTo>
                    <a:pt x="314" y="477"/>
                    <a:pt x="313" y="479"/>
                    <a:pt x="313" y="481"/>
                  </a:cubicBezTo>
                  <a:cubicBezTo>
                    <a:pt x="324" y="507"/>
                    <a:pt x="331" y="514"/>
                    <a:pt x="329" y="519"/>
                  </a:cubicBezTo>
                  <a:cubicBezTo>
                    <a:pt x="359" y="601"/>
                    <a:pt x="365" y="601"/>
                    <a:pt x="364" y="609"/>
                  </a:cubicBezTo>
                  <a:cubicBezTo>
                    <a:pt x="371" y="640"/>
                    <a:pt x="372" y="643"/>
                    <a:pt x="374" y="646"/>
                  </a:cubicBezTo>
                  <a:cubicBezTo>
                    <a:pt x="376" y="667"/>
                    <a:pt x="377" y="669"/>
                    <a:pt x="374" y="671"/>
                  </a:cubicBezTo>
                  <a:cubicBezTo>
                    <a:pt x="375" y="687"/>
                    <a:pt x="374" y="690"/>
                    <a:pt x="375" y="692"/>
                  </a:cubicBezTo>
                  <a:cubicBezTo>
                    <a:pt x="370" y="713"/>
                    <a:pt x="369" y="717"/>
                    <a:pt x="367" y="715"/>
                  </a:cubicBezTo>
                  <a:cubicBezTo>
                    <a:pt x="363" y="675"/>
                    <a:pt x="362" y="670"/>
                    <a:pt x="363" y="666"/>
                  </a:cubicBezTo>
                  <a:cubicBezTo>
                    <a:pt x="352" y="608"/>
                    <a:pt x="345" y="610"/>
                    <a:pt x="346" y="605"/>
                  </a:cubicBezTo>
                  <a:cubicBezTo>
                    <a:pt x="334" y="572"/>
                    <a:pt x="329" y="574"/>
                    <a:pt x="329" y="568"/>
                  </a:cubicBezTo>
                  <a:cubicBezTo>
                    <a:pt x="310" y="526"/>
                    <a:pt x="303" y="521"/>
                    <a:pt x="305" y="517"/>
                  </a:cubicBezTo>
                  <a:cubicBezTo>
                    <a:pt x="290" y="492"/>
                    <a:pt x="293" y="489"/>
                    <a:pt x="289" y="484"/>
                  </a:cubicBezTo>
                  <a:cubicBezTo>
                    <a:pt x="272" y="442"/>
                    <a:pt x="272" y="433"/>
                    <a:pt x="267" y="424"/>
                  </a:cubicBezTo>
                  <a:cubicBezTo>
                    <a:pt x="263" y="382"/>
                    <a:pt x="261" y="377"/>
                    <a:pt x="262" y="373"/>
                  </a:cubicBezTo>
                  <a:cubicBezTo>
                    <a:pt x="263" y="332"/>
                    <a:pt x="259" y="327"/>
                    <a:pt x="260" y="323"/>
                  </a:cubicBezTo>
                  <a:cubicBezTo>
                    <a:pt x="255" y="324"/>
                    <a:pt x="255" y="328"/>
                    <a:pt x="258" y="332"/>
                  </a:cubicBezTo>
                  <a:cubicBezTo>
                    <a:pt x="253" y="357"/>
                    <a:pt x="255" y="358"/>
                    <a:pt x="255" y="359"/>
                  </a:cubicBezTo>
                  <a:cubicBezTo>
                    <a:pt x="256" y="372"/>
                    <a:pt x="254" y="373"/>
                    <a:pt x="255" y="376"/>
                  </a:cubicBezTo>
                  <a:cubicBezTo>
                    <a:pt x="262" y="413"/>
                    <a:pt x="257" y="421"/>
                    <a:pt x="262" y="430"/>
                  </a:cubicBezTo>
                  <a:cubicBezTo>
                    <a:pt x="271" y="463"/>
                    <a:pt x="270" y="468"/>
                    <a:pt x="276" y="474"/>
                  </a:cubicBezTo>
                  <a:cubicBezTo>
                    <a:pt x="293" y="525"/>
                    <a:pt x="305" y="537"/>
                    <a:pt x="308" y="549"/>
                  </a:cubicBezTo>
                  <a:cubicBezTo>
                    <a:pt x="326" y="593"/>
                    <a:pt x="338" y="598"/>
                    <a:pt x="333" y="600"/>
                  </a:cubicBezTo>
                  <a:cubicBezTo>
                    <a:pt x="344" y="639"/>
                    <a:pt x="350" y="643"/>
                    <a:pt x="348" y="645"/>
                  </a:cubicBezTo>
                  <a:cubicBezTo>
                    <a:pt x="360" y="675"/>
                    <a:pt x="349" y="681"/>
                    <a:pt x="356" y="679"/>
                  </a:cubicBezTo>
                  <a:cubicBezTo>
                    <a:pt x="356" y="718"/>
                    <a:pt x="357" y="722"/>
                    <a:pt x="358" y="727"/>
                  </a:cubicBezTo>
                  <a:cubicBezTo>
                    <a:pt x="355" y="728"/>
                    <a:pt x="353" y="720"/>
                    <a:pt x="355" y="712"/>
                  </a:cubicBezTo>
                  <a:cubicBezTo>
                    <a:pt x="344" y="656"/>
                    <a:pt x="337" y="650"/>
                    <a:pt x="339" y="647"/>
                  </a:cubicBezTo>
                  <a:cubicBezTo>
                    <a:pt x="327" y="614"/>
                    <a:pt x="329" y="612"/>
                    <a:pt x="327" y="609"/>
                  </a:cubicBezTo>
                  <a:cubicBezTo>
                    <a:pt x="296" y="547"/>
                    <a:pt x="292" y="535"/>
                    <a:pt x="286" y="521"/>
                  </a:cubicBezTo>
                  <a:cubicBezTo>
                    <a:pt x="264" y="475"/>
                    <a:pt x="265" y="471"/>
                    <a:pt x="260" y="465"/>
                  </a:cubicBezTo>
                  <a:cubicBezTo>
                    <a:pt x="247" y="411"/>
                    <a:pt x="246" y="405"/>
                    <a:pt x="244" y="399"/>
                  </a:cubicBezTo>
                  <a:cubicBezTo>
                    <a:pt x="237" y="392"/>
                    <a:pt x="243" y="396"/>
                    <a:pt x="240" y="399"/>
                  </a:cubicBezTo>
                  <a:cubicBezTo>
                    <a:pt x="245" y="450"/>
                    <a:pt x="252" y="456"/>
                    <a:pt x="251" y="460"/>
                  </a:cubicBezTo>
                  <a:cubicBezTo>
                    <a:pt x="278" y="524"/>
                    <a:pt x="284" y="536"/>
                    <a:pt x="288" y="548"/>
                  </a:cubicBezTo>
                  <a:cubicBezTo>
                    <a:pt x="302" y="574"/>
                    <a:pt x="305" y="577"/>
                    <a:pt x="303" y="579"/>
                  </a:cubicBezTo>
                  <a:cubicBezTo>
                    <a:pt x="316" y="612"/>
                    <a:pt x="323" y="618"/>
                    <a:pt x="323" y="624"/>
                  </a:cubicBezTo>
                  <a:cubicBezTo>
                    <a:pt x="325" y="635"/>
                    <a:pt x="328" y="634"/>
                    <a:pt x="329" y="635"/>
                  </a:cubicBezTo>
                  <a:cubicBezTo>
                    <a:pt x="329" y="647"/>
                    <a:pt x="332" y="649"/>
                    <a:pt x="330" y="651"/>
                  </a:cubicBezTo>
                  <a:cubicBezTo>
                    <a:pt x="342" y="695"/>
                    <a:pt x="341" y="702"/>
                    <a:pt x="346" y="710"/>
                  </a:cubicBezTo>
                  <a:cubicBezTo>
                    <a:pt x="344" y="729"/>
                    <a:pt x="346" y="732"/>
                    <a:pt x="343" y="730"/>
                  </a:cubicBezTo>
                  <a:cubicBezTo>
                    <a:pt x="342" y="696"/>
                    <a:pt x="336" y="691"/>
                    <a:pt x="340" y="688"/>
                  </a:cubicBezTo>
                  <a:cubicBezTo>
                    <a:pt x="322" y="644"/>
                    <a:pt x="323" y="635"/>
                    <a:pt x="319" y="625"/>
                  </a:cubicBezTo>
                  <a:cubicBezTo>
                    <a:pt x="304" y="603"/>
                    <a:pt x="309" y="596"/>
                    <a:pt x="304" y="598"/>
                  </a:cubicBezTo>
                  <a:cubicBezTo>
                    <a:pt x="283" y="562"/>
                    <a:pt x="281" y="562"/>
                    <a:pt x="280" y="557"/>
                  </a:cubicBezTo>
                  <a:cubicBezTo>
                    <a:pt x="239" y="483"/>
                    <a:pt x="234" y="468"/>
                    <a:pt x="227" y="453"/>
                  </a:cubicBezTo>
                  <a:cubicBezTo>
                    <a:pt x="222" y="406"/>
                    <a:pt x="214" y="401"/>
                    <a:pt x="217" y="399"/>
                  </a:cubicBezTo>
                  <a:cubicBezTo>
                    <a:pt x="210" y="368"/>
                    <a:pt x="206" y="371"/>
                    <a:pt x="209" y="374"/>
                  </a:cubicBezTo>
                  <a:cubicBezTo>
                    <a:pt x="211" y="412"/>
                    <a:pt x="214" y="416"/>
                    <a:pt x="212" y="419"/>
                  </a:cubicBezTo>
                  <a:cubicBezTo>
                    <a:pt x="217" y="447"/>
                    <a:pt x="220" y="451"/>
                    <a:pt x="218" y="454"/>
                  </a:cubicBezTo>
                  <a:cubicBezTo>
                    <a:pt x="237" y="486"/>
                    <a:pt x="228" y="488"/>
                    <a:pt x="233" y="492"/>
                  </a:cubicBezTo>
                  <a:cubicBezTo>
                    <a:pt x="243" y="506"/>
                    <a:pt x="241" y="507"/>
                    <a:pt x="243" y="510"/>
                  </a:cubicBezTo>
                  <a:cubicBezTo>
                    <a:pt x="273" y="563"/>
                    <a:pt x="281" y="573"/>
                    <a:pt x="290" y="592"/>
                  </a:cubicBezTo>
                  <a:cubicBezTo>
                    <a:pt x="313" y="641"/>
                    <a:pt x="320" y="646"/>
                    <a:pt x="317" y="650"/>
                  </a:cubicBezTo>
                  <a:cubicBezTo>
                    <a:pt x="324" y="674"/>
                    <a:pt x="328" y="677"/>
                    <a:pt x="326" y="679"/>
                  </a:cubicBezTo>
                  <a:cubicBezTo>
                    <a:pt x="331" y="728"/>
                    <a:pt x="335" y="734"/>
                    <a:pt x="335" y="739"/>
                  </a:cubicBezTo>
                  <a:cubicBezTo>
                    <a:pt x="329" y="772"/>
                    <a:pt x="335" y="778"/>
                    <a:pt x="329" y="782"/>
                  </a:cubicBezTo>
                  <a:cubicBezTo>
                    <a:pt x="329" y="760"/>
                    <a:pt x="324" y="756"/>
                    <a:pt x="326" y="754"/>
                  </a:cubicBezTo>
                  <a:cubicBezTo>
                    <a:pt x="316" y="694"/>
                    <a:pt x="311" y="688"/>
                    <a:pt x="312" y="684"/>
                  </a:cubicBezTo>
                  <a:cubicBezTo>
                    <a:pt x="303" y="664"/>
                    <a:pt x="300" y="660"/>
                    <a:pt x="297" y="655"/>
                  </a:cubicBezTo>
                  <a:cubicBezTo>
                    <a:pt x="277" y="614"/>
                    <a:pt x="276" y="603"/>
                    <a:pt x="266" y="592"/>
                  </a:cubicBezTo>
                  <a:cubicBezTo>
                    <a:pt x="229" y="512"/>
                    <a:pt x="224" y="509"/>
                    <a:pt x="226" y="507"/>
                  </a:cubicBezTo>
                  <a:cubicBezTo>
                    <a:pt x="219" y="487"/>
                    <a:pt x="218" y="484"/>
                    <a:pt x="215" y="481"/>
                  </a:cubicBezTo>
                  <a:cubicBezTo>
                    <a:pt x="207" y="434"/>
                    <a:pt x="204" y="427"/>
                    <a:pt x="203" y="421"/>
                  </a:cubicBezTo>
                  <a:cubicBezTo>
                    <a:pt x="200" y="407"/>
                    <a:pt x="202" y="403"/>
                    <a:pt x="198" y="400"/>
                  </a:cubicBezTo>
                  <a:cubicBezTo>
                    <a:pt x="196" y="424"/>
                    <a:pt x="202" y="423"/>
                    <a:pt x="200" y="426"/>
                  </a:cubicBezTo>
                  <a:cubicBezTo>
                    <a:pt x="204" y="466"/>
                    <a:pt x="207" y="469"/>
                    <a:pt x="205" y="471"/>
                  </a:cubicBezTo>
                  <a:cubicBezTo>
                    <a:pt x="232" y="535"/>
                    <a:pt x="234" y="550"/>
                    <a:pt x="247" y="566"/>
                  </a:cubicBezTo>
                  <a:cubicBezTo>
                    <a:pt x="301" y="688"/>
                    <a:pt x="306" y="693"/>
                    <a:pt x="305" y="698"/>
                  </a:cubicBezTo>
                  <a:cubicBezTo>
                    <a:pt x="318" y="764"/>
                    <a:pt x="321" y="768"/>
                    <a:pt x="316" y="771"/>
                  </a:cubicBezTo>
                  <a:cubicBezTo>
                    <a:pt x="320" y="797"/>
                    <a:pt x="318" y="798"/>
                    <a:pt x="320" y="800"/>
                  </a:cubicBezTo>
                  <a:cubicBezTo>
                    <a:pt x="311" y="765"/>
                    <a:pt x="308" y="755"/>
                    <a:pt x="311" y="746"/>
                  </a:cubicBezTo>
                  <a:cubicBezTo>
                    <a:pt x="292" y="699"/>
                    <a:pt x="295" y="695"/>
                    <a:pt x="291" y="689"/>
                  </a:cubicBezTo>
                  <a:cubicBezTo>
                    <a:pt x="279" y="664"/>
                    <a:pt x="281" y="659"/>
                    <a:pt x="274" y="652"/>
                  </a:cubicBezTo>
                  <a:cubicBezTo>
                    <a:pt x="272" y="634"/>
                    <a:pt x="265" y="630"/>
                    <a:pt x="264" y="627"/>
                  </a:cubicBezTo>
                  <a:cubicBezTo>
                    <a:pt x="258" y="606"/>
                    <a:pt x="250" y="601"/>
                    <a:pt x="253" y="598"/>
                  </a:cubicBezTo>
                  <a:cubicBezTo>
                    <a:pt x="219" y="535"/>
                    <a:pt x="210" y="531"/>
                    <a:pt x="213" y="526"/>
                  </a:cubicBezTo>
                  <a:cubicBezTo>
                    <a:pt x="196" y="496"/>
                    <a:pt x="200" y="495"/>
                    <a:pt x="199" y="493"/>
                  </a:cubicBezTo>
                  <a:cubicBezTo>
                    <a:pt x="188" y="444"/>
                    <a:pt x="183" y="435"/>
                    <a:pt x="184" y="427"/>
                  </a:cubicBezTo>
                  <a:cubicBezTo>
                    <a:pt x="176" y="409"/>
                    <a:pt x="175" y="415"/>
                    <a:pt x="176" y="421"/>
                  </a:cubicBezTo>
                  <a:cubicBezTo>
                    <a:pt x="180" y="443"/>
                    <a:pt x="180" y="448"/>
                    <a:pt x="180" y="452"/>
                  </a:cubicBezTo>
                  <a:cubicBezTo>
                    <a:pt x="181" y="498"/>
                    <a:pt x="184" y="526"/>
                    <a:pt x="195" y="545"/>
                  </a:cubicBezTo>
                  <a:cubicBezTo>
                    <a:pt x="206" y="572"/>
                    <a:pt x="208" y="569"/>
                    <a:pt x="211" y="577"/>
                  </a:cubicBezTo>
                  <a:cubicBezTo>
                    <a:pt x="236" y="627"/>
                    <a:pt x="240" y="630"/>
                    <a:pt x="238" y="632"/>
                  </a:cubicBezTo>
                  <a:cubicBezTo>
                    <a:pt x="260" y="671"/>
                    <a:pt x="263" y="679"/>
                    <a:pt x="270" y="687"/>
                  </a:cubicBezTo>
                  <a:cubicBezTo>
                    <a:pt x="277" y="703"/>
                    <a:pt x="278" y="705"/>
                    <a:pt x="280" y="707"/>
                  </a:cubicBezTo>
                  <a:cubicBezTo>
                    <a:pt x="284" y="736"/>
                    <a:pt x="293" y="745"/>
                    <a:pt x="290" y="751"/>
                  </a:cubicBezTo>
                  <a:cubicBezTo>
                    <a:pt x="300" y="786"/>
                    <a:pt x="298" y="788"/>
                    <a:pt x="301" y="790"/>
                  </a:cubicBezTo>
                  <a:cubicBezTo>
                    <a:pt x="285" y="760"/>
                    <a:pt x="280" y="751"/>
                    <a:pt x="281" y="743"/>
                  </a:cubicBezTo>
                  <a:cubicBezTo>
                    <a:pt x="267" y="717"/>
                    <a:pt x="263" y="712"/>
                    <a:pt x="264" y="709"/>
                  </a:cubicBezTo>
                  <a:cubicBezTo>
                    <a:pt x="248" y="682"/>
                    <a:pt x="246" y="670"/>
                    <a:pt x="242" y="658"/>
                  </a:cubicBezTo>
                  <a:cubicBezTo>
                    <a:pt x="179" y="534"/>
                    <a:pt x="172" y="518"/>
                    <a:pt x="162" y="502"/>
                  </a:cubicBezTo>
                  <a:cubicBezTo>
                    <a:pt x="145" y="444"/>
                    <a:pt x="148" y="430"/>
                    <a:pt x="143" y="415"/>
                  </a:cubicBezTo>
                  <a:cubicBezTo>
                    <a:pt x="140" y="444"/>
                    <a:pt x="143" y="452"/>
                    <a:pt x="143" y="459"/>
                  </a:cubicBezTo>
                  <a:cubicBezTo>
                    <a:pt x="153" y="499"/>
                    <a:pt x="156" y="503"/>
                    <a:pt x="155" y="507"/>
                  </a:cubicBezTo>
                  <a:cubicBezTo>
                    <a:pt x="184" y="563"/>
                    <a:pt x="185" y="565"/>
                    <a:pt x="185" y="569"/>
                  </a:cubicBezTo>
                  <a:cubicBezTo>
                    <a:pt x="202" y="603"/>
                    <a:pt x="208" y="605"/>
                    <a:pt x="207" y="612"/>
                  </a:cubicBezTo>
                  <a:cubicBezTo>
                    <a:pt x="217" y="641"/>
                    <a:pt x="230" y="639"/>
                    <a:pt x="224" y="644"/>
                  </a:cubicBezTo>
                  <a:cubicBezTo>
                    <a:pt x="287" y="796"/>
                    <a:pt x="292" y="802"/>
                    <a:pt x="291" y="807"/>
                  </a:cubicBezTo>
                  <a:cubicBezTo>
                    <a:pt x="298" y="844"/>
                    <a:pt x="299" y="847"/>
                    <a:pt x="297" y="849"/>
                  </a:cubicBezTo>
                  <a:cubicBezTo>
                    <a:pt x="295" y="844"/>
                    <a:pt x="294" y="840"/>
                    <a:pt x="292" y="836"/>
                  </a:cubicBezTo>
                  <a:cubicBezTo>
                    <a:pt x="285" y="809"/>
                    <a:pt x="281" y="804"/>
                    <a:pt x="278" y="799"/>
                  </a:cubicBezTo>
                  <a:cubicBezTo>
                    <a:pt x="255" y="746"/>
                    <a:pt x="249" y="747"/>
                    <a:pt x="250" y="741"/>
                  </a:cubicBezTo>
                  <a:cubicBezTo>
                    <a:pt x="223" y="694"/>
                    <a:pt x="225" y="692"/>
                    <a:pt x="223" y="689"/>
                  </a:cubicBezTo>
                  <a:cubicBezTo>
                    <a:pt x="216" y="674"/>
                    <a:pt x="215" y="671"/>
                    <a:pt x="212" y="667"/>
                  </a:cubicBezTo>
                  <a:cubicBezTo>
                    <a:pt x="201" y="644"/>
                    <a:pt x="195" y="640"/>
                    <a:pt x="198" y="638"/>
                  </a:cubicBezTo>
                  <a:cubicBezTo>
                    <a:pt x="149" y="549"/>
                    <a:pt x="156" y="559"/>
                    <a:pt x="157" y="567"/>
                  </a:cubicBezTo>
                  <a:cubicBezTo>
                    <a:pt x="160" y="580"/>
                    <a:pt x="164" y="583"/>
                    <a:pt x="165" y="586"/>
                  </a:cubicBezTo>
                  <a:cubicBezTo>
                    <a:pt x="177" y="613"/>
                    <a:pt x="172" y="614"/>
                    <a:pt x="179" y="618"/>
                  </a:cubicBezTo>
                  <a:cubicBezTo>
                    <a:pt x="187" y="642"/>
                    <a:pt x="191" y="644"/>
                    <a:pt x="192" y="647"/>
                  </a:cubicBezTo>
                  <a:cubicBezTo>
                    <a:pt x="208" y="677"/>
                    <a:pt x="206" y="681"/>
                    <a:pt x="209" y="680"/>
                  </a:cubicBezTo>
                  <a:cubicBezTo>
                    <a:pt x="229" y="715"/>
                    <a:pt x="236" y="735"/>
                    <a:pt x="245" y="754"/>
                  </a:cubicBezTo>
                  <a:cubicBezTo>
                    <a:pt x="265" y="789"/>
                    <a:pt x="268" y="793"/>
                    <a:pt x="268" y="796"/>
                  </a:cubicBezTo>
                  <a:cubicBezTo>
                    <a:pt x="284" y="831"/>
                    <a:pt x="281" y="834"/>
                    <a:pt x="283" y="837"/>
                  </a:cubicBezTo>
                  <a:cubicBezTo>
                    <a:pt x="287" y="855"/>
                    <a:pt x="283" y="857"/>
                    <a:pt x="287" y="859"/>
                  </a:cubicBezTo>
                  <a:cubicBezTo>
                    <a:pt x="285" y="886"/>
                    <a:pt x="282" y="878"/>
                    <a:pt x="285" y="870"/>
                  </a:cubicBezTo>
                  <a:cubicBezTo>
                    <a:pt x="268" y="821"/>
                    <a:pt x="270" y="819"/>
                    <a:pt x="268" y="816"/>
                  </a:cubicBezTo>
                  <a:cubicBezTo>
                    <a:pt x="259" y="786"/>
                    <a:pt x="252" y="782"/>
                    <a:pt x="251" y="779"/>
                  </a:cubicBezTo>
                  <a:cubicBezTo>
                    <a:pt x="234" y="751"/>
                    <a:pt x="238" y="749"/>
                    <a:pt x="234" y="745"/>
                  </a:cubicBezTo>
                  <a:cubicBezTo>
                    <a:pt x="205" y="692"/>
                    <a:pt x="202" y="688"/>
                    <a:pt x="199" y="684"/>
                  </a:cubicBezTo>
                  <a:cubicBezTo>
                    <a:pt x="177" y="630"/>
                    <a:pt x="166" y="611"/>
                    <a:pt x="158" y="593"/>
                  </a:cubicBezTo>
                  <a:cubicBezTo>
                    <a:pt x="147" y="546"/>
                    <a:pt x="142" y="548"/>
                    <a:pt x="140" y="540"/>
                  </a:cubicBezTo>
                  <a:cubicBezTo>
                    <a:pt x="140" y="522"/>
                    <a:pt x="138" y="522"/>
                    <a:pt x="136" y="521"/>
                  </a:cubicBezTo>
                  <a:cubicBezTo>
                    <a:pt x="130" y="496"/>
                    <a:pt x="129" y="493"/>
                    <a:pt x="131" y="490"/>
                  </a:cubicBezTo>
                  <a:cubicBezTo>
                    <a:pt x="122" y="493"/>
                    <a:pt x="128" y="497"/>
                    <a:pt x="125" y="499"/>
                  </a:cubicBezTo>
                  <a:cubicBezTo>
                    <a:pt x="131" y="527"/>
                    <a:pt x="132" y="536"/>
                    <a:pt x="136" y="545"/>
                  </a:cubicBezTo>
                  <a:cubicBezTo>
                    <a:pt x="139" y="569"/>
                    <a:pt x="140" y="574"/>
                    <a:pt x="139" y="580"/>
                  </a:cubicBezTo>
                  <a:cubicBezTo>
                    <a:pt x="160" y="639"/>
                    <a:pt x="161" y="642"/>
                    <a:pt x="159" y="645"/>
                  </a:cubicBezTo>
                  <a:cubicBezTo>
                    <a:pt x="169" y="668"/>
                    <a:pt x="176" y="672"/>
                    <a:pt x="172" y="674"/>
                  </a:cubicBezTo>
                  <a:cubicBezTo>
                    <a:pt x="200" y="724"/>
                    <a:pt x="201" y="738"/>
                    <a:pt x="214" y="755"/>
                  </a:cubicBezTo>
                  <a:cubicBezTo>
                    <a:pt x="236" y="805"/>
                    <a:pt x="246" y="814"/>
                    <a:pt x="247" y="821"/>
                  </a:cubicBezTo>
                  <a:cubicBezTo>
                    <a:pt x="268" y="868"/>
                    <a:pt x="261" y="870"/>
                    <a:pt x="266" y="874"/>
                  </a:cubicBezTo>
                  <a:cubicBezTo>
                    <a:pt x="224" y="800"/>
                    <a:pt x="220" y="795"/>
                    <a:pt x="217" y="789"/>
                  </a:cubicBezTo>
                  <a:cubicBezTo>
                    <a:pt x="185" y="740"/>
                    <a:pt x="190" y="733"/>
                    <a:pt x="185" y="736"/>
                  </a:cubicBezTo>
                  <a:cubicBezTo>
                    <a:pt x="171" y="702"/>
                    <a:pt x="168" y="697"/>
                    <a:pt x="166" y="693"/>
                  </a:cubicBezTo>
                  <a:cubicBezTo>
                    <a:pt x="134" y="606"/>
                    <a:pt x="125" y="601"/>
                    <a:pt x="129" y="597"/>
                  </a:cubicBezTo>
                  <a:cubicBezTo>
                    <a:pt x="119" y="542"/>
                    <a:pt x="118" y="540"/>
                    <a:pt x="116" y="538"/>
                  </a:cubicBezTo>
                  <a:cubicBezTo>
                    <a:pt x="111" y="539"/>
                    <a:pt x="113" y="558"/>
                    <a:pt x="117" y="576"/>
                  </a:cubicBezTo>
                  <a:cubicBezTo>
                    <a:pt x="141" y="650"/>
                    <a:pt x="140" y="667"/>
                    <a:pt x="151" y="685"/>
                  </a:cubicBezTo>
                  <a:cubicBezTo>
                    <a:pt x="194" y="767"/>
                    <a:pt x="201" y="774"/>
                    <a:pt x="207" y="789"/>
                  </a:cubicBezTo>
                  <a:cubicBezTo>
                    <a:pt x="228" y="836"/>
                    <a:pt x="240" y="840"/>
                    <a:pt x="235" y="842"/>
                  </a:cubicBezTo>
                  <a:cubicBezTo>
                    <a:pt x="251" y="882"/>
                    <a:pt x="258" y="889"/>
                    <a:pt x="255" y="894"/>
                  </a:cubicBezTo>
                  <a:cubicBezTo>
                    <a:pt x="228" y="846"/>
                    <a:pt x="227" y="844"/>
                    <a:pt x="225" y="842"/>
                  </a:cubicBezTo>
                  <a:cubicBezTo>
                    <a:pt x="212" y="821"/>
                    <a:pt x="210" y="822"/>
                    <a:pt x="209" y="820"/>
                  </a:cubicBezTo>
                  <a:cubicBezTo>
                    <a:pt x="166" y="769"/>
                    <a:pt x="157" y="757"/>
                    <a:pt x="144" y="743"/>
                  </a:cubicBezTo>
                  <a:cubicBezTo>
                    <a:pt x="123" y="700"/>
                    <a:pt x="116" y="696"/>
                    <a:pt x="115" y="693"/>
                  </a:cubicBezTo>
                  <a:cubicBezTo>
                    <a:pt x="107" y="669"/>
                    <a:pt x="105" y="663"/>
                    <a:pt x="101" y="657"/>
                  </a:cubicBezTo>
                  <a:cubicBezTo>
                    <a:pt x="96" y="630"/>
                    <a:pt x="93" y="623"/>
                    <a:pt x="91" y="615"/>
                  </a:cubicBezTo>
                  <a:cubicBezTo>
                    <a:pt x="87" y="604"/>
                    <a:pt x="82" y="608"/>
                    <a:pt x="85" y="614"/>
                  </a:cubicBezTo>
                  <a:cubicBezTo>
                    <a:pt x="95" y="654"/>
                    <a:pt x="92" y="660"/>
                    <a:pt x="95" y="666"/>
                  </a:cubicBezTo>
                  <a:cubicBezTo>
                    <a:pt x="154" y="770"/>
                    <a:pt x="155" y="771"/>
                    <a:pt x="161" y="778"/>
                  </a:cubicBezTo>
                  <a:cubicBezTo>
                    <a:pt x="204" y="829"/>
                    <a:pt x="208" y="830"/>
                    <a:pt x="211" y="836"/>
                  </a:cubicBezTo>
                  <a:cubicBezTo>
                    <a:pt x="249" y="919"/>
                    <a:pt x="255" y="928"/>
                    <a:pt x="253" y="935"/>
                  </a:cubicBezTo>
                  <a:cubicBezTo>
                    <a:pt x="253" y="956"/>
                    <a:pt x="256" y="954"/>
                    <a:pt x="252" y="951"/>
                  </a:cubicBezTo>
                  <a:cubicBezTo>
                    <a:pt x="255" y="941"/>
                    <a:pt x="249" y="937"/>
                    <a:pt x="247" y="934"/>
                  </a:cubicBezTo>
                  <a:cubicBezTo>
                    <a:pt x="223" y="877"/>
                    <a:pt x="219" y="872"/>
                    <a:pt x="216" y="866"/>
                  </a:cubicBezTo>
                  <a:cubicBezTo>
                    <a:pt x="166" y="796"/>
                    <a:pt x="160" y="792"/>
                    <a:pt x="155" y="782"/>
                  </a:cubicBezTo>
                  <a:cubicBezTo>
                    <a:pt x="107" y="716"/>
                    <a:pt x="103" y="719"/>
                    <a:pt x="103" y="714"/>
                  </a:cubicBezTo>
                  <a:cubicBezTo>
                    <a:pt x="85" y="675"/>
                    <a:pt x="83" y="673"/>
                    <a:pt x="82" y="671"/>
                  </a:cubicBezTo>
                  <a:cubicBezTo>
                    <a:pt x="79" y="658"/>
                    <a:pt x="74" y="655"/>
                    <a:pt x="76" y="653"/>
                  </a:cubicBezTo>
                  <a:cubicBezTo>
                    <a:pt x="72" y="651"/>
                    <a:pt x="73" y="653"/>
                    <a:pt x="70" y="654"/>
                  </a:cubicBezTo>
                  <a:cubicBezTo>
                    <a:pt x="78" y="674"/>
                    <a:pt x="75" y="677"/>
                    <a:pt x="80" y="682"/>
                  </a:cubicBezTo>
                  <a:cubicBezTo>
                    <a:pt x="93" y="713"/>
                    <a:pt x="99" y="721"/>
                    <a:pt x="102" y="730"/>
                  </a:cubicBezTo>
                  <a:cubicBezTo>
                    <a:pt x="168" y="818"/>
                    <a:pt x="173" y="816"/>
                    <a:pt x="176" y="821"/>
                  </a:cubicBezTo>
                  <a:cubicBezTo>
                    <a:pt x="206" y="868"/>
                    <a:pt x="208" y="871"/>
                    <a:pt x="210" y="875"/>
                  </a:cubicBezTo>
                  <a:cubicBezTo>
                    <a:pt x="237" y="926"/>
                    <a:pt x="238" y="934"/>
                    <a:pt x="240" y="942"/>
                  </a:cubicBezTo>
                  <a:cubicBezTo>
                    <a:pt x="254" y="974"/>
                    <a:pt x="251" y="976"/>
                    <a:pt x="252" y="978"/>
                  </a:cubicBezTo>
                  <a:cubicBezTo>
                    <a:pt x="244" y="978"/>
                    <a:pt x="245" y="972"/>
                    <a:pt x="245" y="965"/>
                  </a:cubicBezTo>
                  <a:cubicBezTo>
                    <a:pt x="220" y="909"/>
                    <a:pt x="215" y="897"/>
                    <a:pt x="207" y="885"/>
                  </a:cubicBezTo>
                  <a:cubicBezTo>
                    <a:pt x="195" y="866"/>
                    <a:pt x="195" y="864"/>
                    <a:pt x="193" y="865"/>
                  </a:cubicBezTo>
                  <a:cubicBezTo>
                    <a:pt x="179" y="855"/>
                    <a:pt x="185" y="844"/>
                    <a:pt x="180" y="848"/>
                  </a:cubicBezTo>
                  <a:cubicBezTo>
                    <a:pt x="148" y="807"/>
                    <a:pt x="140" y="795"/>
                    <a:pt x="131" y="783"/>
                  </a:cubicBezTo>
                  <a:cubicBezTo>
                    <a:pt x="118" y="762"/>
                    <a:pt x="110" y="755"/>
                    <a:pt x="106" y="749"/>
                  </a:cubicBezTo>
                  <a:cubicBezTo>
                    <a:pt x="80" y="696"/>
                    <a:pt x="80" y="694"/>
                    <a:pt x="80" y="692"/>
                  </a:cubicBezTo>
                  <a:cubicBezTo>
                    <a:pt x="71" y="664"/>
                    <a:pt x="69" y="658"/>
                    <a:pt x="65" y="661"/>
                  </a:cubicBezTo>
                  <a:cubicBezTo>
                    <a:pt x="71" y="688"/>
                    <a:pt x="73" y="693"/>
                    <a:pt x="76" y="697"/>
                  </a:cubicBezTo>
                  <a:cubicBezTo>
                    <a:pt x="113" y="772"/>
                    <a:pt x="120" y="781"/>
                    <a:pt x="125" y="789"/>
                  </a:cubicBezTo>
                  <a:cubicBezTo>
                    <a:pt x="135" y="803"/>
                    <a:pt x="136" y="809"/>
                    <a:pt x="140" y="813"/>
                  </a:cubicBezTo>
                  <a:cubicBezTo>
                    <a:pt x="178" y="859"/>
                    <a:pt x="181" y="858"/>
                    <a:pt x="179" y="860"/>
                  </a:cubicBezTo>
                  <a:cubicBezTo>
                    <a:pt x="193" y="881"/>
                    <a:pt x="195" y="882"/>
                    <a:pt x="198" y="889"/>
                  </a:cubicBezTo>
                  <a:cubicBezTo>
                    <a:pt x="227" y="944"/>
                    <a:pt x="231" y="952"/>
                    <a:pt x="235" y="961"/>
                  </a:cubicBezTo>
                  <a:cubicBezTo>
                    <a:pt x="244" y="999"/>
                    <a:pt x="243" y="1002"/>
                    <a:pt x="242" y="1005"/>
                  </a:cubicBezTo>
                  <a:cubicBezTo>
                    <a:pt x="238" y="996"/>
                    <a:pt x="233" y="991"/>
                    <a:pt x="234" y="988"/>
                  </a:cubicBezTo>
                  <a:cubicBezTo>
                    <a:pt x="225" y="962"/>
                    <a:pt x="224" y="959"/>
                    <a:pt x="222" y="957"/>
                  </a:cubicBezTo>
                  <a:cubicBezTo>
                    <a:pt x="210" y="930"/>
                    <a:pt x="207" y="921"/>
                    <a:pt x="204" y="912"/>
                  </a:cubicBezTo>
                  <a:cubicBezTo>
                    <a:pt x="190" y="898"/>
                    <a:pt x="190" y="892"/>
                    <a:pt x="189" y="891"/>
                  </a:cubicBezTo>
                  <a:cubicBezTo>
                    <a:pt x="171" y="869"/>
                    <a:pt x="172" y="868"/>
                    <a:pt x="171" y="866"/>
                  </a:cubicBezTo>
                  <a:cubicBezTo>
                    <a:pt x="166" y="860"/>
                    <a:pt x="165" y="861"/>
                    <a:pt x="164" y="859"/>
                  </a:cubicBezTo>
                  <a:cubicBezTo>
                    <a:pt x="156" y="850"/>
                    <a:pt x="152" y="845"/>
                    <a:pt x="148" y="841"/>
                  </a:cubicBezTo>
                  <a:cubicBezTo>
                    <a:pt x="65" y="711"/>
                    <a:pt x="53" y="694"/>
                    <a:pt x="50" y="678"/>
                  </a:cubicBezTo>
                  <a:cubicBezTo>
                    <a:pt x="50" y="701"/>
                    <a:pt x="55" y="704"/>
                    <a:pt x="53" y="706"/>
                  </a:cubicBezTo>
                  <a:cubicBezTo>
                    <a:pt x="169" y="875"/>
                    <a:pt x="172" y="884"/>
                    <a:pt x="197" y="919"/>
                  </a:cubicBezTo>
                  <a:cubicBezTo>
                    <a:pt x="218" y="976"/>
                    <a:pt x="221" y="979"/>
                    <a:pt x="224" y="983"/>
                  </a:cubicBezTo>
                  <a:cubicBezTo>
                    <a:pt x="228" y="1009"/>
                    <a:pt x="232" y="1014"/>
                    <a:pt x="228" y="1017"/>
                  </a:cubicBezTo>
                  <a:cubicBezTo>
                    <a:pt x="224" y="1004"/>
                    <a:pt x="219" y="996"/>
                    <a:pt x="221" y="990"/>
                  </a:cubicBezTo>
                  <a:cubicBezTo>
                    <a:pt x="201" y="949"/>
                    <a:pt x="198" y="938"/>
                    <a:pt x="196" y="934"/>
                  </a:cubicBezTo>
                  <a:cubicBezTo>
                    <a:pt x="166" y="892"/>
                    <a:pt x="165" y="887"/>
                    <a:pt x="163" y="885"/>
                  </a:cubicBezTo>
                  <a:cubicBezTo>
                    <a:pt x="129" y="843"/>
                    <a:pt x="120" y="840"/>
                    <a:pt x="115" y="826"/>
                  </a:cubicBezTo>
                  <a:cubicBezTo>
                    <a:pt x="95" y="810"/>
                    <a:pt x="100" y="803"/>
                    <a:pt x="95" y="801"/>
                  </a:cubicBezTo>
                  <a:cubicBezTo>
                    <a:pt x="58" y="746"/>
                    <a:pt x="61" y="750"/>
                    <a:pt x="63" y="753"/>
                  </a:cubicBezTo>
                  <a:cubicBezTo>
                    <a:pt x="73" y="778"/>
                    <a:pt x="76" y="782"/>
                    <a:pt x="79" y="786"/>
                  </a:cubicBezTo>
                  <a:cubicBezTo>
                    <a:pt x="96" y="817"/>
                    <a:pt x="95" y="817"/>
                    <a:pt x="101" y="826"/>
                  </a:cubicBezTo>
                  <a:cubicBezTo>
                    <a:pt x="112" y="844"/>
                    <a:pt x="119" y="843"/>
                    <a:pt x="118" y="851"/>
                  </a:cubicBezTo>
                  <a:cubicBezTo>
                    <a:pt x="187" y="941"/>
                    <a:pt x="193" y="948"/>
                    <a:pt x="198" y="955"/>
                  </a:cubicBezTo>
                  <a:cubicBezTo>
                    <a:pt x="206" y="972"/>
                    <a:pt x="204" y="974"/>
                    <a:pt x="206" y="976"/>
                  </a:cubicBezTo>
                  <a:cubicBezTo>
                    <a:pt x="210" y="996"/>
                    <a:pt x="210" y="999"/>
                    <a:pt x="212" y="1001"/>
                  </a:cubicBezTo>
                  <a:cubicBezTo>
                    <a:pt x="219" y="1030"/>
                    <a:pt x="221" y="1035"/>
                    <a:pt x="219" y="1038"/>
                  </a:cubicBezTo>
                  <a:cubicBezTo>
                    <a:pt x="213" y="1023"/>
                    <a:pt x="208" y="1019"/>
                    <a:pt x="207" y="1015"/>
                  </a:cubicBezTo>
                  <a:cubicBezTo>
                    <a:pt x="176" y="958"/>
                    <a:pt x="173" y="948"/>
                    <a:pt x="164" y="941"/>
                  </a:cubicBezTo>
                  <a:cubicBezTo>
                    <a:pt x="138" y="898"/>
                    <a:pt x="141" y="893"/>
                    <a:pt x="136" y="892"/>
                  </a:cubicBezTo>
                  <a:cubicBezTo>
                    <a:pt x="80" y="806"/>
                    <a:pt x="75" y="794"/>
                    <a:pt x="68" y="781"/>
                  </a:cubicBezTo>
                  <a:cubicBezTo>
                    <a:pt x="55" y="735"/>
                    <a:pt x="49" y="731"/>
                    <a:pt x="52" y="729"/>
                  </a:cubicBezTo>
                  <a:cubicBezTo>
                    <a:pt x="46" y="719"/>
                    <a:pt x="43" y="724"/>
                    <a:pt x="46" y="731"/>
                  </a:cubicBezTo>
                  <a:cubicBezTo>
                    <a:pt x="61" y="773"/>
                    <a:pt x="58" y="778"/>
                    <a:pt x="63" y="785"/>
                  </a:cubicBezTo>
                  <a:cubicBezTo>
                    <a:pt x="108" y="861"/>
                    <a:pt x="106" y="867"/>
                    <a:pt x="113" y="874"/>
                  </a:cubicBezTo>
                  <a:cubicBezTo>
                    <a:pt x="153" y="937"/>
                    <a:pt x="160" y="950"/>
                    <a:pt x="170" y="963"/>
                  </a:cubicBezTo>
                  <a:cubicBezTo>
                    <a:pt x="201" y="1018"/>
                    <a:pt x="197" y="1023"/>
                    <a:pt x="203" y="1030"/>
                  </a:cubicBezTo>
                  <a:cubicBezTo>
                    <a:pt x="212" y="1054"/>
                    <a:pt x="211" y="1060"/>
                    <a:pt x="215" y="1066"/>
                  </a:cubicBezTo>
                  <a:cubicBezTo>
                    <a:pt x="213" y="1076"/>
                    <a:pt x="211" y="1072"/>
                    <a:pt x="209" y="1068"/>
                  </a:cubicBezTo>
                  <a:cubicBezTo>
                    <a:pt x="192" y="1018"/>
                    <a:pt x="185" y="1004"/>
                    <a:pt x="179" y="986"/>
                  </a:cubicBezTo>
                  <a:cubicBezTo>
                    <a:pt x="167" y="965"/>
                    <a:pt x="163" y="959"/>
                    <a:pt x="162" y="959"/>
                  </a:cubicBezTo>
                  <a:cubicBezTo>
                    <a:pt x="150" y="943"/>
                    <a:pt x="146" y="939"/>
                    <a:pt x="143" y="936"/>
                  </a:cubicBezTo>
                  <a:cubicBezTo>
                    <a:pt x="94" y="874"/>
                    <a:pt x="79" y="852"/>
                    <a:pt x="64" y="833"/>
                  </a:cubicBezTo>
                  <a:cubicBezTo>
                    <a:pt x="39" y="757"/>
                    <a:pt x="29" y="752"/>
                    <a:pt x="35" y="749"/>
                  </a:cubicBezTo>
                  <a:cubicBezTo>
                    <a:pt x="29" y="755"/>
                    <a:pt x="31" y="759"/>
                    <a:pt x="33" y="763"/>
                  </a:cubicBezTo>
                  <a:cubicBezTo>
                    <a:pt x="44" y="793"/>
                    <a:pt x="39" y="799"/>
                    <a:pt x="45" y="807"/>
                  </a:cubicBezTo>
                  <a:cubicBezTo>
                    <a:pt x="89" y="874"/>
                    <a:pt x="113" y="915"/>
                    <a:pt x="129" y="931"/>
                  </a:cubicBezTo>
                  <a:cubicBezTo>
                    <a:pt x="153" y="967"/>
                    <a:pt x="164" y="977"/>
                    <a:pt x="170" y="987"/>
                  </a:cubicBezTo>
                  <a:cubicBezTo>
                    <a:pt x="186" y="1036"/>
                    <a:pt x="176" y="1025"/>
                    <a:pt x="171" y="1012"/>
                  </a:cubicBezTo>
                  <a:cubicBezTo>
                    <a:pt x="150" y="985"/>
                    <a:pt x="142" y="980"/>
                    <a:pt x="145" y="976"/>
                  </a:cubicBezTo>
                  <a:cubicBezTo>
                    <a:pt x="89" y="910"/>
                    <a:pt x="75" y="887"/>
                    <a:pt x="51" y="850"/>
                  </a:cubicBezTo>
                  <a:cubicBezTo>
                    <a:pt x="32" y="802"/>
                    <a:pt x="32" y="799"/>
                    <a:pt x="33" y="797"/>
                  </a:cubicBezTo>
                  <a:cubicBezTo>
                    <a:pt x="29" y="798"/>
                    <a:pt x="29" y="800"/>
                    <a:pt x="29" y="802"/>
                  </a:cubicBezTo>
                  <a:cubicBezTo>
                    <a:pt x="34" y="829"/>
                    <a:pt x="41" y="834"/>
                    <a:pt x="38" y="838"/>
                  </a:cubicBezTo>
                  <a:cubicBezTo>
                    <a:pt x="56" y="874"/>
                    <a:pt x="56" y="876"/>
                    <a:pt x="56" y="876"/>
                  </a:cubicBezTo>
                  <a:cubicBezTo>
                    <a:pt x="77" y="905"/>
                    <a:pt x="93" y="930"/>
                    <a:pt x="103" y="938"/>
                  </a:cubicBezTo>
                  <a:cubicBezTo>
                    <a:pt x="143" y="990"/>
                    <a:pt x="145" y="993"/>
                    <a:pt x="147" y="997"/>
                  </a:cubicBezTo>
                  <a:cubicBezTo>
                    <a:pt x="170" y="1023"/>
                    <a:pt x="170" y="1030"/>
                    <a:pt x="170" y="1032"/>
                  </a:cubicBezTo>
                  <a:cubicBezTo>
                    <a:pt x="192" y="1072"/>
                    <a:pt x="200" y="1081"/>
                    <a:pt x="202" y="1090"/>
                  </a:cubicBezTo>
                  <a:cubicBezTo>
                    <a:pt x="202" y="1098"/>
                    <a:pt x="196" y="1094"/>
                    <a:pt x="199" y="1092"/>
                  </a:cubicBezTo>
                  <a:cubicBezTo>
                    <a:pt x="171" y="1039"/>
                    <a:pt x="164" y="1029"/>
                    <a:pt x="160" y="1024"/>
                  </a:cubicBezTo>
                  <a:cubicBezTo>
                    <a:pt x="153" y="1014"/>
                    <a:pt x="150" y="1010"/>
                    <a:pt x="146" y="1005"/>
                  </a:cubicBezTo>
                  <a:cubicBezTo>
                    <a:pt x="40" y="864"/>
                    <a:pt x="36" y="858"/>
                    <a:pt x="31" y="852"/>
                  </a:cubicBezTo>
                  <a:cubicBezTo>
                    <a:pt x="22" y="845"/>
                    <a:pt x="25" y="854"/>
                    <a:pt x="29" y="863"/>
                  </a:cubicBezTo>
                  <a:cubicBezTo>
                    <a:pt x="50" y="911"/>
                    <a:pt x="48" y="916"/>
                    <a:pt x="54" y="922"/>
                  </a:cubicBezTo>
                  <a:cubicBezTo>
                    <a:pt x="84" y="967"/>
                    <a:pt x="81" y="972"/>
                    <a:pt x="86" y="972"/>
                  </a:cubicBezTo>
                  <a:cubicBezTo>
                    <a:pt x="97" y="985"/>
                    <a:pt x="95" y="988"/>
                    <a:pt x="95" y="988"/>
                  </a:cubicBezTo>
                  <a:cubicBezTo>
                    <a:pt x="134" y="1039"/>
                    <a:pt x="133" y="1041"/>
                    <a:pt x="134" y="1043"/>
                  </a:cubicBezTo>
                  <a:cubicBezTo>
                    <a:pt x="154" y="1066"/>
                    <a:pt x="152" y="1068"/>
                    <a:pt x="153" y="1069"/>
                  </a:cubicBezTo>
                  <a:cubicBezTo>
                    <a:pt x="163" y="1084"/>
                    <a:pt x="168" y="1094"/>
                    <a:pt x="176" y="1104"/>
                  </a:cubicBezTo>
                  <a:cubicBezTo>
                    <a:pt x="193" y="1150"/>
                    <a:pt x="191" y="1152"/>
                    <a:pt x="193" y="1155"/>
                  </a:cubicBezTo>
                  <a:cubicBezTo>
                    <a:pt x="174" y="1126"/>
                    <a:pt x="178" y="1120"/>
                    <a:pt x="173" y="1121"/>
                  </a:cubicBezTo>
                  <a:cubicBezTo>
                    <a:pt x="150" y="1085"/>
                    <a:pt x="146" y="1076"/>
                    <a:pt x="137" y="1068"/>
                  </a:cubicBezTo>
                  <a:cubicBezTo>
                    <a:pt x="122" y="1043"/>
                    <a:pt x="118" y="1038"/>
                    <a:pt x="116" y="1034"/>
                  </a:cubicBezTo>
                  <a:cubicBezTo>
                    <a:pt x="107" y="1023"/>
                    <a:pt x="105" y="1016"/>
                    <a:pt x="100" y="1009"/>
                  </a:cubicBezTo>
                  <a:cubicBezTo>
                    <a:pt x="90" y="998"/>
                    <a:pt x="92" y="997"/>
                    <a:pt x="89" y="997"/>
                  </a:cubicBezTo>
                  <a:cubicBezTo>
                    <a:pt x="85" y="986"/>
                    <a:pt x="82" y="987"/>
                    <a:pt x="82" y="987"/>
                  </a:cubicBezTo>
                  <a:cubicBezTo>
                    <a:pt x="53" y="952"/>
                    <a:pt x="52" y="942"/>
                    <a:pt x="49" y="942"/>
                  </a:cubicBezTo>
                  <a:cubicBezTo>
                    <a:pt x="31" y="899"/>
                    <a:pt x="22" y="894"/>
                    <a:pt x="26" y="890"/>
                  </a:cubicBezTo>
                  <a:cubicBezTo>
                    <a:pt x="40" y="944"/>
                    <a:pt x="46" y="951"/>
                    <a:pt x="50" y="957"/>
                  </a:cubicBezTo>
                  <a:cubicBezTo>
                    <a:pt x="55" y="964"/>
                    <a:pt x="54" y="966"/>
                    <a:pt x="55" y="967"/>
                  </a:cubicBezTo>
                  <a:cubicBezTo>
                    <a:pt x="62" y="976"/>
                    <a:pt x="63" y="974"/>
                    <a:pt x="64" y="976"/>
                  </a:cubicBezTo>
                  <a:cubicBezTo>
                    <a:pt x="71" y="991"/>
                    <a:pt x="75" y="992"/>
                    <a:pt x="75" y="992"/>
                  </a:cubicBezTo>
                  <a:cubicBezTo>
                    <a:pt x="87" y="1006"/>
                    <a:pt x="91" y="1013"/>
                    <a:pt x="94" y="1018"/>
                  </a:cubicBezTo>
                  <a:cubicBezTo>
                    <a:pt x="102" y="1029"/>
                    <a:pt x="101" y="1031"/>
                    <a:pt x="102" y="1032"/>
                  </a:cubicBezTo>
                  <a:cubicBezTo>
                    <a:pt x="136" y="1079"/>
                    <a:pt x="145" y="1091"/>
                    <a:pt x="153" y="1103"/>
                  </a:cubicBezTo>
                  <a:cubicBezTo>
                    <a:pt x="187" y="1163"/>
                    <a:pt x="182" y="1168"/>
                    <a:pt x="186" y="1173"/>
                  </a:cubicBezTo>
                  <a:cubicBezTo>
                    <a:pt x="178" y="1170"/>
                    <a:pt x="174" y="1167"/>
                    <a:pt x="173" y="1165"/>
                  </a:cubicBezTo>
                  <a:cubicBezTo>
                    <a:pt x="155" y="1142"/>
                    <a:pt x="146" y="1120"/>
                    <a:pt x="135" y="1111"/>
                  </a:cubicBezTo>
                  <a:cubicBezTo>
                    <a:pt x="110" y="1078"/>
                    <a:pt x="102" y="1080"/>
                    <a:pt x="106" y="1076"/>
                  </a:cubicBezTo>
                  <a:cubicBezTo>
                    <a:pt x="83" y="1057"/>
                    <a:pt x="75" y="1040"/>
                    <a:pt x="65" y="1032"/>
                  </a:cubicBezTo>
                  <a:cubicBezTo>
                    <a:pt x="32" y="978"/>
                    <a:pt x="31" y="976"/>
                    <a:pt x="24" y="965"/>
                  </a:cubicBezTo>
                  <a:cubicBezTo>
                    <a:pt x="9" y="949"/>
                    <a:pt x="15" y="952"/>
                    <a:pt x="15" y="957"/>
                  </a:cubicBezTo>
                  <a:cubicBezTo>
                    <a:pt x="47" y="1023"/>
                    <a:pt x="52" y="1028"/>
                    <a:pt x="57" y="1035"/>
                  </a:cubicBezTo>
                  <a:cubicBezTo>
                    <a:pt x="102" y="1083"/>
                    <a:pt x="107" y="1092"/>
                    <a:pt x="113" y="1095"/>
                  </a:cubicBezTo>
                  <a:cubicBezTo>
                    <a:pt x="149" y="1143"/>
                    <a:pt x="150" y="1151"/>
                    <a:pt x="154" y="1149"/>
                  </a:cubicBezTo>
                  <a:cubicBezTo>
                    <a:pt x="174" y="1202"/>
                    <a:pt x="185" y="1210"/>
                    <a:pt x="182" y="1215"/>
                  </a:cubicBezTo>
                  <a:cubicBezTo>
                    <a:pt x="168" y="1179"/>
                    <a:pt x="159" y="1180"/>
                    <a:pt x="162" y="1177"/>
                  </a:cubicBezTo>
                  <a:cubicBezTo>
                    <a:pt x="140" y="1153"/>
                    <a:pt x="142" y="1142"/>
                    <a:pt x="135" y="1136"/>
                  </a:cubicBezTo>
                  <a:cubicBezTo>
                    <a:pt x="98" y="1090"/>
                    <a:pt x="95" y="1086"/>
                    <a:pt x="92" y="1086"/>
                  </a:cubicBezTo>
                  <a:cubicBezTo>
                    <a:pt x="82" y="1073"/>
                    <a:pt x="82" y="1071"/>
                    <a:pt x="82" y="1069"/>
                  </a:cubicBezTo>
                  <a:cubicBezTo>
                    <a:pt x="44" y="1034"/>
                    <a:pt x="41" y="1030"/>
                    <a:pt x="39" y="1026"/>
                  </a:cubicBezTo>
                  <a:cubicBezTo>
                    <a:pt x="13" y="992"/>
                    <a:pt x="16" y="996"/>
                    <a:pt x="17" y="1000"/>
                  </a:cubicBezTo>
                  <a:cubicBezTo>
                    <a:pt x="48" y="1041"/>
                    <a:pt x="46" y="1053"/>
                    <a:pt x="55" y="1056"/>
                  </a:cubicBezTo>
                  <a:cubicBezTo>
                    <a:pt x="80" y="1083"/>
                    <a:pt x="81" y="1085"/>
                    <a:pt x="83" y="1087"/>
                  </a:cubicBezTo>
                  <a:cubicBezTo>
                    <a:pt x="89" y="1101"/>
                    <a:pt x="103" y="1099"/>
                    <a:pt x="97" y="1104"/>
                  </a:cubicBezTo>
                  <a:cubicBezTo>
                    <a:pt x="125" y="1140"/>
                    <a:pt x="131" y="1145"/>
                    <a:pt x="130" y="1149"/>
                  </a:cubicBezTo>
                  <a:cubicBezTo>
                    <a:pt x="93" y="1107"/>
                    <a:pt x="89" y="1106"/>
                    <a:pt x="86" y="1102"/>
                  </a:cubicBezTo>
                  <a:cubicBezTo>
                    <a:pt x="63" y="1079"/>
                    <a:pt x="59" y="1075"/>
                    <a:pt x="55" y="1073"/>
                  </a:cubicBezTo>
                  <a:cubicBezTo>
                    <a:pt x="0" y="1009"/>
                    <a:pt x="9" y="1016"/>
                    <a:pt x="8" y="1021"/>
                  </a:cubicBezTo>
                  <a:cubicBezTo>
                    <a:pt x="27" y="1050"/>
                    <a:pt x="29" y="1050"/>
                    <a:pt x="30" y="1052"/>
                  </a:cubicBezTo>
                  <a:cubicBezTo>
                    <a:pt x="33" y="1062"/>
                    <a:pt x="38" y="1060"/>
                    <a:pt x="41" y="1066"/>
                  </a:cubicBezTo>
                  <a:cubicBezTo>
                    <a:pt x="86" y="1110"/>
                    <a:pt x="90" y="1120"/>
                    <a:pt x="96" y="1122"/>
                  </a:cubicBezTo>
                  <a:cubicBezTo>
                    <a:pt x="118" y="1149"/>
                    <a:pt x="127" y="1163"/>
                    <a:pt x="137" y="1176"/>
                  </a:cubicBezTo>
                  <a:cubicBezTo>
                    <a:pt x="148" y="1204"/>
                    <a:pt x="162" y="1211"/>
                    <a:pt x="158" y="1215"/>
                  </a:cubicBezTo>
                  <a:cubicBezTo>
                    <a:pt x="165" y="1240"/>
                    <a:pt x="164" y="1234"/>
                    <a:pt x="163" y="1229"/>
                  </a:cubicBezTo>
                  <a:cubicBezTo>
                    <a:pt x="151" y="1205"/>
                    <a:pt x="144" y="1201"/>
                    <a:pt x="143" y="1199"/>
                  </a:cubicBezTo>
                  <a:cubicBezTo>
                    <a:pt x="118" y="1171"/>
                    <a:pt x="122" y="1166"/>
                    <a:pt x="116" y="1164"/>
                  </a:cubicBezTo>
                  <a:cubicBezTo>
                    <a:pt x="82" y="1123"/>
                    <a:pt x="68" y="1114"/>
                    <a:pt x="60" y="1107"/>
                  </a:cubicBezTo>
                  <a:cubicBezTo>
                    <a:pt x="19" y="1050"/>
                    <a:pt x="22" y="1042"/>
                    <a:pt x="13" y="1042"/>
                  </a:cubicBezTo>
                  <a:cubicBezTo>
                    <a:pt x="62" y="1117"/>
                    <a:pt x="74" y="1136"/>
                    <a:pt x="95" y="1152"/>
                  </a:cubicBezTo>
                  <a:cubicBezTo>
                    <a:pt x="135" y="1204"/>
                    <a:pt x="140" y="1211"/>
                    <a:pt x="145" y="1217"/>
                  </a:cubicBezTo>
                  <a:cubicBezTo>
                    <a:pt x="170" y="1269"/>
                    <a:pt x="166" y="1271"/>
                    <a:pt x="171" y="1274"/>
                  </a:cubicBezTo>
                  <a:cubicBezTo>
                    <a:pt x="178" y="1302"/>
                    <a:pt x="178" y="1304"/>
                    <a:pt x="177" y="1307"/>
                  </a:cubicBezTo>
                  <a:cubicBezTo>
                    <a:pt x="169" y="1297"/>
                    <a:pt x="173" y="1295"/>
                    <a:pt x="168" y="1291"/>
                  </a:cubicBezTo>
                  <a:cubicBezTo>
                    <a:pt x="133" y="1236"/>
                    <a:pt x="128" y="1228"/>
                    <a:pt x="116" y="1208"/>
                  </a:cubicBezTo>
                  <a:cubicBezTo>
                    <a:pt x="41" y="1115"/>
                    <a:pt x="40" y="1112"/>
                    <a:pt x="37" y="1109"/>
                  </a:cubicBezTo>
                  <a:cubicBezTo>
                    <a:pt x="25" y="1086"/>
                    <a:pt x="30" y="1079"/>
                    <a:pt x="24" y="1081"/>
                  </a:cubicBezTo>
                  <a:cubicBezTo>
                    <a:pt x="59" y="1159"/>
                    <a:pt x="64" y="1161"/>
                    <a:pt x="69" y="1166"/>
                  </a:cubicBezTo>
                  <a:cubicBezTo>
                    <a:pt x="116" y="1220"/>
                    <a:pt x="123" y="1241"/>
                    <a:pt x="133" y="1245"/>
                  </a:cubicBezTo>
                  <a:cubicBezTo>
                    <a:pt x="146" y="1275"/>
                    <a:pt x="149" y="1274"/>
                    <a:pt x="153" y="1283"/>
                  </a:cubicBezTo>
                  <a:cubicBezTo>
                    <a:pt x="167" y="1322"/>
                    <a:pt x="173" y="1328"/>
                    <a:pt x="172" y="1333"/>
                  </a:cubicBezTo>
                  <a:cubicBezTo>
                    <a:pt x="172" y="1344"/>
                    <a:pt x="171" y="1342"/>
                    <a:pt x="167" y="1341"/>
                  </a:cubicBezTo>
                  <a:cubicBezTo>
                    <a:pt x="163" y="1322"/>
                    <a:pt x="155" y="1318"/>
                    <a:pt x="159" y="1315"/>
                  </a:cubicBezTo>
                  <a:cubicBezTo>
                    <a:pt x="128" y="1261"/>
                    <a:pt x="129" y="1259"/>
                    <a:pt x="117" y="1247"/>
                  </a:cubicBezTo>
                  <a:cubicBezTo>
                    <a:pt x="67" y="1189"/>
                    <a:pt x="67" y="1186"/>
                    <a:pt x="62" y="1181"/>
                  </a:cubicBezTo>
                  <a:cubicBezTo>
                    <a:pt x="50" y="1165"/>
                    <a:pt x="47" y="1166"/>
                    <a:pt x="49" y="1163"/>
                  </a:cubicBezTo>
                  <a:cubicBezTo>
                    <a:pt x="12" y="1111"/>
                    <a:pt x="15" y="1107"/>
                    <a:pt x="9" y="1101"/>
                  </a:cubicBezTo>
                  <a:cubicBezTo>
                    <a:pt x="13" y="1122"/>
                    <a:pt x="19" y="1126"/>
                    <a:pt x="16" y="1128"/>
                  </a:cubicBezTo>
                  <a:cubicBezTo>
                    <a:pt x="47" y="1180"/>
                    <a:pt x="52" y="1178"/>
                    <a:pt x="54" y="1184"/>
                  </a:cubicBezTo>
                  <a:cubicBezTo>
                    <a:pt x="108" y="1249"/>
                    <a:pt x="110" y="1258"/>
                    <a:pt x="114" y="1257"/>
                  </a:cubicBezTo>
                  <a:cubicBezTo>
                    <a:pt x="108" y="1251"/>
                    <a:pt x="101" y="1249"/>
                    <a:pt x="97" y="1247"/>
                  </a:cubicBezTo>
                  <a:cubicBezTo>
                    <a:pt x="70" y="1217"/>
                    <a:pt x="67" y="1206"/>
                    <a:pt x="63" y="1203"/>
                  </a:cubicBezTo>
                  <a:cubicBezTo>
                    <a:pt x="43" y="1184"/>
                    <a:pt x="42" y="1180"/>
                    <a:pt x="40" y="1177"/>
                  </a:cubicBezTo>
                  <a:cubicBezTo>
                    <a:pt x="2" y="1139"/>
                    <a:pt x="9" y="1144"/>
                    <a:pt x="8" y="1147"/>
                  </a:cubicBezTo>
                  <a:cubicBezTo>
                    <a:pt x="31" y="1180"/>
                    <a:pt x="28" y="1183"/>
                    <a:pt x="34" y="1187"/>
                  </a:cubicBezTo>
                  <a:cubicBezTo>
                    <a:pt x="104" y="1266"/>
                    <a:pt x="106" y="1270"/>
                    <a:pt x="109" y="1273"/>
                  </a:cubicBezTo>
                  <a:cubicBezTo>
                    <a:pt x="130" y="1308"/>
                    <a:pt x="136" y="1314"/>
                    <a:pt x="138" y="1320"/>
                  </a:cubicBezTo>
                  <a:cubicBezTo>
                    <a:pt x="148" y="1353"/>
                    <a:pt x="160" y="1358"/>
                    <a:pt x="154" y="1360"/>
                  </a:cubicBezTo>
                  <a:cubicBezTo>
                    <a:pt x="143" y="1349"/>
                    <a:pt x="143" y="1342"/>
                    <a:pt x="136" y="1334"/>
                  </a:cubicBezTo>
                  <a:cubicBezTo>
                    <a:pt x="102" y="1286"/>
                    <a:pt x="93" y="1279"/>
                    <a:pt x="95" y="1275"/>
                  </a:cubicBezTo>
                  <a:cubicBezTo>
                    <a:pt x="30" y="1202"/>
                    <a:pt x="24" y="1194"/>
                    <a:pt x="18" y="1185"/>
                  </a:cubicBezTo>
                  <a:cubicBezTo>
                    <a:pt x="17" y="1202"/>
                    <a:pt x="20" y="1204"/>
                    <a:pt x="22" y="1205"/>
                  </a:cubicBezTo>
                  <a:cubicBezTo>
                    <a:pt x="28" y="1233"/>
                    <a:pt x="31" y="1245"/>
                    <a:pt x="36" y="1247"/>
                  </a:cubicBezTo>
                  <a:cubicBezTo>
                    <a:pt x="44" y="1265"/>
                    <a:pt x="42" y="1268"/>
                    <a:pt x="45" y="1267"/>
                  </a:cubicBezTo>
                  <a:cubicBezTo>
                    <a:pt x="78" y="1315"/>
                    <a:pt x="77" y="1317"/>
                    <a:pt x="84" y="1325"/>
                  </a:cubicBezTo>
                  <a:cubicBezTo>
                    <a:pt x="106" y="1353"/>
                    <a:pt x="114" y="1357"/>
                    <a:pt x="107" y="1360"/>
                  </a:cubicBezTo>
                  <a:cubicBezTo>
                    <a:pt x="74" y="1315"/>
                    <a:pt x="69" y="1314"/>
                    <a:pt x="66" y="1306"/>
                  </a:cubicBezTo>
                  <a:cubicBezTo>
                    <a:pt x="42" y="1273"/>
                    <a:pt x="39" y="1262"/>
                    <a:pt x="33" y="1256"/>
                  </a:cubicBezTo>
                  <a:cubicBezTo>
                    <a:pt x="26" y="1249"/>
                    <a:pt x="31" y="1241"/>
                    <a:pt x="27" y="1238"/>
                  </a:cubicBezTo>
                  <a:cubicBezTo>
                    <a:pt x="23" y="1255"/>
                    <a:pt x="30" y="1264"/>
                    <a:pt x="33" y="1273"/>
                  </a:cubicBezTo>
                  <a:cubicBezTo>
                    <a:pt x="72" y="1327"/>
                    <a:pt x="77" y="1337"/>
                    <a:pt x="86" y="1343"/>
                  </a:cubicBezTo>
                  <a:cubicBezTo>
                    <a:pt x="91" y="1356"/>
                    <a:pt x="95" y="1356"/>
                    <a:pt x="95" y="1356"/>
                  </a:cubicBezTo>
                  <a:cubicBezTo>
                    <a:pt x="113" y="1378"/>
                    <a:pt x="122" y="1391"/>
                    <a:pt x="131" y="1399"/>
                  </a:cubicBezTo>
                  <a:cubicBezTo>
                    <a:pt x="141" y="1414"/>
                    <a:pt x="144" y="1416"/>
                    <a:pt x="146" y="1420"/>
                  </a:cubicBezTo>
                  <a:cubicBezTo>
                    <a:pt x="142" y="1419"/>
                    <a:pt x="139" y="1422"/>
                    <a:pt x="137" y="1417"/>
                  </a:cubicBezTo>
                  <a:cubicBezTo>
                    <a:pt x="104" y="1393"/>
                    <a:pt x="99" y="1389"/>
                    <a:pt x="94" y="1389"/>
                  </a:cubicBezTo>
                  <a:cubicBezTo>
                    <a:pt x="39" y="1357"/>
                    <a:pt x="44" y="1357"/>
                    <a:pt x="47" y="1361"/>
                  </a:cubicBezTo>
                  <a:cubicBezTo>
                    <a:pt x="73" y="1381"/>
                    <a:pt x="77" y="1386"/>
                    <a:pt x="82" y="1385"/>
                  </a:cubicBezTo>
                  <a:cubicBezTo>
                    <a:pt x="123" y="1414"/>
                    <a:pt x="127" y="1423"/>
                    <a:pt x="131" y="1423"/>
                  </a:cubicBezTo>
                  <a:cubicBezTo>
                    <a:pt x="163" y="1460"/>
                    <a:pt x="167" y="1459"/>
                    <a:pt x="169" y="1462"/>
                  </a:cubicBezTo>
                  <a:cubicBezTo>
                    <a:pt x="183" y="1480"/>
                    <a:pt x="180" y="1489"/>
                    <a:pt x="185" y="1495"/>
                  </a:cubicBezTo>
                  <a:cubicBezTo>
                    <a:pt x="198" y="1470"/>
                    <a:pt x="199" y="1467"/>
                    <a:pt x="200" y="1465"/>
                  </a:cubicBezTo>
                  <a:cubicBezTo>
                    <a:pt x="239" y="1447"/>
                    <a:pt x="243" y="1445"/>
                    <a:pt x="246" y="1443"/>
                  </a:cubicBezTo>
                  <a:cubicBezTo>
                    <a:pt x="237" y="1440"/>
                    <a:pt x="233" y="1441"/>
                    <a:pt x="230" y="1441"/>
                  </a:cubicBezTo>
                  <a:cubicBezTo>
                    <a:pt x="214" y="1443"/>
                    <a:pt x="212" y="1436"/>
                    <a:pt x="217" y="1430"/>
                  </a:cubicBezTo>
                  <a:cubicBezTo>
                    <a:pt x="295" y="1389"/>
                    <a:pt x="303" y="1382"/>
                    <a:pt x="310" y="1385"/>
                  </a:cubicBezTo>
                  <a:cubicBezTo>
                    <a:pt x="381" y="1375"/>
                    <a:pt x="383" y="1379"/>
                    <a:pt x="388" y="1373"/>
                  </a:cubicBezTo>
                  <a:cubicBezTo>
                    <a:pt x="426" y="1368"/>
                    <a:pt x="430" y="1366"/>
                    <a:pt x="433" y="1365"/>
                  </a:cubicBezTo>
                  <a:cubicBezTo>
                    <a:pt x="449" y="1360"/>
                    <a:pt x="453" y="1363"/>
                    <a:pt x="457" y="1358"/>
                  </a:cubicBezTo>
                  <a:cubicBezTo>
                    <a:pt x="441" y="1356"/>
                    <a:pt x="440" y="1359"/>
                    <a:pt x="438" y="1359"/>
                  </a:cubicBezTo>
                  <a:cubicBezTo>
                    <a:pt x="426" y="1362"/>
                    <a:pt x="425" y="1358"/>
                    <a:pt x="421" y="1362"/>
                  </a:cubicBezTo>
                  <a:cubicBezTo>
                    <a:pt x="371" y="1366"/>
                    <a:pt x="364" y="1369"/>
                    <a:pt x="357" y="1369"/>
                  </a:cubicBezTo>
                  <a:cubicBezTo>
                    <a:pt x="338" y="1375"/>
                    <a:pt x="337" y="1371"/>
                    <a:pt x="335" y="1372"/>
                  </a:cubicBezTo>
                  <a:cubicBezTo>
                    <a:pt x="307" y="1376"/>
                    <a:pt x="306" y="1372"/>
                    <a:pt x="303" y="1376"/>
                  </a:cubicBezTo>
                  <a:cubicBezTo>
                    <a:pt x="270" y="1383"/>
                    <a:pt x="263" y="1389"/>
                    <a:pt x="258" y="1388"/>
                  </a:cubicBezTo>
                  <a:cubicBezTo>
                    <a:pt x="202" y="1433"/>
                    <a:pt x="200" y="1437"/>
                    <a:pt x="196" y="1441"/>
                  </a:cubicBezTo>
                  <a:cubicBezTo>
                    <a:pt x="185" y="1441"/>
                    <a:pt x="190" y="1433"/>
                    <a:pt x="197" y="1425"/>
                  </a:cubicBezTo>
                  <a:cubicBezTo>
                    <a:pt x="279" y="1366"/>
                    <a:pt x="282" y="1364"/>
                    <a:pt x="284" y="1362"/>
                  </a:cubicBezTo>
                  <a:cubicBezTo>
                    <a:pt x="315" y="1356"/>
                    <a:pt x="324" y="1356"/>
                    <a:pt x="334" y="1353"/>
                  </a:cubicBezTo>
                  <a:cubicBezTo>
                    <a:pt x="381" y="1350"/>
                    <a:pt x="385" y="1350"/>
                    <a:pt x="390" y="1350"/>
                  </a:cubicBezTo>
                  <a:cubicBezTo>
                    <a:pt x="436" y="1341"/>
                    <a:pt x="441" y="1339"/>
                    <a:pt x="446" y="1339"/>
                  </a:cubicBezTo>
                  <a:cubicBezTo>
                    <a:pt x="489" y="1324"/>
                    <a:pt x="486" y="1320"/>
                    <a:pt x="481" y="1326"/>
                  </a:cubicBezTo>
                  <a:cubicBezTo>
                    <a:pt x="445" y="1330"/>
                    <a:pt x="442" y="1333"/>
                    <a:pt x="438" y="1335"/>
                  </a:cubicBezTo>
                  <a:cubicBezTo>
                    <a:pt x="414" y="1334"/>
                    <a:pt x="409" y="1345"/>
                    <a:pt x="406" y="1338"/>
                  </a:cubicBezTo>
                  <a:cubicBezTo>
                    <a:pt x="436" y="1330"/>
                    <a:pt x="444" y="1327"/>
                    <a:pt x="451" y="1328"/>
                  </a:cubicBezTo>
                  <a:cubicBezTo>
                    <a:pt x="502" y="1292"/>
                    <a:pt x="500" y="1297"/>
                    <a:pt x="495" y="1301"/>
                  </a:cubicBezTo>
                  <a:cubicBezTo>
                    <a:pt x="463" y="1311"/>
                    <a:pt x="458" y="1319"/>
                    <a:pt x="455" y="1320"/>
                  </a:cubicBezTo>
                  <a:cubicBezTo>
                    <a:pt x="410" y="1329"/>
                    <a:pt x="405" y="1329"/>
                    <a:pt x="400" y="1333"/>
                  </a:cubicBezTo>
                  <a:cubicBezTo>
                    <a:pt x="380" y="1333"/>
                    <a:pt x="378" y="1331"/>
                    <a:pt x="376" y="1333"/>
                  </a:cubicBezTo>
                  <a:cubicBezTo>
                    <a:pt x="356" y="1334"/>
                    <a:pt x="353" y="1333"/>
                    <a:pt x="355" y="1331"/>
                  </a:cubicBezTo>
                  <a:cubicBezTo>
                    <a:pt x="400" y="1320"/>
                    <a:pt x="402" y="1322"/>
                    <a:pt x="405" y="1319"/>
                  </a:cubicBezTo>
                  <a:cubicBezTo>
                    <a:pt x="429" y="1309"/>
                    <a:pt x="438" y="1305"/>
                    <a:pt x="450" y="1297"/>
                  </a:cubicBezTo>
                  <a:cubicBezTo>
                    <a:pt x="498" y="1254"/>
                    <a:pt x="508" y="1256"/>
                    <a:pt x="503" y="1248"/>
                  </a:cubicBezTo>
                  <a:cubicBezTo>
                    <a:pt x="391" y="1316"/>
                    <a:pt x="387" y="1317"/>
                    <a:pt x="384" y="1317"/>
                  </a:cubicBezTo>
                  <a:cubicBezTo>
                    <a:pt x="365" y="1320"/>
                    <a:pt x="363" y="1321"/>
                    <a:pt x="360" y="1322"/>
                  </a:cubicBezTo>
                  <a:cubicBezTo>
                    <a:pt x="345" y="1324"/>
                    <a:pt x="344" y="1319"/>
                    <a:pt x="342" y="1323"/>
                  </a:cubicBezTo>
                  <a:cubicBezTo>
                    <a:pt x="303" y="1328"/>
                    <a:pt x="296" y="1326"/>
                    <a:pt x="290" y="1326"/>
                  </a:cubicBezTo>
                  <a:cubicBezTo>
                    <a:pt x="244" y="1332"/>
                    <a:pt x="240" y="1335"/>
                    <a:pt x="237" y="1335"/>
                  </a:cubicBezTo>
                  <a:cubicBezTo>
                    <a:pt x="200" y="1351"/>
                    <a:pt x="199" y="1362"/>
                    <a:pt x="193" y="1356"/>
                  </a:cubicBezTo>
                  <a:cubicBezTo>
                    <a:pt x="222" y="1332"/>
                    <a:pt x="227" y="1334"/>
                    <a:pt x="232" y="1328"/>
                  </a:cubicBezTo>
                  <a:cubicBezTo>
                    <a:pt x="257" y="1323"/>
                    <a:pt x="260" y="1322"/>
                    <a:pt x="262" y="1322"/>
                  </a:cubicBezTo>
                  <a:cubicBezTo>
                    <a:pt x="340" y="1309"/>
                    <a:pt x="350" y="1304"/>
                    <a:pt x="360" y="1305"/>
                  </a:cubicBezTo>
                  <a:cubicBezTo>
                    <a:pt x="414" y="1282"/>
                    <a:pt x="428" y="1278"/>
                    <a:pt x="443" y="1270"/>
                  </a:cubicBezTo>
                  <a:cubicBezTo>
                    <a:pt x="485" y="1238"/>
                    <a:pt x="488" y="1241"/>
                    <a:pt x="493" y="1236"/>
                  </a:cubicBezTo>
                  <a:cubicBezTo>
                    <a:pt x="503" y="1226"/>
                    <a:pt x="507" y="1224"/>
                    <a:pt x="512" y="1220"/>
                  </a:cubicBezTo>
                  <a:cubicBezTo>
                    <a:pt x="513" y="1206"/>
                    <a:pt x="509" y="1214"/>
                    <a:pt x="502" y="1222"/>
                  </a:cubicBezTo>
                  <a:cubicBezTo>
                    <a:pt x="460" y="1250"/>
                    <a:pt x="445" y="1261"/>
                    <a:pt x="435" y="1266"/>
                  </a:cubicBezTo>
                  <a:cubicBezTo>
                    <a:pt x="399" y="1282"/>
                    <a:pt x="395" y="1285"/>
                    <a:pt x="392" y="1284"/>
                  </a:cubicBezTo>
                  <a:cubicBezTo>
                    <a:pt x="323" y="1300"/>
                    <a:pt x="316" y="1303"/>
                    <a:pt x="308" y="1308"/>
                  </a:cubicBezTo>
                  <a:cubicBezTo>
                    <a:pt x="286" y="1307"/>
                    <a:pt x="284" y="1307"/>
                    <a:pt x="281" y="1308"/>
                  </a:cubicBezTo>
                  <a:cubicBezTo>
                    <a:pt x="265" y="1315"/>
                    <a:pt x="263" y="1313"/>
                    <a:pt x="260" y="1316"/>
                  </a:cubicBezTo>
                  <a:cubicBezTo>
                    <a:pt x="276" y="1302"/>
                    <a:pt x="278" y="1307"/>
                    <a:pt x="282" y="1305"/>
                  </a:cubicBezTo>
                  <a:cubicBezTo>
                    <a:pt x="318" y="1297"/>
                    <a:pt x="324" y="1295"/>
                    <a:pt x="330" y="1297"/>
                  </a:cubicBezTo>
                  <a:cubicBezTo>
                    <a:pt x="385" y="1284"/>
                    <a:pt x="390" y="1272"/>
                    <a:pt x="392" y="1277"/>
                  </a:cubicBezTo>
                  <a:cubicBezTo>
                    <a:pt x="458" y="1239"/>
                    <a:pt x="469" y="1229"/>
                    <a:pt x="477" y="1218"/>
                  </a:cubicBezTo>
                  <a:cubicBezTo>
                    <a:pt x="489" y="1197"/>
                    <a:pt x="479" y="1209"/>
                    <a:pt x="469" y="1221"/>
                  </a:cubicBezTo>
                  <a:cubicBezTo>
                    <a:pt x="433" y="1250"/>
                    <a:pt x="428" y="1253"/>
                    <a:pt x="424" y="1257"/>
                  </a:cubicBezTo>
                  <a:cubicBezTo>
                    <a:pt x="379" y="1272"/>
                    <a:pt x="373" y="1275"/>
                    <a:pt x="368" y="1275"/>
                  </a:cubicBezTo>
                  <a:cubicBezTo>
                    <a:pt x="317" y="1286"/>
                    <a:pt x="313" y="1290"/>
                    <a:pt x="308" y="1294"/>
                  </a:cubicBezTo>
                  <a:cubicBezTo>
                    <a:pt x="276" y="1296"/>
                    <a:pt x="268" y="1298"/>
                    <a:pt x="259" y="1301"/>
                  </a:cubicBezTo>
                  <a:cubicBezTo>
                    <a:pt x="226" y="1315"/>
                    <a:pt x="218" y="1314"/>
                    <a:pt x="210" y="1318"/>
                  </a:cubicBezTo>
                  <a:cubicBezTo>
                    <a:pt x="188" y="1324"/>
                    <a:pt x="198" y="1326"/>
                    <a:pt x="196" y="1323"/>
                  </a:cubicBezTo>
                  <a:cubicBezTo>
                    <a:pt x="245" y="1292"/>
                    <a:pt x="250" y="1296"/>
                    <a:pt x="257" y="1291"/>
                  </a:cubicBezTo>
                  <a:cubicBezTo>
                    <a:pt x="286" y="1281"/>
                    <a:pt x="297" y="1283"/>
                    <a:pt x="309" y="1278"/>
                  </a:cubicBezTo>
                  <a:cubicBezTo>
                    <a:pt x="360" y="1270"/>
                    <a:pt x="377" y="1254"/>
                    <a:pt x="392" y="1257"/>
                  </a:cubicBezTo>
                  <a:cubicBezTo>
                    <a:pt x="464" y="1216"/>
                    <a:pt x="478" y="1201"/>
                    <a:pt x="492" y="1188"/>
                  </a:cubicBezTo>
                  <a:cubicBezTo>
                    <a:pt x="510" y="1153"/>
                    <a:pt x="511" y="1156"/>
                    <a:pt x="505" y="1158"/>
                  </a:cubicBezTo>
                  <a:cubicBezTo>
                    <a:pt x="490" y="1176"/>
                    <a:pt x="487" y="1180"/>
                    <a:pt x="487" y="1184"/>
                  </a:cubicBezTo>
                  <a:cubicBezTo>
                    <a:pt x="443" y="1223"/>
                    <a:pt x="444" y="1226"/>
                    <a:pt x="442" y="1224"/>
                  </a:cubicBezTo>
                  <a:cubicBezTo>
                    <a:pt x="413" y="1237"/>
                    <a:pt x="407" y="1243"/>
                    <a:pt x="403" y="1242"/>
                  </a:cubicBezTo>
                  <a:cubicBezTo>
                    <a:pt x="325" y="1267"/>
                    <a:pt x="322" y="1265"/>
                    <a:pt x="318" y="1267"/>
                  </a:cubicBezTo>
                  <a:cubicBezTo>
                    <a:pt x="273" y="1273"/>
                    <a:pt x="263" y="1283"/>
                    <a:pt x="256" y="1279"/>
                  </a:cubicBezTo>
                  <a:cubicBezTo>
                    <a:pt x="295" y="1265"/>
                    <a:pt x="305" y="1261"/>
                    <a:pt x="314" y="1262"/>
                  </a:cubicBezTo>
                  <a:cubicBezTo>
                    <a:pt x="363" y="1241"/>
                    <a:pt x="375" y="1239"/>
                    <a:pt x="387" y="1234"/>
                  </a:cubicBezTo>
                  <a:cubicBezTo>
                    <a:pt x="479" y="1164"/>
                    <a:pt x="483" y="1161"/>
                    <a:pt x="485" y="1158"/>
                  </a:cubicBezTo>
                  <a:cubicBezTo>
                    <a:pt x="512" y="1124"/>
                    <a:pt x="513" y="1117"/>
                    <a:pt x="520" y="1111"/>
                  </a:cubicBezTo>
                  <a:cubicBezTo>
                    <a:pt x="509" y="1116"/>
                    <a:pt x="505" y="1120"/>
                    <a:pt x="502" y="1124"/>
                  </a:cubicBezTo>
                  <a:cubicBezTo>
                    <a:pt x="478" y="1160"/>
                    <a:pt x="470" y="1160"/>
                    <a:pt x="471" y="1166"/>
                  </a:cubicBezTo>
                  <a:cubicBezTo>
                    <a:pt x="431" y="1191"/>
                    <a:pt x="426" y="1200"/>
                    <a:pt x="421" y="1202"/>
                  </a:cubicBezTo>
                  <a:cubicBezTo>
                    <a:pt x="378" y="1227"/>
                    <a:pt x="371" y="1230"/>
                    <a:pt x="363" y="1234"/>
                  </a:cubicBezTo>
                  <a:cubicBezTo>
                    <a:pt x="322" y="1251"/>
                    <a:pt x="307" y="1250"/>
                    <a:pt x="290" y="1259"/>
                  </a:cubicBezTo>
                  <a:cubicBezTo>
                    <a:pt x="246" y="1271"/>
                    <a:pt x="237" y="1279"/>
                    <a:pt x="231" y="1275"/>
                  </a:cubicBezTo>
                  <a:cubicBezTo>
                    <a:pt x="290" y="1254"/>
                    <a:pt x="296" y="1241"/>
                    <a:pt x="298" y="1246"/>
                  </a:cubicBezTo>
                  <a:cubicBezTo>
                    <a:pt x="362" y="1221"/>
                    <a:pt x="377" y="1211"/>
                    <a:pt x="391" y="1204"/>
                  </a:cubicBezTo>
                  <a:cubicBezTo>
                    <a:pt x="515" y="1103"/>
                    <a:pt x="512" y="1098"/>
                    <a:pt x="518" y="1095"/>
                  </a:cubicBezTo>
                  <a:cubicBezTo>
                    <a:pt x="532" y="1075"/>
                    <a:pt x="536" y="1073"/>
                    <a:pt x="535" y="1071"/>
                  </a:cubicBezTo>
                  <a:cubicBezTo>
                    <a:pt x="539" y="1064"/>
                    <a:pt x="536" y="1067"/>
                    <a:pt x="532" y="1070"/>
                  </a:cubicBezTo>
                  <a:cubicBezTo>
                    <a:pt x="497" y="1109"/>
                    <a:pt x="495" y="1119"/>
                    <a:pt x="485" y="1121"/>
                  </a:cubicBezTo>
                  <a:cubicBezTo>
                    <a:pt x="453" y="1152"/>
                    <a:pt x="442" y="1160"/>
                    <a:pt x="431" y="1168"/>
                  </a:cubicBezTo>
                  <a:cubicBezTo>
                    <a:pt x="397" y="1193"/>
                    <a:pt x="389" y="1191"/>
                    <a:pt x="388" y="1197"/>
                  </a:cubicBezTo>
                  <a:cubicBezTo>
                    <a:pt x="367" y="1206"/>
                    <a:pt x="360" y="1215"/>
                    <a:pt x="356" y="1210"/>
                  </a:cubicBezTo>
                  <a:cubicBezTo>
                    <a:pt x="315" y="1230"/>
                    <a:pt x="305" y="1233"/>
                    <a:pt x="294" y="1240"/>
                  </a:cubicBezTo>
                  <a:cubicBezTo>
                    <a:pt x="262" y="1252"/>
                    <a:pt x="260" y="1251"/>
                    <a:pt x="257" y="1254"/>
                  </a:cubicBezTo>
                  <a:cubicBezTo>
                    <a:pt x="237" y="1263"/>
                    <a:pt x="233" y="1265"/>
                    <a:pt x="229" y="1267"/>
                  </a:cubicBezTo>
                  <a:cubicBezTo>
                    <a:pt x="218" y="1271"/>
                    <a:pt x="214" y="1278"/>
                    <a:pt x="211" y="1275"/>
                  </a:cubicBezTo>
                  <a:cubicBezTo>
                    <a:pt x="241" y="1245"/>
                    <a:pt x="262" y="1234"/>
                    <a:pt x="291" y="1222"/>
                  </a:cubicBezTo>
                  <a:cubicBezTo>
                    <a:pt x="352" y="1187"/>
                    <a:pt x="356" y="1194"/>
                    <a:pt x="360" y="1189"/>
                  </a:cubicBezTo>
                  <a:cubicBezTo>
                    <a:pt x="397" y="1173"/>
                    <a:pt x="401" y="1169"/>
                    <a:pt x="405" y="1169"/>
                  </a:cubicBezTo>
                  <a:cubicBezTo>
                    <a:pt x="461" y="1128"/>
                    <a:pt x="482" y="1115"/>
                    <a:pt x="495" y="1100"/>
                  </a:cubicBezTo>
                  <a:cubicBezTo>
                    <a:pt x="532" y="1063"/>
                    <a:pt x="536" y="1059"/>
                    <a:pt x="536" y="1055"/>
                  </a:cubicBezTo>
                  <a:cubicBezTo>
                    <a:pt x="492" y="1093"/>
                    <a:pt x="491" y="1097"/>
                    <a:pt x="486" y="1101"/>
                  </a:cubicBezTo>
                  <a:cubicBezTo>
                    <a:pt x="470" y="1111"/>
                    <a:pt x="468" y="1118"/>
                    <a:pt x="461" y="1121"/>
                  </a:cubicBezTo>
                  <a:cubicBezTo>
                    <a:pt x="441" y="1135"/>
                    <a:pt x="439" y="1138"/>
                    <a:pt x="438" y="1141"/>
                  </a:cubicBezTo>
                  <a:cubicBezTo>
                    <a:pt x="395" y="1165"/>
                    <a:pt x="389" y="1166"/>
                    <a:pt x="384" y="1167"/>
                  </a:cubicBezTo>
                  <a:cubicBezTo>
                    <a:pt x="366" y="1175"/>
                    <a:pt x="360" y="1181"/>
                    <a:pt x="354" y="1181"/>
                  </a:cubicBezTo>
                  <a:cubicBezTo>
                    <a:pt x="336" y="1190"/>
                    <a:pt x="330" y="1193"/>
                    <a:pt x="324" y="1196"/>
                  </a:cubicBezTo>
                  <a:cubicBezTo>
                    <a:pt x="289" y="1212"/>
                    <a:pt x="274" y="1219"/>
                    <a:pt x="259" y="1226"/>
                  </a:cubicBezTo>
                  <a:cubicBezTo>
                    <a:pt x="235" y="1240"/>
                    <a:pt x="227" y="1244"/>
                    <a:pt x="224" y="1249"/>
                  </a:cubicBezTo>
                  <a:cubicBezTo>
                    <a:pt x="202" y="1270"/>
                    <a:pt x="193" y="1272"/>
                    <a:pt x="192" y="1269"/>
                  </a:cubicBezTo>
                  <a:cubicBezTo>
                    <a:pt x="215" y="1249"/>
                    <a:pt x="212" y="1245"/>
                    <a:pt x="217" y="1243"/>
                  </a:cubicBezTo>
                  <a:cubicBezTo>
                    <a:pt x="243" y="1226"/>
                    <a:pt x="244" y="1223"/>
                    <a:pt x="250" y="1220"/>
                  </a:cubicBezTo>
                  <a:cubicBezTo>
                    <a:pt x="326" y="1181"/>
                    <a:pt x="340" y="1175"/>
                    <a:pt x="358" y="1169"/>
                  </a:cubicBezTo>
                  <a:cubicBezTo>
                    <a:pt x="494" y="1080"/>
                    <a:pt x="512" y="1077"/>
                    <a:pt x="512" y="1063"/>
                  </a:cubicBezTo>
                  <a:cubicBezTo>
                    <a:pt x="460" y="1106"/>
                    <a:pt x="454" y="1105"/>
                    <a:pt x="447" y="1112"/>
                  </a:cubicBezTo>
                  <a:cubicBezTo>
                    <a:pt x="401" y="1139"/>
                    <a:pt x="397" y="1141"/>
                    <a:pt x="392" y="1144"/>
                  </a:cubicBezTo>
                  <a:cubicBezTo>
                    <a:pt x="299" y="1182"/>
                    <a:pt x="278" y="1194"/>
                    <a:pt x="258" y="1204"/>
                  </a:cubicBezTo>
                  <a:cubicBezTo>
                    <a:pt x="222" y="1232"/>
                    <a:pt x="219" y="1228"/>
                    <a:pt x="215" y="1233"/>
                  </a:cubicBezTo>
                  <a:cubicBezTo>
                    <a:pt x="191" y="1248"/>
                    <a:pt x="198" y="1246"/>
                    <a:pt x="198" y="1243"/>
                  </a:cubicBezTo>
                  <a:cubicBezTo>
                    <a:pt x="210" y="1232"/>
                    <a:pt x="218" y="1227"/>
                    <a:pt x="221" y="1221"/>
                  </a:cubicBezTo>
                  <a:cubicBezTo>
                    <a:pt x="275" y="1187"/>
                    <a:pt x="293" y="1174"/>
                    <a:pt x="310" y="1167"/>
                  </a:cubicBezTo>
                  <a:cubicBezTo>
                    <a:pt x="378" y="1137"/>
                    <a:pt x="377" y="1130"/>
                    <a:pt x="382" y="1132"/>
                  </a:cubicBezTo>
                  <a:cubicBezTo>
                    <a:pt x="433" y="1103"/>
                    <a:pt x="436" y="1100"/>
                    <a:pt x="437" y="1102"/>
                  </a:cubicBezTo>
                  <a:cubicBezTo>
                    <a:pt x="461" y="1086"/>
                    <a:pt x="465" y="1087"/>
                    <a:pt x="471" y="1080"/>
                  </a:cubicBezTo>
                  <a:cubicBezTo>
                    <a:pt x="502" y="1058"/>
                    <a:pt x="506" y="1058"/>
                    <a:pt x="511" y="1054"/>
                  </a:cubicBezTo>
                  <a:cubicBezTo>
                    <a:pt x="567" y="1001"/>
                    <a:pt x="569" y="996"/>
                    <a:pt x="573" y="991"/>
                  </a:cubicBezTo>
                  <a:cubicBezTo>
                    <a:pt x="512" y="1042"/>
                    <a:pt x="492" y="1060"/>
                    <a:pt x="472" y="1069"/>
                  </a:cubicBezTo>
                  <a:cubicBezTo>
                    <a:pt x="445" y="1085"/>
                    <a:pt x="440" y="1093"/>
                    <a:pt x="436" y="1090"/>
                  </a:cubicBezTo>
                  <a:cubicBezTo>
                    <a:pt x="383" y="1123"/>
                    <a:pt x="380" y="1120"/>
                    <a:pt x="375" y="1125"/>
                  </a:cubicBezTo>
                  <a:cubicBezTo>
                    <a:pt x="301" y="1163"/>
                    <a:pt x="285" y="1166"/>
                    <a:pt x="266" y="1181"/>
                  </a:cubicBezTo>
                  <a:cubicBezTo>
                    <a:pt x="238" y="1199"/>
                    <a:pt x="226" y="1210"/>
                    <a:pt x="218" y="1211"/>
                  </a:cubicBezTo>
                  <a:cubicBezTo>
                    <a:pt x="195" y="1226"/>
                    <a:pt x="199" y="1221"/>
                    <a:pt x="198" y="1216"/>
                  </a:cubicBezTo>
                  <a:cubicBezTo>
                    <a:pt x="230" y="1183"/>
                    <a:pt x="233" y="1182"/>
                    <a:pt x="238" y="1177"/>
                  </a:cubicBezTo>
                  <a:cubicBezTo>
                    <a:pt x="319" y="1129"/>
                    <a:pt x="328" y="1123"/>
                    <a:pt x="336" y="1121"/>
                  </a:cubicBezTo>
                  <a:cubicBezTo>
                    <a:pt x="493" y="1012"/>
                    <a:pt x="511" y="1000"/>
                    <a:pt x="526" y="986"/>
                  </a:cubicBezTo>
                  <a:cubicBezTo>
                    <a:pt x="552" y="958"/>
                    <a:pt x="551" y="956"/>
                    <a:pt x="554" y="954"/>
                  </a:cubicBezTo>
                  <a:cubicBezTo>
                    <a:pt x="522" y="977"/>
                    <a:pt x="521" y="987"/>
                    <a:pt x="507" y="995"/>
                  </a:cubicBezTo>
                  <a:cubicBezTo>
                    <a:pt x="490" y="1009"/>
                    <a:pt x="487" y="1013"/>
                    <a:pt x="482" y="1018"/>
                  </a:cubicBezTo>
                  <a:cubicBezTo>
                    <a:pt x="358" y="1100"/>
                    <a:pt x="341" y="1103"/>
                    <a:pt x="333" y="1113"/>
                  </a:cubicBezTo>
                  <a:cubicBezTo>
                    <a:pt x="251" y="1161"/>
                    <a:pt x="227" y="1171"/>
                    <a:pt x="214" y="1187"/>
                  </a:cubicBezTo>
                  <a:cubicBezTo>
                    <a:pt x="211" y="1186"/>
                    <a:pt x="210" y="1183"/>
                    <a:pt x="213" y="1180"/>
                  </a:cubicBezTo>
                  <a:cubicBezTo>
                    <a:pt x="242" y="1151"/>
                    <a:pt x="248" y="1147"/>
                    <a:pt x="259" y="1137"/>
                  </a:cubicBezTo>
                  <a:cubicBezTo>
                    <a:pt x="360" y="1078"/>
                    <a:pt x="373" y="1070"/>
                    <a:pt x="393" y="1055"/>
                  </a:cubicBezTo>
                  <a:cubicBezTo>
                    <a:pt x="452" y="1010"/>
                    <a:pt x="460" y="1010"/>
                    <a:pt x="463" y="1005"/>
                  </a:cubicBezTo>
                  <a:cubicBezTo>
                    <a:pt x="524" y="947"/>
                    <a:pt x="530" y="944"/>
                    <a:pt x="532" y="940"/>
                  </a:cubicBezTo>
                  <a:cubicBezTo>
                    <a:pt x="561" y="903"/>
                    <a:pt x="566" y="896"/>
                    <a:pt x="574" y="890"/>
                  </a:cubicBezTo>
                  <a:cubicBezTo>
                    <a:pt x="547" y="899"/>
                    <a:pt x="543" y="903"/>
                    <a:pt x="537" y="907"/>
                  </a:cubicBezTo>
                  <a:cubicBezTo>
                    <a:pt x="522" y="918"/>
                    <a:pt x="523" y="921"/>
                    <a:pt x="519" y="922"/>
                  </a:cubicBezTo>
                  <a:cubicBezTo>
                    <a:pt x="491" y="945"/>
                    <a:pt x="485" y="954"/>
                    <a:pt x="474" y="962"/>
                  </a:cubicBezTo>
                  <a:cubicBezTo>
                    <a:pt x="396" y="1023"/>
                    <a:pt x="387" y="1030"/>
                    <a:pt x="378" y="1037"/>
                  </a:cubicBezTo>
                  <a:cubicBezTo>
                    <a:pt x="323" y="1067"/>
                    <a:pt x="317" y="1067"/>
                    <a:pt x="311" y="1070"/>
                  </a:cubicBezTo>
                  <a:cubicBezTo>
                    <a:pt x="262" y="1102"/>
                    <a:pt x="259" y="1103"/>
                    <a:pt x="256" y="1103"/>
                  </a:cubicBezTo>
                  <a:cubicBezTo>
                    <a:pt x="244" y="1115"/>
                    <a:pt x="236" y="1116"/>
                    <a:pt x="239" y="1120"/>
                  </a:cubicBezTo>
                  <a:cubicBezTo>
                    <a:pt x="222" y="1136"/>
                    <a:pt x="217" y="1144"/>
                    <a:pt x="214" y="1140"/>
                  </a:cubicBezTo>
                  <a:cubicBezTo>
                    <a:pt x="260" y="1090"/>
                    <a:pt x="271" y="1086"/>
                    <a:pt x="296" y="1066"/>
                  </a:cubicBezTo>
                  <a:cubicBezTo>
                    <a:pt x="418" y="989"/>
                    <a:pt x="425" y="977"/>
                    <a:pt x="430" y="979"/>
                  </a:cubicBezTo>
                  <a:cubicBezTo>
                    <a:pt x="451" y="961"/>
                    <a:pt x="456" y="956"/>
                    <a:pt x="465" y="947"/>
                  </a:cubicBezTo>
                  <a:cubicBezTo>
                    <a:pt x="540" y="892"/>
                    <a:pt x="549" y="886"/>
                    <a:pt x="560" y="878"/>
                  </a:cubicBezTo>
                  <a:cubicBezTo>
                    <a:pt x="587" y="870"/>
                    <a:pt x="592" y="858"/>
                    <a:pt x="594" y="863"/>
                  </a:cubicBezTo>
                  <a:cubicBezTo>
                    <a:pt x="625" y="848"/>
                    <a:pt x="636" y="854"/>
                    <a:pt x="633" y="845"/>
                  </a:cubicBezTo>
                  <a:cubicBezTo>
                    <a:pt x="574" y="858"/>
                    <a:pt x="566" y="857"/>
                    <a:pt x="557" y="863"/>
                  </a:cubicBezTo>
                  <a:cubicBezTo>
                    <a:pt x="523" y="876"/>
                    <a:pt x="515" y="880"/>
                    <a:pt x="508" y="884"/>
                  </a:cubicBezTo>
                  <a:cubicBezTo>
                    <a:pt x="420" y="945"/>
                    <a:pt x="411" y="951"/>
                    <a:pt x="402" y="958"/>
                  </a:cubicBezTo>
                  <a:cubicBezTo>
                    <a:pt x="299" y="1027"/>
                    <a:pt x="297" y="1029"/>
                    <a:pt x="295" y="1030"/>
                  </a:cubicBezTo>
                  <a:cubicBezTo>
                    <a:pt x="255" y="1062"/>
                    <a:pt x="252" y="1067"/>
                    <a:pt x="244" y="1072"/>
                  </a:cubicBezTo>
                  <a:cubicBezTo>
                    <a:pt x="230" y="1081"/>
                    <a:pt x="230" y="1077"/>
                    <a:pt x="232" y="1073"/>
                  </a:cubicBezTo>
                  <a:cubicBezTo>
                    <a:pt x="251" y="1057"/>
                    <a:pt x="253" y="1055"/>
                    <a:pt x="257" y="1053"/>
                  </a:cubicBezTo>
                  <a:cubicBezTo>
                    <a:pt x="293" y="1015"/>
                    <a:pt x="296" y="1017"/>
                    <a:pt x="300" y="1014"/>
                  </a:cubicBezTo>
                  <a:cubicBezTo>
                    <a:pt x="333" y="985"/>
                    <a:pt x="335" y="986"/>
                    <a:pt x="336" y="986"/>
                  </a:cubicBezTo>
                  <a:cubicBezTo>
                    <a:pt x="380" y="950"/>
                    <a:pt x="404" y="938"/>
                    <a:pt x="433" y="916"/>
                  </a:cubicBezTo>
                  <a:cubicBezTo>
                    <a:pt x="492" y="885"/>
                    <a:pt x="501" y="881"/>
                    <a:pt x="511" y="874"/>
                  </a:cubicBezTo>
                  <a:cubicBezTo>
                    <a:pt x="540" y="857"/>
                    <a:pt x="552" y="855"/>
                    <a:pt x="561" y="848"/>
                  </a:cubicBezTo>
                  <a:cubicBezTo>
                    <a:pt x="574" y="833"/>
                    <a:pt x="569" y="837"/>
                    <a:pt x="565" y="840"/>
                  </a:cubicBezTo>
                  <a:cubicBezTo>
                    <a:pt x="512" y="866"/>
                    <a:pt x="509" y="864"/>
                    <a:pt x="505" y="869"/>
                  </a:cubicBezTo>
                  <a:cubicBezTo>
                    <a:pt x="416" y="917"/>
                    <a:pt x="406" y="926"/>
                    <a:pt x="373" y="944"/>
                  </a:cubicBezTo>
                  <a:cubicBezTo>
                    <a:pt x="332" y="978"/>
                    <a:pt x="317" y="986"/>
                    <a:pt x="306" y="995"/>
                  </a:cubicBezTo>
                  <a:cubicBezTo>
                    <a:pt x="253" y="1040"/>
                    <a:pt x="256" y="1048"/>
                    <a:pt x="251" y="1045"/>
                  </a:cubicBezTo>
                  <a:cubicBezTo>
                    <a:pt x="235" y="1052"/>
                    <a:pt x="237" y="1048"/>
                    <a:pt x="241" y="1044"/>
                  </a:cubicBezTo>
                  <a:cubicBezTo>
                    <a:pt x="310" y="977"/>
                    <a:pt x="362" y="934"/>
                    <a:pt x="419" y="899"/>
                  </a:cubicBezTo>
                  <a:cubicBezTo>
                    <a:pt x="482" y="869"/>
                    <a:pt x="481" y="865"/>
                    <a:pt x="487" y="864"/>
                  </a:cubicBezTo>
                  <a:cubicBezTo>
                    <a:pt x="513" y="858"/>
                    <a:pt x="519" y="848"/>
                    <a:pt x="522" y="852"/>
                  </a:cubicBezTo>
                  <a:cubicBezTo>
                    <a:pt x="583" y="826"/>
                    <a:pt x="598" y="821"/>
                    <a:pt x="613" y="815"/>
                  </a:cubicBezTo>
                  <a:cubicBezTo>
                    <a:pt x="578" y="820"/>
                    <a:pt x="572" y="828"/>
                    <a:pt x="567" y="826"/>
                  </a:cubicBezTo>
                  <a:cubicBezTo>
                    <a:pt x="541" y="835"/>
                    <a:pt x="538" y="835"/>
                    <a:pt x="536" y="837"/>
                  </a:cubicBezTo>
                  <a:cubicBezTo>
                    <a:pt x="509" y="843"/>
                    <a:pt x="505" y="850"/>
                    <a:pt x="502" y="851"/>
                  </a:cubicBezTo>
                  <a:cubicBezTo>
                    <a:pt x="480" y="859"/>
                    <a:pt x="474" y="860"/>
                    <a:pt x="468" y="866"/>
                  </a:cubicBezTo>
                  <a:cubicBezTo>
                    <a:pt x="423" y="890"/>
                    <a:pt x="421" y="886"/>
                    <a:pt x="417" y="890"/>
                  </a:cubicBezTo>
                  <a:cubicBezTo>
                    <a:pt x="390" y="907"/>
                    <a:pt x="385" y="911"/>
                    <a:pt x="380" y="914"/>
                  </a:cubicBezTo>
                  <a:cubicBezTo>
                    <a:pt x="361" y="927"/>
                    <a:pt x="350" y="937"/>
                    <a:pt x="335" y="947"/>
                  </a:cubicBezTo>
                  <a:cubicBezTo>
                    <a:pt x="277" y="996"/>
                    <a:pt x="275" y="1001"/>
                    <a:pt x="266" y="1004"/>
                  </a:cubicBezTo>
                  <a:cubicBezTo>
                    <a:pt x="252" y="1019"/>
                    <a:pt x="249" y="1014"/>
                    <a:pt x="250" y="1013"/>
                  </a:cubicBezTo>
                  <a:cubicBezTo>
                    <a:pt x="261" y="1003"/>
                    <a:pt x="262" y="1003"/>
                    <a:pt x="262" y="1002"/>
                  </a:cubicBezTo>
                  <a:cubicBezTo>
                    <a:pt x="283" y="983"/>
                    <a:pt x="288" y="972"/>
                    <a:pt x="297" y="962"/>
                  </a:cubicBezTo>
                  <a:cubicBezTo>
                    <a:pt x="358" y="911"/>
                    <a:pt x="362" y="915"/>
                    <a:pt x="367" y="909"/>
                  </a:cubicBezTo>
                  <a:cubicBezTo>
                    <a:pt x="396" y="889"/>
                    <a:pt x="399" y="896"/>
                    <a:pt x="403" y="891"/>
                  </a:cubicBezTo>
                  <a:cubicBezTo>
                    <a:pt x="418" y="884"/>
                    <a:pt x="423" y="872"/>
                    <a:pt x="425" y="877"/>
                  </a:cubicBezTo>
                  <a:cubicBezTo>
                    <a:pt x="466" y="855"/>
                    <a:pt x="478" y="855"/>
                    <a:pt x="492" y="844"/>
                  </a:cubicBezTo>
                  <a:cubicBezTo>
                    <a:pt x="573" y="801"/>
                    <a:pt x="571" y="802"/>
                    <a:pt x="578" y="796"/>
                  </a:cubicBezTo>
                  <a:cubicBezTo>
                    <a:pt x="604" y="774"/>
                    <a:pt x="612" y="772"/>
                    <a:pt x="609" y="769"/>
                  </a:cubicBezTo>
                  <a:cubicBezTo>
                    <a:pt x="526" y="821"/>
                    <a:pt x="519" y="826"/>
                    <a:pt x="513" y="829"/>
                  </a:cubicBezTo>
                  <a:cubicBezTo>
                    <a:pt x="463" y="847"/>
                    <a:pt x="455" y="856"/>
                    <a:pt x="450" y="854"/>
                  </a:cubicBezTo>
                  <a:cubicBezTo>
                    <a:pt x="390" y="884"/>
                    <a:pt x="378" y="893"/>
                    <a:pt x="368" y="897"/>
                  </a:cubicBezTo>
                  <a:cubicBezTo>
                    <a:pt x="338" y="920"/>
                    <a:pt x="335" y="923"/>
                    <a:pt x="332" y="925"/>
                  </a:cubicBezTo>
                  <a:cubicBezTo>
                    <a:pt x="316" y="936"/>
                    <a:pt x="308" y="942"/>
                    <a:pt x="301" y="947"/>
                  </a:cubicBezTo>
                  <a:cubicBezTo>
                    <a:pt x="265" y="982"/>
                    <a:pt x="261" y="986"/>
                    <a:pt x="258" y="990"/>
                  </a:cubicBezTo>
                  <a:cubicBezTo>
                    <a:pt x="267" y="967"/>
                    <a:pt x="265" y="971"/>
                    <a:pt x="270" y="972"/>
                  </a:cubicBezTo>
                  <a:cubicBezTo>
                    <a:pt x="317" y="926"/>
                    <a:pt x="316" y="922"/>
                    <a:pt x="337" y="912"/>
                  </a:cubicBezTo>
                  <a:cubicBezTo>
                    <a:pt x="446" y="842"/>
                    <a:pt x="455" y="842"/>
                    <a:pt x="463" y="838"/>
                  </a:cubicBezTo>
                  <a:cubicBezTo>
                    <a:pt x="475" y="832"/>
                    <a:pt x="476" y="831"/>
                    <a:pt x="477" y="830"/>
                  </a:cubicBezTo>
                  <a:cubicBezTo>
                    <a:pt x="595" y="755"/>
                    <a:pt x="608" y="750"/>
                    <a:pt x="608" y="743"/>
                  </a:cubicBezTo>
                  <a:cubicBezTo>
                    <a:pt x="591" y="754"/>
                    <a:pt x="593" y="752"/>
                    <a:pt x="587" y="758"/>
                  </a:cubicBezTo>
                  <a:cubicBezTo>
                    <a:pt x="552" y="781"/>
                    <a:pt x="553" y="785"/>
                    <a:pt x="549" y="783"/>
                  </a:cubicBezTo>
                  <a:cubicBezTo>
                    <a:pt x="516" y="799"/>
                    <a:pt x="510" y="807"/>
                    <a:pt x="506" y="809"/>
                  </a:cubicBezTo>
                  <a:cubicBezTo>
                    <a:pt x="432" y="848"/>
                    <a:pt x="425" y="843"/>
                    <a:pt x="423" y="847"/>
                  </a:cubicBezTo>
                  <a:cubicBezTo>
                    <a:pt x="403" y="861"/>
                    <a:pt x="400" y="858"/>
                    <a:pt x="396" y="861"/>
                  </a:cubicBezTo>
                  <a:cubicBezTo>
                    <a:pt x="290" y="934"/>
                    <a:pt x="289" y="937"/>
                    <a:pt x="284" y="940"/>
                  </a:cubicBezTo>
                  <a:cubicBezTo>
                    <a:pt x="283" y="932"/>
                    <a:pt x="287" y="928"/>
                    <a:pt x="289" y="924"/>
                  </a:cubicBezTo>
                  <a:cubicBezTo>
                    <a:pt x="318" y="903"/>
                    <a:pt x="325" y="895"/>
                    <a:pt x="335" y="888"/>
                  </a:cubicBezTo>
                  <a:cubicBezTo>
                    <a:pt x="381" y="857"/>
                    <a:pt x="388" y="853"/>
                    <a:pt x="394" y="848"/>
                  </a:cubicBezTo>
                  <a:cubicBezTo>
                    <a:pt x="445" y="830"/>
                    <a:pt x="450" y="818"/>
                    <a:pt x="452" y="823"/>
                  </a:cubicBezTo>
                  <a:cubicBezTo>
                    <a:pt x="472" y="813"/>
                    <a:pt x="472" y="811"/>
                    <a:pt x="474" y="812"/>
                  </a:cubicBezTo>
                  <a:cubicBezTo>
                    <a:pt x="492" y="804"/>
                    <a:pt x="496" y="802"/>
                    <a:pt x="499" y="799"/>
                  </a:cubicBezTo>
                  <a:cubicBezTo>
                    <a:pt x="522" y="787"/>
                    <a:pt x="529" y="784"/>
                    <a:pt x="536" y="782"/>
                  </a:cubicBezTo>
                  <a:cubicBezTo>
                    <a:pt x="594" y="740"/>
                    <a:pt x="604" y="733"/>
                    <a:pt x="613" y="727"/>
                  </a:cubicBezTo>
                  <a:cubicBezTo>
                    <a:pt x="629" y="708"/>
                    <a:pt x="626" y="710"/>
                    <a:pt x="623" y="712"/>
                  </a:cubicBezTo>
                  <a:cubicBezTo>
                    <a:pt x="614" y="719"/>
                    <a:pt x="612" y="720"/>
                    <a:pt x="611" y="720"/>
                  </a:cubicBezTo>
                  <a:cubicBezTo>
                    <a:pt x="602" y="727"/>
                    <a:pt x="602" y="731"/>
                    <a:pt x="598" y="733"/>
                  </a:cubicBezTo>
                  <a:cubicBezTo>
                    <a:pt x="578" y="747"/>
                    <a:pt x="571" y="752"/>
                    <a:pt x="564" y="757"/>
                  </a:cubicBezTo>
                  <a:cubicBezTo>
                    <a:pt x="528" y="774"/>
                    <a:pt x="524" y="782"/>
                    <a:pt x="521" y="779"/>
                  </a:cubicBezTo>
                  <a:cubicBezTo>
                    <a:pt x="466" y="806"/>
                    <a:pt x="462" y="809"/>
                    <a:pt x="459" y="809"/>
                  </a:cubicBezTo>
                  <a:cubicBezTo>
                    <a:pt x="423" y="827"/>
                    <a:pt x="420" y="825"/>
                    <a:pt x="416" y="827"/>
                  </a:cubicBezTo>
                  <a:cubicBezTo>
                    <a:pt x="347" y="870"/>
                    <a:pt x="336" y="878"/>
                    <a:pt x="325" y="885"/>
                  </a:cubicBezTo>
                  <a:cubicBezTo>
                    <a:pt x="302" y="902"/>
                    <a:pt x="299" y="905"/>
                    <a:pt x="297" y="904"/>
                  </a:cubicBezTo>
                  <a:cubicBezTo>
                    <a:pt x="342" y="859"/>
                    <a:pt x="352" y="856"/>
                    <a:pt x="352" y="851"/>
                  </a:cubicBezTo>
                  <a:cubicBezTo>
                    <a:pt x="384" y="833"/>
                    <a:pt x="390" y="829"/>
                    <a:pt x="403" y="820"/>
                  </a:cubicBezTo>
                  <a:cubicBezTo>
                    <a:pt x="434" y="799"/>
                    <a:pt x="448" y="797"/>
                    <a:pt x="456" y="791"/>
                  </a:cubicBezTo>
                  <a:cubicBezTo>
                    <a:pt x="491" y="772"/>
                    <a:pt x="498" y="776"/>
                    <a:pt x="509" y="765"/>
                  </a:cubicBezTo>
                  <a:cubicBezTo>
                    <a:pt x="550" y="750"/>
                    <a:pt x="561" y="743"/>
                    <a:pt x="571" y="740"/>
                  </a:cubicBezTo>
                  <a:cubicBezTo>
                    <a:pt x="650" y="685"/>
                    <a:pt x="651" y="680"/>
                    <a:pt x="658" y="677"/>
                  </a:cubicBezTo>
                  <a:cubicBezTo>
                    <a:pt x="663" y="670"/>
                    <a:pt x="651" y="676"/>
                    <a:pt x="643" y="686"/>
                  </a:cubicBezTo>
                  <a:cubicBezTo>
                    <a:pt x="557" y="738"/>
                    <a:pt x="549" y="738"/>
                    <a:pt x="541" y="745"/>
                  </a:cubicBezTo>
                  <a:cubicBezTo>
                    <a:pt x="457" y="783"/>
                    <a:pt x="447" y="787"/>
                    <a:pt x="438" y="789"/>
                  </a:cubicBezTo>
                  <a:cubicBezTo>
                    <a:pt x="417" y="807"/>
                    <a:pt x="409" y="804"/>
                    <a:pt x="401" y="811"/>
                  </a:cubicBezTo>
                  <a:cubicBezTo>
                    <a:pt x="339" y="851"/>
                    <a:pt x="338" y="856"/>
                    <a:pt x="329" y="860"/>
                  </a:cubicBezTo>
                  <a:cubicBezTo>
                    <a:pt x="311" y="871"/>
                    <a:pt x="311" y="863"/>
                    <a:pt x="308" y="866"/>
                  </a:cubicBezTo>
                  <a:cubicBezTo>
                    <a:pt x="324" y="849"/>
                    <a:pt x="327" y="851"/>
                    <a:pt x="327" y="847"/>
                  </a:cubicBezTo>
                  <a:cubicBezTo>
                    <a:pt x="429" y="785"/>
                    <a:pt x="430" y="783"/>
                    <a:pt x="438" y="779"/>
                  </a:cubicBezTo>
                  <a:cubicBezTo>
                    <a:pt x="489" y="753"/>
                    <a:pt x="491" y="753"/>
                    <a:pt x="494" y="751"/>
                  </a:cubicBezTo>
                  <a:cubicBezTo>
                    <a:pt x="546" y="730"/>
                    <a:pt x="551" y="722"/>
                    <a:pt x="554" y="725"/>
                  </a:cubicBezTo>
                  <a:cubicBezTo>
                    <a:pt x="553" y="723"/>
                    <a:pt x="551" y="717"/>
                    <a:pt x="547" y="723"/>
                  </a:cubicBezTo>
                  <a:cubicBezTo>
                    <a:pt x="515" y="736"/>
                    <a:pt x="513" y="732"/>
                    <a:pt x="509" y="735"/>
                  </a:cubicBezTo>
                  <a:cubicBezTo>
                    <a:pt x="487" y="740"/>
                    <a:pt x="482" y="748"/>
                    <a:pt x="479" y="745"/>
                  </a:cubicBezTo>
                  <a:cubicBezTo>
                    <a:pt x="397" y="793"/>
                    <a:pt x="390" y="796"/>
                    <a:pt x="382" y="800"/>
                  </a:cubicBezTo>
                  <a:cubicBezTo>
                    <a:pt x="344" y="825"/>
                    <a:pt x="339" y="829"/>
                    <a:pt x="334" y="833"/>
                  </a:cubicBezTo>
                  <a:cubicBezTo>
                    <a:pt x="346" y="804"/>
                    <a:pt x="361" y="789"/>
                    <a:pt x="375" y="781"/>
                  </a:cubicBezTo>
                  <a:cubicBezTo>
                    <a:pt x="397" y="767"/>
                    <a:pt x="400" y="765"/>
                    <a:pt x="404" y="763"/>
                  </a:cubicBezTo>
                  <a:cubicBezTo>
                    <a:pt x="478" y="727"/>
                    <a:pt x="484" y="727"/>
                    <a:pt x="492" y="721"/>
                  </a:cubicBezTo>
                  <a:cubicBezTo>
                    <a:pt x="514" y="719"/>
                    <a:pt x="521" y="711"/>
                    <a:pt x="527" y="713"/>
                  </a:cubicBezTo>
                  <a:cubicBezTo>
                    <a:pt x="573" y="696"/>
                    <a:pt x="580" y="692"/>
                    <a:pt x="587" y="689"/>
                  </a:cubicBezTo>
                  <a:cubicBezTo>
                    <a:pt x="627" y="664"/>
                    <a:pt x="637" y="667"/>
                    <a:pt x="634" y="660"/>
                  </a:cubicBezTo>
                  <a:cubicBezTo>
                    <a:pt x="534" y="701"/>
                    <a:pt x="528" y="701"/>
                    <a:pt x="521" y="705"/>
                  </a:cubicBezTo>
                  <a:cubicBezTo>
                    <a:pt x="490" y="707"/>
                    <a:pt x="495" y="713"/>
                    <a:pt x="501" y="707"/>
                  </a:cubicBezTo>
                  <a:cubicBezTo>
                    <a:pt x="543" y="697"/>
                    <a:pt x="550" y="686"/>
                    <a:pt x="556" y="687"/>
                  </a:cubicBezTo>
                  <a:cubicBezTo>
                    <a:pt x="578" y="682"/>
                    <a:pt x="584" y="677"/>
                    <a:pt x="590" y="677"/>
                  </a:cubicBezTo>
                  <a:cubicBezTo>
                    <a:pt x="643" y="648"/>
                    <a:pt x="657" y="643"/>
                    <a:pt x="673" y="629"/>
                  </a:cubicBezTo>
                  <a:cubicBezTo>
                    <a:pt x="647" y="645"/>
                    <a:pt x="643" y="645"/>
                    <a:pt x="641" y="645"/>
                  </a:cubicBezTo>
                  <a:cubicBezTo>
                    <a:pt x="611" y="659"/>
                    <a:pt x="604" y="666"/>
                    <a:pt x="597" y="667"/>
                  </a:cubicBezTo>
                  <a:cubicBezTo>
                    <a:pt x="556" y="675"/>
                    <a:pt x="551" y="687"/>
                    <a:pt x="549" y="682"/>
                  </a:cubicBezTo>
                  <a:cubicBezTo>
                    <a:pt x="516" y="695"/>
                    <a:pt x="514" y="691"/>
                    <a:pt x="510" y="696"/>
                  </a:cubicBezTo>
                  <a:cubicBezTo>
                    <a:pt x="487" y="704"/>
                    <a:pt x="483" y="706"/>
                    <a:pt x="480" y="705"/>
                  </a:cubicBezTo>
                  <a:cubicBezTo>
                    <a:pt x="454" y="716"/>
                    <a:pt x="446" y="720"/>
                    <a:pt x="441" y="723"/>
                  </a:cubicBezTo>
                  <a:cubicBezTo>
                    <a:pt x="430" y="731"/>
                    <a:pt x="427" y="727"/>
                    <a:pt x="423" y="731"/>
                  </a:cubicBezTo>
                  <a:cubicBezTo>
                    <a:pt x="386" y="755"/>
                    <a:pt x="382" y="753"/>
                    <a:pt x="377" y="757"/>
                  </a:cubicBezTo>
                  <a:cubicBezTo>
                    <a:pt x="347" y="769"/>
                    <a:pt x="358" y="764"/>
                    <a:pt x="366" y="758"/>
                  </a:cubicBezTo>
                  <a:cubicBezTo>
                    <a:pt x="409" y="728"/>
                    <a:pt x="417" y="725"/>
                    <a:pt x="425" y="718"/>
                  </a:cubicBezTo>
                  <a:cubicBezTo>
                    <a:pt x="571" y="656"/>
                    <a:pt x="601" y="640"/>
                    <a:pt x="630" y="626"/>
                  </a:cubicBezTo>
                  <a:cubicBezTo>
                    <a:pt x="661" y="605"/>
                    <a:pt x="663" y="601"/>
                    <a:pt x="664" y="599"/>
                  </a:cubicBezTo>
                  <a:cubicBezTo>
                    <a:pt x="642" y="607"/>
                    <a:pt x="637" y="615"/>
                    <a:pt x="632" y="617"/>
                  </a:cubicBezTo>
                  <a:cubicBezTo>
                    <a:pt x="575" y="644"/>
                    <a:pt x="557" y="653"/>
                    <a:pt x="540" y="659"/>
                  </a:cubicBezTo>
                  <a:cubicBezTo>
                    <a:pt x="479" y="687"/>
                    <a:pt x="471" y="684"/>
                    <a:pt x="462" y="691"/>
                  </a:cubicBezTo>
                  <a:cubicBezTo>
                    <a:pt x="418" y="713"/>
                    <a:pt x="415" y="715"/>
                    <a:pt x="412" y="717"/>
                  </a:cubicBezTo>
                  <a:cubicBezTo>
                    <a:pt x="381" y="734"/>
                    <a:pt x="377" y="737"/>
                    <a:pt x="373" y="740"/>
                  </a:cubicBezTo>
                  <a:cubicBezTo>
                    <a:pt x="385" y="720"/>
                    <a:pt x="404" y="707"/>
                    <a:pt x="421" y="696"/>
                  </a:cubicBezTo>
                  <a:cubicBezTo>
                    <a:pt x="473" y="672"/>
                    <a:pt x="478" y="677"/>
                    <a:pt x="484" y="670"/>
                  </a:cubicBezTo>
                  <a:cubicBezTo>
                    <a:pt x="519" y="657"/>
                    <a:pt x="524" y="659"/>
                    <a:pt x="529" y="654"/>
                  </a:cubicBezTo>
                  <a:cubicBezTo>
                    <a:pt x="603" y="622"/>
                    <a:pt x="611" y="619"/>
                    <a:pt x="619" y="615"/>
                  </a:cubicBezTo>
                  <a:cubicBezTo>
                    <a:pt x="667" y="570"/>
                    <a:pt x="677" y="568"/>
                    <a:pt x="675" y="564"/>
                  </a:cubicBezTo>
                  <a:cubicBezTo>
                    <a:pt x="719" y="542"/>
                    <a:pt x="725" y="539"/>
                    <a:pt x="730" y="537"/>
                  </a:cubicBezTo>
                  <a:cubicBezTo>
                    <a:pt x="742" y="527"/>
                    <a:pt x="737" y="530"/>
                    <a:pt x="732" y="533"/>
                  </a:cubicBezTo>
                  <a:cubicBezTo>
                    <a:pt x="706" y="538"/>
                    <a:pt x="703" y="542"/>
                    <a:pt x="700" y="544"/>
                  </a:cubicBezTo>
                  <a:cubicBezTo>
                    <a:pt x="637" y="575"/>
                    <a:pt x="629" y="578"/>
                    <a:pt x="622" y="585"/>
                  </a:cubicBezTo>
                  <a:cubicBezTo>
                    <a:pt x="557" y="616"/>
                    <a:pt x="550" y="611"/>
                    <a:pt x="543" y="615"/>
                  </a:cubicBezTo>
                  <a:cubicBezTo>
                    <a:pt x="514" y="623"/>
                    <a:pt x="507" y="625"/>
                    <a:pt x="499" y="630"/>
                  </a:cubicBezTo>
                  <a:cubicBezTo>
                    <a:pt x="469" y="641"/>
                    <a:pt x="463" y="637"/>
                    <a:pt x="455" y="644"/>
                  </a:cubicBezTo>
                  <a:cubicBezTo>
                    <a:pt x="432" y="653"/>
                    <a:pt x="426" y="659"/>
                    <a:pt x="422" y="658"/>
                  </a:cubicBezTo>
                  <a:cubicBezTo>
                    <a:pt x="410" y="660"/>
                    <a:pt x="410" y="653"/>
                    <a:pt x="416" y="648"/>
                  </a:cubicBezTo>
                  <a:cubicBezTo>
                    <a:pt x="439" y="640"/>
                    <a:pt x="445" y="628"/>
                    <a:pt x="447" y="633"/>
                  </a:cubicBezTo>
                  <a:cubicBezTo>
                    <a:pt x="502" y="611"/>
                    <a:pt x="513" y="606"/>
                    <a:pt x="523" y="605"/>
                  </a:cubicBezTo>
                  <a:cubicBezTo>
                    <a:pt x="597" y="583"/>
                    <a:pt x="606" y="581"/>
                    <a:pt x="615" y="576"/>
                  </a:cubicBezTo>
                  <a:cubicBezTo>
                    <a:pt x="655" y="561"/>
                    <a:pt x="660" y="548"/>
                    <a:pt x="663" y="553"/>
                  </a:cubicBezTo>
                  <a:cubicBezTo>
                    <a:pt x="715" y="530"/>
                    <a:pt x="721" y="528"/>
                    <a:pt x="727" y="527"/>
                  </a:cubicBezTo>
                  <a:cubicBezTo>
                    <a:pt x="736" y="512"/>
                    <a:pt x="727" y="524"/>
                    <a:pt x="720" y="520"/>
                  </a:cubicBezTo>
                  <a:cubicBezTo>
                    <a:pt x="677" y="533"/>
                    <a:pt x="673" y="536"/>
                    <a:pt x="668" y="537"/>
                  </a:cubicBezTo>
                  <a:cubicBezTo>
                    <a:pt x="603" y="571"/>
                    <a:pt x="600" y="575"/>
                    <a:pt x="598" y="573"/>
                  </a:cubicBezTo>
                  <a:cubicBezTo>
                    <a:pt x="555" y="592"/>
                    <a:pt x="552" y="588"/>
                    <a:pt x="549" y="589"/>
                  </a:cubicBezTo>
                  <a:cubicBezTo>
                    <a:pt x="507" y="600"/>
                    <a:pt x="504" y="601"/>
                    <a:pt x="501" y="601"/>
                  </a:cubicBezTo>
                  <a:cubicBezTo>
                    <a:pt x="462" y="618"/>
                    <a:pt x="456" y="620"/>
                    <a:pt x="449" y="622"/>
                  </a:cubicBezTo>
                  <a:cubicBezTo>
                    <a:pt x="427" y="627"/>
                    <a:pt x="429" y="624"/>
                    <a:pt x="432" y="622"/>
                  </a:cubicBezTo>
                  <a:cubicBezTo>
                    <a:pt x="464" y="601"/>
                    <a:pt x="476" y="596"/>
                    <a:pt x="488" y="594"/>
                  </a:cubicBezTo>
                  <a:cubicBezTo>
                    <a:pt x="519" y="583"/>
                    <a:pt x="522" y="582"/>
                    <a:pt x="525" y="584"/>
                  </a:cubicBezTo>
                  <a:cubicBezTo>
                    <a:pt x="550" y="574"/>
                    <a:pt x="557" y="572"/>
                    <a:pt x="563" y="571"/>
                  </a:cubicBezTo>
                  <a:cubicBezTo>
                    <a:pt x="588" y="560"/>
                    <a:pt x="594" y="562"/>
                    <a:pt x="600" y="559"/>
                  </a:cubicBezTo>
                  <a:cubicBezTo>
                    <a:pt x="645" y="537"/>
                    <a:pt x="651" y="541"/>
                    <a:pt x="657" y="535"/>
                  </a:cubicBezTo>
                  <a:cubicBezTo>
                    <a:pt x="670" y="528"/>
                    <a:pt x="672" y="530"/>
                    <a:pt x="671" y="528"/>
                  </a:cubicBezTo>
                  <a:cubicBezTo>
                    <a:pt x="707" y="510"/>
                    <a:pt x="711" y="502"/>
                    <a:pt x="714" y="502"/>
                  </a:cubicBezTo>
                  <a:cubicBezTo>
                    <a:pt x="729" y="486"/>
                    <a:pt x="743" y="485"/>
                    <a:pt x="736" y="481"/>
                  </a:cubicBezTo>
                  <a:cubicBezTo>
                    <a:pt x="686" y="515"/>
                    <a:pt x="684" y="515"/>
                    <a:pt x="682" y="515"/>
                  </a:cubicBezTo>
                  <a:cubicBezTo>
                    <a:pt x="660" y="525"/>
                    <a:pt x="654" y="529"/>
                    <a:pt x="648" y="532"/>
                  </a:cubicBezTo>
                  <a:cubicBezTo>
                    <a:pt x="622" y="542"/>
                    <a:pt x="616" y="542"/>
                    <a:pt x="609" y="548"/>
                  </a:cubicBezTo>
                  <a:cubicBezTo>
                    <a:pt x="569" y="562"/>
                    <a:pt x="566" y="558"/>
                    <a:pt x="563" y="561"/>
                  </a:cubicBezTo>
                  <a:cubicBezTo>
                    <a:pt x="541" y="567"/>
                    <a:pt x="537" y="572"/>
                    <a:pt x="535" y="570"/>
                  </a:cubicBezTo>
                  <a:cubicBezTo>
                    <a:pt x="474" y="591"/>
                    <a:pt x="469" y="587"/>
                    <a:pt x="462" y="592"/>
                  </a:cubicBezTo>
                  <a:cubicBezTo>
                    <a:pt x="459" y="582"/>
                    <a:pt x="465" y="573"/>
                    <a:pt x="468" y="576"/>
                  </a:cubicBezTo>
                  <a:cubicBezTo>
                    <a:pt x="497" y="562"/>
                    <a:pt x="501" y="567"/>
                    <a:pt x="506" y="564"/>
                  </a:cubicBezTo>
                  <a:cubicBezTo>
                    <a:pt x="546" y="554"/>
                    <a:pt x="550" y="555"/>
                    <a:pt x="555" y="550"/>
                  </a:cubicBezTo>
                  <a:cubicBezTo>
                    <a:pt x="621" y="530"/>
                    <a:pt x="639" y="521"/>
                    <a:pt x="656" y="514"/>
                  </a:cubicBezTo>
                  <a:cubicBezTo>
                    <a:pt x="724" y="468"/>
                    <a:pt x="727" y="472"/>
                    <a:pt x="731" y="467"/>
                  </a:cubicBezTo>
                  <a:cubicBezTo>
                    <a:pt x="698" y="479"/>
                    <a:pt x="675" y="497"/>
                    <a:pt x="653" y="506"/>
                  </a:cubicBezTo>
                  <a:cubicBezTo>
                    <a:pt x="569" y="540"/>
                    <a:pt x="564" y="539"/>
                    <a:pt x="557" y="543"/>
                  </a:cubicBezTo>
                  <a:cubicBezTo>
                    <a:pt x="520" y="547"/>
                    <a:pt x="515" y="554"/>
                    <a:pt x="512" y="552"/>
                  </a:cubicBezTo>
                  <a:cubicBezTo>
                    <a:pt x="473" y="562"/>
                    <a:pt x="469" y="568"/>
                    <a:pt x="466" y="563"/>
                  </a:cubicBezTo>
                  <a:cubicBezTo>
                    <a:pt x="498" y="545"/>
                    <a:pt x="497" y="541"/>
                    <a:pt x="502" y="539"/>
                  </a:cubicBezTo>
                  <a:cubicBezTo>
                    <a:pt x="563" y="520"/>
                    <a:pt x="573" y="516"/>
                    <a:pt x="581" y="519"/>
                  </a:cubicBezTo>
                  <a:cubicBezTo>
                    <a:pt x="612" y="506"/>
                    <a:pt x="616" y="505"/>
                    <a:pt x="619" y="506"/>
                  </a:cubicBezTo>
                  <a:cubicBezTo>
                    <a:pt x="736" y="443"/>
                    <a:pt x="752" y="427"/>
                    <a:pt x="767" y="422"/>
                  </a:cubicBezTo>
                  <a:cubicBezTo>
                    <a:pt x="792" y="398"/>
                    <a:pt x="801" y="398"/>
                    <a:pt x="799" y="388"/>
                  </a:cubicBezTo>
                  <a:cubicBezTo>
                    <a:pt x="779" y="406"/>
                    <a:pt x="773" y="410"/>
                    <a:pt x="771" y="411"/>
                  </a:cubicBezTo>
                  <a:cubicBezTo>
                    <a:pt x="764" y="417"/>
                    <a:pt x="760" y="419"/>
                    <a:pt x="757" y="421"/>
                  </a:cubicBezTo>
                  <a:cubicBezTo>
                    <a:pt x="698" y="461"/>
                    <a:pt x="694" y="459"/>
                    <a:pt x="692" y="461"/>
                  </a:cubicBezTo>
                  <a:cubicBezTo>
                    <a:pt x="645" y="481"/>
                    <a:pt x="642" y="485"/>
                    <a:pt x="639" y="487"/>
                  </a:cubicBezTo>
                  <a:cubicBezTo>
                    <a:pt x="607" y="499"/>
                    <a:pt x="602" y="499"/>
                    <a:pt x="597" y="503"/>
                  </a:cubicBezTo>
                  <a:cubicBezTo>
                    <a:pt x="580" y="505"/>
                    <a:pt x="572" y="510"/>
                    <a:pt x="564" y="509"/>
                  </a:cubicBezTo>
                  <a:cubicBezTo>
                    <a:pt x="507" y="529"/>
                    <a:pt x="504" y="529"/>
                    <a:pt x="501" y="530"/>
                  </a:cubicBezTo>
                  <a:cubicBezTo>
                    <a:pt x="511" y="516"/>
                    <a:pt x="516" y="516"/>
                    <a:pt x="521" y="510"/>
                  </a:cubicBezTo>
                  <a:cubicBezTo>
                    <a:pt x="560" y="498"/>
                    <a:pt x="569" y="498"/>
                    <a:pt x="580" y="493"/>
                  </a:cubicBezTo>
                  <a:cubicBezTo>
                    <a:pt x="646" y="472"/>
                    <a:pt x="652" y="467"/>
                    <a:pt x="658" y="468"/>
                  </a:cubicBezTo>
                  <a:cubicBezTo>
                    <a:pt x="762" y="408"/>
                    <a:pt x="771" y="401"/>
                    <a:pt x="780" y="395"/>
                  </a:cubicBezTo>
                  <a:cubicBezTo>
                    <a:pt x="794" y="385"/>
                    <a:pt x="799" y="381"/>
                    <a:pt x="804" y="378"/>
                  </a:cubicBezTo>
                  <a:cubicBezTo>
                    <a:pt x="816" y="362"/>
                    <a:pt x="807" y="368"/>
                    <a:pt x="799" y="374"/>
                  </a:cubicBezTo>
                  <a:cubicBezTo>
                    <a:pt x="785" y="381"/>
                    <a:pt x="780" y="387"/>
                    <a:pt x="777" y="392"/>
                  </a:cubicBezTo>
                  <a:cubicBezTo>
                    <a:pt x="741" y="412"/>
                    <a:pt x="732" y="416"/>
                    <a:pt x="722" y="424"/>
                  </a:cubicBezTo>
                  <a:cubicBezTo>
                    <a:pt x="700" y="442"/>
                    <a:pt x="692" y="439"/>
                    <a:pt x="689" y="441"/>
                  </a:cubicBezTo>
                  <a:cubicBezTo>
                    <a:pt x="614" y="471"/>
                    <a:pt x="613" y="473"/>
                    <a:pt x="607" y="476"/>
                  </a:cubicBezTo>
                  <a:cubicBezTo>
                    <a:pt x="566" y="485"/>
                    <a:pt x="556" y="494"/>
                    <a:pt x="549" y="491"/>
                  </a:cubicBezTo>
                  <a:cubicBezTo>
                    <a:pt x="513" y="502"/>
                    <a:pt x="508" y="511"/>
                    <a:pt x="505" y="508"/>
                  </a:cubicBezTo>
                  <a:cubicBezTo>
                    <a:pt x="524" y="490"/>
                    <a:pt x="526" y="487"/>
                    <a:pt x="528" y="486"/>
                  </a:cubicBezTo>
                  <a:cubicBezTo>
                    <a:pt x="546" y="478"/>
                    <a:pt x="555" y="473"/>
                    <a:pt x="564" y="467"/>
                  </a:cubicBezTo>
                  <a:cubicBezTo>
                    <a:pt x="585" y="466"/>
                    <a:pt x="592" y="460"/>
                    <a:pt x="598" y="460"/>
                  </a:cubicBezTo>
                  <a:cubicBezTo>
                    <a:pt x="650" y="440"/>
                    <a:pt x="653" y="444"/>
                    <a:pt x="657" y="440"/>
                  </a:cubicBezTo>
                  <a:cubicBezTo>
                    <a:pt x="729" y="408"/>
                    <a:pt x="743" y="399"/>
                    <a:pt x="758" y="389"/>
                  </a:cubicBezTo>
                  <a:cubicBezTo>
                    <a:pt x="794" y="357"/>
                    <a:pt x="790" y="359"/>
                    <a:pt x="778" y="369"/>
                  </a:cubicBezTo>
                  <a:cubicBezTo>
                    <a:pt x="742" y="393"/>
                    <a:pt x="737" y="396"/>
                    <a:pt x="732" y="400"/>
                  </a:cubicBezTo>
                  <a:cubicBezTo>
                    <a:pt x="693" y="417"/>
                    <a:pt x="690" y="418"/>
                    <a:pt x="687" y="420"/>
                  </a:cubicBezTo>
                  <a:cubicBezTo>
                    <a:pt x="629" y="438"/>
                    <a:pt x="622" y="447"/>
                    <a:pt x="618" y="443"/>
                  </a:cubicBezTo>
                  <a:cubicBezTo>
                    <a:pt x="587" y="455"/>
                    <a:pt x="575" y="459"/>
                    <a:pt x="564" y="457"/>
                  </a:cubicBezTo>
                  <a:cubicBezTo>
                    <a:pt x="544" y="467"/>
                    <a:pt x="539" y="470"/>
                    <a:pt x="534" y="470"/>
                  </a:cubicBezTo>
                  <a:cubicBezTo>
                    <a:pt x="590" y="434"/>
                    <a:pt x="594" y="439"/>
                    <a:pt x="599" y="435"/>
                  </a:cubicBezTo>
                  <a:cubicBezTo>
                    <a:pt x="658" y="416"/>
                    <a:pt x="669" y="411"/>
                    <a:pt x="679" y="409"/>
                  </a:cubicBezTo>
                  <a:cubicBezTo>
                    <a:pt x="766" y="359"/>
                    <a:pt x="770" y="356"/>
                    <a:pt x="786" y="346"/>
                  </a:cubicBezTo>
                  <a:cubicBezTo>
                    <a:pt x="788" y="337"/>
                    <a:pt x="773" y="348"/>
                    <a:pt x="758" y="359"/>
                  </a:cubicBezTo>
                  <a:cubicBezTo>
                    <a:pt x="666" y="405"/>
                    <a:pt x="659" y="405"/>
                    <a:pt x="650" y="410"/>
                  </a:cubicBezTo>
                  <a:cubicBezTo>
                    <a:pt x="579" y="427"/>
                    <a:pt x="571" y="435"/>
                    <a:pt x="566" y="429"/>
                  </a:cubicBezTo>
                  <a:cubicBezTo>
                    <a:pt x="586" y="418"/>
                    <a:pt x="591" y="422"/>
                    <a:pt x="597" y="419"/>
                  </a:cubicBezTo>
                  <a:cubicBezTo>
                    <a:pt x="623" y="411"/>
                    <a:pt x="627" y="405"/>
                    <a:pt x="629" y="408"/>
                  </a:cubicBezTo>
                  <a:cubicBezTo>
                    <a:pt x="674" y="391"/>
                    <a:pt x="674" y="383"/>
                    <a:pt x="679" y="385"/>
                  </a:cubicBezTo>
                  <a:cubicBezTo>
                    <a:pt x="709" y="372"/>
                    <a:pt x="714" y="369"/>
                    <a:pt x="719" y="365"/>
                  </a:cubicBezTo>
                  <a:cubicBezTo>
                    <a:pt x="790" y="326"/>
                    <a:pt x="800" y="319"/>
                    <a:pt x="808" y="316"/>
                  </a:cubicBezTo>
                  <a:cubicBezTo>
                    <a:pt x="851" y="294"/>
                    <a:pt x="848" y="291"/>
                    <a:pt x="852" y="289"/>
                  </a:cubicBezTo>
                  <a:cubicBezTo>
                    <a:pt x="847" y="287"/>
                    <a:pt x="848" y="290"/>
                    <a:pt x="845" y="292"/>
                  </a:cubicBezTo>
                  <a:cubicBezTo>
                    <a:pt x="796" y="312"/>
                    <a:pt x="785" y="320"/>
                    <a:pt x="775" y="325"/>
                  </a:cubicBezTo>
                  <a:cubicBezTo>
                    <a:pt x="686" y="371"/>
                    <a:pt x="681" y="378"/>
                    <a:pt x="677" y="376"/>
                  </a:cubicBezTo>
                  <a:cubicBezTo>
                    <a:pt x="647" y="386"/>
                    <a:pt x="644" y="390"/>
                    <a:pt x="642" y="391"/>
                  </a:cubicBezTo>
                  <a:cubicBezTo>
                    <a:pt x="602" y="407"/>
                    <a:pt x="598" y="406"/>
                    <a:pt x="593" y="409"/>
                  </a:cubicBezTo>
                  <a:cubicBezTo>
                    <a:pt x="585" y="406"/>
                    <a:pt x="586" y="411"/>
                    <a:pt x="589" y="407"/>
                  </a:cubicBezTo>
                  <a:cubicBezTo>
                    <a:pt x="637" y="379"/>
                    <a:pt x="661" y="368"/>
                    <a:pt x="684" y="361"/>
                  </a:cubicBezTo>
                  <a:cubicBezTo>
                    <a:pt x="714" y="348"/>
                    <a:pt x="717" y="344"/>
                    <a:pt x="720" y="343"/>
                  </a:cubicBezTo>
                  <a:cubicBezTo>
                    <a:pt x="761" y="318"/>
                    <a:pt x="780" y="313"/>
                    <a:pt x="794" y="303"/>
                  </a:cubicBezTo>
                  <a:cubicBezTo>
                    <a:pt x="837" y="288"/>
                    <a:pt x="847" y="283"/>
                    <a:pt x="845" y="279"/>
                  </a:cubicBezTo>
                  <a:cubicBezTo>
                    <a:pt x="748" y="324"/>
                    <a:pt x="743" y="322"/>
                    <a:pt x="738" y="327"/>
                  </a:cubicBezTo>
                  <a:cubicBezTo>
                    <a:pt x="712" y="340"/>
                    <a:pt x="702" y="341"/>
                    <a:pt x="692" y="348"/>
                  </a:cubicBezTo>
                  <a:cubicBezTo>
                    <a:pt x="671" y="360"/>
                    <a:pt x="667" y="355"/>
                    <a:pt x="661" y="360"/>
                  </a:cubicBezTo>
                  <a:cubicBezTo>
                    <a:pt x="628" y="371"/>
                    <a:pt x="625" y="375"/>
                    <a:pt x="623" y="373"/>
                  </a:cubicBezTo>
                  <a:cubicBezTo>
                    <a:pt x="602" y="380"/>
                    <a:pt x="603" y="375"/>
                    <a:pt x="608" y="379"/>
                  </a:cubicBezTo>
                  <a:cubicBezTo>
                    <a:pt x="635" y="363"/>
                    <a:pt x="640" y="358"/>
                    <a:pt x="645" y="355"/>
                  </a:cubicBezTo>
                  <a:cubicBezTo>
                    <a:pt x="690" y="337"/>
                    <a:pt x="695" y="339"/>
                    <a:pt x="702" y="336"/>
                  </a:cubicBezTo>
                  <a:cubicBezTo>
                    <a:pt x="778" y="299"/>
                    <a:pt x="789" y="291"/>
                    <a:pt x="800" y="284"/>
                  </a:cubicBezTo>
                  <a:cubicBezTo>
                    <a:pt x="823" y="265"/>
                    <a:pt x="817" y="270"/>
                    <a:pt x="810" y="275"/>
                  </a:cubicBezTo>
                  <a:cubicBezTo>
                    <a:pt x="745" y="308"/>
                    <a:pt x="744" y="312"/>
                    <a:pt x="735" y="317"/>
                  </a:cubicBezTo>
                  <a:cubicBezTo>
                    <a:pt x="706" y="325"/>
                    <a:pt x="698" y="329"/>
                    <a:pt x="692" y="328"/>
                  </a:cubicBezTo>
                  <a:cubicBezTo>
                    <a:pt x="631" y="353"/>
                    <a:pt x="625" y="359"/>
                    <a:pt x="621" y="355"/>
                  </a:cubicBezTo>
                  <a:cubicBezTo>
                    <a:pt x="645" y="341"/>
                    <a:pt x="649" y="339"/>
                    <a:pt x="654" y="336"/>
                  </a:cubicBezTo>
                  <a:cubicBezTo>
                    <a:pt x="697" y="321"/>
                    <a:pt x="705" y="316"/>
                    <a:pt x="713" y="313"/>
                  </a:cubicBezTo>
                  <a:cubicBezTo>
                    <a:pt x="745" y="297"/>
                    <a:pt x="753" y="295"/>
                    <a:pt x="761" y="291"/>
                  </a:cubicBezTo>
                  <a:cubicBezTo>
                    <a:pt x="803" y="262"/>
                    <a:pt x="807" y="264"/>
                    <a:pt x="806" y="261"/>
                  </a:cubicBezTo>
                  <a:cubicBezTo>
                    <a:pt x="839" y="233"/>
                    <a:pt x="843" y="230"/>
                    <a:pt x="847" y="226"/>
                  </a:cubicBezTo>
                  <a:cubicBezTo>
                    <a:pt x="796" y="261"/>
                    <a:pt x="788" y="266"/>
                    <a:pt x="779" y="272"/>
                  </a:cubicBezTo>
                  <a:cubicBezTo>
                    <a:pt x="668" y="319"/>
                    <a:pt x="661" y="325"/>
                    <a:pt x="655" y="325"/>
                  </a:cubicBezTo>
                  <a:cubicBezTo>
                    <a:pt x="643" y="332"/>
                    <a:pt x="643" y="326"/>
                    <a:pt x="646" y="322"/>
                  </a:cubicBezTo>
                  <a:cubicBezTo>
                    <a:pt x="668" y="316"/>
                    <a:pt x="674" y="313"/>
                    <a:pt x="679" y="313"/>
                  </a:cubicBezTo>
                  <a:cubicBezTo>
                    <a:pt x="789" y="253"/>
                    <a:pt x="800" y="245"/>
                    <a:pt x="811" y="238"/>
                  </a:cubicBezTo>
                  <a:cubicBezTo>
                    <a:pt x="830" y="217"/>
                    <a:pt x="839" y="215"/>
                    <a:pt x="836" y="212"/>
                  </a:cubicBezTo>
                  <a:cubicBezTo>
                    <a:pt x="826" y="221"/>
                    <a:pt x="818" y="219"/>
                    <a:pt x="815" y="227"/>
                  </a:cubicBezTo>
                  <a:cubicBezTo>
                    <a:pt x="759" y="262"/>
                    <a:pt x="739" y="275"/>
                    <a:pt x="719" y="284"/>
                  </a:cubicBezTo>
                  <a:cubicBezTo>
                    <a:pt x="673" y="305"/>
                    <a:pt x="671" y="306"/>
                    <a:pt x="668" y="306"/>
                  </a:cubicBezTo>
                  <a:cubicBezTo>
                    <a:pt x="711" y="282"/>
                    <a:pt x="719" y="273"/>
                    <a:pt x="727" y="271"/>
                  </a:cubicBezTo>
                  <a:cubicBezTo>
                    <a:pt x="797" y="226"/>
                    <a:pt x="805" y="220"/>
                    <a:pt x="813" y="214"/>
                  </a:cubicBezTo>
                  <a:cubicBezTo>
                    <a:pt x="850" y="175"/>
                    <a:pt x="861" y="172"/>
                    <a:pt x="859" y="168"/>
                  </a:cubicBezTo>
                  <a:close/>
                  <a:moveTo>
                    <a:pt x="743" y="232"/>
                  </a:moveTo>
                  <a:cubicBezTo>
                    <a:pt x="748" y="239"/>
                    <a:pt x="733" y="238"/>
                    <a:pt x="728" y="246"/>
                  </a:cubicBezTo>
                  <a:cubicBezTo>
                    <a:pt x="725" y="238"/>
                    <a:pt x="737" y="240"/>
                    <a:pt x="743" y="232"/>
                  </a:cubicBezTo>
                  <a:close/>
                  <a:moveTo>
                    <a:pt x="723" y="245"/>
                  </a:moveTo>
                  <a:cubicBezTo>
                    <a:pt x="723" y="251"/>
                    <a:pt x="713" y="252"/>
                    <a:pt x="710" y="254"/>
                  </a:cubicBezTo>
                  <a:cubicBezTo>
                    <a:pt x="709" y="248"/>
                    <a:pt x="719" y="247"/>
                    <a:pt x="723" y="245"/>
                  </a:cubicBezTo>
                  <a:close/>
                  <a:moveTo>
                    <a:pt x="265" y="659"/>
                  </a:moveTo>
                  <a:cubicBezTo>
                    <a:pt x="262" y="656"/>
                    <a:pt x="263" y="654"/>
                    <a:pt x="262" y="651"/>
                  </a:cubicBezTo>
                  <a:cubicBezTo>
                    <a:pt x="260" y="649"/>
                    <a:pt x="256" y="646"/>
                    <a:pt x="259" y="644"/>
                  </a:cubicBezTo>
                  <a:cubicBezTo>
                    <a:pt x="256" y="643"/>
                    <a:pt x="254" y="641"/>
                    <a:pt x="252" y="638"/>
                  </a:cubicBezTo>
                  <a:cubicBezTo>
                    <a:pt x="252" y="636"/>
                    <a:pt x="252" y="634"/>
                    <a:pt x="250" y="635"/>
                  </a:cubicBezTo>
                  <a:cubicBezTo>
                    <a:pt x="248" y="631"/>
                    <a:pt x="248" y="627"/>
                    <a:pt x="243" y="623"/>
                  </a:cubicBezTo>
                  <a:cubicBezTo>
                    <a:pt x="245" y="617"/>
                    <a:pt x="243" y="617"/>
                    <a:pt x="239" y="613"/>
                  </a:cubicBezTo>
                  <a:cubicBezTo>
                    <a:pt x="241" y="610"/>
                    <a:pt x="236" y="605"/>
                    <a:pt x="236" y="601"/>
                  </a:cubicBezTo>
                  <a:cubicBezTo>
                    <a:pt x="231" y="592"/>
                    <a:pt x="230" y="592"/>
                    <a:pt x="223" y="581"/>
                  </a:cubicBezTo>
                  <a:cubicBezTo>
                    <a:pt x="215" y="572"/>
                    <a:pt x="216" y="564"/>
                    <a:pt x="207" y="555"/>
                  </a:cubicBezTo>
                  <a:cubicBezTo>
                    <a:pt x="203" y="545"/>
                    <a:pt x="204" y="543"/>
                    <a:pt x="195" y="532"/>
                  </a:cubicBezTo>
                  <a:cubicBezTo>
                    <a:pt x="199" y="528"/>
                    <a:pt x="191" y="523"/>
                    <a:pt x="193" y="519"/>
                  </a:cubicBezTo>
                  <a:cubicBezTo>
                    <a:pt x="188" y="514"/>
                    <a:pt x="192" y="510"/>
                    <a:pt x="188" y="505"/>
                  </a:cubicBezTo>
                  <a:cubicBezTo>
                    <a:pt x="187" y="496"/>
                    <a:pt x="184" y="487"/>
                    <a:pt x="181" y="478"/>
                  </a:cubicBezTo>
                  <a:cubicBezTo>
                    <a:pt x="189" y="478"/>
                    <a:pt x="185" y="488"/>
                    <a:pt x="189" y="492"/>
                  </a:cubicBezTo>
                  <a:cubicBezTo>
                    <a:pt x="191" y="498"/>
                    <a:pt x="194" y="504"/>
                    <a:pt x="193" y="509"/>
                  </a:cubicBezTo>
                  <a:cubicBezTo>
                    <a:pt x="200" y="517"/>
                    <a:pt x="199" y="523"/>
                    <a:pt x="207" y="531"/>
                  </a:cubicBezTo>
                  <a:cubicBezTo>
                    <a:pt x="210" y="535"/>
                    <a:pt x="208" y="538"/>
                    <a:pt x="209" y="541"/>
                  </a:cubicBezTo>
                  <a:cubicBezTo>
                    <a:pt x="213" y="542"/>
                    <a:pt x="214" y="546"/>
                    <a:pt x="213" y="549"/>
                  </a:cubicBezTo>
                  <a:cubicBezTo>
                    <a:pt x="220" y="554"/>
                    <a:pt x="218" y="557"/>
                    <a:pt x="224" y="565"/>
                  </a:cubicBezTo>
                  <a:cubicBezTo>
                    <a:pt x="227" y="574"/>
                    <a:pt x="233" y="584"/>
                    <a:pt x="237" y="593"/>
                  </a:cubicBezTo>
                  <a:cubicBezTo>
                    <a:pt x="239" y="596"/>
                    <a:pt x="241" y="598"/>
                    <a:pt x="243" y="601"/>
                  </a:cubicBezTo>
                  <a:cubicBezTo>
                    <a:pt x="243" y="603"/>
                    <a:pt x="243" y="605"/>
                    <a:pt x="245" y="604"/>
                  </a:cubicBezTo>
                  <a:cubicBezTo>
                    <a:pt x="246" y="609"/>
                    <a:pt x="245" y="613"/>
                    <a:pt x="250" y="618"/>
                  </a:cubicBezTo>
                  <a:cubicBezTo>
                    <a:pt x="253" y="627"/>
                    <a:pt x="261" y="637"/>
                    <a:pt x="263" y="646"/>
                  </a:cubicBezTo>
                  <a:cubicBezTo>
                    <a:pt x="271" y="655"/>
                    <a:pt x="270" y="664"/>
                    <a:pt x="275" y="673"/>
                  </a:cubicBezTo>
                  <a:cubicBezTo>
                    <a:pt x="268" y="673"/>
                    <a:pt x="271" y="663"/>
                    <a:pt x="265" y="659"/>
                  </a:cubicBezTo>
                  <a:close/>
                  <a:moveTo>
                    <a:pt x="279" y="685"/>
                  </a:moveTo>
                  <a:cubicBezTo>
                    <a:pt x="279" y="692"/>
                    <a:pt x="278" y="682"/>
                    <a:pt x="274" y="679"/>
                  </a:cubicBezTo>
                  <a:cubicBezTo>
                    <a:pt x="273" y="676"/>
                    <a:pt x="276" y="678"/>
                    <a:pt x="277" y="679"/>
                  </a:cubicBezTo>
                  <a:cubicBezTo>
                    <a:pt x="278" y="681"/>
                    <a:pt x="279" y="683"/>
                    <a:pt x="281" y="684"/>
                  </a:cubicBezTo>
                  <a:cubicBezTo>
                    <a:pt x="280" y="685"/>
                    <a:pt x="280" y="685"/>
                    <a:pt x="279" y="685"/>
                  </a:cubicBezTo>
                  <a:close/>
                  <a:moveTo>
                    <a:pt x="166" y="634"/>
                  </a:moveTo>
                  <a:cubicBezTo>
                    <a:pt x="162" y="637"/>
                    <a:pt x="166" y="630"/>
                    <a:pt x="161" y="628"/>
                  </a:cubicBezTo>
                  <a:cubicBezTo>
                    <a:pt x="168" y="628"/>
                    <a:pt x="168" y="638"/>
                    <a:pt x="172" y="642"/>
                  </a:cubicBezTo>
                  <a:cubicBezTo>
                    <a:pt x="168" y="645"/>
                    <a:pt x="166" y="636"/>
                    <a:pt x="166" y="634"/>
                  </a:cubicBezTo>
                  <a:close/>
                  <a:moveTo>
                    <a:pt x="192" y="691"/>
                  </a:moveTo>
                  <a:cubicBezTo>
                    <a:pt x="192" y="690"/>
                    <a:pt x="191" y="690"/>
                    <a:pt x="190" y="691"/>
                  </a:cubicBezTo>
                  <a:cubicBezTo>
                    <a:pt x="187" y="685"/>
                    <a:pt x="184" y="679"/>
                    <a:pt x="184" y="673"/>
                  </a:cubicBezTo>
                  <a:cubicBezTo>
                    <a:pt x="190" y="669"/>
                    <a:pt x="184" y="681"/>
                    <a:pt x="189" y="677"/>
                  </a:cubicBezTo>
                  <a:cubicBezTo>
                    <a:pt x="189" y="682"/>
                    <a:pt x="193" y="688"/>
                    <a:pt x="194" y="693"/>
                  </a:cubicBezTo>
                  <a:cubicBezTo>
                    <a:pt x="195" y="695"/>
                    <a:pt x="196" y="696"/>
                    <a:pt x="197" y="698"/>
                  </a:cubicBezTo>
                  <a:cubicBezTo>
                    <a:pt x="200" y="705"/>
                    <a:pt x="188" y="693"/>
                    <a:pt x="192" y="691"/>
                  </a:cubicBezTo>
                  <a:close/>
                  <a:moveTo>
                    <a:pt x="259" y="828"/>
                  </a:moveTo>
                  <a:cubicBezTo>
                    <a:pt x="258" y="824"/>
                    <a:pt x="255" y="820"/>
                    <a:pt x="256" y="817"/>
                  </a:cubicBezTo>
                  <a:cubicBezTo>
                    <a:pt x="247" y="810"/>
                    <a:pt x="247" y="797"/>
                    <a:pt x="241" y="789"/>
                  </a:cubicBezTo>
                  <a:cubicBezTo>
                    <a:pt x="233" y="777"/>
                    <a:pt x="228" y="766"/>
                    <a:pt x="224" y="755"/>
                  </a:cubicBezTo>
                  <a:cubicBezTo>
                    <a:pt x="220" y="751"/>
                    <a:pt x="217" y="746"/>
                    <a:pt x="214" y="742"/>
                  </a:cubicBezTo>
                  <a:cubicBezTo>
                    <a:pt x="212" y="737"/>
                    <a:pt x="211" y="732"/>
                    <a:pt x="208" y="727"/>
                  </a:cubicBezTo>
                  <a:cubicBezTo>
                    <a:pt x="206" y="724"/>
                    <a:pt x="208" y="722"/>
                    <a:pt x="205" y="719"/>
                  </a:cubicBezTo>
                  <a:cubicBezTo>
                    <a:pt x="202" y="720"/>
                    <a:pt x="204" y="715"/>
                    <a:pt x="201" y="717"/>
                  </a:cubicBezTo>
                  <a:cubicBezTo>
                    <a:pt x="203" y="712"/>
                    <a:pt x="194" y="705"/>
                    <a:pt x="199" y="701"/>
                  </a:cubicBezTo>
                  <a:cubicBezTo>
                    <a:pt x="207" y="710"/>
                    <a:pt x="207" y="720"/>
                    <a:pt x="217" y="725"/>
                  </a:cubicBezTo>
                  <a:cubicBezTo>
                    <a:pt x="214" y="728"/>
                    <a:pt x="222" y="733"/>
                    <a:pt x="220" y="736"/>
                  </a:cubicBezTo>
                  <a:cubicBezTo>
                    <a:pt x="220" y="739"/>
                    <a:pt x="227" y="743"/>
                    <a:pt x="224" y="745"/>
                  </a:cubicBezTo>
                  <a:cubicBezTo>
                    <a:pt x="228" y="751"/>
                    <a:pt x="231" y="757"/>
                    <a:pt x="232" y="763"/>
                  </a:cubicBezTo>
                  <a:cubicBezTo>
                    <a:pt x="242" y="777"/>
                    <a:pt x="242" y="783"/>
                    <a:pt x="252" y="798"/>
                  </a:cubicBezTo>
                  <a:cubicBezTo>
                    <a:pt x="255" y="807"/>
                    <a:pt x="256" y="808"/>
                    <a:pt x="261" y="817"/>
                  </a:cubicBezTo>
                  <a:cubicBezTo>
                    <a:pt x="258" y="822"/>
                    <a:pt x="264" y="829"/>
                    <a:pt x="265" y="836"/>
                  </a:cubicBezTo>
                  <a:cubicBezTo>
                    <a:pt x="259" y="838"/>
                    <a:pt x="262" y="830"/>
                    <a:pt x="259" y="828"/>
                  </a:cubicBezTo>
                  <a:close/>
                  <a:moveTo>
                    <a:pt x="195" y="1053"/>
                  </a:moveTo>
                  <a:cubicBezTo>
                    <a:pt x="187" y="1053"/>
                    <a:pt x="194" y="1042"/>
                    <a:pt x="195" y="1053"/>
                  </a:cubicBezTo>
                  <a:close/>
                  <a:moveTo>
                    <a:pt x="139" y="1162"/>
                  </a:moveTo>
                  <a:cubicBezTo>
                    <a:pt x="139" y="1162"/>
                    <a:pt x="135" y="1161"/>
                    <a:pt x="135" y="1160"/>
                  </a:cubicBezTo>
                  <a:cubicBezTo>
                    <a:pt x="135" y="1160"/>
                    <a:pt x="137" y="1159"/>
                    <a:pt x="137" y="1159"/>
                  </a:cubicBezTo>
                  <a:cubicBezTo>
                    <a:pt x="135" y="1156"/>
                    <a:pt x="134" y="1152"/>
                    <a:pt x="136" y="1155"/>
                  </a:cubicBezTo>
                  <a:cubicBezTo>
                    <a:pt x="138" y="1157"/>
                    <a:pt x="136" y="1158"/>
                    <a:pt x="137" y="1159"/>
                  </a:cubicBezTo>
                  <a:cubicBezTo>
                    <a:pt x="137" y="1159"/>
                    <a:pt x="146" y="1164"/>
                    <a:pt x="139" y="1162"/>
                  </a:cubicBezTo>
                  <a:close/>
                  <a:moveTo>
                    <a:pt x="157" y="1194"/>
                  </a:moveTo>
                  <a:cubicBezTo>
                    <a:pt x="156" y="1188"/>
                    <a:pt x="151" y="1181"/>
                    <a:pt x="146" y="1175"/>
                  </a:cubicBezTo>
                  <a:cubicBezTo>
                    <a:pt x="148" y="1173"/>
                    <a:pt x="150" y="1179"/>
                    <a:pt x="153" y="1177"/>
                  </a:cubicBezTo>
                  <a:cubicBezTo>
                    <a:pt x="149" y="1182"/>
                    <a:pt x="165" y="1190"/>
                    <a:pt x="157" y="1194"/>
                  </a:cubicBezTo>
                  <a:close/>
                  <a:moveTo>
                    <a:pt x="160" y="1194"/>
                  </a:moveTo>
                  <a:cubicBezTo>
                    <a:pt x="165" y="1194"/>
                    <a:pt x="164" y="1204"/>
                    <a:pt x="167" y="1208"/>
                  </a:cubicBezTo>
                  <a:cubicBezTo>
                    <a:pt x="161" y="1208"/>
                    <a:pt x="161" y="1198"/>
                    <a:pt x="160" y="1194"/>
                  </a:cubicBezTo>
                  <a:close/>
                  <a:moveTo>
                    <a:pt x="120" y="1272"/>
                  </a:moveTo>
                  <a:cubicBezTo>
                    <a:pt x="122" y="1271"/>
                    <a:pt x="129" y="1274"/>
                    <a:pt x="125" y="1275"/>
                  </a:cubicBezTo>
                  <a:cubicBezTo>
                    <a:pt x="136" y="1289"/>
                    <a:pt x="127" y="1283"/>
                    <a:pt x="120" y="1272"/>
                  </a:cubicBezTo>
                  <a:close/>
                  <a:moveTo>
                    <a:pt x="25" y="1215"/>
                  </a:moveTo>
                  <a:cubicBezTo>
                    <a:pt x="26" y="1214"/>
                    <a:pt x="27" y="1214"/>
                    <a:pt x="28" y="1213"/>
                  </a:cubicBezTo>
                  <a:cubicBezTo>
                    <a:pt x="29" y="1214"/>
                    <a:pt x="31" y="1216"/>
                    <a:pt x="32" y="1218"/>
                  </a:cubicBezTo>
                  <a:cubicBezTo>
                    <a:pt x="31" y="1218"/>
                    <a:pt x="30" y="1219"/>
                    <a:pt x="29" y="1220"/>
                  </a:cubicBezTo>
                  <a:cubicBezTo>
                    <a:pt x="27" y="1218"/>
                    <a:pt x="26" y="1217"/>
                    <a:pt x="25" y="1215"/>
                  </a:cubicBezTo>
                  <a:close/>
                  <a:moveTo>
                    <a:pt x="121" y="1375"/>
                  </a:moveTo>
                  <a:cubicBezTo>
                    <a:pt x="117" y="1370"/>
                    <a:pt x="114" y="1365"/>
                    <a:pt x="110" y="1360"/>
                  </a:cubicBezTo>
                  <a:cubicBezTo>
                    <a:pt x="113" y="1358"/>
                    <a:pt x="116" y="1360"/>
                    <a:pt x="118" y="1364"/>
                  </a:cubicBezTo>
                  <a:cubicBezTo>
                    <a:pt x="122" y="1365"/>
                    <a:pt x="127" y="1372"/>
                    <a:pt x="121" y="1375"/>
                  </a:cubicBezTo>
                  <a:close/>
                  <a:moveTo>
                    <a:pt x="156" y="1400"/>
                  </a:moveTo>
                  <a:cubicBezTo>
                    <a:pt x="154" y="1401"/>
                    <a:pt x="156" y="1399"/>
                    <a:pt x="154" y="1397"/>
                  </a:cubicBezTo>
                  <a:cubicBezTo>
                    <a:pt x="129" y="1364"/>
                    <a:pt x="125" y="1355"/>
                    <a:pt x="120" y="1353"/>
                  </a:cubicBezTo>
                  <a:cubicBezTo>
                    <a:pt x="103" y="1335"/>
                    <a:pt x="105" y="1329"/>
                    <a:pt x="98" y="1330"/>
                  </a:cubicBezTo>
                  <a:cubicBezTo>
                    <a:pt x="80" y="1305"/>
                    <a:pt x="82" y="1304"/>
                    <a:pt x="82" y="1304"/>
                  </a:cubicBezTo>
                  <a:cubicBezTo>
                    <a:pt x="72" y="1293"/>
                    <a:pt x="73" y="1290"/>
                    <a:pt x="72" y="1290"/>
                  </a:cubicBezTo>
                  <a:cubicBezTo>
                    <a:pt x="60" y="1278"/>
                    <a:pt x="63" y="1277"/>
                    <a:pt x="61" y="1275"/>
                  </a:cubicBezTo>
                  <a:cubicBezTo>
                    <a:pt x="44" y="1247"/>
                    <a:pt x="37" y="1241"/>
                    <a:pt x="37" y="1236"/>
                  </a:cubicBezTo>
                  <a:cubicBezTo>
                    <a:pt x="33" y="1223"/>
                    <a:pt x="41" y="1230"/>
                    <a:pt x="45" y="1233"/>
                  </a:cubicBezTo>
                  <a:cubicBezTo>
                    <a:pt x="83" y="1280"/>
                    <a:pt x="94" y="1291"/>
                    <a:pt x="101" y="1303"/>
                  </a:cubicBezTo>
                  <a:cubicBezTo>
                    <a:pt x="106" y="1310"/>
                    <a:pt x="104" y="1311"/>
                    <a:pt x="105" y="1312"/>
                  </a:cubicBezTo>
                  <a:cubicBezTo>
                    <a:pt x="117" y="1329"/>
                    <a:pt x="118" y="1327"/>
                    <a:pt x="119" y="1329"/>
                  </a:cubicBezTo>
                  <a:cubicBezTo>
                    <a:pt x="159" y="1413"/>
                    <a:pt x="159" y="1403"/>
                    <a:pt x="156" y="1400"/>
                  </a:cubicBezTo>
                  <a:close/>
                  <a:moveTo>
                    <a:pt x="217" y="1325"/>
                  </a:moveTo>
                  <a:cubicBezTo>
                    <a:pt x="220" y="1327"/>
                    <a:pt x="210" y="1334"/>
                    <a:pt x="210" y="1328"/>
                  </a:cubicBezTo>
                  <a:cubicBezTo>
                    <a:pt x="212" y="1325"/>
                    <a:pt x="214" y="1327"/>
                    <a:pt x="217" y="1325"/>
                  </a:cubicBezTo>
                  <a:close/>
                  <a:moveTo>
                    <a:pt x="182" y="1218"/>
                  </a:moveTo>
                  <a:cubicBezTo>
                    <a:pt x="188" y="1216"/>
                    <a:pt x="184" y="1224"/>
                    <a:pt x="189" y="1227"/>
                  </a:cubicBezTo>
                  <a:cubicBezTo>
                    <a:pt x="183" y="1229"/>
                    <a:pt x="184" y="1220"/>
                    <a:pt x="182" y="1218"/>
                  </a:cubicBezTo>
                  <a:close/>
                  <a:moveTo>
                    <a:pt x="339" y="1330"/>
                  </a:moveTo>
                  <a:cubicBezTo>
                    <a:pt x="343" y="1334"/>
                    <a:pt x="348" y="1326"/>
                    <a:pt x="351" y="1333"/>
                  </a:cubicBezTo>
                  <a:cubicBezTo>
                    <a:pt x="345" y="1334"/>
                    <a:pt x="340" y="1333"/>
                    <a:pt x="334" y="1333"/>
                  </a:cubicBezTo>
                  <a:cubicBezTo>
                    <a:pt x="333" y="1331"/>
                    <a:pt x="337" y="1333"/>
                    <a:pt x="339" y="1330"/>
                  </a:cubicBezTo>
                  <a:close/>
                  <a:moveTo>
                    <a:pt x="334" y="1341"/>
                  </a:moveTo>
                  <a:cubicBezTo>
                    <a:pt x="336" y="1340"/>
                    <a:pt x="338" y="1342"/>
                    <a:pt x="340" y="1342"/>
                  </a:cubicBezTo>
                  <a:cubicBezTo>
                    <a:pt x="342" y="1341"/>
                    <a:pt x="344" y="1342"/>
                    <a:pt x="346" y="1340"/>
                  </a:cubicBezTo>
                  <a:cubicBezTo>
                    <a:pt x="357" y="1342"/>
                    <a:pt x="367" y="1347"/>
                    <a:pt x="379" y="1338"/>
                  </a:cubicBezTo>
                  <a:cubicBezTo>
                    <a:pt x="387" y="1341"/>
                    <a:pt x="395" y="1339"/>
                    <a:pt x="403" y="1338"/>
                  </a:cubicBezTo>
                  <a:cubicBezTo>
                    <a:pt x="406" y="1343"/>
                    <a:pt x="399" y="1338"/>
                    <a:pt x="397" y="1342"/>
                  </a:cubicBezTo>
                  <a:cubicBezTo>
                    <a:pt x="395" y="1339"/>
                    <a:pt x="391" y="1345"/>
                    <a:pt x="389" y="1341"/>
                  </a:cubicBezTo>
                  <a:cubicBezTo>
                    <a:pt x="383" y="1345"/>
                    <a:pt x="378" y="1341"/>
                    <a:pt x="372" y="1345"/>
                  </a:cubicBezTo>
                  <a:cubicBezTo>
                    <a:pt x="367" y="1342"/>
                    <a:pt x="362" y="1346"/>
                    <a:pt x="357" y="1344"/>
                  </a:cubicBezTo>
                  <a:cubicBezTo>
                    <a:pt x="352" y="1342"/>
                    <a:pt x="346" y="1348"/>
                    <a:pt x="341" y="1343"/>
                  </a:cubicBezTo>
                  <a:cubicBezTo>
                    <a:pt x="335" y="1345"/>
                    <a:pt x="329" y="1350"/>
                    <a:pt x="324" y="1343"/>
                  </a:cubicBezTo>
                  <a:cubicBezTo>
                    <a:pt x="328" y="1342"/>
                    <a:pt x="330" y="1346"/>
                    <a:pt x="334" y="1341"/>
                  </a:cubicBezTo>
                  <a:close/>
                  <a:moveTo>
                    <a:pt x="321" y="1343"/>
                  </a:moveTo>
                  <a:cubicBezTo>
                    <a:pt x="321" y="1351"/>
                    <a:pt x="310" y="1347"/>
                    <a:pt x="306" y="1349"/>
                  </a:cubicBezTo>
                  <a:cubicBezTo>
                    <a:pt x="300" y="1351"/>
                    <a:pt x="295" y="1352"/>
                    <a:pt x="290" y="1353"/>
                  </a:cubicBezTo>
                  <a:cubicBezTo>
                    <a:pt x="284" y="1355"/>
                    <a:pt x="278" y="1355"/>
                    <a:pt x="272" y="1359"/>
                  </a:cubicBezTo>
                  <a:cubicBezTo>
                    <a:pt x="267" y="1360"/>
                    <a:pt x="265" y="1364"/>
                    <a:pt x="258" y="1364"/>
                  </a:cubicBezTo>
                  <a:cubicBezTo>
                    <a:pt x="249" y="1371"/>
                    <a:pt x="241" y="1374"/>
                    <a:pt x="233" y="1377"/>
                  </a:cubicBezTo>
                  <a:cubicBezTo>
                    <a:pt x="216" y="1388"/>
                    <a:pt x="203" y="1400"/>
                    <a:pt x="192" y="1412"/>
                  </a:cubicBezTo>
                  <a:cubicBezTo>
                    <a:pt x="191" y="1414"/>
                    <a:pt x="190" y="1415"/>
                    <a:pt x="191" y="1417"/>
                  </a:cubicBezTo>
                  <a:cubicBezTo>
                    <a:pt x="188" y="1420"/>
                    <a:pt x="186" y="1418"/>
                    <a:pt x="188" y="1417"/>
                  </a:cubicBezTo>
                  <a:cubicBezTo>
                    <a:pt x="190" y="1412"/>
                    <a:pt x="191" y="1406"/>
                    <a:pt x="196" y="1401"/>
                  </a:cubicBezTo>
                  <a:cubicBezTo>
                    <a:pt x="197" y="1396"/>
                    <a:pt x="204" y="1391"/>
                    <a:pt x="205" y="1385"/>
                  </a:cubicBezTo>
                  <a:cubicBezTo>
                    <a:pt x="211" y="1384"/>
                    <a:pt x="216" y="1375"/>
                    <a:pt x="225" y="1370"/>
                  </a:cubicBezTo>
                  <a:cubicBezTo>
                    <a:pt x="235" y="1364"/>
                    <a:pt x="236" y="1365"/>
                    <a:pt x="246" y="1358"/>
                  </a:cubicBezTo>
                  <a:cubicBezTo>
                    <a:pt x="248" y="1361"/>
                    <a:pt x="252" y="1355"/>
                    <a:pt x="255" y="1356"/>
                  </a:cubicBezTo>
                  <a:cubicBezTo>
                    <a:pt x="258" y="1356"/>
                    <a:pt x="261" y="1355"/>
                    <a:pt x="264" y="1352"/>
                  </a:cubicBezTo>
                  <a:cubicBezTo>
                    <a:pt x="267" y="1356"/>
                    <a:pt x="272" y="1352"/>
                    <a:pt x="275" y="1354"/>
                  </a:cubicBezTo>
                  <a:cubicBezTo>
                    <a:pt x="291" y="1345"/>
                    <a:pt x="306" y="1348"/>
                    <a:pt x="321" y="1343"/>
                  </a:cubicBezTo>
                  <a:close/>
                  <a:moveTo>
                    <a:pt x="193" y="1379"/>
                  </a:moveTo>
                  <a:cubicBezTo>
                    <a:pt x="192" y="1377"/>
                    <a:pt x="196" y="1374"/>
                    <a:pt x="198" y="1376"/>
                  </a:cubicBezTo>
                  <a:cubicBezTo>
                    <a:pt x="198" y="1371"/>
                    <a:pt x="203" y="1367"/>
                    <a:pt x="205" y="1363"/>
                  </a:cubicBezTo>
                  <a:cubicBezTo>
                    <a:pt x="211" y="1359"/>
                    <a:pt x="216" y="1355"/>
                    <a:pt x="221" y="1351"/>
                  </a:cubicBezTo>
                  <a:cubicBezTo>
                    <a:pt x="230" y="1347"/>
                    <a:pt x="237" y="1348"/>
                    <a:pt x="246" y="1341"/>
                  </a:cubicBezTo>
                  <a:cubicBezTo>
                    <a:pt x="251" y="1345"/>
                    <a:pt x="256" y="1336"/>
                    <a:pt x="262" y="1339"/>
                  </a:cubicBezTo>
                  <a:cubicBezTo>
                    <a:pt x="267" y="1334"/>
                    <a:pt x="271" y="1340"/>
                    <a:pt x="277" y="1336"/>
                  </a:cubicBezTo>
                  <a:cubicBezTo>
                    <a:pt x="286" y="1336"/>
                    <a:pt x="296" y="1336"/>
                    <a:pt x="305" y="1335"/>
                  </a:cubicBezTo>
                  <a:cubicBezTo>
                    <a:pt x="306" y="1338"/>
                    <a:pt x="303" y="1337"/>
                    <a:pt x="301" y="1338"/>
                  </a:cubicBezTo>
                  <a:cubicBezTo>
                    <a:pt x="298" y="1342"/>
                    <a:pt x="296" y="1337"/>
                    <a:pt x="293" y="1338"/>
                  </a:cubicBezTo>
                  <a:cubicBezTo>
                    <a:pt x="291" y="1341"/>
                    <a:pt x="290" y="1339"/>
                    <a:pt x="287" y="1340"/>
                  </a:cubicBezTo>
                  <a:cubicBezTo>
                    <a:pt x="284" y="1339"/>
                    <a:pt x="280" y="1341"/>
                    <a:pt x="275" y="1344"/>
                  </a:cubicBezTo>
                  <a:cubicBezTo>
                    <a:pt x="268" y="1341"/>
                    <a:pt x="260" y="1348"/>
                    <a:pt x="252" y="1346"/>
                  </a:cubicBezTo>
                  <a:cubicBezTo>
                    <a:pt x="250" y="1348"/>
                    <a:pt x="248" y="1349"/>
                    <a:pt x="246" y="1348"/>
                  </a:cubicBezTo>
                  <a:cubicBezTo>
                    <a:pt x="236" y="1354"/>
                    <a:pt x="235" y="1357"/>
                    <a:pt x="226" y="1357"/>
                  </a:cubicBezTo>
                  <a:cubicBezTo>
                    <a:pt x="224" y="1364"/>
                    <a:pt x="216" y="1364"/>
                    <a:pt x="214" y="1368"/>
                  </a:cubicBezTo>
                  <a:cubicBezTo>
                    <a:pt x="207" y="1371"/>
                    <a:pt x="208" y="1375"/>
                    <a:pt x="200" y="1376"/>
                  </a:cubicBezTo>
                  <a:cubicBezTo>
                    <a:pt x="199" y="1380"/>
                    <a:pt x="194" y="1384"/>
                    <a:pt x="191" y="1387"/>
                  </a:cubicBezTo>
                  <a:cubicBezTo>
                    <a:pt x="188" y="1384"/>
                    <a:pt x="189" y="1381"/>
                    <a:pt x="193" y="1379"/>
                  </a:cubicBezTo>
                  <a:close/>
                  <a:moveTo>
                    <a:pt x="199" y="1139"/>
                  </a:moveTo>
                  <a:cubicBezTo>
                    <a:pt x="195" y="1136"/>
                    <a:pt x="199" y="1133"/>
                    <a:pt x="194" y="1130"/>
                  </a:cubicBezTo>
                  <a:cubicBezTo>
                    <a:pt x="196" y="1124"/>
                    <a:pt x="191" y="1118"/>
                    <a:pt x="192" y="1112"/>
                  </a:cubicBezTo>
                  <a:cubicBezTo>
                    <a:pt x="172" y="1082"/>
                    <a:pt x="156" y="1052"/>
                    <a:pt x="135" y="1027"/>
                  </a:cubicBezTo>
                  <a:cubicBezTo>
                    <a:pt x="131" y="1022"/>
                    <a:pt x="125" y="1019"/>
                    <a:pt x="121" y="1011"/>
                  </a:cubicBezTo>
                  <a:cubicBezTo>
                    <a:pt x="118" y="1006"/>
                    <a:pt x="120" y="1008"/>
                    <a:pt x="116" y="1004"/>
                  </a:cubicBezTo>
                  <a:cubicBezTo>
                    <a:pt x="114" y="1002"/>
                    <a:pt x="115" y="999"/>
                    <a:pt x="113" y="997"/>
                  </a:cubicBezTo>
                  <a:cubicBezTo>
                    <a:pt x="111" y="993"/>
                    <a:pt x="107" y="991"/>
                    <a:pt x="105" y="988"/>
                  </a:cubicBezTo>
                  <a:cubicBezTo>
                    <a:pt x="105" y="989"/>
                    <a:pt x="106" y="986"/>
                    <a:pt x="105" y="985"/>
                  </a:cubicBezTo>
                  <a:cubicBezTo>
                    <a:pt x="105" y="985"/>
                    <a:pt x="99" y="984"/>
                    <a:pt x="100" y="982"/>
                  </a:cubicBezTo>
                  <a:cubicBezTo>
                    <a:pt x="102" y="976"/>
                    <a:pt x="85" y="961"/>
                    <a:pt x="80" y="952"/>
                  </a:cubicBezTo>
                  <a:cubicBezTo>
                    <a:pt x="80" y="951"/>
                    <a:pt x="78" y="949"/>
                    <a:pt x="78" y="948"/>
                  </a:cubicBezTo>
                  <a:cubicBezTo>
                    <a:pt x="79" y="945"/>
                    <a:pt x="77" y="947"/>
                    <a:pt x="75" y="943"/>
                  </a:cubicBezTo>
                  <a:cubicBezTo>
                    <a:pt x="75" y="943"/>
                    <a:pt x="76" y="942"/>
                    <a:pt x="75" y="941"/>
                  </a:cubicBezTo>
                  <a:cubicBezTo>
                    <a:pt x="70" y="932"/>
                    <a:pt x="58" y="920"/>
                    <a:pt x="53" y="907"/>
                  </a:cubicBezTo>
                  <a:cubicBezTo>
                    <a:pt x="58" y="904"/>
                    <a:pt x="61" y="910"/>
                    <a:pt x="64" y="915"/>
                  </a:cubicBezTo>
                  <a:cubicBezTo>
                    <a:pt x="65" y="919"/>
                    <a:pt x="73" y="924"/>
                    <a:pt x="70" y="927"/>
                  </a:cubicBezTo>
                  <a:cubicBezTo>
                    <a:pt x="77" y="930"/>
                    <a:pt x="83" y="943"/>
                    <a:pt x="90" y="947"/>
                  </a:cubicBezTo>
                  <a:cubicBezTo>
                    <a:pt x="93" y="952"/>
                    <a:pt x="96" y="956"/>
                    <a:pt x="99" y="960"/>
                  </a:cubicBezTo>
                  <a:cubicBezTo>
                    <a:pt x="97" y="963"/>
                    <a:pt x="100" y="962"/>
                    <a:pt x="101" y="963"/>
                  </a:cubicBezTo>
                  <a:cubicBezTo>
                    <a:pt x="101" y="966"/>
                    <a:pt x="102" y="968"/>
                    <a:pt x="104" y="967"/>
                  </a:cubicBezTo>
                  <a:cubicBezTo>
                    <a:pt x="107" y="969"/>
                    <a:pt x="109" y="979"/>
                    <a:pt x="114" y="977"/>
                  </a:cubicBezTo>
                  <a:cubicBezTo>
                    <a:pt x="113" y="980"/>
                    <a:pt x="116" y="984"/>
                    <a:pt x="119" y="985"/>
                  </a:cubicBezTo>
                  <a:cubicBezTo>
                    <a:pt x="124" y="994"/>
                    <a:pt x="128" y="995"/>
                    <a:pt x="134" y="1006"/>
                  </a:cubicBezTo>
                  <a:cubicBezTo>
                    <a:pt x="140" y="1014"/>
                    <a:pt x="146" y="1022"/>
                    <a:pt x="152" y="1030"/>
                  </a:cubicBezTo>
                  <a:cubicBezTo>
                    <a:pt x="154" y="1034"/>
                    <a:pt x="156" y="1034"/>
                    <a:pt x="158" y="1035"/>
                  </a:cubicBezTo>
                  <a:cubicBezTo>
                    <a:pt x="159" y="1040"/>
                    <a:pt x="167" y="1051"/>
                    <a:pt x="174" y="1061"/>
                  </a:cubicBezTo>
                  <a:cubicBezTo>
                    <a:pt x="180" y="1075"/>
                    <a:pt x="188" y="1090"/>
                    <a:pt x="193" y="1104"/>
                  </a:cubicBezTo>
                  <a:cubicBezTo>
                    <a:pt x="196" y="1111"/>
                    <a:pt x="198" y="1118"/>
                    <a:pt x="198" y="1125"/>
                  </a:cubicBezTo>
                  <a:cubicBezTo>
                    <a:pt x="203" y="1132"/>
                    <a:pt x="203" y="1139"/>
                    <a:pt x="203" y="1145"/>
                  </a:cubicBezTo>
                  <a:cubicBezTo>
                    <a:pt x="199" y="1148"/>
                    <a:pt x="199" y="1140"/>
                    <a:pt x="199" y="1139"/>
                  </a:cubicBezTo>
                  <a:close/>
                  <a:moveTo>
                    <a:pt x="228" y="1142"/>
                  </a:moveTo>
                  <a:cubicBezTo>
                    <a:pt x="236" y="1134"/>
                    <a:pt x="246" y="1126"/>
                    <a:pt x="252" y="1118"/>
                  </a:cubicBezTo>
                  <a:cubicBezTo>
                    <a:pt x="300" y="1093"/>
                    <a:pt x="301" y="1085"/>
                    <a:pt x="309" y="1081"/>
                  </a:cubicBezTo>
                  <a:cubicBezTo>
                    <a:pt x="462" y="985"/>
                    <a:pt x="471" y="976"/>
                    <a:pt x="485" y="967"/>
                  </a:cubicBezTo>
                  <a:cubicBezTo>
                    <a:pt x="503" y="945"/>
                    <a:pt x="507" y="947"/>
                    <a:pt x="510" y="941"/>
                  </a:cubicBezTo>
                  <a:cubicBezTo>
                    <a:pt x="557" y="905"/>
                    <a:pt x="553" y="907"/>
                    <a:pt x="551" y="909"/>
                  </a:cubicBezTo>
                  <a:cubicBezTo>
                    <a:pt x="517" y="950"/>
                    <a:pt x="499" y="964"/>
                    <a:pt x="486" y="978"/>
                  </a:cubicBezTo>
                  <a:cubicBezTo>
                    <a:pt x="437" y="1016"/>
                    <a:pt x="427" y="1019"/>
                    <a:pt x="415" y="1030"/>
                  </a:cubicBezTo>
                  <a:cubicBezTo>
                    <a:pt x="412" y="1032"/>
                    <a:pt x="412" y="1035"/>
                    <a:pt x="411" y="1035"/>
                  </a:cubicBezTo>
                  <a:cubicBezTo>
                    <a:pt x="371" y="1063"/>
                    <a:pt x="358" y="1069"/>
                    <a:pt x="346" y="1077"/>
                  </a:cubicBezTo>
                  <a:cubicBezTo>
                    <a:pt x="251" y="1133"/>
                    <a:pt x="244" y="1138"/>
                    <a:pt x="238" y="1142"/>
                  </a:cubicBezTo>
                  <a:cubicBezTo>
                    <a:pt x="217" y="1159"/>
                    <a:pt x="213" y="1164"/>
                    <a:pt x="208" y="1169"/>
                  </a:cubicBezTo>
                  <a:close/>
                  <a:moveTo>
                    <a:pt x="223" y="1067"/>
                  </a:moveTo>
                  <a:cubicBezTo>
                    <a:pt x="223" y="1065"/>
                    <a:pt x="223" y="1063"/>
                    <a:pt x="221" y="1061"/>
                  </a:cubicBezTo>
                  <a:cubicBezTo>
                    <a:pt x="226" y="1059"/>
                    <a:pt x="229" y="1064"/>
                    <a:pt x="223" y="1067"/>
                  </a:cubicBezTo>
                  <a:close/>
                  <a:moveTo>
                    <a:pt x="232" y="1100"/>
                  </a:moveTo>
                  <a:cubicBezTo>
                    <a:pt x="230" y="1094"/>
                    <a:pt x="242" y="1090"/>
                    <a:pt x="243" y="1085"/>
                  </a:cubicBezTo>
                  <a:cubicBezTo>
                    <a:pt x="362" y="999"/>
                    <a:pt x="360" y="990"/>
                    <a:pt x="366" y="989"/>
                  </a:cubicBezTo>
                  <a:cubicBezTo>
                    <a:pt x="390" y="969"/>
                    <a:pt x="398" y="972"/>
                    <a:pt x="400" y="969"/>
                  </a:cubicBezTo>
                  <a:cubicBezTo>
                    <a:pt x="434" y="942"/>
                    <a:pt x="438" y="946"/>
                    <a:pt x="443" y="940"/>
                  </a:cubicBezTo>
                  <a:cubicBezTo>
                    <a:pt x="503" y="895"/>
                    <a:pt x="520" y="886"/>
                    <a:pt x="537" y="875"/>
                  </a:cubicBezTo>
                  <a:cubicBezTo>
                    <a:pt x="594" y="856"/>
                    <a:pt x="595" y="858"/>
                    <a:pt x="592" y="860"/>
                  </a:cubicBezTo>
                  <a:cubicBezTo>
                    <a:pt x="575" y="865"/>
                    <a:pt x="573" y="867"/>
                    <a:pt x="571" y="865"/>
                  </a:cubicBezTo>
                  <a:cubicBezTo>
                    <a:pt x="463" y="940"/>
                    <a:pt x="448" y="949"/>
                    <a:pt x="432" y="965"/>
                  </a:cubicBezTo>
                  <a:cubicBezTo>
                    <a:pt x="322" y="1042"/>
                    <a:pt x="316" y="1041"/>
                    <a:pt x="309" y="1047"/>
                  </a:cubicBezTo>
                  <a:cubicBezTo>
                    <a:pt x="287" y="1062"/>
                    <a:pt x="287" y="1060"/>
                    <a:pt x="285" y="1062"/>
                  </a:cubicBezTo>
                  <a:cubicBezTo>
                    <a:pt x="261" y="1080"/>
                    <a:pt x="257" y="1087"/>
                    <a:pt x="255" y="1084"/>
                  </a:cubicBezTo>
                  <a:close/>
                  <a:moveTo>
                    <a:pt x="231" y="1037"/>
                  </a:moveTo>
                  <a:cubicBezTo>
                    <a:pt x="230" y="1036"/>
                    <a:pt x="229" y="1035"/>
                    <a:pt x="228" y="1034"/>
                  </a:cubicBezTo>
                  <a:cubicBezTo>
                    <a:pt x="230" y="1033"/>
                    <a:pt x="231" y="1032"/>
                    <a:pt x="232" y="1032"/>
                  </a:cubicBezTo>
                  <a:cubicBezTo>
                    <a:pt x="232" y="1033"/>
                    <a:pt x="233" y="1034"/>
                    <a:pt x="234" y="1035"/>
                  </a:cubicBezTo>
                  <a:cubicBezTo>
                    <a:pt x="233" y="1036"/>
                    <a:pt x="232" y="1036"/>
                    <a:pt x="231" y="1037"/>
                  </a:cubicBezTo>
                  <a:close/>
                  <a:moveTo>
                    <a:pt x="269" y="855"/>
                  </a:moveTo>
                  <a:cubicBezTo>
                    <a:pt x="270" y="855"/>
                    <a:pt x="267" y="849"/>
                    <a:pt x="267" y="849"/>
                  </a:cubicBezTo>
                  <a:cubicBezTo>
                    <a:pt x="269" y="847"/>
                    <a:pt x="275" y="856"/>
                    <a:pt x="269" y="855"/>
                  </a:cubicBezTo>
                  <a:close/>
                  <a:moveTo>
                    <a:pt x="301" y="886"/>
                  </a:moveTo>
                  <a:cubicBezTo>
                    <a:pt x="298" y="882"/>
                    <a:pt x="298" y="880"/>
                    <a:pt x="302" y="877"/>
                  </a:cubicBezTo>
                  <a:cubicBezTo>
                    <a:pt x="305" y="881"/>
                    <a:pt x="305" y="884"/>
                    <a:pt x="301" y="886"/>
                  </a:cubicBezTo>
                  <a:close/>
                  <a:moveTo>
                    <a:pt x="301" y="817"/>
                  </a:moveTo>
                  <a:cubicBezTo>
                    <a:pt x="301" y="815"/>
                    <a:pt x="302" y="814"/>
                    <a:pt x="301" y="812"/>
                  </a:cubicBezTo>
                  <a:cubicBezTo>
                    <a:pt x="300" y="808"/>
                    <a:pt x="305" y="812"/>
                    <a:pt x="303" y="813"/>
                  </a:cubicBezTo>
                  <a:cubicBezTo>
                    <a:pt x="305" y="816"/>
                    <a:pt x="303" y="818"/>
                    <a:pt x="306" y="821"/>
                  </a:cubicBezTo>
                  <a:cubicBezTo>
                    <a:pt x="305" y="825"/>
                    <a:pt x="306" y="829"/>
                    <a:pt x="308" y="834"/>
                  </a:cubicBezTo>
                  <a:cubicBezTo>
                    <a:pt x="300" y="833"/>
                    <a:pt x="306" y="822"/>
                    <a:pt x="301" y="817"/>
                  </a:cubicBezTo>
                  <a:close/>
                  <a:moveTo>
                    <a:pt x="481" y="717"/>
                  </a:moveTo>
                  <a:cubicBezTo>
                    <a:pt x="482" y="721"/>
                    <a:pt x="472" y="722"/>
                    <a:pt x="468" y="723"/>
                  </a:cubicBezTo>
                  <a:cubicBezTo>
                    <a:pt x="467" y="719"/>
                    <a:pt x="478" y="718"/>
                    <a:pt x="481" y="717"/>
                  </a:cubicBezTo>
                  <a:close/>
                  <a:moveTo>
                    <a:pt x="463" y="722"/>
                  </a:moveTo>
                  <a:cubicBezTo>
                    <a:pt x="465" y="726"/>
                    <a:pt x="456" y="728"/>
                    <a:pt x="455" y="728"/>
                  </a:cubicBezTo>
                  <a:cubicBezTo>
                    <a:pt x="452" y="724"/>
                    <a:pt x="461" y="722"/>
                    <a:pt x="463" y="722"/>
                  </a:cubicBezTo>
                  <a:close/>
                  <a:moveTo>
                    <a:pt x="356" y="782"/>
                  </a:moveTo>
                  <a:cubicBezTo>
                    <a:pt x="358" y="781"/>
                    <a:pt x="359" y="780"/>
                    <a:pt x="361" y="778"/>
                  </a:cubicBezTo>
                  <a:cubicBezTo>
                    <a:pt x="368" y="777"/>
                    <a:pt x="358" y="783"/>
                    <a:pt x="356" y="785"/>
                  </a:cubicBezTo>
                  <a:cubicBezTo>
                    <a:pt x="353" y="786"/>
                    <a:pt x="354" y="783"/>
                    <a:pt x="356" y="782"/>
                  </a:cubicBezTo>
                  <a:close/>
                  <a:moveTo>
                    <a:pt x="393" y="618"/>
                  </a:moveTo>
                  <a:cubicBezTo>
                    <a:pt x="387" y="621"/>
                    <a:pt x="392" y="614"/>
                    <a:pt x="388" y="612"/>
                  </a:cubicBezTo>
                  <a:cubicBezTo>
                    <a:pt x="392" y="609"/>
                    <a:pt x="392" y="617"/>
                    <a:pt x="393" y="618"/>
                  </a:cubicBezTo>
                  <a:close/>
                  <a:moveTo>
                    <a:pt x="407" y="682"/>
                  </a:moveTo>
                  <a:cubicBezTo>
                    <a:pt x="410" y="678"/>
                    <a:pt x="412" y="674"/>
                    <a:pt x="418" y="671"/>
                  </a:cubicBezTo>
                  <a:cubicBezTo>
                    <a:pt x="450" y="660"/>
                    <a:pt x="454" y="654"/>
                    <a:pt x="457" y="653"/>
                  </a:cubicBezTo>
                  <a:cubicBezTo>
                    <a:pt x="483" y="644"/>
                    <a:pt x="490" y="641"/>
                    <a:pt x="496" y="639"/>
                  </a:cubicBezTo>
                  <a:cubicBezTo>
                    <a:pt x="536" y="628"/>
                    <a:pt x="539" y="625"/>
                    <a:pt x="543" y="625"/>
                  </a:cubicBezTo>
                  <a:cubicBezTo>
                    <a:pt x="574" y="618"/>
                    <a:pt x="580" y="613"/>
                    <a:pt x="586" y="614"/>
                  </a:cubicBezTo>
                  <a:cubicBezTo>
                    <a:pt x="673" y="563"/>
                    <a:pt x="672" y="564"/>
                    <a:pt x="671" y="565"/>
                  </a:cubicBezTo>
                  <a:cubicBezTo>
                    <a:pt x="622" y="601"/>
                    <a:pt x="616" y="610"/>
                    <a:pt x="597" y="618"/>
                  </a:cubicBezTo>
                  <a:cubicBezTo>
                    <a:pt x="544" y="639"/>
                    <a:pt x="541" y="643"/>
                    <a:pt x="537" y="644"/>
                  </a:cubicBezTo>
                  <a:cubicBezTo>
                    <a:pt x="519" y="649"/>
                    <a:pt x="512" y="654"/>
                    <a:pt x="505" y="655"/>
                  </a:cubicBezTo>
                  <a:cubicBezTo>
                    <a:pt x="445" y="679"/>
                    <a:pt x="427" y="685"/>
                    <a:pt x="408" y="693"/>
                  </a:cubicBezTo>
                  <a:cubicBezTo>
                    <a:pt x="383" y="709"/>
                    <a:pt x="384" y="706"/>
                    <a:pt x="383" y="704"/>
                  </a:cubicBezTo>
                  <a:cubicBezTo>
                    <a:pt x="397" y="688"/>
                    <a:pt x="401" y="686"/>
                    <a:pt x="403" y="684"/>
                  </a:cubicBezTo>
                  <a:close/>
                  <a:moveTo>
                    <a:pt x="532" y="454"/>
                  </a:moveTo>
                  <a:cubicBezTo>
                    <a:pt x="532" y="450"/>
                    <a:pt x="531" y="447"/>
                    <a:pt x="535" y="444"/>
                  </a:cubicBezTo>
                  <a:cubicBezTo>
                    <a:pt x="538" y="448"/>
                    <a:pt x="536" y="451"/>
                    <a:pt x="532" y="454"/>
                  </a:cubicBezTo>
                  <a:close/>
                  <a:moveTo>
                    <a:pt x="627" y="333"/>
                  </a:moveTo>
                  <a:cubicBezTo>
                    <a:pt x="626" y="331"/>
                    <a:pt x="628" y="329"/>
                    <a:pt x="627" y="326"/>
                  </a:cubicBezTo>
                  <a:cubicBezTo>
                    <a:pt x="631" y="324"/>
                    <a:pt x="631" y="332"/>
                    <a:pt x="627" y="333"/>
                  </a:cubicBezTo>
                  <a:close/>
                  <a:moveTo>
                    <a:pt x="722" y="53"/>
                  </a:moveTo>
                  <a:cubicBezTo>
                    <a:pt x="723" y="56"/>
                    <a:pt x="721" y="59"/>
                    <a:pt x="718" y="61"/>
                  </a:cubicBezTo>
                  <a:cubicBezTo>
                    <a:pt x="713" y="58"/>
                    <a:pt x="719" y="56"/>
                    <a:pt x="722" y="53"/>
                  </a:cubicBezTo>
                  <a:close/>
                  <a:moveTo>
                    <a:pt x="670" y="251"/>
                  </a:moveTo>
                  <a:cubicBezTo>
                    <a:pt x="668" y="255"/>
                    <a:pt x="668" y="260"/>
                    <a:pt x="668" y="264"/>
                  </a:cubicBezTo>
                  <a:cubicBezTo>
                    <a:pt x="664" y="281"/>
                    <a:pt x="657" y="284"/>
                    <a:pt x="658" y="289"/>
                  </a:cubicBezTo>
                  <a:cubicBezTo>
                    <a:pt x="652" y="296"/>
                    <a:pt x="652" y="292"/>
                    <a:pt x="653" y="288"/>
                  </a:cubicBezTo>
                  <a:cubicBezTo>
                    <a:pt x="661" y="245"/>
                    <a:pt x="661" y="237"/>
                    <a:pt x="665" y="230"/>
                  </a:cubicBezTo>
                  <a:cubicBezTo>
                    <a:pt x="666" y="215"/>
                    <a:pt x="662" y="210"/>
                    <a:pt x="666" y="207"/>
                  </a:cubicBezTo>
                  <a:cubicBezTo>
                    <a:pt x="670" y="171"/>
                    <a:pt x="675" y="168"/>
                    <a:pt x="674" y="164"/>
                  </a:cubicBezTo>
                  <a:cubicBezTo>
                    <a:pt x="679" y="136"/>
                    <a:pt x="684" y="129"/>
                    <a:pt x="685" y="122"/>
                  </a:cubicBezTo>
                  <a:cubicBezTo>
                    <a:pt x="704" y="89"/>
                    <a:pt x="704" y="75"/>
                    <a:pt x="716" y="63"/>
                  </a:cubicBezTo>
                  <a:cubicBezTo>
                    <a:pt x="709" y="86"/>
                    <a:pt x="708" y="91"/>
                    <a:pt x="704" y="96"/>
                  </a:cubicBezTo>
                  <a:cubicBezTo>
                    <a:pt x="684" y="166"/>
                    <a:pt x="687" y="171"/>
                    <a:pt x="684" y="174"/>
                  </a:cubicBezTo>
                  <a:cubicBezTo>
                    <a:pt x="678" y="204"/>
                    <a:pt x="677" y="208"/>
                    <a:pt x="678" y="213"/>
                  </a:cubicBezTo>
                  <a:cubicBezTo>
                    <a:pt x="672" y="242"/>
                    <a:pt x="669" y="246"/>
                    <a:pt x="670" y="251"/>
                  </a:cubicBezTo>
                  <a:close/>
                </a:path>
              </a:pathLst>
            </a:custGeom>
            <a:solidFill>
              <a:srgbClr val="d0cdbb">
                <a:alpha val="50000"/>
              </a:srgbClr>
            </a:solidFill>
            <a:ln w="0">
              <a:noFill/>
            </a:ln>
          </p:spPr>
          <p:style>
            <a:lnRef idx="0"/>
            <a:fillRef idx="0"/>
            <a:effectRef idx="0"/>
            <a:fontRef idx="minor"/>
          </p:style>
          <p:txBody>
            <a:bodyPr tIns="91440" bIns="91440" anchor="ctr">
              <a:noAutofit/>
            </a:bodyPr>
            <a:p>
              <a:pPr>
                <a:lnSpc>
                  <a:spcPct val="100000"/>
                </a:lnSpc>
                <a:tabLst>
                  <a:tab algn="l" pos="0"/>
                </a:tabLst>
              </a:pPr>
              <a:endParaRPr b="0" lang="en-US" sz="1400" spc="-1" strike="noStrike">
                <a:solidFill>
                  <a:srgbClr val="000000"/>
                </a:solidFill>
                <a:latin typeface="Arial"/>
                <a:ea typeface="Arial"/>
              </a:endParaRPr>
            </a:p>
          </p:txBody>
        </p:sp>
      </p:grpSp>
      <p:cxnSp>
        <p:nvCxnSpPr>
          <p:cNvPr id="92" name="Google Shape;59;p13"/>
          <p:cNvCxnSpPr/>
          <p:nvPr/>
        </p:nvCxnSpPr>
        <p:spPr>
          <a:xfrm>
            <a:off x="2199960" y="1631880"/>
            <a:ext cx="6578280" cy="360"/>
          </a:xfrm>
          <a:prstGeom prst="straightConnector1">
            <a:avLst/>
          </a:prstGeom>
          <a:ln w="38100">
            <a:solidFill>
              <a:srgbClr val="79a8a4"/>
            </a:solidFill>
            <a:round/>
          </a:ln>
        </p:spPr>
      </p:cxnSp>
      <p:cxnSp>
        <p:nvCxnSpPr>
          <p:cNvPr id="93" name="Google Shape;60;p13"/>
          <p:cNvCxnSpPr/>
          <p:nvPr/>
        </p:nvCxnSpPr>
        <p:spPr>
          <a:xfrm>
            <a:off x="2199960" y="1631880"/>
            <a:ext cx="6578280" cy="360"/>
          </a:xfrm>
          <a:prstGeom prst="straightConnector1">
            <a:avLst/>
          </a:prstGeom>
          <a:ln w="38100">
            <a:solidFill>
              <a:srgbClr val="79a8a4"/>
            </a:solidFill>
            <a:round/>
          </a:ln>
        </p:spPr>
      </p:cxnSp>
      <p:grpSp>
        <p:nvGrpSpPr>
          <p:cNvPr id="94" name="Google Shape;105;p18"/>
          <p:cNvGrpSpPr/>
          <p:nvPr/>
        </p:nvGrpSpPr>
        <p:grpSpPr>
          <a:xfrm>
            <a:off x="242280" y="542520"/>
            <a:ext cx="3173400" cy="4223520"/>
            <a:chOff x="242280" y="542520"/>
            <a:chExt cx="3173400" cy="4223520"/>
          </a:xfrm>
        </p:grpSpPr>
        <p:sp>
          <p:nvSpPr>
            <p:cNvPr id="95" name="Google Shape;106;p18"/>
            <p:cNvSpPr/>
            <p:nvPr/>
          </p:nvSpPr>
          <p:spPr>
            <a:xfrm>
              <a:off x="242280" y="542520"/>
              <a:ext cx="2013480" cy="4223520"/>
            </a:xfrm>
            <a:custGeom>
              <a:avLst/>
              <a:gdLst>
                <a:gd name="textAreaLeft" fmla="*/ 0 w 2013480"/>
                <a:gd name="textAreaRight" fmla="*/ 2013840 w 2013480"/>
                <a:gd name="textAreaTop" fmla="*/ 0 h 4223520"/>
                <a:gd name="textAreaBottom" fmla="*/ 4223880 h 4223520"/>
              </a:gdLst>
              <a:ahLst/>
              <a:rect l="textAreaLeft" t="textAreaTop" r="textAreaRight" b="textAreaBottom"/>
              <a:pathLst>
                <a:path w="697" h="1954">
                  <a:moveTo>
                    <a:pt x="251" y="1472"/>
                  </a:moveTo>
                  <a:cubicBezTo>
                    <a:pt x="258" y="1472"/>
                    <a:pt x="252" y="1463"/>
                    <a:pt x="251" y="1462"/>
                  </a:cubicBezTo>
                  <a:cubicBezTo>
                    <a:pt x="248" y="1422"/>
                    <a:pt x="241" y="1424"/>
                    <a:pt x="241" y="1419"/>
                  </a:cubicBezTo>
                  <a:cubicBezTo>
                    <a:pt x="227" y="1388"/>
                    <a:pt x="226" y="1380"/>
                    <a:pt x="221" y="1376"/>
                  </a:cubicBezTo>
                  <a:cubicBezTo>
                    <a:pt x="209" y="1355"/>
                    <a:pt x="209" y="1347"/>
                    <a:pt x="203" y="1344"/>
                  </a:cubicBezTo>
                  <a:cubicBezTo>
                    <a:pt x="169" y="1285"/>
                    <a:pt x="162" y="1275"/>
                    <a:pt x="156" y="1263"/>
                  </a:cubicBezTo>
                  <a:cubicBezTo>
                    <a:pt x="144" y="1242"/>
                    <a:pt x="141" y="1236"/>
                    <a:pt x="138" y="1231"/>
                  </a:cubicBezTo>
                  <a:cubicBezTo>
                    <a:pt x="107" y="1177"/>
                    <a:pt x="108" y="1168"/>
                    <a:pt x="103" y="1165"/>
                  </a:cubicBezTo>
                  <a:cubicBezTo>
                    <a:pt x="90" y="1142"/>
                    <a:pt x="83" y="1131"/>
                    <a:pt x="82" y="1127"/>
                  </a:cubicBezTo>
                  <a:cubicBezTo>
                    <a:pt x="66" y="1090"/>
                    <a:pt x="67" y="1081"/>
                    <a:pt x="62" y="1077"/>
                  </a:cubicBezTo>
                  <a:cubicBezTo>
                    <a:pt x="57" y="1049"/>
                    <a:pt x="51" y="1046"/>
                    <a:pt x="52" y="1037"/>
                  </a:cubicBezTo>
                  <a:cubicBezTo>
                    <a:pt x="48" y="1016"/>
                    <a:pt x="44" y="1007"/>
                    <a:pt x="42" y="1002"/>
                  </a:cubicBezTo>
                  <a:cubicBezTo>
                    <a:pt x="32" y="970"/>
                    <a:pt x="24" y="961"/>
                    <a:pt x="22" y="946"/>
                  </a:cubicBezTo>
                  <a:cubicBezTo>
                    <a:pt x="13" y="922"/>
                    <a:pt x="11" y="916"/>
                    <a:pt x="9" y="909"/>
                  </a:cubicBezTo>
                  <a:cubicBezTo>
                    <a:pt x="5" y="889"/>
                    <a:pt x="11" y="888"/>
                    <a:pt x="9" y="896"/>
                  </a:cubicBezTo>
                  <a:cubicBezTo>
                    <a:pt x="25" y="935"/>
                    <a:pt x="22" y="943"/>
                    <a:pt x="27" y="944"/>
                  </a:cubicBezTo>
                  <a:cubicBezTo>
                    <a:pt x="47" y="979"/>
                    <a:pt x="44" y="987"/>
                    <a:pt x="45" y="992"/>
                  </a:cubicBezTo>
                  <a:cubicBezTo>
                    <a:pt x="78" y="1045"/>
                    <a:pt x="85" y="1060"/>
                    <a:pt x="95" y="1072"/>
                  </a:cubicBezTo>
                  <a:cubicBezTo>
                    <a:pt x="141" y="1130"/>
                    <a:pt x="141" y="1136"/>
                    <a:pt x="140" y="1142"/>
                  </a:cubicBezTo>
                  <a:cubicBezTo>
                    <a:pt x="159" y="1162"/>
                    <a:pt x="156" y="1170"/>
                    <a:pt x="160" y="1170"/>
                  </a:cubicBezTo>
                  <a:cubicBezTo>
                    <a:pt x="198" y="1238"/>
                    <a:pt x="204" y="1243"/>
                    <a:pt x="206" y="1251"/>
                  </a:cubicBezTo>
                  <a:cubicBezTo>
                    <a:pt x="218" y="1278"/>
                    <a:pt x="219" y="1288"/>
                    <a:pt x="226" y="1291"/>
                  </a:cubicBezTo>
                  <a:cubicBezTo>
                    <a:pt x="231" y="1298"/>
                    <a:pt x="231" y="1292"/>
                    <a:pt x="228" y="1288"/>
                  </a:cubicBezTo>
                  <a:cubicBezTo>
                    <a:pt x="196" y="1218"/>
                    <a:pt x="198" y="1206"/>
                    <a:pt x="191" y="1203"/>
                  </a:cubicBezTo>
                  <a:cubicBezTo>
                    <a:pt x="168" y="1159"/>
                    <a:pt x="164" y="1153"/>
                    <a:pt x="160" y="1147"/>
                  </a:cubicBezTo>
                  <a:cubicBezTo>
                    <a:pt x="114" y="1068"/>
                    <a:pt x="104" y="1068"/>
                    <a:pt x="105" y="1057"/>
                  </a:cubicBezTo>
                  <a:cubicBezTo>
                    <a:pt x="67" y="1000"/>
                    <a:pt x="58" y="1000"/>
                    <a:pt x="57" y="992"/>
                  </a:cubicBezTo>
                  <a:cubicBezTo>
                    <a:pt x="80" y="1011"/>
                    <a:pt x="81" y="1021"/>
                    <a:pt x="87" y="1024"/>
                  </a:cubicBezTo>
                  <a:cubicBezTo>
                    <a:pt x="103" y="1041"/>
                    <a:pt x="100" y="1049"/>
                    <a:pt x="105" y="1049"/>
                  </a:cubicBezTo>
                  <a:cubicBezTo>
                    <a:pt x="129" y="1079"/>
                    <a:pt x="130" y="1087"/>
                    <a:pt x="135" y="1092"/>
                  </a:cubicBezTo>
                  <a:cubicBezTo>
                    <a:pt x="163" y="1128"/>
                    <a:pt x="159" y="1136"/>
                    <a:pt x="163" y="1137"/>
                  </a:cubicBezTo>
                  <a:cubicBezTo>
                    <a:pt x="199" y="1191"/>
                    <a:pt x="204" y="1205"/>
                    <a:pt x="211" y="1218"/>
                  </a:cubicBezTo>
                  <a:cubicBezTo>
                    <a:pt x="232" y="1237"/>
                    <a:pt x="226" y="1238"/>
                    <a:pt x="228" y="1230"/>
                  </a:cubicBezTo>
                  <a:cubicBezTo>
                    <a:pt x="202" y="1163"/>
                    <a:pt x="196" y="1163"/>
                    <a:pt x="198" y="1155"/>
                  </a:cubicBezTo>
                  <a:cubicBezTo>
                    <a:pt x="171" y="1106"/>
                    <a:pt x="167" y="1104"/>
                    <a:pt x="165" y="1100"/>
                  </a:cubicBezTo>
                  <a:cubicBezTo>
                    <a:pt x="140" y="1062"/>
                    <a:pt x="138" y="1052"/>
                    <a:pt x="133" y="1047"/>
                  </a:cubicBezTo>
                  <a:cubicBezTo>
                    <a:pt x="76" y="924"/>
                    <a:pt x="76" y="918"/>
                    <a:pt x="75" y="913"/>
                  </a:cubicBezTo>
                  <a:cubicBezTo>
                    <a:pt x="53" y="840"/>
                    <a:pt x="56" y="836"/>
                    <a:pt x="57" y="830"/>
                  </a:cubicBezTo>
                  <a:cubicBezTo>
                    <a:pt x="36" y="706"/>
                    <a:pt x="30" y="721"/>
                    <a:pt x="34" y="725"/>
                  </a:cubicBezTo>
                  <a:cubicBezTo>
                    <a:pt x="45" y="767"/>
                    <a:pt x="46" y="774"/>
                    <a:pt x="49" y="778"/>
                  </a:cubicBezTo>
                  <a:cubicBezTo>
                    <a:pt x="70" y="833"/>
                    <a:pt x="67" y="843"/>
                    <a:pt x="72" y="846"/>
                  </a:cubicBezTo>
                  <a:cubicBezTo>
                    <a:pt x="94" y="887"/>
                    <a:pt x="97" y="899"/>
                    <a:pt x="102" y="908"/>
                  </a:cubicBezTo>
                  <a:cubicBezTo>
                    <a:pt x="143" y="980"/>
                    <a:pt x="154" y="992"/>
                    <a:pt x="160" y="1007"/>
                  </a:cubicBezTo>
                  <a:cubicBezTo>
                    <a:pt x="212" y="1106"/>
                    <a:pt x="218" y="1122"/>
                    <a:pt x="223" y="1137"/>
                  </a:cubicBezTo>
                  <a:cubicBezTo>
                    <a:pt x="218" y="1115"/>
                    <a:pt x="222" y="1106"/>
                    <a:pt x="221" y="1102"/>
                  </a:cubicBezTo>
                  <a:cubicBezTo>
                    <a:pt x="210" y="1080"/>
                    <a:pt x="213" y="1072"/>
                    <a:pt x="208" y="1072"/>
                  </a:cubicBezTo>
                  <a:cubicBezTo>
                    <a:pt x="195" y="1023"/>
                    <a:pt x="188" y="1020"/>
                    <a:pt x="188" y="1012"/>
                  </a:cubicBezTo>
                  <a:cubicBezTo>
                    <a:pt x="149" y="930"/>
                    <a:pt x="144" y="927"/>
                    <a:pt x="145" y="918"/>
                  </a:cubicBezTo>
                  <a:cubicBezTo>
                    <a:pt x="125" y="876"/>
                    <a:pt x="120" y="873"/>
                    <a:pt x="117" y="868"/>
                  </a:cubicBezTo>
                  <a:cubicBezTo>
                    <a:pt x="102" y="832"/>
                    <a:pt x="100" y="833"/>
                    <a:pt x="100" y="830"/>
                  </a:cubicBezTo>
                  <a:cubicBezTo>
                    <a:pt x="80" y="793"/>
                    <a:pt x="77" y="788"/>
                    <a:pt x="75" y="783"/>
                  </a:cubicBezTo>
                  <a:cubicBezTo>
                    <a:pt x="45" y="730"/>
                    <a:pt x="43" y="716"/>
                    <a:pt x="34" y="710"/>
                  </a:cubicBezTo>
                  <a:cubicBezTo>
                    <a:pt x="25" y="678"/>
                    <a:pt x="34" y="684"/>
                    <a:pt x="32" y="690"/>
                  </a:cubicBezTo>
                  <a:cubicBezTo>
                    <a:pt x="50" y="733"/>
                    <a:pt x="60" y="733"/>
                    <a:pt x="59" y="745"/>
                  </a:cubicBezTo>
                  <a:cubicBezTo>
                    <a:pt x="80" y="780"/>
                    <a:pt x="81" y="783"/>
                    <a:pt x="85" y="785"/>
                  </a:cubicBezTo>
                  <a:cubicBezTo>
                    <a:pt x="113" y="833"/>
                    <a:pt x="115" y="842"/>
                    <a:pt x="117" y="851"/>
                  </a:cubicBezTo>
                  <a:cubicBezTo>
                    <a:pt x="147" y="899"/>
                    <a:pt x="151" y="907"/>
                    <a:pt x="153" y="916"/>
                  </a:cubicBezTo>
                  <a:cubicBezTo>
                    <a:pt x="168" y="945"/>
                    <a:pt x="171" y="952"/>
                    <a:pt x="173" y="961"/>
                  </a:cubicBezTo>
                  <a:cubicBezTo>
                    <a:pt x="190" y="999"/>
                    <a:pt x="200" y="1010"/>
                    <a:pt x="203" y="1029"/>
                  </a:cubicBezTo>
                  <a:cubicBezTo>
                    <a:pt x="198" y="998"/>
                    <a:pt x="198" y="994"/>
                    <a:pt x="196" y="994"/>
                  </a:cubicBezTo>
                  <a:cubicBezTo>
                    <a:pt x="175" y="911"/>
                    <a:pt x="168" y="909"/>
                    <a:pt x="170" y="898"/>
                  </a:cubicBezTo>
                  <a:cubicBezTo>
                    <a:pt x="131" y="811"/>
                    <a:pt x="131" y="802"/>
                    <a:pt x="125" y="800"/>
                  </a:cubicBezTo>
                  <a:cubicBezTo>
                    <a:pt x="105" y="747"/>
                    <a:pt x="103" y="742"/>
                    <a:pt x="100" y="740"/>
                  </a:cubicBezTo>
                  <a:cubicBezTo>
                    <a:pt x="82" y="701"/>
                    <a:pt x="78" y="699"/>
                    <a:pt x="77" y="695"/>
                  </a:cubicBezTo>
                  <a:cubicBezTo>
                    <a:pt x="67" y="672"/>
                    <a:pt x="60" y="674"/>
                    <a:pt x="62" y="667"/>
                  </a:cubicBezTo>
                  <a:cubicBezTo>
                    <a:pt x="44" y="641"/>
                    <a:pt x="39" y="635"/>
                    <a:pt x="34" y="629"/>
                  </a:cubicBezTo>
                  <a:cubicBezTo>
                    <a:pt x="21" y="597"/>
                    <a:pt x="29" y="609"/>
                    <a:pt x="37" y="622"/>
                  </a:cubicBezTo>
                  <a:cubicBezTo>
                    <a:pt x="75" y="681"/>
                    <a:pt x="85" y="681"/>
                    <a:pt x="85" y="692"/>
                  </a:cubicBezTo>
                  <a:cubicBezTo>
                    <a:pt x="108" y="731"/>
                    <a:pt x="109" y="735"/>
                    <a:pt x="110" y="740"/>
                  </a:cubicBezTo>
                  <a:cubicBezTo>
                    <a:pt x="123" y="777"/>
                    <a:pt x="130" y="775"/>
                    <a:pt x="130" y="780"/>
                  </a:cubicBezTo>
                  <a:cubicBezTo>
                    <a:pt x="151" y="822"/>
                    <a:pt x="153" y="840"/>
                    <a:pt x="163" y="851"/>
                  </a:cubicBezTo>
                  <a:cubicBezTo>
                    <a:pt x="179" y="903"/>
                    <a:pt x="184" y="907"/>
                    <a:pt x="185" y="916"/>
                  </a:cubicBezTo>
                  <a:cubicBezTo>
                    <a:pt x="203" y="963"/>
                    <a:pt x="199" y="973"/>
                    <a:pt x="201" y="976"/>
                  </a:cubicBezTo>
                  <a:cubicBezTo>
                    <a:pt x="236" y="1076"/>
                    <a:pt x="226" y="1071"/>
                    <a:pt x="228" y="1064"/>
                  </a:cubicBezTo>
                  <a:cubicBezTo>
                    <a:pt x="218" y="972"/>
                    <a:pt x="212" y="965"/>
                    <a:pt x="213" y="951"/>
                  </a:cubicBezTo>
                  <a:cubicBezTo>
                    <a:pt x="185" y="862"/>
                    <a:pt x="181" y="854"/>
                    <a:pt x="178" y="845"/>
                  </a:cubicBezTo>
                  <a:cubicBezTo>
                    <a:pt x="145" y="767"/>
                    <a:pt x="139" y="762"/>
                    <a:pt x="135" y="755"/>
                  </a:cubicBezTo>
                  <a:cubicBezTo>
                    <a:pt x="119" y="717"/>
                    <a:pt x="114" y="719"/>
                    <a:pt x="112" y="717"/>
                  </a:cubicBezTo>
                  <a:cubicBezTo>
                    <a:pt x="92" y="686"/>
                    <a:pt x="92" y="676"/>
                    <a:pt x="87" y="669"/>
                  </a:cubicBezTo>
                  <a:cubicBezTo>
                    <a:pt x="56" y="621"/>
                    <a:pt x="53" y="614"/>
                    <a:pt x="49" y="607"/>
                  </a:cubicBezTo>
                  <a:cubicBezTo>
                    <a:pt x="41" y="564"/>
                    <a:pt x="41" y="578"/>
                    <a:pt x="47" y="586"/>
                  </a:cubicBezTo>
                  <a:cubicBezTo>
                    <a:pt x="72" y="633"/>
                    <a:pt x="77" y="635"/>
                    <a:pt x="77" y="642"/>
                  </a:cubicBezTo>
                  <a:cubicBezTo>
                    <a:pt x="117" y="700"/>
                    <a:pt x="120" y="711"/>
                    <a:pt x="125" y="720"/>
                  </a:cubicBezTo>
                  <a:cubicBezTo>
                    <a:pt x="136" y="738"/>
                    <a:pt x="138" y="743"/>
                    <a:pt x="143" y="745"/>
                  </a:cubicBezTo>
                  <a:cubicBezTo>
                    <a:pt x="165" y="796"/>
                    <a:pt x="169" y="801"/>
                    <a:pt x="173" y="805"/>
                  </a:cubicBezTo>
                  <a:cubicBezTo>
                    <a:pt x="198" y="877"/>
                    <a:pt x="205" y="880"/>
                    <a:pt x="206" y="888"/>
                  </a:cubicBezTo>
                  <a:cubicBezTo>
                    <a:pt x="210" y="912"/>
                    <a:pt x="215" y="915"/>
                    <a:pt x="216" y="923"/>
                  </a:cubicBezTo>
                  <a:cubicBezTo>
                    <a:pt x="239" y="982"/>
                    <a:pt x="234" y="967"/>
                    <a:pt x="238" y="961"/>
                  </a:cubicBezTo>
                  <a:cubicBezTo>
                    <a:pt x="220" y="890"/>
                    <a:pt x="217" y="886"/>
                    <a:pt x="218" y="876"/>
                  </a:cubicBezTo>
                  <a:cubicBezTo>
                    <a:pt x="175" y="774"/>
                    <a:pt x="176" y="763"/>
                    <a:pt x="173" y="755"/>
                  </a:cubicBezTo>
                  <a:cubicBezTo>
                    <a:pt x="155" y="729"/>
                    <a:pt x="156" y="717"/>
                    <a:pt x="150" y="712"/>
                  </a:cubicBezTo>
                  <a:cubicBezTo>
                    <a:pt x="123" y="663"/>
                    <a:pt x="122" y="653"/>
                    <a:pt x="115" y="649"/>
                  </a:cubicBezTo>
                  <a:cubicBezTo>
                    <a:pt x="86" y="590"/>
                    <a:pt x="85" y="586"/>
                    <a:pt x="85" y="581"/>
                  </a:cubicBezTo>
                  <a:cubicBezTo>
                    <a:pt x="60" y="516"/>
                    <a:pt x="65" y="519"/>
                    <a:pt x="64" y="528"/>
                  </a:cubicBezTo>
                  <a:cubicBezTo>
                    <a:pt x="82" y="567"/>
                    <a:pt x="89" y="567"/>
                    <a:pt x="87" y="576"/>
                  </a:cubicBezTo>
                  <a:cubicBezTo>
                    <a:pt x="102" y="603"/>
                    <a:pt x="102" y="606"/>
                    <a:pt x="105" y="606"/>
                  </a:cubicBezTo>
                  <a:cubicBezTo>
                    <a:pt x="133" y="652"/>
                    <a:pt x="128" y="663"/>
                    <a:pt x="135" y="662"/>
                  </a:cubicBezTo>
                  <a:cubicBezTo>
                    <a:pt x="162" y="716"/>
                    <a:pt x="168" y="721"/>
                    <a:pt x="170" y="730"/>
                  </a:cubicBezTo>
                  <a:cubicBezTo>
                    <a:pt x="201" y="805"/>
                    <a:pt x="206" y="810"/>
                    <a:pt x="208" y="818"/>
                  </a:cubicBezTo>
                  <a:cubicBezTo>
                    <a:pt x="243" y="905"/>
                    <a:pt x="235" y="893"/>
                    <a:pt x="233" y="888"/>
                  </a:cubicBezTo>
                  <a:cubicBezTo>
                    <a:pt x="221" y="836"/>
                    <a:pt x="220" y="828"/>
                    <a:pt x="216" y="823"/>
                  </a:cubicBezTo>
                  <a:cubicBezTo>
                    <a:pt x="173" y="707"/>
                    <a:pt x="173" y="697"/>
                    <a:pt x="170" y="689"/>
                  </a:cubicBezTo>
                  <a:cubicBezTo>
                    <a:pt x="157" y="663"/>
                    <a:pt x="154" y="657"/>
                    <a:pt x="150" y="652"/>
                  </a:cubicBezTo>
                  <a:cubicBezTo>
                    <a:pt x="119" y="602"/>
                    <a:pt x="122" y="594"/>
                    <a:pt x="117" y="594"/>
                  </a:cubicBezTo>
                  <a:cubicBezTo>
                    <a:pt x="119" y="590"/>
                    <a:pt x="124" y="592"/>
                    <a:pt x="125" y="596"/>
                  </a:cubicBezTo>
                  <a:cubicBezTo>
                    <a:pt x="159" y="641"/>
                    <a:pt x="154" y="651"/>
                    <a:pt x="163" y="649"/>
                  </a:cubicBezTo>
                  <a:cubicBezTo>
                    <a:pt x="185" y="694"/>
                    <a:pt x="183" y="708"/>
                    <a:pt x="190" y="712"/>
                  </a:cubicBezTo>
                  <a:cubicBezTo>
                    <a:pt x="211" y="753"/>
                    <a:pt x="208" y="762"/>
                    <a:pt x="213" y="762"/>
                  </a:cubicBezTo>
                  <a:cubicBezTo>
                    <a:pt x="237" y="847"/>
                    <a:pt x="238" y="850"/>
                    <a:pt x="238" y="853"/>
                  </a:cubicBezTo>
                  <a:cubicBezTo>
                    <a:pt x="246" y="870"/>
                    <a:pt x="242" y="860"/>
                    <a:pt x="243" y="855"/>
                  </a:cubicBezTo>
                  <a:cubicBezTo>
                    <a:pt x="231" y="791"/>
                    <a:pt x="232" y="779"/>
                    <a:pt x="228" y="757"/>
                  </a:cubicBezTo>
                  <a:cubicBezTo>
                    <a:pt x="212" y="721"/>
                    <a:pt x="215" y="712"/>
                    <a:pt x="210" y="712"/>
                  </a:cubicBezTo>
                  <a:cubicBezTo>
                    <a:pt x="190" y="661"/>
                    <a:pt x="188" y="652"/>
                    <a:pt x="183" y="647"/>
                  </a:cubicBezTo>
                  <a:cubicBezTo>
                    <a:pt x="162" y="617"/>
                    <a:pt x="161" y="598"/>
                    <a:pt x="150" y="589"/>
                  </a:cubicBezTo>
                  <a:cubicBezTo>
                    <a:pt x="126" y="540"/>
                    <a:pt x="121" y="535"/>
                    <a:pt x="117" y="528"/>
                  </a:cubicBezTo>
                  <a:cubicBezTo>
                    <a:pt x="101" y="492"/>
                    <a:pt x="98" y="489"/>
                    <a:pt x="97" y="486"/>
                  </a:cubicBezTo>
                  <a:cubicBezTo>
                    <a:pt x="80" y="432"/>
                    <a:pt x="73" y="429"/>
                    <a:pt x="74" y="418"/>
                  </a:cubicBezTo>
                  <a:cubicBezTo>
                    <a:pt x="93" y="455"/>
                    <a:pt x="94" y="458"/>
                    <a:pt x="94" y="463"/>
                  </a:cubicBezTo>
                  <a:cubicBezTo>
                    <a:pt x="143" y="547"/>
                    <a:pt x="140" y="555"/>
                    <a:pt x="145" y="556"/>
                  </a:cubicBezTo>
                  <a:cubicBezTo>
                    <a:pt x="164" y="593"/>
                    <a:pt x="170" y="599"/>
                    <a:pt x="173" y="606"/>
                  </a:cubicBezTo>
                  <a:cubicBezTo>
                    <a:pt x="191" y="642"/>
                    <a:pt x="200" y="654"/>
                    <a:pt x="205" y="669"/>
                  </a:cubicBezTo>
                  <a:cubicBezTo>
                    <a:pt x="228" y="720"/>
                    <a:pt x="226" y="733"/>
                    <a:pt x="233" y="737"/>
                  </a:cubicBezTo>
                  <a:cubicBezTo>
                    <a:pt x="244" y="794"/>
                    <a:pt x="247" y="802"/>
                    <a:pt x="246" y="815"/>
                  </a:cubicBezTo>
                  <a:cubicBezTo>
                    <a:pt x="257" y="840"/>
                    <a:pt x="255" y="834"/>
                    <a:pt x="256" y="830"/>
                  </a:cubicBezTo>
                  <a:cubicBezTo>
                    <a:pt x="249" y="738"/>
                    <a:pt x="244" y="737"/>
                    <a:pt x="243" y="732"/>
                  </a:cubicBezTo>
                  <a:cubicBezTo>
                    <a:pt x="217" y="655"/>
                    <a:pt x="208" y="642"/>
                    <a:pt x="203" y="624"/>
                  </a:cubicBezTo>
                  <a:cubicBezTo>
                    <a:pt x="179" y="566"/>
                    <a:pt x="170" y="562"/>
                    <a:pt x="170" y="551"/>
                  </a:cubicBezTo>
                  <a:cubicBezTo>
                    <a:pt x="156" y="511"/>
                    <a:pt x="145" y="501"/>
                    <a:pt x="142" y="483"/>
                  </a:cubicBezTo>
                  <a:cubicBezTo>
                    <a:pt x="140" y="458"/>
                    <a:pt x="142" y="465"/>
                    <a:pt x="145" y="471"/>
                  </a:cubicBezTo>
                  <a:cubicBezTo>
                    <a:pt x="163" y="523"/>
                    <a:pt x="171" y="533"/>
                    <a:pt x="175" y="546"/>
                  </a:cubicBezTo>
                  <a:cubicBezTo>
                    <a:pt x="196" y="591"/>
                    <a:pt x="206" y="598"/>
                    <a:pt x="208" y="614"/>
                  </a:cubicBezTo>
                  <a:cubicBezTo>
                    <a:pt x="231" y="662"/>
                    <a:pt x="236" y="674"/>
                    <a:pt x="241" y="687"/>
                  </a:cubicBezTo>
                  <a:cubicBezTo>
                    <a:pt x="252" y="718"/>
                    <a:pt x="249" y="725"/>
                    <a:pt x="253" y="725"/>
                  </a:cubicBezTo>
                  <a:cubicBezTo>
                    <a:pt x="268" y="760"/>
                    <a:pt x="259" y="754"/>
                    <a:pt x="261" y="750"/>
                  </a:cubicBezTo>
                  <a:cubicBezTo>
                    <a:pt x="260" y="703"/>
                    <a:pt x="254" y="700"/>
                    <a:pt x="258" y="692"/>
                  </a:cubicBezTo>
                  <a:cubicBezTo>
                    <a:pt x="248" y="658"/>
                    <a:pt x="249" y="652"/>
                    <a:pt x="246" y="652"/>
                  </a:cubicBezTo>
                  <a:cubicBezTo>
                    <a:pt x="229" y="597"/>
                    <a:pt x="228" y="593"/>
                    <a:pt x="228" y="589"/>
                  </a:cubicBezTo>
                  <a:cubicBezTo>
                    <a:pt x="211" y="547"/>
                    <a:pt x="207" y="538"/>
                    <a:pt x="203" y="528"/>
                  </a:cubicBezTo>
                  <a:cubicBezTo>
                    <a:pt x="186" y="481"/>
                    <a:pt x="179" y="480"/>
                    <a:pt x="180" y="473"/>
                  </a:cubicBezTo>
                  <a:cubicBezTo>
                    <a:pt x="156" y="407"/>
                    <a:pt x="153" y="397"/>
                    <a:pt x="150" y="387"/>
                  </a:cubicBezTo>
                  <a:cubicBezTo>
                    <a:pt x="147" y="345"/>
                    <a:pt x="152" y="348"/>
                    <a:pt x="150" y="357"/>
                  </a:cubicBezTo>
                  <a:cubicBezTo>
                    <a:pt x="176" y="446"/>
                    <a:pt x="183" y="456"/>
                    <a:pt x="188" y="468"/>
                  </a:cubicBezTo>
                  <a:cubicBezTo>
                    <a:pt x="206" y="507"/>
                    <a:pt x="205" y="512"/>
                    <a:pt x="205" y="516"/>
                  </a:cubicBezTo>
                  <a:cubicBezTo>
                    <a:pt x="224" y="553"/>
                    <a:pt x="228" y="566"/>
                    <a:pt x="233" y="579"/>
                  </a:cubicBezTo>
                  <a:cubicBezTo>
                    <a:pt x="232" y="555"/>
                    <a:pt x="229" y="552"/>
                    <a:pt x="228" y="546"/>
                  </a:cubicBezTo>
                  <a:cubicBezTo>
                    <a:pt x="212" y="499"/>
                    <a:pt x="215" y="491"/>
                    <a:pt x="210" y="491"/>
                  </a:cubicBezTo>
                  <a:cubicBezTo>
                    <a:pt x="198" y="374"/>
                    <a:pt x="193" y="371"/>
                    <a:pt x="198" y="360"/>
                  </a:cubicBezTo>
                  <a:cubicBezTo>
                    <a:pt x="209" y="429"/>
                    <a:pt x="211" y="465"/>
                    <a:pt x="223" y="491"/>
                  </a:cubicBezTo>
                  <a:cubicBezTo>
                    <a:pt x="280" y="680"/>
                    <a:pt x="276" y="677"/>
                    <a:pt x="276" y="674"/>
                  </a:cubicBezTo>
                  <a:cubicBezTo>
                    <a:pt x="265" y="621"/>
                    <a:pt x="263" y="596"/>
                    <a:pt x="256" y="576"/>
                  </a:cubicBezTo>
                  <a:cubicBezTo>
                    <a:pt x="238" y="489"/>
                    <a:pt x="237" y="484"/>
                    <a:pt x="233" y="481"/>
                  </a:cubicBezTo>
                  <a:cubicBezTo>
                    <a:pt x="229" y="441"/>
                    <a:pt x="223" y="426"/>
                    <a:pt x="223" y="415"/>
                  </a:cubicBezTo>
                  <a:cubicBezTo>
                    <a:pt x="215" y="326"/>
                    <a:pt x="215" y="313"/>
                    <a:pt x="215" y="299"/>
                  </a:cubicBezTo>
                  <a:cubicBezTo>
                    <a:pt x="216" y="264"/>
                    <a:pt x="215" y="246"/>
                    <a:pt x="215" y="229"/>
                  </a:cubicBezTo>
                  <a:cubicBezTo>
                    <a:pt x="220" y="243"/>
                    <a:pt x="217" y="244"/>
                    <a:pt x="220" y="252"/>
                  </a:cubicBezTo>
                  <a:cubicBezTo>
                    <a:pt x="227" y="394"/>
                    <a:pt x="231" y="403"/>
                    <a:pt x="230" y="418"/>
                  </a:cubicBezTo>
                  <a:cubicBezTo>
                    <a:pt x="241" y="471"/>
                    <a:pt x="249" y="489"/>
                    <a:pt x="253" y="511"/>
                  </a:cubicBezTo>
                  <a:cubicBezTo>
                    <a:pt x="269" y="599"/>
                    <a:pt x="275" y="599"/>
                    <a:pt x="273" y="606"/>
                  </a:cubicBezTo>
                  <a:cubicBezTo>
                    <a:pt x="283" y="651"/>
                    <a:pt x="286" y="652"/>
                    <a:pt x="286" y="672"/>
                  </a:cubicBezTo>
                  <a:cubicBezTo>
                    <a:pt x="296" y="620"/>
                    <a:pt x="298" y="608"/>
                    <a:pt x="293" y="589"/>
                  </a:cubicBezTo>
                  <a:cubicBezTo>
                    <a:pt x="280" y="509"/>
                    <a:pt x="286" y="493"/>
                    <a:pt x="281" y="488"/>
                  </a:cubicBezTo>
                  <a:cubicBezTo>
                    <a:pt x="267" y="299"/>
                    <a:pt x="263" y="266"/>
                    <a:pt x="268" y="241"/>
                  </a:cubicBezTo>
                  <a:cubicBezTo>
                    <a:pt x="274" y="196"/>
                    <a:pt x="264" y="191"/>
                    <a:pt x="270" y="186"/>
                  </a:cubicBezTo>
                  <a:cubicBezTo>
                    <a:pt x="277" y="197"/>
                    <a:pt x="273" y="206"/>
                    <a:pt x="273" y="216"/>
                  </a:cubicBezTo>
                  <a:cubicBezTo>
                    <a:pt x="276" y="229"/>
                    <a:pt x="273" y="230"/>
                    <a:pt x="273" y="239"/>
                  </a:cubicBezTo>
                  <a:cubicBezTo>
                    <a:pt x="284" y="423"/>
                    <a:pt x="283" y="439"/>
                    <a:pt x="286" y="453"/>
                  </a:cubicBezTo>
                  <a:cubicBezTo>
                    <a:pt x="292" y="522"/>
                    <a:pt x="304" y="540"/>
                    <a:pt x="303" y="574"/>
                  </a:cubicBezTo>
                  <a:cubicBezTo>
                    <a:pt x="306" y="533"/>
                    <a:pt x="306" y="521"/>
                    <a:pt x="306" y="508"/>
                  </a:cubicBezTo>
                  <a:cubicBezTo>
                    <a:pt x="292" y="325"/>
                    <a:pt x="289" y="308"/>
                    <a:pt x="291" y="292"/>
                  </a:cubicBezTo>
                  <a:cubicBezTo>
                    <a:pt x="285" y="226"/>
                    <a:pt x="289" y="223"/>
                    <a:pt x="288" y="209"/>
                  </a:cubicBezTo>
                  <a:cubicBezTo>
                    <a:pt x="293" y="131"/>
                    <a:pt x="295" y="122"/>
                    <a:pt x="296" y="111"/>
                  </a:cubicBezTo>
                  <a:cubicBezTo>
                    <a:pt x="296" y="107"/>
                    <a:pt x="305" y="125"/>
                    <a:pt x="298" y="126"/>
                  </a:cubicBezTo>
                  <a:cubicBezTo>
                    <a:pt x="292" y="226"/>
                    <a:pt x="298" y="243"/>
                    <a:pt x="296" y="259"/>
                  </a:cubicBezTo>
                  <a:cubicBezTo>
                    <a:pt x="303" y="366"/>
                    <a:pt x="309" y="397"/>
                    <a:pt x="308" y="435"/>
                  </a:cubicBezTo>
                  <a:cubicBezTo>
                    <a:pt x="323" y="474"/>
                    <a:pt x="314" y="470"/>
                    <a:pt x="316" y="465"/>
                  </a:cubicBezTo>
                  <a:cubicBezTo>
                    <a:pt x="318" y="444"/>
                    <a:pt x="318" y="439"/>
                    <a:pt x="318" y="435"/>
                  </a:cubicBezTo>
                  <a:cubicBezTo>
                    <a:pt x="316" y="396"/>
                    <a:pt x="316" y="392"/>
                    <a:pt x="316" y="387"/>
                  </a:cubicBezTo>
                  <a:cubicBezTo>
                    <a:pt x="315" y="330"/>
                    <a:pt x="313" y="324"/>
                    <a:pt x="313" y="319"/>
                  </a:cubicBezTo>
                  <a:cubicBezTo>
                    <a:pt x="318" y="200"/>
                    <a:pt x="323" y="199"/>
                    <a:pt x="321" y="191"/>
                  </a:cubicBezTo>
                  <a:cubicBezTo>
                    <a:pt x="325" y="160"/>
                    <a:pt x="320" y="150"/>
                    <a:pt x="326" y="151"/>
                  </a:cubicBezTo>
                  <a:cubicBezTo>
                    <a:pt x="333" y="137"/>
                    <a:pt x="331" y="147"/>
                    <a:pt x="328" y="156"/>
                  </a:cubicBezTo>
                  <a:cubicBezTo>
                    <a:pt x="322" y="246"/>
                    <a:pt x="326" y="266"/>
                    <a:pt x="321" y="277"/>
                  </a:cubicBezTo>
                  <a:cubicBezTo>
                    <a:pt x="324" y="351"/>
                    <a:pt x="322" y="357"/>
                    <a:pt x="326" y="357"/>
                  </a:cubicBezTo>
                  <a:cubicBezTo>
                    <a:pt x="328" y="453"/>
                    <a:pt x="326" y="458"/>
                    <a:pt x="326" y="463"/>
                  </a:cubicBezTo>
                  <a:cubicBezTo>
                    <a:pt x="338" y="484"/>
                    <a:pt x="338" y="481"/>
                    <a:pt x="339" y="478"/>
                  </a:cubicBezTo>
                  <a:cubicBezTo>
                    <a:pt x="339" y="467"/>
                    <a:pt x="338" y="461"/>
                    <a:pt x="339" y="453"/>
                  </a:cubicBezTo>
                  <a:cubicBezTo>
                    <a:pt x="339" y="390"/>
                    <a:pt x="345" y="391"/>
                    <a:pt x="344" y="385"/>
                  </a:cubicBezTo>
                  <a:cubicBezTo>
                    <a:pt x="344" y="252"/>
                    <a:pt x="346" y="241"/>
                    <a:pt x="346" y="229"/>
                  </a:cubicBezTo>
                  <a:cubicBezTo>
                    <a:pt x="373" y="110"/>
                    <a:pt x="371" y="102"/>
                    <a:pt x="374" y="98"/>
                  </a:cubicBezTo>
                  <a:cubicBezTo>
                    <a:pt x="379" y="60"/>
                    <a:pt x="385" y="60"/>
                    <a:pt x="384" y="53"/>
                  </a:cubicBezTo>
                  <a:cubicBezTo>
                    <a:pt x="397" y="11"/>
                    <a:pt x="405" y="24"/>
                    <a:pt x="399" y="22"/>
                  </a:cubicBezTo>
                  <a:cubicBezTo>
                    <a:pt x="374" y="102"/>
                    <a:pt x="383" y="117"/>
                    <a:pt x="376" y="116"/>
                  </a:cubicBezTo>
                  <a:cubicBezTo>
                    <a:pt x="367" y="192"/>
                    <a:pt x="355" y="232"/>
                    <a:pt x="351" y="272"/>
                  </a:cubicBezTo>
                  <a:cubicBezTo>
                    <a:pt x="351" y="359"/>
                    <a:pt x="355" y="369"/>
                    <a:pt x="354" y="372"/>
                  </a:cubicBezTo>
                  <a:cubicBezTo>
                    <a:pt x="351" y="399"/>
                    <a:pt x="351" y="403"/>
                    <a:pt x="351" y="407"/>
                  </a:cubicBezTo>
                  <a:cubicBezTo>
                    <a:pt x="362" y="364"/>
                    <a:pt x="358" y="351"/>
                    <a:pt x="364" y="347"/>
                  </a:cubicBezTo>
                  <a:cubicBezTo>
                    <a:pt x="368" y="321"/>
                    <a:pt x="368" y="314"/>
                    <a:pt x="371" y="314"/>
                  </a:cubicBezTo>
                  <a:cubicBezTo>
                    <a:pt x="390" y="172"/>
                    <a:pt x="402" y="149"/>
                    <a:pt x="404" y="116"/>
                  </a:cubicBezTo>
                  <a:cubicBezTo>
                    <a:pt x="432" y="41"/>
                    <a:pt x="427" y="40"/>
                    <a:pt x="429" y="48"/>
                  </a:cubicBezTo>
                  <a:cubicBezTo>
                    <a:pt x="403" y="151"/>
                    <a:pt x="400" y="182"/>
                    <a:pt x="396" y="221"/>
                  </a:cubicBezTo>
                  <a:cubicBezTo>
                    <a:pt x="369" y="402"/>
                    <a:pt x="368" y="392"/>
                    <a:pt x="374" y="387"/>
                  </a:cubicBezTo>
                  <a:cubicBezTo>
                    <a:pt x="381" y="362"/>
                    <a:pt x="384" y="355"/>
                    <a:pt x="386" y="347"/>
                  </a:cubicBezTo>
                  <a:cubicBezTo>
                    <a:pt x="421" y="286"/>
                    <a:pt x="421" y="276"/>
                    <a:pt x="426" y="272"/>
                  </a:cubicBezTo>
                  <a:cubicBezTo>
                    <a:pt x="463" y="190"/>
                    <a:pt x="470" y="184"/>
                    <a:pt x="472" y="173"/>
                  </a:cubicBezTo>
                  <a:cubicBezTo>
                    <a:pt x="478" y="175"/>
                    <a:pt x="469" y="199"/>
                    <a:pt x="462" y="224"/>
                  </a:cubicBezTo>
                  <a:cubicBezTo>
                    <a:pt x="446" y="260"/>
                    <a:pt x="442" y="261"/>
                    <a:pt x="442" y="261"/>
                  </a:cubicBezTo>
                  <a:cubicBezTo>
                    <a:pt x="417" y="299"/>
                    <a:pt x="417" y="319"/>
                    <a:pt x="406" y="329"/>
                  </a:cubicBezTo>
                  <a:cubicBezTo>
                    <a:pt x="393" y="372"/>
                    <a:pt x="394" y="370"/>
                    <a:pt x="396" y="370"/>
                  </a:cubicBezTo>
                  <a:cubicBezTo>
                    <a:pt x="423" y="330"/>
                    <a:pt x="433" y="319"/>
                    <a:pt x="437" y="302"/>
                  </a:cubicBezTo>
                  <a:cubicBezTo>
                    <a:pt x="464" y="262"/>
                    <a:pt x="464" y="255"/>
                    <a:pt x="467" y="251"/>
                  </a:cubicBezTo>
                  <a:cubicBezTo>
                    <a:pt x="504" y="170"/>
                    <a:pt x="509" y="151"/>
                    <a:pt x="512" y="128"/>
                  </a:cubicBezTo>
                  <a:cubicBezTo>
                    <a:pt x="522" y="92"/>
                    <a:pt x="522" y="99"/>
                    <a:pt x="522" y="105"/>
                  </a:cubicBezTo>
                  <a:cubicBezTo>
                    <a:pt x="496" y="217"/>
                    <a:pt x="493" y="220"/>
                    <a:pt x="492" y="224"/>
                  </a:cubicBezTo>
                  <a:cubicBezTo>
                    <a:pt x="470" y="268"/>
                    <a:pt x="468" y="270"/>
                    <a:pt x="467" y="274"/>
                  </a:cubicBezTo>
                  <a:cubicBezTo>
                    <a:pt x="460" y="300"/>
                    <a:pt x="449" y="294"/>
                    <a:pt x="452" y="302"/>
                  </a:cubicBezTo>
                  <a:cubicBezTo>
                    <a:pt x="426" y="346"/>
                    <a:pt x="419" y="348"/>
                    <a:pt x="419" y="357"/>
                  </a:cubicBezTo>
                  <a:cubicBezTo>
                    <a:pt x="377" y="415"/>
                    <a:pt x="378" y="425"/>
                    <a:pt x="369" y="425"/>
                  </a:cubicBezTo>
                  <a:cubicBezTo>
                    <a:pt x="358" y="467"/>
                    <a:pt x="351" y="467"/>
                    <a:pt x="354" y="475"/>
                  </a:cubicBezTo>
                  <a:cubicBezTo>
                    <a:pt x="367" y="453"/>
                    <a:pt x="377" y="450"/>
                    <a:pt x="379" y="438"/>
                  </a:cubicBezTo>
                  <a:cubicBezTo>
                    <a:pt x="409" y="380"/>
                    <a:pt x="416" y="379"/>
                    <a:pt x="417" y="372"/>
                  </a:cubicBezTo>
                  <a:cubicBezTo>
                    <a:pt x="432" y="354"/>
                    <a:pt x="437" y="346"/>
                    <a:pt x="442" y="337"/>
                  </a:cubicBezTo>
                  <a:cubicBezTo>
                    <a:pt x="466" y="307"/>
                    <a:pt x="467" y="295"/>
                    <a:pt x="477" y="292"/>
                  </a:cubicBezTo>
                  <a:cubicBezTo>
                    <a:pt x="499" y="244"/>
                    <a:pt x="508" y="247"/>
                    <a:pt x="507" y="239"/>
                  </a:cubicBezTo>
                  <a:cubicBezTo>
                    <a:pt x="524" y="202"/>
                    <a:pt x="526" y="190"/>
                    <a:pt x="532" y="183"/>
                  </a:cubicBezTo>
                  <a:cubicBezTo>
                    <a:pt x="548" y="92"/>
                    <a:pt x="554" y="90"/>
                    <a:pt x="550" y="85"/>
                  </a:cubicBezTo>
                  <a:cubicBezTo>
                    <a:pt x="558" y="74"/>
                    <a:pt x="553" y="90"/>
                    <a:pt x="555" y="113"/>
                  </a:cubicBezTo>
                  <a:cubicBezTo>
                    <a:pt x="542" y="172"/>
                    <a:pt x="541" y="178"/>
                    <a:pt x="537" y="181"/>
                  </a:cubicBezTo>
                  <a:cubicBezTo>
                    <a:pt x="505" y="263"/>
                    <a:pt x="501" y="266"/>
                    <a:pt x="499" y="271"/>
                  </a:cubicBezTo>
                  <a:cubicBezTo>
                    <a:pt x="484" y="295"/>
                    <a:pt x="484" y="297"/>
                    <a:pt x="482" y="297"/>
                  </a:cubicBezTo>
                  <a:cubicBezTo>
                    <a:pt x="457" y="329"/>
                    <a:pt x="455" y="341"/>
                    <a:pt x="447" y="347"/>
                  </a:cubicBezTo>
                  <a:cubicBezTo>
                    <a:pt x="407" y="407"/>
                    <a:pt x="403" y="417"/>
                    <a:pt x="399" y="428"/>
                  </a:cubicBezTo>
                  <a:cubicBezTo>
                    <a:pt x="366" y="495"/>
                    <a:pt x="355" y="497"/>
                    <a:pt x="354" y="511"/>
                  </a:cubicBezTo>
                  <a:cubicBezTo>
                    <a:pt x="335" y="549"/>
                    <a:pt x="325" y="553"/>
                    <a:pt x="326" y="569"/>
                  </a:cubicBezTo>
                  <a:cubicBezTo>
                    <a:pt x="362" y="513"/>
                    <a:pt x="363" y="500"/>
                    <a:pt x="369" y="493"/>
                  </a:cubicBezTo>
                  <a:cubicBezTo>
                    <a:pt x="404" y="438"/>
                    <a:pt x="412" y="433"/>
                    <a:pt x="414" y="423"/>
                  </a:cubicBezTo>
                  <a:cubicBezTo>
                    <a:pt x="432" y="393"/>
                    <a:pt x="442" y="397"/>
                    <a:pt x="439" y="387"/>
                  </a:cubicBezTo>
                  <a:cubicBezTo>
                    <a:pt x="476" y="345"/>
                    <a:pt x="475" y="336"/>
                    <a:pt x="482" y="334"/>
                  </a:cubicBezTo>
                  <a:cubicBezTo>
                    <a:pt x="503" y="295"/>
                    <a:pt x="509" y="292"/>
                    <a:pt x="512" y="287"/>
                  </a:cubicBezTo>
                  <a:cubicBezTo>
                    <a:pt x="539" y="245"/>
                    <a:pt x="539" y="228"/>
                    <a:pt x="547" y="219"/>
                  </a:cubicBezTo>
                  <a:cubicBezTo>
                    <a:pt x="562" y="165"/>
                    <a:pt x="567" y="153"/>
                    <a:pt x="570" y="138"/>
                  </a:cubicBezTo>
                  <a:cubicBezTo>
                    <a:pt x="577" y="72"/>
                    <a:pt x="586" y="67"/>
                    <a:pt x="585" y="57"/>
                  </a:cubicBezTo>
                  <a:cubicBezTo>
                    <a:pt x="585" y="94"/>
                    <a:pt x="579" y="99"/>
                    <a:pt x="580" y="110"/>
                  </a:cubicBezTo>
                  <a:cubicBezTo>
                    <a:pt x="567" y="189"/>
                    <a:pt x="560" y="188"/>
                    <a:pt x="562" y="196"/>
                  </a:cubicBezTo>
                  <a:cubicBezTo>
                    <a:pt x="550" y="239"/>
                    <a:pt x="538" y="250"/>
                    <a:pt x="535" y="269"/>
                  </a:cubicBezTo>
                  <a:cubicBezTo>
                    <a:pt x="506" y="321"/>
                    <a:pt x="500" y="322"/>
                    <a:pt x="500" y="329"/>
                  </a:cubicBezTo>
                  <a:cubicBezTo>
                    <a:pt x="467" y="374"/>
                    <a:pt x="461" y="376"/>
                    <a:pt x="457" y="380"/>
                  </a:cubicBezTo>
                  <a:cubicBezTo>
                    <a:pt x="427" y="424"/>
                    <a:pt x="425" y="427"/>
                    <a:pt x="424" y="430"/>
                  </a:cubicBezTo>
                  <a:cubicBezTo>
                    <a:pt x="401" y="471"/>
                    <a:pt x="394" y="474"/>
                    <a:pt x="391" y="480"/>
                  </a:cubicBezTo>
                  <a:cubicBezTo>
                    <a:pt x="381" y="509"/>
                    <a:pt x="381" y="506"/>
                    <a:pt x="381" y="503"/>
                  </a:cubicBezTo>
                  <a:cubicBezTo>
                    <a:pt x="415" y="463"/>
                    <a:pt x="421" y="454"/>
                    <a:pt x="429" y="448"/>
                  </a:cubicBezTo>
                  <a:cubicBezTo>
                    <a:pt x="442" y="427"/>
                    <a:pt x="447" y="428"/>
                    <a:pt x="447" y="425"/>
                  </a:cubicBezTo>
                  <a:cubicBezTo>
                    <a:pt x="472" y="394"/>
                    <a:pt x="479" y="387"/>
                    <a:pt x="484" y="380"/>
                  </a:cubicBezTo>
                  <a:cubicBezTo>
                    <a:pt x="504" y="353"/>
                    <a:pt x="508" y="349"/>
                    <a:pt x="512" y="347"/>
                  </a:cubicBezTo>
                  <a:cubicBezTo>
                    <a:pt x="538" y="309"/>
                    <a:pt x="541" y="301"/>
                    <a:pt x="545" y="294"/>
                  </a:cubicBezTo>
                  <a:cubicBezTo>
                    <a:pt x="559" y="253"/>
                    <a:pt x="562" y="251"/>
                    <a:pt x="567" y="251"/>
                  </a:cubicBezTo>
                  <a:cubicBezTo>
                    <a:pt x="523" y="343"/>
                    <a:pt x="520" y="354"/>
                    <a:pt x="512" y="360"/>
                  </a:cubicBezTo>
                  <a:cubicBezTo>
                    <a:pt x="483" y="397"/>
                    <a:pt x="482" y="399"/>
                    <a:pt x="482" y="402"/>
                  </a:cubicBezTo>
                  <a:cubicBezTo>
                    <a:pt x="463" y="420"/>
                    <a:pt x="460" y="424"/>
                    <a:pt x="459" y="430"/>
                  </a:cubicBezTo>
                  <a:cubicBezTo>
                    <a:pt x="433" y="460"/>
                    <a:pt x="432" y="462"/>
                    <a:pt x="429" y="463"/>
                  </a:cubicBezTo>
                  <a:cubicBezTo>
                    <a:pt x="403" y="503"/>
                    <a:pt x="395" y="502"/>
                    <a:pt x="394" y="508"/>
                  </a:cubicBezTo>
                  <a:cubicBezTo>
                    <a:pt x="360" y="548"/>
                    <a:pt x="356" y="558"/>
                    <a:pt x="351" y="566"/>
                  </a:cubicBezTo>
                  <a:cubicBezTo>
                    <a:pt x="315" y="653"/>
                    <a:pt x="316" y="649"/>
                    <a:pt x="319" y="649"/>
                  </a:cubicBezTo>
                  <a:cubicBezTo>
                    <a:pt x="332" y="628"/>
                    <a:pt x="333" y="622"/>
                    <a:pt x="336" y="619"/>
                  </a:cubicBezTo>
                  <a:cubicBezTo>
                    <a:pt x="367" y="582"/>
                    <a:pt x="371" y="575"/>
                    <a:pt x="376" y="568"/>
                  </a:cubicBezTo>
                  <a:cubicBezTo>
                    <a:pt x="394" y="542"/>
                    <a:pt x="402" y="543"/>
                    <a:pt x="402" y="536"/>
                  </a:cubicBezTo>
                  <a:cubicBezTo>
                    <a:pt x="438" y="505"/>
                    <a:pt x="438" y="494"/>
                    <a:pt x="447" y="490"/>
                  </a:cubicBezTo>
                  <a:cubicBezTo>
                    <a:pt x="471" y="464"/>
                    <a:pt x="471" y="452"/>
                    <a:pt x="479" y="448"/>
                  </a:cubicBezTo>
                  <a:cubicBezTo>
                    <a:pt x="500" y="419"/>
                    <a:pt x="504" y="411"/>
                    <a:pt x="510" y="405"/>
                  </a:cubicBezTo>
                  <a:cubicBezTo>
                    <a:pt x="544" y="340"/>
                    <a:pt x="544" y="334"/>
                    <a:pt x="547" y="332"/>
                  </a:cubicBezTo>
                  <a:cubicBezTo>
                    <a:pt x="576" y="260"/>
                    <a:pt x="573" y="249"/>
                    <a:pt x="577" y="244"/>
                  </a:cubicBezTo>
                  <a:cubicBezTo>
                    <a:pt x="586" y="197"/>
                    <a:pt x="588" y="164"/>
                    <a:pt x="595" y="135"/>
                  </a:cubicBezTo>
                  <a:cubicBezTo>
                    <a:pt x="594" y="196"/>
                    <a:pt x="589" y="206"/>
                    <a:pt x="590" y="224"/>
                  </a:cubicBezTo>
                  <a:cubicBezTo>
                    <a:pt x="572" y="286"/>
                    <a:pt x="575" y="297"/>
                    <a:pt x="570" y="299"/>
                  </a:cubicBezTo>
                  <a:cubicBezTo>
                    <a:pt x="537" y="378"/>
                    <a:pt x="533" y="389"/>
                    <a:pt x="525" y="397"/>
                  </a:cubicBezTo>
                  <a:cubicBezTo>
                    <a:pt x="506" y="431"/>
                    <a:pt x="503" y="431"/>
                    <a:pt x="502" y="435"/>
                  </a:cubicBezTo>
                  <a:cubicBezTo>
                    <a:pt x="485" y="464"/>
                    <a:pt x="476" y="464"/>
                    <a:pt x="477" y="473"/>
                  </a:cubicBezTo>
                  <a:cubicBezTo>
                    <a:pt x="452" y="503"/>
                    <a:pt x="446" y="505"/>
                    <a:pt x="442" y="508"/>
                  </a:cubicBezTo>
                  <a:cubicBezTo>
                    <a:pt x="424" y="523"/>
                    <a:pt x="427" y="534"/>
                    <a:pt x="419" y="533"/>
                  </a:cubicBezTo>
                  <a:cubicBezTo>
                    <a:pt x="337" y="645"/>
                    <a:pt x="338" y="641"/>
                    <a:pt x="341" y="641"/>
                  </a:cubicBezTo>
                  <a:cubicBezTo>
                    <a:pt x="357" y="630"/>
                    <a:pt x="354" y="622"/>
                    <a:pt x="359" y="621"/>
                  </a:cubicBezTo>
                  <a:cubicBezTo>
                    <a:pt x="419" y="562"/>
                    <a:pt x="442" y="543"/>
                    <a:pt x="459" y="518"/>
                  </a:cubicBezTo>
                  <a:cubicBezTo>
                    <a:pt x="475" y="496"/>
                    <a:pt x="482" y="498"/>
                    <a:pt x="482" y="493"/>
                  </a:cubicBezTo>
                  <a:cubicBezTo>
                    <a:pt x="501" y="474"/>
                    <a:pt x="503" y="471"/>
                    <a:pt x="505" y="468"/>
                  </a:cubicBezTo>
                  <a:cubicBezTo>
                    <a:pt x="547" y="407"/>
                    <a:pt x="552" y="402"/>
                    <a:pt x="557" y="397"/>
                  </a:cubicBezTo>
                  <a:cubicBezTo>
                    <a:pt x="585" y="334"/>
                    <a:pt x="592" y="336"/>
                    <a:pt x="590" y="329"/>
                  </a:cubicBezTo>
                  <a:cubicBezTo>
                    <a:pt x="604" y="294"/>
                    <a:pt x="606" y="286"/>
                    <a:pt x="610" y="281"/>
                  </a:cubicBezTo>
                  <a:cubicBezTo>
                    <a:pt x="629" y="217"/>
                    <a:pt x="627" y="222"/>
                    <a:pt x="628" y="226"/>
                  </a:cubicBezTo>
                  <a:cubicBezTo>
                    <a:pt x="614" y="259"/>
                    <a:pt x="624" y="266"/>
                    <a:pt x="618" y="269"/>
                  </a:cubicBezTo>
                  <a:cubicBezTo>
                    <a:pt x="600" y="334"/>
                    <a:pt x="592" y="341"/>
                    <a:pt x="590" y="354"/>
                  </a:cubicBezTo>
                  <a:cubicBezTo>
                    <a:pt x="569" y="389"/>
                    <a:pt x="569" y="396"/>
                    <a:pt x="565" y="400"/>
                  </a:cubicBezTo>
                  <a:cubicBezTo>
                    <a:pt x="539" y="449"/>
                    <a:pt x="528" y="446"/>
                    <a:pt x="530" y="455"/>
                  </a:cubicBezTo>
                  <a:cubicBezTo>
                    <a:pt x="494" y="498"/>
                    <a:pt x="491" y="501"/>
                    <a:pt x="487" y="505"/>
                  </a:cubicBezTo>
                  <a:cubicBezTo>
                    <a:pt x="467" y="523"/>
                    <a:pt x="465" y="536"/>
                    <a:pt x="454" y="541"/>
                  </a:cubicBezTo>
                  <a:cubicBezTo>
                    <a:pt x="435" y="560"/>
                    <a:pt x="434" y="562"/>
                    <a:pt x="434" y="566"/>
                  </a:cubicBezTo>
                  <a:cubicBezTo>
                    <a:pt x="409" y="593"/>
                    <a:pt x="397" y="589"/>
                    <a:pt x="399" y="599"/>
                  </a:cubicBezTo>
                  <a:cubicBezTo>
                    <a:pt x="371" y="623"/>
                    <a:pt x="367" y="627"/>
                    <a:pt x="364" y="631"/>
                  </a:cubicBezTo>
                  <a:cubicBezTo>
                    <a:pt x="347" y="653"/>
                    <a:pt x="344" y="654"/>
                    <a:pt x="341" y="654"/>
                  </a:cubicBezTo>
                  <a:cubicBezTo>
                    <a:pt x="306" y="715"/>
                    <a:pt x="304" y="720"/>
                    <a:pt x="301" y="722"/>
                  </a:cubicBezTo>
                  <a:cubicBezTo>
                    <a:pt x="296" y="747"/>
                    <a:pt x="297" y="745"/>
                    <a:pt x="299" y="745"/>
                  </a:cubicBezTo>
                  <a:cubicBezTo>
                    <a:pt x="318" y="708"/>
                    <a:pt x="325" y="704"/>
                    <a:pt x="329" y="697"/>
                  </a:cubicBezTo>
                  <a:cubicBezTo>
                    <a:pt x="354" y="669"/>
                    <a:pt x="351" y="661"/>
                    <a:pt x="356" y="662"/>
                  </a:cubicBezTo>
                  <a:cubicBezTo>
                    <a:pt x="380" y="634"/>
                    <a:pt x="389" y="622"/>
                    <a:pt x="399" y="611"/>
                  </a:cubicBezTo>
                  <a:cubicBezTo>
                    <a:pt x="461" y="555"/>
                    <a:pt x="469" y="552"/>
                    <a:pt x="472" y="543"/>
                  </a:cubicBezTo>
                  <a:cubicBezTo>
                    <a:pt x="512" y="507"/>
                    <a:pt x="513" y="503"/>
                    <a:pt x="520" y="503"/>
                  </a:cubicBezTo>
                  <a:cubicBezTo>
                    <a:pt x="550" y="469"/>
                    <a:pt x="557" y="461"/>
                    <a:pt x="565" y="455"/>
                  </a:cubicBezTo>
                  <a:cubicBezTo>
                    <a:pt x="598" y="394"/>
                    <a:pt x="603" y="386"/>
                    <a:pt x="610" y="380"/>
                  </a:cubicBezTo>
                  <a:cubicBezTo>
                    <a:pt x="617" y="354"/>
                    <a:pt x="618" y="350"/>
                    <a:pt x="623" y="349"/>
                  </a:cubicBezTo>
                  <a:cubicBezTo>
                    <a:pt x="643" y="301"/>
                    <a:pt x="640" y="315"/>
                    <a:pt x="638" y="317"/>
                  </a:cubicBezTo>
                  <a:cubicBezTo>
                    <a:pt x="614" y="376"/>
                    <a:pt x="614" y="391"/>
                    <a:pt x="605" y="397"/>
                  </a:cubicBezTo>
                  <a:cubicBezTo>
                    <a:pt x="571" y="455"/>
                    <a:pt x="568" y="462"/>
                    <a:pt x="565" y="470"/>
                  </a:cubicBezTo>
                  <a:cubicBezTo>
                    <a:pt x="543" y="489"/>
                    <a:pt x="545" y="498"/>
                    <a:pt x="537" y="495"/>
                  </a:cubicBezTo>
                  <a:cubicBezTo>
                    <a:pt x="520" y="516"/>
                    <a:pt x="516" y="518"/>
                    <a:pt x="512" y="521"/>
                  </a:cubicBezTo>
                  <a:cubicBezTo>
                    <a:pt x="488" y="541"/>
                    <a:pt x="485" y="549"/>
                    <a:pt x="477" y="553"/>
                  </a:cubicBezTo>
                  <a:cubicBezTo>
                    <a:pt x="451" y="584"/>
                    <a:pt x="445" y="583"/>
                    <a:pt x="444" y="589"/>
                  </a:cubicBezTo>
                  <a:cubicBezTo>
                    <a:pt x="416" y="615"/>
                    <a:pt x="402" y="624"/>
                    <a:pt x="392" y="636"/>
                  </a:cubicBezTo>
                  <a:cubicBezTo>
                    <a:pt x="369" y="660"/>
                    <a:pt x="366" y="668"/>
                    <a:pt x="359" y="672"/>
                  </a:cubicBezTo>
                  <a:cubicBezTo>
                    <a:pt x="326" y="726"/>
                    <a:pt x="315" y="734"/>
                    <a:pt x="309" y="747"/>
                  </a:cubicBezTo>
                  <a:cubicBezTo>
                    <a:pt x="299" y="770"/>
                    <a:pt x="301" y="766"/>
                    <a:pt x="304" y="762"/>
                  </a:cubicBezTo>
                  <a:cubicBezTo>
                    <a:pt x="323" y="737"/>
                    <a:pt x="326" y="734"/>
                    <a:pt x="329" y="730"/>
                  </a:cubicBezTo>
                  <a:cubicBezTo>
                    <a:pt x="353" y="695"/>
                    <a:pt x="356" y="695"/>
                    <a:pt x="359" y="694"/>
                  </a:cubicBezTo>
                  <a:cubicBezTo>
                    <a:pt x="373" y="674"/>
                    <a:pt x="377" y="671"/>
                    <a:pt x="379" y="667"/>
                  </a:cubicBezTo>
                  <a:cubicBezTo>
                    <a:pt x="427" y="618"/>
                    <a:pt x="427" y="612"/>
                    <a:pt x="432" y="611"/>
                  </a:cubicBezTo>
                  <a:cubicBezTo>
                    <a:pt x="465" y="583"/>
                    <a:pt x="468" y="575"/>
                    <a:pt x="477" y="573"/>
                  </a:cubicBezTo>
                  <a:cubicBezTo>
                    <a:pt x="532" y="525"/>
                    <a:pt x="537" y="523"/>
                    <a:pt x="540" y="521"/>
                  </a:cubicBezTo>
                  <a:cubicBezTo>
                    <a:pt x="572" y="493"/>
                    <a:pt x="577" y="488"/>
                    <a:pt x="583" y="483"/>
                  </a:cubicBezTo>
                  <a:cubicBezTo>
                    <a:pt x="603" y="467"/>
                    <a:pt x="601" y="462"/>
                    <a:pt x="603" y="460"/>
                  </a:cubicBezTo>
                  <a:cubicBezTo>
                    <a:pt x="640" y="421"/>
                    <a:pt x="644" y="403"/>
                    <a:pt x="656" y="392"/>
                  </a:cubicBezTo>
                  <a:cubicBezTo>
                    <a:pt x="677" y="336"/>
                    <a:pt x="684" y="332"/>
                    <a:pt x="686" y="322"/>
                  </a:cubicBezTo>
                  <a:cubicBezTo>
                    <a:pt x="694" y="312"/>
                    <a:pt x="693" y="316"/>
                    <a:pt x="691" y="319"/>
                  </a:cubicBezTo>
                  <a:cubicBezTo>
                    <a:pt x="672" y="371"/>
                    <a:pt x="672" y="380"/>
                    <a:pt x="666" y="385"/>
                  </a:cubicBezTo>
                  <a:cubicBezTo>
                    <a:pt x="638" y="427"/>
                    <a:pt x="637" y="437"/>
                    <a:pt x="630" y="440"/>
                  </a:cubicBezTo>
                  <a:cubicBezTo>
                    <a:pt x="614" y="466"/>
                    <a:pt x="617" y="473"/>
                    <a:pt x="613" y="473"/>
                  </a:cubicBezTo>
                  <a:cubicBezTo>
                    <a:pt x="599" y="501"/>
                    <a:pt x="588" y="506"/>
                    <a:pt x="585" y="521"/>
                  </a:cubicBezTo>
                  <a:cubicBezTo>
                    <a:pt x="536" y="580"/>
                    <a:pt x="527" y="580"/>
                    <a:pt x="527" y="589"/>
                  </a:cubicBezTo>
                  <a:cubicBezTo>
                    <a:pt x="498" y="618"/>
                    <a:pt x="489" y="617"/>
                    <a:pt x="490" y="626"/>
                  </a:cubicBezTo>
                  <a:cubicBezTo>
                    <a:pt x="455" y="659"/>
                    <a:pt x="447" y="668"/>
                    <a:pt x="437" y="674"/>
                  </a:cubicBezTo>
                  <a:cubicBezTo>
                    <a:pt x="408" y="701"/>
                    <a:pt x="406" y="706"/>
                    <a:pt x="404" y="709"/>
                  </a:cubicBezTo>
                  <a:cubicBezTo>
                    <a:pt x="384" y="728"/>
                    <a:pt x="380" y="730"/>
                    <a:pt x="377" y="732"/>
                  </a:cubicBezTo>
                  <a:cubicBezTo>
                    <a:pt x="365" y="749"/>
                    <a:pt x="359" y="754"/>
                    <a:pt x="354" y="760"/>
                  </a:cubicBezTo>
                  <a:cubicBezTo>
                    <a:pt x="309" y="824"/>
                    <a:pt x="309" y="830"/>
                    <a:pt x="304" y="830"/>
                  </a:cubicBezTo>
                  <a:cubicBezTo>
                    <a:pt x="289" y="858"/>
                    <a:pt x="285" y="858"/>
                    <a:pt x="286" y="863"/>
                  </a:cubicBezTo>
                  <a:cubicBezTo>
                    <a:pt x="270" y="881"/>
                    <a:pt x="270" y="888"/>
                    <a:pt x="266" y="891"/>
                  </a:cubicBezTo>
                  <a:cubicBezTo>
                    <a:pt x="252" y="942"/>
                    <a:pt x="260" y="953"/>
                    <a:pt x="253" y="961"/>
                  </a:cubicBezTo>
                  <a:cubicBezTo>
                    <a:pt x="275" y="924"/>
                    <a:pt x="276" y="916"/>
                    <a:pt x="281" y="913"/>
                  </a:cubicBezTo>
                  <a:cubicBezTo>
                    <a:pt x="296" y="889"/>
                    <a:pt x="296" y="885"/>
                    <a:pt x="296" y="881"/>
                  </a:cubicBezTo>
                  <a:cubicBezTo>
                    <a:pt x="328" y="826"/>
                    <a:pt x="337" y="820"/>
                    <a:pt x="341" y="808"/>
                  </a:cubicBezTo>
                  <a:cubicBezTo>
                    <a:pt x="391" y="746"/>
                    <a:pt x="402" y="741"/>
                    <a:pt x="407" y="730"/>
                  </a:cubicBezTo>
                  <a:cubicBezTo>
                    <a:pt x="466" y="676"/>
                    <a:pt x="464" y="669"/>
                    <a:pt x="472" y="672"/>
                  </a:cubicBezTo>
                  <a:cubicBezTo>
                    <a:pt x="497" y="651"/>
                    <a:pt x="495" y="644"/>
                    <a:pt x="500" y="644"/>
                  </a:cubicBezTo>
                  <a:cubicBezTo>
                    <a:pt x="524" y="614"/>
                    <a:pt x="532" y="607"/>
                    <a:pt x="540" y="599"/>
                  </a:cubicBezTo>
                  <a:cubicBezTo>
                    <a:pt x="560" y="577"/>
                    <a:pt x="562" y="575"/>
                    <a:pt x="563" y="578"/>
                  </a:cubicBezTo>
                  <a:cubicBezTo>
                    <a:pt x="532" y="621"/>
                    <a:pt x="526" y="621"/>
                    <a:pt x="525" y="626"/>
                  </a:cubicBezTo>
                  <a:cubicBezTo>
                    <a:pt x="515" y="645"/>
                    <a:pt x="502" y="643"/>
                    <a:pt x="502" y="654"/>
                  </a:cubicBezTo>
                  <a:cubicBezTo>
                    <a:pt x="477" y="678"/>
                    <a:pt x="473" y="681"/>
                    <a:pt x="467" y="682"/>
                  </a:cubicBezTo>
                  <a:cubicBezTo>
                    <a:pt x="440" y="699"/>
                    <a:pt x="454" y="709"/>
                    <a:pt x="442" y="707"/>
                  </a:cubicBezTo>
                  <a:cubicBezTo>
                    <a:pt x="411" y="729"/>
                    <a:pt x="426" y="737"/>
                    <a:pt x="417" y="737"/>
                  </a:cubicBezTo>
                  <a:cubicBezTo>
                    <a:pt x="405" y="760"/>
                    <a:pt x="394" y="754"/>
                    <a:pt x="397" y="762"/>
                  </a:cubicBezTo>
                  <a:cubicBezTo>
                    <a:pt x="340" y="837"/>
                    <a:pt x="330" y="837"/>
                    <a:pt x="331" y="848"/>
                  </a:cubicBezTo>
                  <a:cubicBezTo>
                    <a:pt x="298" y="899"/>
                    <a:pt x="301" y="909"/>
                    <a:pt x="294" y="911"/>
                  </a:cubicBezTo>
                  <a:cubicBezTo>
                    <a:pt x="276" y="946"/>
                    <a:pt x="271" y="948"/>
                    <a:pt x="271" y="956"/>
                  </a:cubicBezTo>
                  <a:cubicBezTo>
                    <a:pt x="289" y="939"/>
                    <a:pt x="287" y="927"/>
                    <a:pt x="294" y="923"/>
                  </a:cubicBezTo>
                  <a:cubicBezTo>
                    <a:pt x="324" y="876"/>
                    <a:pt x="325" y="872"/>
                    <a:pt x="329" y="871"/>
                  </a:cubicBezTo>
                  <a:cubicBezTo>
                    <a:pt x="345" y="847"/>
                    <a:pt x="350" y="842"/>
                    <a:pt x="351" y="833"/>
                  </a:cubicBezTo>
                  <a:cubicBezTo>
                    <a:pt x="391" y="775"/>
                    <a:pt x="403" y="777"/>
                    <a:pt x="404" y="767"/>
                  </a:cubicBezTo>
                  <a:cubicBezTo>
                    <a:pt x="425" y="740"/>
                    <a:pt x="432" y="742"/>
                    <a:pt x="434" y="740"/>
                  </a:cubicBezTo>
                  <a:cubicBezTo>
                    <a:pt x="450" y="719"/>
                    <a:pt x="452" y="717"/>
                    <a:pt x="455" y="714"/>
                  </a:cubicBezTo>
                  <a:cubicBezTo>
                    <a:pt x="479" y="688"/>
                    <a:pt x="486" y="686"/>
                    <a:pt x="490" y="682"/>
                  </a:cubicBezTo>
                  <a:cubicBezTo>
                    <a:pt x="517" y="654"/>
                    <a:pt x="523" y="652"/>
                    <a:pt x="525" y="646"/>
                  </a:cubicBezTo>
                  <a:cubicBezTo>
                    <a:pt x="547" y="627"/>
                    <a:pt x="547" y="624"/>
                    <a:pt x="548" y="621"/>
                  </a:cubicBezTo>
                  <a:cubicBezTo>
                    <a:pt x="574" y="586"/>
                    <a:pt x="584" y="581"/>
                    <a:pt x="588" y="571"/>
                  </a:cubicBezTo>
                  <a:cubicBezTo>
                    <a:pt x="602" y="554"/>
                    <a:pt x="603" y="558"/>
                    <a:pt x="603" y="561"/>
                  </a:cubicBezTo>
                  <a:cubicBezTo>
                    <a:pt x="564" y="608"/>
                    <a:pt x="562" y="624"/>
                    <a:pt x="553" y="631"/>
                  </a:cubicBezTo>
                  <a:cubicBezTo>
                    <a:pt x="533" y="653"/>
                    <a:pt x="531" y="655"/>
                    <a:pt x="527" y="656"/>
                  </a:cubicBezTo>
                  <a:cubicBezTo>
                    <a:pt x="489" y="688"/>
                    <a:pt x="491" y="694"/>
                    <a:pt x="487" y="694"/>
                  </a:cubicBezTo>
                  <a:cubicBezTo>
                    <a:pt x="459" y="725"/>
                    <a:pt x="455" y="729"/>
                    <a:pt x="450" y="732"/>
                  </a:cubicBezTo>
                  <a:cubicBezTo>
                    <a:pt x="414" y="777"/>
                    <a:pt x="409" y="779"/>
                    <a:pt x="404" y="782"/>
                  </a:cubicBezTo>
                  <a:cubicBezTo>
                    <a:pt x="368" y="827"/>
                    <a:pt x="367" y="833"/>
                    <a:pt x="364" y="838"/>
                  </a:cubicBezTo>
                  <a:cubicBezTo>
                    <a:pt x="347" y="861"/>
                    <a:pt x="347" y="865"/>
                    <a:pt x="344" y="865"/>
                  </a:cubicBezTo>
                  <a:cubicBezTo>
                    <a:pt x="316" y="902"/>
                    <a:pt x="318" y="908"/>
                    <a:pt x="314" y="908"/>
                  </a:cubicBezTo>
                  <a:cubicBezTo>
                    <a:pt x="297" y="944"/>
                    <a:pt x="292" y="947"/>
                    <a:pt x="289" y="951"/>
                  </a:cubicBezTo>
                  <a:cubicBezTo>
                    <a:pt x="272" y="991"/>
                    <a:pt x="265" y="999"/>
                    <a:pt x="264" y="1012"/>
                  </a:cubicBezTo>
                  <a:cubicBezTo>
                    <a:pt x="246" y="1070"/>
                    <a:pt x="247" y="1080"/>
                    <a:pt x="243" y="1084"/>
                  </a:cubicBezTo>
                  <a:cubicBezTo>
                    <a:pt x="275" y="1031"/>
                    <a:pt x="275" y="1019"/>
                    <a:pt x="281" y="1014"/>
                  </a:cubicBezTo>
                  <a:cubicBezTo>
                    <a:pt x="300" y="980"/>
                    <a:pt x="306" y="968"/>
                    <a:pt x="311" y="956"/>
                  </a:cubicBezTo>
                  <a:cubicBezTo>
                    <a:pt x="329" y="925"/>
                    <a:pt x="336" y="929"/>
                    <a:pt x="334" y="921"/>
                  </a:cubicBezTo>
                  <a:cubicBezTo>
                    <a:pt x="370" y="883"/>
                    <a:pt x="367" y="872"/>
                    <a:pt x="377" y="873"/>
                  </a:cubicBezTo>
                  <a:cubicBezTo>
                    <a:pt x="395" y="849"/>
                    <a:pt x="404" y="842"/>
                    <a:pt x="412" y="833"/>
                  </a:cubicBezTo>
                  <a:cubicBezTo>
                    <a:pt x="432" y="811"/>
                    <a:pt x="434" y="810"/>
                    <a:pt x="434" y="808"/>
                  </a:cubicBezTo>
                  <a:cubicBezTo>
                    <a:pt x="468" y="774"/>
                    <a:pt x="473" y="764"/>
                    <a:pt x="482" y="757"/>
                  </a:cubicBezTo>
                  <a:cubicBezTo>
                    <a:pt x="518" y="710"/>
                    <a:pt x="527" y="711"/>
                    <a:pt x="525" y="702"/>
                  </a:cubicBezTo>
                  <a:cubicBezTo>
                    <a:pt x="512" y="725"/>
                    <a:pt x="513" y="729"/>
                    <a:pt x="512" y="732"/>
                  </a:cubicBezTo>
                  <a:cubicBezTo>
                    <a:pt x="497" y="756"/>
                    <a:pt x="486" y="759"/>
                    <a:pt x="482" y="767"/>
                  </a:cubicBezTo>
                  <a:cubicBezTo>
                    <a:pt x="463" y="791"/>
                    <a:pt x="457" y="793"/>
                    <a:pt x="452" y="795"/>
                  </a:cubicBezTo>
                  <a:cubicBezTo>
                    <a:pt x="362" y="908"/>
                    <a:pt x="358" y="911"/>
                    <a:pt x="354" y="913"/>
                  </a:cubicBezTo>
                  <a:cubicBezTo>
                    <a:pt x="338" y="944"/>
                    <a:pt x="330" y="941"/>
                    <a:pt x="331" y="948"/>
                  </a:cubicBezTo>
                  <a:cubicBezTo>
                    <a:pt x="305" y="988"/>
                    <a:pt x="305" y="994"/>
                    <a:pt x="301" y="996"/>
                  </a:cubicBezTo>
                  <a:cubicBezTo>
                    <a:pt x="313" y="984"/>
                    <a:pt x="317" y="981"/>
                    <a:pt x="319" y="976"/>
                  </a:cubicBezTo>
                  <a:cubicBezTo>
                    <a:pt x="362" y="938"/>
                    <a:pt x="357" y="928"/>
                    <a:pt x="364" y="928"/>
                  </a:cubicBezTo>
                  <a:cubicBezTo>
                    <a:pt x="379" y="903"/>
                    <a:pt x="390" y="907"/>
                    <a:pt x="389" y="901"/>
                  </a:cubicBezTo>
                  <a:cubicBezTo>
                    <a:pt x="416" y="869"/>
                    <a:pt x="427" y="873"/>
                    <a:pt x="424" y="865"/>
                  </a:cubicBezTo>
                  <a:cubicBezTo>
                    <a:pt x="450" y="844"/>
                    <a:pt x="454" y="836"/>
                    <a:pt x="462" y="833"/>
                  </a:cubicBezTo>
                  <a:cubicBezTo>
                    <a:pt x="510" y="785"/>
                    <a:pt x="513" y="782"/>
                    <a:pt x="515" y="780"/>
                  </a:cubicBezTo>
                  <a:cubicBezTo>
                    <a:pt x="536" y="752"/>
                    <a:pt x="545" y="755"/>
                    <a:pt x="543" y="747"/>
                  </a:cubicBezTo>
                  <a:cubicBezTo>
                    <a:pt x="566" y="714"/>
                    <a:pt x="568" y="710"/>
                    <a:pt x="570" y="707"/>
                  </a:cubicBezTo>
                  <a:cubicBezTo>
                    <a:pt x="591" y="657"/>
                    <a:pt x="601" y="647"/>
                    <a:pt x="605" y="631"/>
                  </a:cubicBezTo>
                  <a:cubicBezTo>
                    <a:pt x="597" y="662"/>
                    <a:pt x="596" y="668"/>
                    <a:pt x="595" y="674"/>
                  </a:cubicBezTo>
                  <a:cubicBezTo>
                    <a:pt x="577" y="704"/>
                    <a:pt x="573" y="716"/>
                    <a:pt x="568" y="727"/>
                  </a:cubicBezTo>
                  <a:cubicBezTo>
                    <a:pt x="537" y="772"/>
                    <a:pt x="532" y="774"/>
                    <a:pt x="528" y="777"/>
                  </a:cubicBezTo>
                  <a:cubicBezTo>
                    <a:pt x="516" y="796"/>
                    <a:pt x="509" y="797"/>
                    <a:pt x="507" y="802"/>
                  </a:cubicBezTo>
                  <a:cubicBezTo>
                    <a:pt x="475" y="834"/>
                    <a:pt x="473" y="835"/>
                    <a:pt x="472" y="838"/>
                  </a:cubicBezTo>
                  <a:cubicBezTo>
                    <a:pt x="458" y="853"/>
                    <a:pt x="452" y="855"/>
                    <a:pt x="447" y="858"/>
                  </a:cubicBezTo>
                  <a:cubicBezTo>
                    <a:pt x="430" y="871"/>
                    <a:pt x="434" y="882"/>
                    <a:pt x="424" y="881"/>
                  </a:cubicBezTo>
                  <a:cubicBezTo>
                    <a:pt x="388" y="922"/>
                    <a:pt x="381" y="923"/>
                    <a:pt x="379" y="928"/>
                  </a:cubicBezTo>
                  <a:cubicBezTo>
                    <a:pt x="356" y="958"/>
                    <a:pt x="346" y="955"/>
                    <a:pt x="347" y="964"/>
                  </a:cubicBezTo>
                  <a:cubicBezTo>
                    <a:pt x="311" y="1003"/>
                    <a:pt x="313" y="1013"/>
                    <a:pt x="306" y="1014"/>
                  </a:cubicBezTo>
                  <a:cubicBezTo>
                    <a:pt x="282" y="1051"/>
                    <a:pt x="281" y="1054"/>
                    <a:pt x="281" y="1057"/>
                  </a:cubicBezTo>
                  <a:cubicBezTo>
                    <a:pt x="263" y="1076"/>
                    <a:pt x="266" y="1095"/>
                    <a:pt x="256" y="1100"/>
                  </a:cubicBezTo>
                  <a:cubicBezTo>
                    <a:pt x="251" y="1150"/>
                    <a:pt x="250" y="1138"/>
                    <a:pt x="256" y="1135"/>
                  </a:cubicBezTo>
                  <a:cubicBezTo>
                    <a:pt x="289" y="1070"/>
                    <a:pt x="297" y="1067"/>
                    <a:pt x="299" y="1059"/>
                  </a:cubicBezTo>
                  <a:cubicBezTo>
                    <a:pt x="316" y="1029"/>
                    <a:pt x="323" y="1031"/>
                    <a:pt x="321" y="1024"/>
                  </a:cubicBezTo>
                  <a:cubicBezTo>
                    <a:pt x="338" y="1004"/>
                    <a:pt x="340" y="996"/>
                    <a:pt x="344" y="991"/>
                  </a:cubicBezTo>
                  <a:cubicBezTo>
                    <a:pt x="361" y="971"/>
                    <a:pt x="363" y="965"/>
                    <a:pt x="369" y="961"/>
                  </a:cubicBezTo>
                  <a:cubicBezTo>
                    <a:pt x="436" y="888"/>
                    <a:pt x="448" y="891"/>
                    <a:pt x="447" y="880"/>
                  </a:cubicBezTo>
                  <a:cubicBezTo>
                    <a:pt x="469" y="858"/>
                    <a:pt x="474" y="859"/>
                    <a:pt x="475" y="855"/>
                  </a:cubicBezTo>
                  <a:cubicBezTo>
                    <a:pt x="505" y="824"/>
                    <a:pt x="511" y="822"/>
                    <a:pt x="512" y="815"/>
                  </a:cubicBezTo>
                  <a:cubicBezTo>
                    <a:pt x="568" y="753"/>
                    <a:pt x="565" y="741"/>
                    <a:pt x="573" y="739"/>
                  </a:cubicBezTo>
                  <a:cubicBezTo>
                    <a:pt x="584" y="730"/>
                    <a:pt x="582" y="734"/>
                    <a:pt x="580" y="737"/>
                  </a:cubicBezTo>
                  <a:cubicBezTo>
                    <a:pt x="561" y="775"/>
                    <a:pt x="553" y="785"/>
                    <a:pt x="545" y="795"/>
                  </a:cubicBezTo>
                  <a:cubicBezTo>
                    <a:pt x="516" y="828"/>
                    <a:pt x="510" y="830"/>
                    <a:pt x="507" y="838"/>
                  </a:cubicBezTo>
                  <a:cubicBezTo>
                    <a:pt x="443" y="909"/>
                    <a:pt x="435" y="906"/>
                    <a:pt x="435" y="911"/>
                  </a:cubicBezTo>
                  <a:cubicBezTo>
                    <a:pt x="419" y="924"/>
                    <a:pt x="417" y="927"/>
                    <a:pt x="417" y="931"/>
                  </a:cubicBezTo>
                  <a:cubicBezTo>
                    <a:pt x="381" y="966"/>
                    <a:pt x="371" y="974"/>
                    <a:pt x="364" y="986"/>
                  </a:cubicBezTo>
                  <a:cubicBezTo>
                    <a:pt x="347" y="1005"/>
                    <a:pt x="346" y="1013"/>
                    <a:pt x="339" y="1014"/>
                  </a:cubicBezTo>
                  <a:cubicBezTo>
                    <a:pt x="294" y="1085"/>
                    <a:pt x="293" y="1095"/>
                    <a:pt x="286" y="1100"/>
                  </a:cubicBezTo>
                  <a:cubicBezTo>
                    <a:pt x="259" y="1148"/>
                    <a:pt x="259" y="1154"/>
                    <a:pt x="256" y="1157"/>
                  </a:cubicBezTo>
                  <a:cubicBezTo>
                    <a:pt x="241" y="1199"/>
                    <a:pt x="246" y="1208"/>
                    <a:pt x="241" y="1218"/>
                  </a:cubicBezTo>
                  <a:cubicBezTo>
                    <a:pt x="260" y="1178"/>
                    <a:pt x="260" y="1172"/>
                    <a:pt x="264" y="1170"/>
                  </a:cubicBezTo>
                  <a:cubicBezTo>
                    <a:pt x="290" y="1114"/>
                    <a:pt x="297" y="1109"/>
                    <a:pt x="301" y="1102"/>
                  </a:cubicBezTo>
                  <a:cubicBezTo>
                    <a:pt x="336" y="1056"/>
                    <a:pt x="339" y="1048"/>
                    <a:pt x="344" y="1042"/>
                  </a:cubicBezTo>
                  <a:cubicBezTo>
                    <a:pt x="367" y="1006"/>
                    <a:pt x="373" y="1006"/>
                    <a:pt x="374" y="1001"/>
                  </a:cubicBezTo>
                  <a:cubicBezTo>
                    <a:pt x="410" y="964"/>
                    <a:pt x="416" y="964"/>
                    <a:pt x="417" y="959"/>
                  </a:cubicBezTo>
                  <a:cubicBezTo>
                    <a:pt x="453" y="919"/>
                    <a:pt x="467" y="910"/>
                    <a:pt x="475" y="896"/>
                  </a:cubicBezTo>
                  <a:cubicBezTo>
                    <a:pt x="505" y="865"/>
                    <a:pt x="517" y="863"/>
                    <a:pt x="520" y="850"/>
                  </a:cubicBezTo>
                  <a:cubicBezTo>
                    <a:pt x="554" y="810"/>
                    <a:pt x="558" y="807"/>
                    <a:pt x="560" y="802"/>
                  </a:cubicBezTo>
                  <a:cubicBezTo>
                    <a:pt x="584" y="766"/>
                    <a:pt x="596" y="762"/>
                    <a:pt x="598" y="750"/>
                  </a:cubicBezTo>
                  <a:cubicBezTo>
                    <a:pt x="627" y="704"/>
                    <a:pt x="632" y="702"/>
                    <a:pt x="633" y="697"/>
                  </a:cubicBezTo>
                  <a:cubicBezTo>
                    <a:pt x="623" y="720"/>
                    <a:pt x="626" y="728"/>
                    <a:pt x="621" y="727"/>
                  </a:cubicBezTo>
                  <a:cubicBezTo>
                    <a:pt x="597" y="761"/>
                    <a:pt x="596" y="771"/>
                    <a:pt x="588" y="772"/>
                  </a:cubicBezTo>
                  <a:cubicBezTo>
                    <a:pt x="575" y="802"/>
                    <a:pt x="566" y="803"/>
                    <a:pt x="565" y="812"/>
                  </a:cubicBezTo>
                  <a:cubicBezTo>
                    <a:pt x="538" y="856"/>
                    <a:pt x="525" y="854"/>
                    <a:pt x="525" y="865"/>
                  </a:cubicBezTo>
                  <a:cubicBezTo>
                    <a:pt x="510" y="886"/>
                    <a:pt x="501" y="883"/>
                    <a:pt x="500" y="888"/>
                  </a:cubicBezTo>
                  <a:cubicBezTo>
                    <a:pt x="481" y="905"/>
                    <a:pt x="479" y="907"/>
                    <a:pt x="477" y="911"/>
                  </a:cubicBezTo>
                  <a:cubicBezTo>
                    <a:pt x="449" y="935"/>
                    <a:pt x="452" y="943"/>
                    <a:pt x="447" y="943"/>
                  </a:cubicBezTo>
                  <a:cubicBezTo>
                    <a:pt x="429" y="962"/>
                    <a:pt x="427" y="963"/>
                    <a:pt x="425" y="966"/>
                  </a:cubicBezTo>
                  <a:cubicBezTo>
                    <a:pt x="401" y="992"/>
                    <a:pt x="398" y="995"/>
                    <a:pt x="394" y="996"/>
                  </a:cubicBezTo>
                  <a:cubicBezTo>
                    <a:pt x="379" y="1017"/>
                    <a:pt x="373" y="1015"/>
                    <a:pt x="374" y="1021"/>
                  </a:cubicBezTo>
                  <a:cubicBezTo>
                    <a:pt x="331" y="1077"/>
                    <a:pt x="326" y="1081"/>
                    <a:pt x="324" y="1089"/>
                  </a:cubicBezTo>
                  <a:cubicBezTo>
                    <a:pt x="309" y="1105"/>
                    <a:pt x="309" y="1109"/>
                    <a:pt x="309" y="1112"/>
                  </a:cubicBezTo>
                  <a:cubicBezTo>
                    <a:pt x="293" y="1133"/>
                    <a:pt x="293" y="1139"/>
                    <a:pt x="289" y="1142"/>
                  </a:cubicBezTo>
                  <a:cubicBezTo>
                    <a:pt x="272" y="1170"/>
                    <a:pt x="273" y="1176"/>
                    <a:pt x="271" y="1180"/>
                  </a:cubicBezTo>
                  <a:cubicBezTo>
                    <a:pt x="246" y="1241"/>
                    <a:pt x="246" y="1250"/>
                    <a:pt x="246" y="1258"/>
                  </a:cubicBezTo>
                  <a:cubicBezTo>
                    <a:pt x="257" y="1254"/>
                    <a:pt x="254" y="1246"/>
                    <a:pt x="259" y="1246"/>
                  </a:cubicBezTo>
                  <a:cubicBezTo>
                    <a:pt x="274" y="1211"/>
                    <a:pt x="275" y="1207"/>
                    <a:pt x="279" y="1205"/>
                  </a:cubicBezTo>
                  <a:cubicBezTo>
                    <a:pt x="320" y="1146"/>
                    <a:pt x="319" y="1135"/>
                    <a:pt x="327" y="1132"/>
                  </a:cubicBezTo>
                  <a:cubicBezTo>
                    <a:pt x="353" y="1085"/>
                    <a:pt x="363" y="1084"/>
                    <a:pt x="364" y="1074"/>
                  </a:cubicBezTo>
                  <a:cubicBezTo>
                    <a:pt x="392" y="1044"/>
                    <a:pt x="389" y="1036"/>
                    <a:pt x="394" y="1037"/>
                  </a:cubicBezTo>
                  <a:cubicBezTo>
                    <a:pt x="409" y="1021"/>
                    <a:pt x="409" y="1018"/>
                    <a:pt x="409" y="1016"/>
                  </a:cubicBezTo>
                  <a:cubicBezTo>
                    <a:pt x="421" y="1005"/>
                    <a:pt x="423" y="1003"/>
                    <a:pt x="427" y="1001"/>
                  </a:cubicBezTo>
                  <a:cubicBezTo>
                    <a:pt x="466" y="955"/>
                    <a:pt x="477" y="948"/>
                    <a:pt x="485" y="938"/>
                  </a:cubicBezTo>
                  <a:cubicBezTo>
                    <a:pt x="518" y="914"/>
                    <a:pt x="515" y="906"/>
                    <a:pt x="520" y="906"/>
                  </a:cubicBezTo>
                  <a:cubicBezTo>
                    <a:pt x="551" y="882"/>
                    <a:pt x="558" y="873"/>
                    <a:pt x="568" y="865"/>
                  </a:cubicBezTo>
                  <a:cubicBezTo>
                    <a:pt x="556" y="886"/>
                    <a:pt x="553" y="888"/>
                    <a:pt x="548" y="888"/>
                  </a:cubicBezTo>
                  <a:cubicBezTo>
                    <a:pt x="519" y="917"/>
                    <a:pt x="514" y="922"/>
                    <a:pt x="508" y="926"/>
                  </a:cubicBezTo>
                  <a:cubicBezTo>
                    <a:pt x="486" y="947"/>
                    <a:pt x="481" y="952"/>
                    <a:pt x="477" y="958"/>
                  </a:cubicBezTo>
                  <a:cubicBezTo>
                    <a:pt x="437" y="1004"/>
                    <a:pt x="435" y="1006"/>
                    <a:pt x="432" y="1009"/>
                  </a:cubicBezTo>
                  <a:cubicBezTo>
                    <a:pt x="378" y="1069"/>
                    <a:pt x="375" y="1086"/>
                    <a:pt x="362" y="1094"/>
                  </a:cubicBezTo>
                  <a:cubicBezTo>
                    <a:pt x="324" y="1152"/>
                    <a:pt x="326" y="1159"/>
                    <a:pt x="319" y="1157"/>
                  </a:cubicBezTo>
                  <a:cubicBezTo>
                    <a:pt x="305" y="1192"/>
                    <a:pt x="293" y="1190"/>
                    <a:pt x="294" y="1200"/>
                  </a:cubicBezTo>
                  <a:cubicBezTo>
                    <a:pt x="266" y="1260"/>
                    <a:pt x="259" y="1258"/>
                    <a:pt x="259" y="1263"/>
                  </a:cubicBezTo>
                  <a:cubicBezTo>
                    <a:pt x="251" y="1298"/>
                    <a:pt x="251" y="1292"/>
                    <a:pt x="246" y="1291"/>
                  </a:cubicBezTo>
                  <a:cubicBezTo>
                    <a:pt x="271" y="1295"/>
                    <a:pt x="258" y="1283"/>
                    <a:pt x="271" y="1283"/>
                  </a:cubicBezTo>
                  <a:cubicBezTo>
                    <a:pt x="326" y="1167"/>
                    <a:pt x="332" y="1165"/>
                    <a:pt x="334" y="1160"/>
                  </a:cubicBezTo>
                  <a:cubicBezTo>
                    <a:pt x="350" y="1123"/>
                    <a:pt x="361" y="1126"/>
                    <a:pt x="359" y="1117"/>
                  </a:cubicBezTo>
                  <a:cubicBezTo>
                    <a:pt x="387" y="1084"/>
                    <a:pt x="394" y="1076"/>
                    <a:pt x="399" y="1067"/>
                  </a:cubicBezTo>
                  <a:cubicBezTo>
                    <a:pt x="475" y="1001"/>
                    <a:pt x="472" y="992"/>
                    <a:pt x="480" y="994"/>
                  </a:cubicBezTo>
                  <a:cubicBezTo>
                    <a:pt x="497" y="981"/>
                    <a:pt x="502" y="975"/>
                    <a:pt x="510" y="971"/>
                  </a:cubicBezTo>
                  <a:cubicBezTo>
                    <a:pt x="532" y="952"/>
                    <a:pt x="534" y="948"/>
                    <a:pt x="540" y="948"/>
                  </a:cubicBezTo>
                  <a:cubicBezTo>
                    <a:pt x="553" y="931"/>
                    <a:pt x="556" y="931"/>
                    <a:pt x="558" y="931"/>
                  </a:cubicBezTo>
                  <a:cubicBezTo>
                    <a:pt x="594" y="891"/>
                    <a:pt x="607" y="882"/>
                    <a:pt x="613" y="865"/>
                  </a:cubicBezTo>
                  <a:cubicBezTo>
                    <a:pt x="599" y="896"/>
                    <a:pt x="595" y="896"/>
                    <a:pt x="596" y="901"/>
                  </a:cubicBezTo>
                  <a:cubicBezTo>
                    <a:pt x="577" y="920"/>
                    <a:pt x="574" y="924"/>
                    <a:pt x="568" y="926"/>
                  </a:cubicBezTo>
                  <a:cubicBezTo>
                    <a:pt x="544" y="951"/>
                    <a:pt x="537" y="951"/>
                    <a:pt x="538" y="958"/>
                  </a:cubicBezTo>
                  <a:cubicBezTo>
                    <a:pt x="508" y="985"/>
                    <a:pt x="498" y="990"/>
                    <a:pt x="490" y="996"/>
                  </a:cubicBezTo>
                  <a:cubicBezTo>
                    <a:pt x="458" y="1014"/>
                    <a:pt x="462" y="1026"/>
                    <a:pt x="455" y="1026"/>
                  </a:cubicBezTo>
                  <a:cubicBezTo>
                    <a:pt x="438" y="1046"/>
                    <a:pt x="433" y="1046"/>
                    <a:pt x="432" y="1049"/>
                  </a:cubicBezTo>
                  <a:cubicBezTo>
                    <a:pt x="398" y="1090"/>
                    <a:pt x="392" y="1088"/>
                    <a:pt x="392" y="1092"/>
                  </a:cubicBezTo>
                  <a:cubicBezTo>
                    <a:pt x="371" y="1115"/>
                    <a:pt x="368" y="1120"/>
                    <a:pt x="367" y="1127"/>
                  </a:cubicBezTo>
                  <a:cubicBezTo>
                    <a:pt x="343" y="1159"/>
                    <a:pt x="343" y="1167"/>
                    <a:pt x="339" y="1170"/>
                  </a:cubicBezTo>
                  <a:cubicBezTo>
                    <a:pt x="304" y="1239"/>
                    <a:pt x="296" y="1239"/>
                    <a:pt x="296" y="1248"/>
                  </a:cubicBezTo>
                  <a:cubicBezTo>
                    <a:pt x="278" y="1277"/>
                    <a:pt x="287" y="1279"/>
                    <a:pt x="281" y="1281"/>
                  </a:cubicBezTo>
                  <a:cubicBezTo>
                    <a:pt x="246" y="1371"/>
                    <a:pt x="256" y="1372"/>
                    <a:pt x="254" y="1386"/>
                  </a:cubicBezTo>
                  <a:cubicBezTo>
                    <a:pt x="266" y="1357"/>
                    <a:pt x="266" y="1353"/>
                    <a:pt x="266" y="1349"/>
                  </a:cubicBezTo>
                  <a:cubicBezTo>
                    <a:pt x="293" y="1281"/>
                    <a:pt x="296" y="1281"/>
                    <a:pt x="299" y="1281"/>
                  </a:cubicBezTo>
                  <a:cubicBezTo>
                    <a:pt x="308" y="1258"/>
                    <a:pt x="314" y="1259"/>
                    <a:pt x="312" y="1251"/>
                  </a:cubicBezTo>
                  <a:cubicBezTo>
                    <a:pt x="332" y="1226"/>
                    <a:pt x="333" y="1221"/>
                    <a:pt x="334" y="1215"/>
                  </a:cubicBezTo>
                  <a:cubicBezTo>
                    <a:pt x="360" y="1186"/>
                    <a:pt x="360" y="1174"/>
                    <a:pt x="367" y="1170"/>
                  </a:cubicBezTo>
                  <a:cubicBezTo>
                    <a:pt x="400" y="1124"/>
                    <a:pt x="404" y="1118"/>
                    <a:pt x="410" y="1112"/>
                  </a:cubicBezTo>
                  <a:cubicBezTo>
                    <a:pt x="423" y="1096"/>
                    <a:pt x="424" y="1094"/>
                    <a:pt x="427" y="1094"/>
                  </a:cubicBezTo>
                  <a:cubicBezTo>
                    <a:pt x="449" y="1060"/>
                    <a:pt x="460" y="1065"/>
                    <a:pt x="457" y="1057"/>
                  </a:cubicBezTo>
                  <a:cubicBezTo>
                    <a:pt x="497" y="1018"/>
                    <a:pt x="528" y="1004"/>
                    <a:pt x="548" y="979"/>
                  </a:cubicBezTo>
                  <a:cubicBezTo>
                    <a:pt x="588" y="940"/>
                    <a:pt x="590" y="931"/>
                    <a:pt x="596" y="926"/>
                  </a:cubicBezTo>
                  <a:cubicBezTo>
                    <a:pt x="623" y="900"/>
                    <a:pt x="616" y="899"/>
                    <a:pt x="618" y="906"/>
                  </a:cubicBezTo>
                  <a:cubicBezTo>
                    <a:pt x="606" y="925"/>
                    <a:pt x="604" y="927"/>
                    <a:pt x="601" y="928"/>
                  </a:cubicBezTo>
                  <a:cubicBezTo>
                    <a:pt x="563" y="980"/>
                    <a:pt x="555" y="982"/>
                    <a:pt x="553" y="989"/>
                  </a:cubicBezTo>
                  <a:cubicBezTo>
                    <a:pt x="513" y="1021"/>
                    <a:pt x="511" y="1023"/>
                    <a:pt x="508" y="1024"/>
                  </a:cubicBezTo>
                  <a:cubicBezTo>
                    <a:pt x="476" y="1056"/>
                    <a:pt x="471" y="1060"/>
                    <a:pt x="465" y="1062"/>
                  </a:cubicBezTo>
                  <a:cubicBezTo>
                    <a:pt x="439" y="1098"/>
                    <a:pt x="432" y="1100"/>
                    <a:pt x="427" y="1104"/>
                  </a:cubicBezTo>
                  <a:cubicBezTo>
                    <a:pt x="413" y="1124"/>
                    <a:pt x="407" y="1124"/>
                    <a:pt x="407" y="1132"/>
                  </a:cubicBezTo>
                  <a:cubicBezTo>
                    <a:pt x="374" y="1182"/>
                    <a:pt x="363" y="1186"/>
                    <a:pt x="359" y="1198"/>
                  </a:cubicBezTo>
                  <a:cubicBezTo>
                    <a:pt x="344" y="1221"/>
                    <a:pt x="342" y="1223"/>
                    <a:pt x="342" y="1225"/>
                  </a:cubicBezTo>
                  <a:cubicBezTo>
                    <a:pt x="314" y="1273"/>
                    <a:pt x="309" y="1276"/>
                    <a:pt x="309" y="1283"/>
                  </a:cubicBezTo>
                  <a:cubicBezTo>
                    <a:pt x="299" y="1304"/>
                    <a:pt x="294" y="1306"/>
                    <a:pt x="294" y="1313"/>
                  </a:cubicBezTo>
                  <a:cubicBezTo>
                    <a:pt x="281" y="1340"/>
                    <a:pt x="281" y="1342"/>
                    <a:pt x="279" y="1341"/>
                  </a:cubicBezTo>
                  <a:cubicBezTo>
                    <a:pt x="272" y="1377"/>
                    <a:pt x="264" y="1384"/>
                    <a:pt x="266" y="1402"/>
                  </a:cubicBezTo>
                  <a:cubicBezTo>
                    <a:pt x="266" y="1422"/>
                    <a:pt x="267" y="1407"/>
                    <a:pt x="274" y="1399"/>
                  </a:cubicBezTo>
                  <a:cubicBezTo>
                    <a:pt x="295" y="1345"/>
                    <a:pt x="300" y="1321"/>
                    <a:pt x="314" y="1306"/>
                  </a:cubicBezTo>
                  <a:cubicBezTo>
                    <a:pt x="332" y="1263"/>
                    <a:pt x="339" y="1255"/>
                    <a:pt x="347" y="1248"/>
                  </a:cubicBezTo>
                  <a:cubicBezTo>
                    <a:pt x="384" y="1190"/>
                    <a:pt x="386" y="1184"/>
                    <a:pt x="392" y="1182"/>
                  </a:cubicBezTo>
                  <a:cubicBezTo>
                    <a:pt x="430" y="1138"/>
                    <a:pt x="434" y="1127"/>
                    <a:pt x="445" y="1122"/>
                  </a:cubicBezTo>
                  <a:cubicBezTo>
                    <a:pt x="500" y="1074"/>
                    <a:pt x="508" y="1067"/>
                    <a:pt x="515" y="1059"/>
                  </a:cubicBezTo>
                  <a:cubicBezTo>
                    <a:pt x="543" y="1027"/>
                    <a:pt x="554" y="1024"/>
                    <a:pt x="558" y="1014"/>
                  </a:cubicBezTo>
                  <a:cubicBezTo>
                    <a:pt x="546" y="1032"/>
                    <a:pt x="548" y="1039"/>
                    <a:pt x="545" y="1041"/>
                  </a:cubicBezTo>
                  <a:cubicBezTo>
                    <a:pt x="519" y="1066"/>
                    <a:pt x="517" y="1068"/>
                    <a:pt x="515" y="1072"/>
                  </a:cubicBezTo>
                  <a:cubicBezTo>
                    <a:pt x="498" y="1090"/>
                    <a:pt x="490" y="1087"/>
                    <a:pt x="490" y="1092"/>
                  </a:cubicBezTo>
                  <a:cubicBezTo>
                    <a:pt x="467" y="1109"/>
                    <a:pt x="464" y="1117"/>
                    <a:pt x="457" y="1120"/>
                  </a:cubicBezTo>
                  <a:cubicBezTo>
                    <a:pt x="439" y="1141"/>
                    <a:pt x="434" y="1146"/>
                    <a:pt x="430" y="1152"/>
                  </a:cubicBezTo>
                  <a:cubicBezTo>
                    <a:pt x="407" y="1180"/>
                    <a:pt x="396" y="1189"/>
                    <a:pt x="389" y="1203"/>
                  </a:cubicBezTo>
                  <a:cubicBezTo>
                    <a:pt x="340" y="1277"/>
                    <a:pt x="340" y="1283"/>
                    <a:pt x="334" y="1283"/>
                  </a:cubicBezTo>
                  <a:cubicBezTo>
                    <a:pt x="311" y="1324"/>
                    <a:pt x="312" y="1337"/>
                    <a:pt x="304" y="1341"/>
                  </a:cubicBezTo>
                  <a:cubicBezTo>
                    <a:pt x="283" y="1403"/>
                    <a:pt x="280" y="1411"/>
                    <a:pt x="276" y="1419"/>
                  </a:cubicBezTo>
                  <a:cubicBezTo>
                    <a:pt x="267" y="1456"/>
                    <a:pt x="262" y="1466"/>
                    <a:pt x="264" y="1469"/>
                  </a:cubicBezTo>
                  <a:cubicBezTo>
                    <a:pt x="279" y="1429"/>
                    <a:pt x="286" y="1428"/>
                    <a:pt x="284" y="1419"/>
                  </a:cubicBezTo>
                  <a:cubicBezTo>
                    <a:pt x="311" y="1363"/>
                    <a:pt x="316" y="1353"/>
                    <a:pt x="322" y="1344"/>
                  </a:cubicBezTo>
                  <a:cubicBezTo>
                    <a:pt x="341" y="1299"/>
                    <a:pt x="344" y="1299"/>
                    <a:pt x="347" y="1298"/>
                  </a:cubicBezTo>
                  <a:cubicBezTo>
                    <a:pt x="377" y="1253"/>
                    <a:pt x="377" y="1246"/>
                    <a:pt x="382" y="1243"/>
                  </a:cubicBezTo>
                  <a:cubicBezTo>
                    <a:pt x="470" y="1149"/>
                    <a:pt x="469" y="1136"/>
                    <a:pt x="480" y="1135"/>
                  </a:cubicBezTo>
                  <a:cubicBezTo>
                    <a:pt x="514" y="1093"/>
                    <a:pt x="525" y="1097"/>
                    <a:pt x="523" y="1089"/>
                  </a:cubicBezTo>
                  <a:cubicBezTo>
                    <a:pt x="569" y="1039"/>
                    <a:pt x="577" y="1036"/>
                    <a:pt x="581" y="1029"/>
                  </a:cubicBezTo>
                  <a:cubicBezTo>
                    <a:pt x="617" y="976"/>
                    <a:pt x="617" y="985"/>
                    <a:pt x="613" y="989"/>
                  </a:cubicBezTo>
                  <a:cubicBezTo>
                    <a:pt x="598" y="1018"/>
                    <a:pt x="597" y="1023"/>
                    <a:pt x="596" y="1029"/>
                  </a:cubicBezTo>
                  <a:cubicBezTo>
                    <a:pt x="570" y="1050"/>
                    <a:pt x="572" y="1056"/>
                    <a:pt x="568" y="1057"/>
                  </a:cubicBezTo>
                  <a:cubicBezTo>
                    <a:pt x="549" y="1084"/>
                    <a:pt x="545" y="1084"/>
                    <a:pt x="545" y="1089"/>
                  </a:cubicBezTo>
                  <a:cubicBezTo>
                    <a:pt x="517" y="1111"/>
                    <a:pt x="509" y="1114"/>
                    <a:pt x="505" y="1122"/>
                  </a:cubicBezTo>
                  <a:cubicBezTo>
                    <a:pt x="448" y="1187"/>
                    <a:pt x="435" y="1186"/>
                    <a:pt x="435" y="1198"/>
                  </a:cubicBezTo>
                  <a:cubicBezTo>
                    <a:pt x="358" y="1294"/>
                    <a:pt x="359" y="1303"/>
                    <a:pt x="352" y="1303"/>
                  </a:cubicBezTo>
                  <a:cubicBezTo>
                    <a:pt x="338" y="1342"/>
                    <a:pt x="332" y="1344"/>
                    <a:pt x="329" y="1349"/>
                  </a:cubicBezTo>
                  <a:cubicBezTo>
                    <a:pt x="294" y="1419"/>
                    <a:pt x="294" y="1435"/>
                    <a:pt x="287" y="1442"/>
                  </a:cubicBezTo>
                  <a:cubicBezTo>
                    <a:pt x="275" y="1485"/>
                    <a:pt x="278" y="1489"/>
                    <a:pt x="279" y="1495"/>
                  </a:cubicBezTo>
                  <a:cubicBezTo>
                    <a:pt x="284" y="1538"/>
                    <a:pt x="280" y="1529"/>
                    <a:pt x="282" y="1525"/>
                  </a:cubicBezTo>
                  <a:cubicBezTo>
                    <a:pt x="295" y="1474"/>
                    <a:pt x="302" y="1461"/>
                    <a:pt x="307" y="1447"/>
                  </a:cubicBezTo>
                  <a:cubicBezTo>
                    <a:pt x="319" y="1424"/>
                    <a:pt x="316" y="1416"/>
                    <a:pt x="319" y="1414"/>
                  </a:cubicBezTo>
                  <a:cubicBezTo>
                    <a:pt x="344" y="1364"/>
                    <a:pt x="347" y="1363"/>
                    <a:pt x="347" y="1359"/>
                  </a:cubicBezTo>
                  <a:cubicBezTo>
                    <a:pt x="359" y="1339"/>
                    <a:pt x="361" y="1336"/>
                    <a:pt x="362" y="1334"/>
                  </a:cubicBezTo>
                  <a:cubicBezTo>
                    <a:pt x="386" y="1299"/>
                    <a:pt x="387" y="1292"/>
                    <a:pt x="392" y="1288"/>
                  </a:cubicBezTo>
                  <a:cubicBezTo>
                    <a:pt x="420" y="1249"/>
                    <a:pt x="427" y="1239"/>
                    <a:pt x="435" y="1230"/>
                  </a:cubicBezTo>
                  <a:cubicBezTo>
                    <a:pt x="468" y="1194"/>
                    <a:pt x="469" y="1191"/>
                    <a:pt x="473" y="1190"/>
                  </a:cubicBezTo>
                  <a:cubicBezTo>
                    <a:pt x="499" y="1158"/>
                    <a:pt x="504" y="1154"/>
                    <a:pt x="508" y="1150"/>
                  </a:cubicBezTo>
                  <a:cubicBezTo>
                    <a:pt x="538" y="1112"/>
                    <a:pt x="545" y="1102"/>
                    <a:pt x="553" y="1092"/>
                  </a:cubicBezTo>
                  <a:cubicBezTo>
                    <a:pt x="577" y="1069"/>
                    <a:pt x="569" y="1068"/>
                    <a:pt x="568" y="1074"/>
                  </a:cubicBezTo>
                  <a:cubicBezTo>
                    <a:pt x="540" y="1125"/>
                    <a:pt x="527" y="1138"/>
                    <a:pt x="518" y="1152"/>
                  </a:cubicBezTo>
                  <a:cubicBezTo>
                    <a:pt x="491" y="1186"/>
                    <a:pt x="486" y="1188"/>
                    <a:pt x="483" y="1190"/>
                  </a:cubicBezTo>
                  <a:cubicBezTo>
                    <a:pt x="445" y="1238"/>
                    <a:pt x="436" y="1241"/>
                    <a:pt x="432" y="1250"/>
                  </a:cubicBezTo>
                  <a:cubicBezTo>
                    <a:pt x="381" y="1320"/>
                    <a:pt x="378" y="1330"/>
                    <a:pt x="372" y="1336"/>
                  </a:cubicBezTo>
                  <a:cubicBezTo>
                    <a:pt x="342" y="1391"/>
                    <a:pt x="337" y="1398"/>
                    <a:pt x="332" y="1404"/>
                  </a:cubicBezTo>
                  <a:cubicBezTo>
                    <a:pt x="297" y="1512"/>
                    <a:pt x="299" y="1511"/>
                    <a:pt x="297" y="1517"/>
                  </a:cubicBezTo>
                  <a:cubicBezTo>
                    <a:pt x="285" y="1562"/>
                    <a:pt x="292" y="1562"/>
                    <a:pt x="292" y="1570"/>
                  </a:cubicBezTo>
                  <a:cubicBezTo>
                    <a:pt x="308" y="1526"/>
                    <a:pt x="315" y="1528"/>
                    <a:pt x="312" y="1520"/>
                  </a:cubicBezTo>
                  <a:cubicBezTo>
                    <a:pt x="334" y="1475"/>
                    <a:pt x="332" y="1464"/>
                    <a:pt x="339" y="1462"/>
                  </a:cubicBezTo>
                  <a:cubicBezTo>
                    <a:pt x="371" y="1397"/>
                    <a:pt x="376" y="1392"/>
                    <a:pt x="380" y="1386"/>
                  </a:cubicBezTo>
                  <a:cubicBezTo>
                    <a:pt x="418" y="1328"/>
                    <a:pt x="420" y="1321"/>
                    <a:pt x="425" y="1316"/>
                  </a:cubicBezTo>
                  <a:cubicBezTo>
                    <a:pt x="441" y="1283"/>
                    <a:pt x="447" y="1285"/>
                    <a:pt x="447" y="1281"/>
                  </a:cubicBezTo>
                  <a:cubicBezTo>
                    <a:pt x="479" y="1240"/>
                    <a:pt x="484" y="1230"/>
                    <a:pt x="493" y="1225"/>
                  </a:cubicBezTo>
                  <a:cubicBezTo>
                    <a:pt x="510" y="1208"/>
                    <a:pt x="509" y="1213"/>
                    <a:pt x="513" y="1213"/>
                  </a:cubicBezTo>
                  <a:cubicBezTo>
                    <a:pt x="523" y="1194"/>
                    <a:pt x="525" y="1193"/>
                    <a:pt x="525" y="1190"/>
                  </a:cubicBezTo>
                  <a:cubicBezTo>
                    <a:pt x="562" y="1144"/>
                    <a:pt x="564" y="1140"/>
                    <a:pt x="563" y="1135"/>
                  </a:cubicBezTo>
                  <a:cubicBezTo>
                    <a:pt x="582" y="1095"/>
                    <a:pt x="589" y="1084"/>
                    <a:pt x="596" y="1072"/>
                  </a:cubicBezTo>
                  <a:cubicBezTo>
                    <a:pt x="579" y="1116"/>
                    <a:pt x="576" y="1130"/>
                    <a:pt x="571" y="1142"/>
                  </a:cubicBezTo>
                  <a:cubicBezTo>
                    <a:pt x="549" y="1177"/>
                    <a:pt x="552" y="1188"/>
                    <a:pt x="545" y="1190"/>
                  </a:cubicBezTo>
                  <a:cubicBezTo>
                    <a:pt x="519" y="1245"/>
                    <a:pt x="511" y="1246"/>
                    <a:pt x="513" y="1255"/>
                  </a:cubicBezTo>
                  <a:cubicBezTo>
                    <a:pt x="489" y="1289"/>
                    <a:pt x="487" y="1295"/>
                    <a:pt x="485" y="1301"/>
                  </a:cubicBezTo>
                  <a:cubicBezTo>
                    <a:pt x="460" y="1334"/>
                    <a:pt x="463" y="1345"/>
                    <a:pt x="458" y="1349"/>
                  </a:cubicBezTo>
                  <a:cubicBezTo>
                    <a:pt x="437" y="1384"/>
                    <a:pt x="437" y="1392"/>
                    <a:pt x="432" y="1396"/>
                  </a:cubicBezTo>
                  <a:cubicBezTo>
                    <a:pt x="427" y="1433"/>
                    <a:pt x="425" y="1426"/>
                    <a:pt x="427" y="1424"/>
                  </a:cubicBezTo>
                  <a:cubicBezTo>
                    <a:pt x="443" y="1405"/>
                    <a:pt x="440" y="1397"/>
                    <a:pt x="445" y="1396"/>
                  </a:cubicBezTo>
                  <a:cubicBezTo>
                    <a:pt x="475" y="1348"/>
                    <a:pt x="476" y="1344"/>
                    <a:pt x="475" y="1338"/>
                  </a:cubicBezTo>
                  <a:cubicBezTo>
                    <a:pt x="497" y="1313"/>
                    <a:pt x="494" y="1305"/>
                    <a:pt x="498" y="1303"/>
                  </a:cubicBezTo>
                  <a:cubicBezTo>
                    <a:pt x="497" y="1315"/>
                    <a:pt x="494" y="1322"/>
                    <a:pt x="490" y="1328"/>
                  </a:cubicBezTo>
                  <a:cubicBezTo>
                    <a:pt x="462" y="1378"/>
                    <a:pt x="460" y="1382"/>
                    <a:pt x="460" y="1386"/>
                  </a:cubicBezTo>
                  <a:cubicBezTo>
                    <a:pt x="425" y="1445"/>
                    <a:pt x="428" y="1453"/>
                    <a:pt x="425" y="1454"/>
                  </a:cubicBezTo>
                  <a:cubicBezTo>
                    <a:pt x="405" y="1499"/>
                    <a:pt x="398" y="1512"/>
                    <a:pt x="392" y="1525"/>
                  </a:cubicBezTo>
                  <a:cubicBezTo>
                    <a:pt x="371" y="1599"/>
                    <a:pt x="365" y="1598"/>
                    <a:pt x="367" y="1605"/>
                  </a:cubicBezTo>
                  <a:cubicBezTo>
                    <a:pt x="354" y="1641"/>
                    <a:pt x="358" y="1653"/>
                    <a:pt x="352" y="1656"/>
                  </a:cubicBezTo>
                  <a:cubicBezTo>
                    <a:pt x="346" y="1759"/>
                    <a:pt x="343" y="1757"/>
                    <a:pt x="342" y="1754"/>
                  </a:cubicBezTo>
                  <a:cubicBezTo>
                    <a:pt x="349" y="1713"/>
                    <a:pt x="354" y="1702"/>
                    <a:pt x="357" y="1691"/>
                  </a:cubicBezTo>
                  <a:cubicBezTo>
                    <a:pt x="378" y="1637"/>
                    <a:pt x="375" y="1627"/>
                    <a:pt x="380" y="1625"/>
                  </a:cubicBezTo>
                  <a:cubicBezTo>
                    <a:pt x="393" y="1579"/>
                    <a:pt x="398" y="1569"/>
                    <a:pt x="402" y="1560"/>
                  </a:cubicBezTo>
                  <a:cubicBezTo>
                    <a:pt x="415" y="1520"/>
                    <a:pt x="417" y="1514"/>
                    <a:pt x="422" y="1512"/>
                  </a:cubicBezTo>
                  <a:cubicBezTo>
                    <a:pt x="438" y="1477"/>
                    <a:pt x="435" y="1466"/>
                    <a:pt x="440" y="1464"/>
                  </a:cubicBezTo>
                  <a:cubicBezTo>
                    <a:pt x="491" y="1374"/>
                    <a:pt x="493" y="1369"/>
                    <a:pt x="493" y="1361"/>
                  </a:cubicBezTo>
                  <a:cubicBezTo>
                    <a:pt x="533" y="1307"/>
                    <a:pt x="537" y="1281"/>
                    <a:pt x="551" y="1265"/>
                  </a:cubicBezTo>
                  <a:cubicBezTo>
                    <a:pt x="567" y="1213"/>
                    <a:pt x="572" y="1200"/>
                    <a:pt x="576" y="1187"/>
                  </a:cubicBezTo>
                  <a:cubicBezTo>
                    <a:pt x="570" y="1224"/>
                    <a:pt x="567" y="1232"/>
                    <a:pt x="566" y="1243"/>
                  </a:cubicBezTo>
                  <a:cubicBezTo>
                    <a:pt x="527" y="1322"/>
                    <a:pt x="522" y="1329"/>
                    <a:pt x="520" y="1338"/>
                  </a:cubicBezTo>
                  <a:cubicBezTo>
                    <a:pt x="499" y="1364"/>
                    <a:pt x="499" y="1376"/>
                    <a:pt x="493" y="1381"/>
                  </a:cubicBezTo>
                  <a:cubicBezTo>
                    <a:pt x="498" y="1392"/>
                    <a:pt x="498" y="1398"/>
                    <a:pt x="498" y="1404"/>
                  </a:cubicBezTo>
                  <a:cubicBezTo>
                    <a:pt x="532" y="1330"/>
                    <a:pt x="532" y="1345"/>
                    <a:pt x="528" y="1343"/>
                  </a:cubicBezTo>
                  <a:cubicBezTo>
                    <a:pt x="511" y="1391"/>
                    <a:pt x="508" y="1400"/>
                    <a:pt x="505" y="1409"/>
                  </a:cubicBezTo>
                  <a:cubicBezTo>
                    <a:pt x="497" y="1445"/>
                    <a:pt x="494" y="1455"/>
                    <a:pt x="493" y="1467"/>
                  </a:cubicBezTo>
                  <a:cubicBezTo>
                    <a:pt x="496" y="1535"/>
                    <a:pt x="492" y="1549"/>
                    <a:pt x="490" y="1567"/>
                  </a:cubicBezTo>
                  <a:cubicBezTo>
                    <a:pt x="476" y="1593"/>
                    <a:pt x="479" y="1606"/>
                    <a:pt x="473" y="1610"/>
                  </a:cubicBezTo>
                  <a:cubicBezTo>
                    <a:pt x="427" y="1706"/>
                    <a:pt x="422" y="1720"/>
                    <a:pt x="413" y="1731"/>
                  </a:cubicBezTo>
                  <a:cubicBezTo>
                    <a:pt x="408" y="1755"/>
                    <a:pt x="414" y="1746"/>
                    <a:pt x="415" y="1744"/>
                  </a:cubicBezTo>
                  <a:cubicBezTo>
                    <a:pt x="452" y="1724"/>
                    <a:pt x="461" y="1714"/>
                    <a:pt x="468" y="1718"/>
                  </a:cubicBezTo>
                  <a:cubicBezTo>
                    <a:pt x="439" y="1738"/>
                    <a:pt x="429" y="1744"/>
                    <a:pt x="423" y="1754"/>
                  </a:cubicBezTo>
                  <a:cubicBezTo>
                    <a:pt x="390" y="1807"/>
                    <a:pt x="394" y="1818"/>
                    <a:pt x="390" y="1819"/>
                  </a:cubicBezTo>
                  <a:cubicBezTo>
                    <a:pt x="387" y="1852"/>
                    <a:pt x="390" y="1857"/>
                    <a:pt x="393" y="1864"/>
                  </a:cubicBezTo>
                  <a:cubicBezTo>
                    <a:pt x="395" y="1893"/>
                    <a:pt x="401" y="1904"/>
                    <a:pt x="405" y="1917"/>
                  </a:cubicBezTo>
                  <a:cubicBezTo>
                    <a:pt x="418" y="1937"/>
                    <a:pt x="423" y="1944"/>
                    <a:pt x="418" y="1950"/>
                  </a:cubicBezTo>
                  <a:cubicBezTo>
                    <a:pt x="398" y="1927"/>
                    <a:pt x="390" y="1922"/>
                    <a:pt x="388" y="1912"/>
                  </a:cubicBezTo>
                  <a:cubicBezTo>
                    <a:pt x="371" y="1883"/>
                    <a:pt x="363" y="1883"/>
                    <a:pt x="357" y="1880"/>
                  </a:cubicBezTo>
                  <a:cubicBezTo>
                    <a:pt x="325" y="1849"/>
                    <a:pt x="317" y="1848"/>
                    <a:pt x="315" y="1842"/>
                  </a:cubicBezTo>
                  <a:cubicBezTo>
                    <a:pt x="284" y="1820"/>
                    <a:pt x="288" y="1832"/>
                    <a:pt x="299" y="1829"/>
                  </a:cubicBezTo>
                  <a:cubicBezTo>
                    <a:pt x="296" y="1823"/>
                    <a:pt x="286" y="1823"/>
                    <a:pt x="282" y="1817"/>
                  </a:cubicBezTo>
                  <a:cubicBezTo>
                    <a:pt x="235" y="1800"/>
                    <a:pt x="246" y="1796"/>
                    <a:pt x="252" y="1802"/>
                  </a:cubicBezTo>
                  <a:cubicBezTo>
                    <a:pt x="301" y="1810"/>
                    <a:pt x="324" y="1818"/>
                    <a:pt x="342" y="1829"/>
                  </a:cubicBezTo>
                  <a:cubicBezTo>
                    <a:pt x="332" y="1811"/>
                    <a:pt x="328" y="1807"/>
                    <a:pt x="325" y="1802"/>
                  </a:cubicBezTo>
                  <a:cubicBezTo>
                    <a:pt x="300" y="1767"/>
                    <a:pt x="291" y="1768"/>
                    <a:pt x="292" y="1759"/>
                  </a:cubicBezTo>
                  <a:cubicBezTo>
                    <a:pt x="254" y="1707"/>
                    <a:pt x="246" y="1698"/>
                    <a:pt x="239" y="1688"/>
                  </a:cubicBezTo>
                  <a:cubicBezTo>
                    <a:pt x="214" y="1649"/>
                    <a:pt x="204" y="1642"/>
                    <a:pt x="201" y="1628"/>
                  </a:cubicBezTo>
                  <a:cubicBezTo>
                    <a:pt x="178" y="1567"/>
                    <a:pt x="173" y="1562"/>
                    <a:pt x="168" y="1558"/>
                  </a:cubicBezTo>
                  <a:cubicBezTo>
                    <a:pt x="153" y="1520"/>
                    <a:pt x="151" y="1514"/>
                    <a:pt x="146" y="1512"/>
                  </a:cubicBezTo>
                  <a:cubicBezTo>
                    <a:pt x="133" y="1472"/>
                    <a:pt x="123" y="1469"/>
                    <a:pt x="123" y="1457"/>
                  </a:cubicBezTo>
                  <a:cubicBezTo>
                    <a:pt x="108" y="1419"/>
                    <a:pt x="98" y="1416"/>
                    <a:pt x="100" y="1402"/>
                  </a:cubicBezTo>
                  <a:cubicBezTo>
                    <a:pt x="109" y="1417"/>
                    <a:pt x="115" y="1416"/>
                    <a:pt x="113" y="1424"/>
                  </a:cubicBezTo>
                  <a:cubicBezTo>
                    <a:pt x="141" y="1468"/>
                    <a:pt x="143" y="1471"/>
                    <a:pt x="146" y="1475"/>
                  </a:cubicBezTo>
                  <a:cubicBezTo>
                    <a:pt x="184" y="1527"/>
                    <a:pt x="192" y="1530"/>
                    <a:pt x="196" y="1537"/>
                  </a:cubicBezTo>
                  <a:cubicBezTo>
                    <a:pt x="219" y="1559"/>
                    <a:pt x="223" y="1568"/>
                    <a:pt x="231" y="1573"/>
                  </a:cubicBezTo>
                  <a:cubicBezTo>
                    <a:pt x="246" y="1588"/>
                    <a:pt x="247" y="1590"/>
                    <a:pt x="249" y="1590"/>
                  </a:cubicBezTo>
                  <a:cubicBezTo>
                    <a:pt x="274" y="1624"/>
                    <a:pt x="278" y="1626"/>
                    <a:pt x="282" y="1628"/>
                  </a:cubicBezTo>
                  <a:cubicBezTo>
                    <a:pt x="265" y="1589"/>
                    <a:pt x="257" y="1590"/>
                    <a:pt x="259" y="1580"/>
                  </a:cubicBezTo>
                  <a:cubicBezTo>
                    <a:pt x="203" y="1511"/>
                    <a:pt x="196" y="1509"/>
                    <a:pt x="193" y="1502"/>
                  </a:cubicBezTo>
                  <a:cubicBezTo>
                    <a:pt x="172" y="1477"/>
                    <a:pt x="168" y="1477"/>
                    <a:pt x="168" y="1472"/>
                  </a:cubicBezTo>
                  <a:cubicBezTo>
                    <a:pt x="147" y="1441"/>
                    <a:pt x="145" y="1442"/>
                    <a:pt x="146" y="1439"/>
                  </a:cubicBezTo>
                  <a:cubicBezTo>
                    <a:pt x="127" y="1411"/>
                    <a:pt x="130" y="1404"/>
                    <a:pt x="125" y="1404"/>
                  </a:cubicBezTo>
                  <a:cubicBezTo>
                    <a:pt x="102" y="1363"/>
                    <a:pt x="100" y="1355"/>
                    <a:pt x="95" y="1351"/>
                  </a:cubicBezTo>
                  <a:cubicBezTo>
                    <a:pt x="61" y="1229"/>
                    <a:pt x="62" y="1234"/>
                    <a:pt x="62" y="1241"/>
                  </a:cubicBezTo>
                  <a:cubicBezTo>
                    <a:pt x="80" y="1283"/>
                    <a:pt x="77" y="1293"/>
                    <a:pt x="83" y="1293"/>
                  </a:cubicBezTo>
                  <a:cubicBezTo>
                    <a:pt x="100" y="1336"/>
                    <a:pt x="98" y="1345"/>
                    <a:pt x="105" y="1344"/>
                  </a:cubicBezTo>
                  <a:cubicBezTo>
                    <a:pt x="128" y="1387"/>
                    <a:pt x="129" y="1398"/>
                    <a:pt x="135" y="1404"/>
                  </a:cubicBezTo>
                  <a:cubicBezTo>
                    <a:pt x="148" y="1422"/>
                    <a:pt x="148" y="1425"/>
                    <a:pt x="148" y="1427"/>
                  </a:cubicBezTo>
                  <a:cubicBezTo>
                    <a:pt x="176" y="1460"/>
                    <a:pt x="173" y="1469"/>
                    <a:pt x="178" y="1470"/>
                  </a:cubicBezTo>
                  <a:cubicBezTo>
                    <a:pt x="203" y="1506"/>
                    <a:pt x="213" y="1502"/>
                    <a:pt x="211" y="1510"/>
                  </a:cubicBezTo>
                  <a:cubicBezTo>
                    <a:pt x="240" y="1542"/>
                    <a:pt x="244" y="1544"/>
                    <a:pt x="244" y="1550"/>
                  </a:cubicBezTo>
                  <a:cubicBezTo>
                    <a:pt x="270" y="1548"/>
                    <a:pt x="267" y="1546"/>
                    <a:pt x="264" y="1545"/>
                  </a:cubicBezTo>
                  <a:cubicBezTo>
                    <a:pt x="251" y="1520"/>
                    <a:pt x="247" y="1516"/>
                    <a:pt x="249" y="1507"/>
                  </a:cubicBezTo>
                  <a:cubicBezTo>
                    <a:pt x="229" y="1481"/>
                    <a:pt x="225" y="1479"/>
                    <a:pt x="221" y="1477"/>
                  </a:cubicBezTo>
                  <a:cubicBezTo>
                    <a:pt x="196" y="1426"/>
                    <a:pt x="189" y="1427"/>
                    <a:pt x="188" y="1422"/>
                  </a:cubicBezTo>
                  <a:cubicBezTo>
                    <a:pt x="166" y="1386"/>
                    <a:pt x="161" y="1384"/>
                    <a:pt x="161" y="1379"/>
                  </a:cubicBezTo>
                  <a:cubicBezTo>
                    <a:pt x="153" y="1363"/>
                    <a:pt x="149" y="1362"/>
                    <a:pt x="151" y="1354"/>
                  </a:cubicBezTo>
                  <a:cubicBezTo>
                    <a:pt x="119" y="1295"/>
                    <a:pt x="118" y="1290"/>
                    <a:pt x="113" y="1288"/>
                  </a:cubicBezTo>
                  <a:cubicBezTo>
                    <a:pt x="97" y="1255"/>
                    <a:pt x="100" y="1245"/>
                    <a:pt x="95" y="1243"/>
                  </a:cubicBezTo>
                  <a:cubicBezTo>
                    <a:pt x="70" y="1172"/>
                    <a:pt x="70" y="1159"/>
                    <a:pt x="62" y="1153"/>
                  </a:cubicBezTo>
                  <a:cubicBezTo>
                    <a:pt x="55" y="1121"/>
                    <a:pt x="45" y="1115"/>
                    <a:pt x="52" y="1112"/>
                  </a:cubicBezTo>
                  <a:cubicBezTo>
                    <a:pt x="42" y="1090"/>
                    <a:pt x="43" y="1087"/>
                    <a:pt x="42" y="1085"/>
                  </a:cubicBezTo>
                  <a:cubicBezTo>
                    <a:pt x="59" y="1118"/>
                    <a:pt x="61" y="1122"/>
                    <a:pt x="60" y="1127"/>
                  </a:cubicBezTo>
                  <a:cubicBezTo>
                    <a:pt x="83" y="1168"/>
                    <a:pt x="78" y="1179"/>
                    <a:pt x="85" y="1178"/>
                  </a:cubicBezTo>
                  <a:cubicBezTo>
                    <a:pt x="124" y="1262"/>
                    <a:pt x="134" y="1265"/>
                    <a:pt x="135" y="1276"/>
                  </a:cubicBezTo>
                  <a:cubicBezTo>
                    <a:pt x="156" y="1299"/>
                    <a:pt x="155" y="1305"/>
                    <a:pt x="161" y="1306"/>
                  </a:cubicBezTo>
                  <a:cubicBezTo>
                    <a:pt x="182" y="1344"/>
                    <a:pt x="191" y="1353"/>
                    <a:pt x="196" y="1366"/>
                  </a:cubicBezTo>
                  <a:cubicBezTo>
                    <a:pt x="224" y="1410"/>
                    <a:pt x="227" y="1424"/>
                    <a:pt x="236" y="1434"/>
                  </a:cubicBezTo>
                  <a:close/>
                  <a:moveTo>
                    <a:pt x="176" y="1565"/>
                  </a:moveTo>
                  <a:cubicBezTo>
                    <a:pt x="182" y="1568"/>
                    <a:pt x="180" y="1578"/>
                    <a:pt x="186" y="1580"/>
                  </a:cubicBezTo>
                  <a:cubicBezTo>
                    <a:pt x="184" y="1591"/>
                    <a:pt x="194" y="1591"/>
                    <a:pt x="194" y="1600"/>
                  </a:cubicBezTo>
                  <a:cubicBezTo>
                    <a:pt x="200" y="1612"/>
                    <a:pt x="206" y="1624"/>
                    <a:pt x="214" y="1633"/>
                  </a:cubicBezTo>
                  <a:cubicBezTo>
                    <a:pt x="215" y="1640"/>
                    <a:pt x="219" y="1645"/>
                    <a:pt x="224" y="1648"/>
                  </a:cubicBezTo>
                  <a:cubicBezTo>
                    <a:pt x="223" y="1658"/>
                    <a:pt x="232" y="1658"/>
                    <a:pt x="234" y="1666"/>
                  </a:cubicBezTo>
                  <a:cubicBezTo>
                    <a:pt x="240" y="1679"/>
                    <a:pt x="253" y="1684"/>
                    <a:pt x="257" y="1699"/>
                  </a:cubicBezTo>
                  <a:cubicBezTo>
                    <a:pt x="263" y="1700"/>
                    <a:pt x="262" y="1710"/>
                    <a:pt x="269" y="1711"/>
                  </a:cubicBezTo>
                  <a:cubicBezTo>
                    <a:pt x="268" y="1721"/>
                    <a:pt x="280" y="1719"/>
                    <a:pt x="279" y="1729"/>
                  </a:cubicBezTo>
                  <a:cubicBezTo>
                    <a:pt x="290" y="1736"/>
                    <a:pt x="296" y="1747"/>
                    <a:pt x="304" y="1756"/>
                  </a:cubicBezTo>
                  <a:cubicBezTo>
                    <a:pt x="310" y="1768"/>
                    <a:pt x="321" y="1775"/>
                    <a:pt x="327" y="1787"/>
                  </a:cubicBezTo>
                  <a:cubicBezTo>
                    <a:pt x="332" y="1791"/>
                    <a:pt x="334" y="1798"/>
                    <a:pt x="340" y="1802"/>
                  </a:cubicBezTo>
                  <a:cubicBezTo>
                    <a:pt x="340" y="1806"/>
                    <a:pt x="342" y="1808"/>
                    <a:pt x="345" y="1809"/>
                  </a:cubicBezTo>
                  <a:cubicBezTo>
                    <a:pt x="344" y="1812"/>
                    <a:pt x="352" y="1818"/>
                    <a:pt x="352" y="1812"/>
                  </a:cubicBezTo>
                  <a:cubicBezTo>
                    <a:pt x="345" y="1803"/>
                    <a:pt x="341" y="1791"/>
                    <a:pt x="337" y="1779"/>
                  </a:cubicBezTo>
                  <a:cubicBezTo>
                    <a:pt x="333" y="1767"/>
                    <a:pt x="322" y="1762"/>
                    <a:pt x="319" y="1749"/>
                  </a:cubicBezTo>
                  <a:cubicBezTo>
                    <a:pt x="311" y="1741"/>
                    <a:pt x="309" y="1727"/>
                    <a:pt x="299" y="1721"/>
                  </a:cubicBezTo>
                  <a:cubicBezTo>
                    <a:pt x="294" y="1710"/>
                    <a:pt x="284" y="1703"/>
                    <a:pt x="282" y="1688"/>
                  </a:cubicBezTo>
                  <a:cubicBezTo>
                    <a:pt x="273" y="1689"/>
                    <a:pt x="274" y="1681"/>
                    <a:pt x="269" y="1678"/>
                  </a:cubicBezTo>
                  <a:cubicBezTo>
                    <a:pt x="267" y="1672"/>
                    <a:pt x="260" y="1670"/>
                    <a:pt x="256" y="1666"/>
                  </a:cubicBezTo>
                  <a:cubicBezTo>
                    <a:pt x="257" y="1662"/>
                    <a:pt x="255" y="1660"/>
                    <a:pt x="254" y="1658"/>
                  </a:cubicBezTo>
                  <a:cubicBezTo>
                    <a:pt x="254" y="1654"/>
                    <a:pt x="248" y="1656"/>
                    <a:pt x="249" y="1651"/>
                  </a:cubicBezTo>
                  <a:cubicBezTo>
                    <a:pt x="242" y="1650"/>
                    <a:pt x="245" y="1640"/>
                    <a:pt x="236" y="1641"/>
                  </a:cubicBezTo>
                  <a:cubicBezTo>
                    <a:pt x="236" y="1638"/>
                    <a:pt x="236" y="1635"/>
                    <a:pt x="231" y="1636"/>
                  </a:cubicBezTo>
                  <a:cubicBezTo>
                    <a:pt x="231" y="1631"/>
                    <a:pt x="229" y="1629"/>
                    <a:pt x="226" y="1628"/>
                  </a:cubicBezTo>
                  <a:cubicBezTo>
                    <a:pt x="223" y="1623"/>
                    <a:pt x="218" y="1620"/>
                    <a:pt x="216" y="1613"/>
                  </a:cubicBezTo>
                  <a:cubicBezTo>
                    <a:pt x="209" y="1604"/>
                    <a:pt x="202" y="1595"/>
                    <a:pt x="196" y="1585"/>
                  </a:cubicBezTo>
                  <a:cubicBezTo>
                    <a:pt x="189" y="1576"/>
                    <a:pt x="185" y="1565"/>
                    <a:pt x="176" y="1558"/>
                  </a:cubicBezTo>
                  <a:cubicBezTo>
                    <a:pt x="176" y="1560"/>
                    <a:pt x="176" y="1563"/>
                    <a:pt x="176" y="1565"/>
                  </a:cubicBezTo>
                  <a:close/>
                  <a:moveTo>
                    <a:pt x="301" y="820"/>
                  </a:moveTo>
                  <a:cubicBezTo>
                    <a:pt x="302" y="810"/>
                    <a:pt x="310" y="806"/>
                    <a:pt x="311" y="795"/>
                  </a:cubicBezTo>
                  <a:cubicBezTo>
                    <a:pt x="358" y="743"/>
                    <a:pt x="361" y="735"/>
                    <a:pt x="366" y="730"/>
                  </a:cubicBezTo>
                  <a:cubicBezTo>
                    <a:pt x="397" y="702"/>
                    <a:pt x="399" y="697"/>
                    <a:pt x="402" y="694"/>
                  </a:cubicBezTo>
                  <a:cubicBezTo>
                    <a:pt x="437" y="662"/>
                    <a:pt x="439" y="659"/>
                    <a:pt x="442" y="657"/>
                  </a:cubicBezTo>
                  <a:cubicBezTo>
                    <a:pt x="480" y="626"/>
                    <a:pt x="475" y="615"/>
                    <a:pt x="485" y="619"/>
                  </a:cubicBezTo>
                  <a:cubicBezTo>
                    <a:pt x="521" y="575"/>
                    <a:pt x="530" y="573"/>
                    <a:pt x="535" y="566"/>
                  </a:cubicBezTo>
                  <a:cubicBezTo>
                    <a:pt x="554" y="538"/>
                    <a:pt x="566" y="538"/>
                    <a:pt x="568" y="528"/>
                  </a:cubicBezTo>
                  <a:cubicBezTo>
                    <a:pt x="581" y="513"/>
                    <a:pt x="584" y="512"/>
                    <a:pt x="583" y="508"/>
                  </a:cubicBezTo>
                  <a:cubicBezTo>
                    <a:pt x="609" y="476"/>
                    <a:pt x="605" y="465"/>
                    <a:pt x="613" y="468"/>
                  </a:cubicBezTo>
                  <a:cubicBezTo>
                    <a:pt x="604" y="479"/>
                    <a:pt x="593" y="475"/>
                    <a:pt x="595" y="483"/>
                  </a:cubicBezTo>
                  <a:cubicBezTo>
                    <a:pt x="573" y="503"/>
                    <a:pt x="570" y="506"/>
                    <a:pt x="568" y="510"/>
                  </a:cubicBezTo>
                  <a:cubicBezTo>
                    <a:pt x="482" y="577"/>
                    <a:pt x="482" y="583"/>
                    <a:pt x="477" y="584"/>
                  </a:cubicBezTo>
                  <a:cubicBezTo>
                    <a:pt x="464" y="596"/>
                    <a:pt x="458" y="596"/>
                    <a:pt x="457" y="601"/>
                  </a:cubicBezTo>
                  <a:cubicBezTo>
                    <a:pt x="421" y="633"/>
                    <a:pt x="418" y="642"/>
                    <a:pt x="412" y="649"/>
                  </a:cubicBezTo>
                  <a:cubicBezTo>
                    <a:pt x="371" y="689"/>
                    <a:pt x="369" y="694"/>
                    <a:pt x="366" y="697"/>
                  </a:cubicBezTo>
                  <a:cubicBezTo>
                    <a:pt x="338" y="737"/>
                    <a:pt x="331" y="742"/>
                    <a:pt x="326" y="750"/>
                  </a:cubicBezTo>
                  <a:cubicBezTo>
                    <a:pt x="309" y="785"/>
                    <a:pt x="297" y="788"/>
                    <a:pt x="296" y="803"/>
                  </a:cubicBezTo>
                  <a:cubicBezTo>
                    <a:pt x="266" y="851"/>
                    <a:pt x="266" y="857"/>
                    <a:pt x="266" y="863"/>
                  </a:cubicBezTo>
                  <a:close/>
                  <a:moveTo>
                    <a:pt x="318" y="526"/>
                  </a:moveTo>
                  <a:cubicBezTo>
                    <a:pt x="319" y="522"/>
                    <a:pt x="318" y="516"/>
                    <a:pt x="316" y="521"/>
                  </a:cubicBezTo>
                  <a:cubicBezTo>
                    <a:pt x="316" y="524"/>
                    <a:pt x="317" y="530"/>
                    <a:pt x="318" y="526"/>
                  </a:cubicBezTo>
                  <a:close/>
                  <a:moveTo>
                    <a:pt x="321" y="662"/>
                  </a:moveTo>
                  <a:cubicBezTo>
                    <a:pt x="322" y="667"/>
                    <a:pt x="309" y="673"/>
                    <a:pt x="316" y="677"/>
                  </a:cubicBezTo>
                  <a:cubicBezTo>
                    <a:pt x="320" y="673"/>
                    <a:pt x="322" y="665"/>
                    <a:pt x="326" y="662"/>
                  </a:cubicBezTo>
                  <a:cubicBezTo>
                    <a:pt x="326" y="656"/>
                    <a:pt x="338" y="651"/>
                    <a:pt x="331" y="647"/>
                  </a:cubicBezTo>
                  <a:cubicBezTo>
                    <a:pt x="328" y="652"/>
                    <a:pt x="325" y="658"/>
                    <a:pt x="321" y="662"/>
                  </a:cubicBezTo>
                  <a:close/>
                  <a:moveTo>
                    <a:pt x="276" y="745"/>
                  </a:moveTo>
                  <a:cubicBezTo>
                    <a:pt x="274" y="736"/>
                    <a:pt x="283" y="730"/>
                    <a:pt x="273" y="727"/>
                  </a:cubicBezTo>
                  <a:cubicBezTo>
                    <a:pt x="275" y="732"/>
                    <a:pt x="270" y="744"/>
                    <a:pt x="276" y="745"/>
                  </a:cubicBezTo>
                  <a:close/>
                  <a:moveTo>
                    <a:pt x="276" y="793"/>
                  </a:moveTo>
                  <a:cubicBezTo>
                    <a:pt x="277" y="785"/>
                    <a:pt x="285" y="771"/>
                    <a:pt x="278" y="765"/>
                  </a:cubicBezTo>
                  <a:cubicBezTo>
                    <a:pt x="281" y="776"/>
                    <a:pt x="270" y="787"/>
                    <a:pt x="276" y="793"/>
                  </a:cubicBezTo>
                  <a:close/>
                  <a:moveTo>
                    <a:pt x="271" y="830"/>
                  </a:moveTo>
                  <a:cubicBezTo>
                    <a:pt x="268" y="819"/>
                    <a:pt x="285" y="812"/>
                    <a:pt x="273" y="808"/>
                  </a:cubicBezTo>
                  <a:cubicBezTo>
                    <a:pt x="277" y="818"/>
                    <a:pt x="262" y="823"/>
                    <a:pt x="271" y="830"/>
                  </a:cubicBezTo>
                  <a:close/>
                  <a:moveTo>
                    <a:pt x="70" y="883"/>
                  </a:moveTo>
                  <a:cubicBezTo>
                    <a:pt x="75" y="887"/>
                    <a:pt x="73" y="896"/>
                    <a:pt x="77" y="901"/>
                  </a:cubicBezTo>
                  <a:cubicBezTo>
                    <a:pt x="117" y="1000"/>
                    <a:pt x="122" y="1004"/>
                    <a:pt x="123" y="1012"/>
                  </a:cubicBezTo>
                  <a:cubicBezTo>
                    <a:pt x="141" y="1040"/>
                    <a:pt x="140" y="1043"/>
                    <a:pt x="140" y="1044"/>
                  </a:cubicBezTo>
                  <a:cubicBezTo>
                    <a:pt x="173" y="1100"/>
                    <a:pt x="181" y="1101"/>
                    <a:pt x="181" y="1110"/>
                  </a:cubicBezTo>
                  <a:cubicBezTo>
                    <a:pt x="212" y="1160"/>
                    <a:pt x="210" y="1167"/>
                    <a:pt x="213" y="1168"/>
                  </a:cubicBezTo>
                  <a:cubicBezTo>
                    <a:pt x="227" y="1183"/>
                    <a:pt x="222" y="1175"/>
                    <a:pt x="218" y="1168"/>
                  </a:cubicBezTo>
                  <a:cubicBezTo>
                    <a:pt x="214" y="1136"/>
                    <a:pt x="209" y="1137"/>
                    <a:pt x="211" y="1130"/>
                  </a:cubicBezTo>
                  <a:cubicBezTo>
                    <a:pt x="190" y="1087"/>
                    <a:pt x="191" y="1077"/>
                    <a:pt x="186" y="1072"/>
                  </a:cubicBezTo>
                  <a:cubicBezTo>
                    <a:pt x="164" y="1046"/>
                    <a:pt x="172" y="1032"/>
                    <a:pt x="165" y="1034"/>
                  </a:cubicBezTo>
                  <a:cubicBezTo>
                    <a:pt x="130" y="971"/>
                    <a:pt x="123" y="968"/>
                    <a:pt x="123" y="959"/>
                  </a:cubicBezTo>
                  <a:cubicBezTo>
                    <a:pt x="98" y="914"/>
                    <a:pt x="92" y="910"/>
                    <a:pt x="90" y="903"/>
                  </a:cubicBezTo>
                  <a:cubicBezTo>
                    <a:pt x="61" y="859"/>
                    <a:pt x="68" y="868"/>
                    <a:pt x="70" y="883"/>
                  </a:cubicBezTo>
                  <a:close/>
                  <a:moveTo>
                    <a:pt x="266" y="976"/>
                  </a:moveTo>
                  <a:cubicBezTo>
                    <a:pt x="265" y="972"/>
                    <a:pt x="269" y="971"/>
                    <a:pt x="269" y="966"/>
                  </a:cubicBezTo>
                  <a:cubicBezTo>
                    <a:pt x="272" y="966"/>
                    <a:pt x="270" y="959"/>
                    <a:pt x="269" y="964"/>
                  </a:cubicBezTo>
                  <a:cubicBezTo>
                    <a:pt x="266" y="966"/>
                    <a:pt x="260" y="982"/>
                    <a:pt x="266" y="976"/>
                  </a:cubicBezTo>
                  <a:close/>
                  <a:moveTo>
                    <a:pt x="246" y="996"/>
                  </a:moveTo>
                  <a:cubicBezTo>
                    <a:pt x="243" y="988"/>
                    <a:pt x="256" y="983"/>
                    <a:pt x="248" y="979"/>
                  </a:cubicBezTo>
                  <a:cubicBezTo>
                    <a:pt x="246" y="981"/>
                    <a:pt x="239" y="993"/>
                    <a:pt x="246" y="996"/>
                  </a:cubicBezTo>
                  <a:close/>
                  <a:moveTo>
                    <a:pt x="62" y="1039"/>
                  </a:moveTo>
                  <a:cubicBezTo>
                    <a:pt x="61" y="1036"/>
                    <a:pt x="60" y="1034"/>
                    <a:pt x="57" y="1032"/>
                  </a:cubicBezTo>
                  <a:cubicBezTo>
                    <a:pt x="57" y="1035"/>
                    <a:pt x="61" y="1046"/>
                    <a:pt x="62" y="1039"/>
                  </a:cubicBezTo>
                  <a:close/>
                  <a:moveTo>
                    <a:pt x="77" y="1095"/>
                  </a:moveTo>
                  <a:cubicBezTo>
                    <a:pt x="82" y="1101"/>
                    <a:pt x="83" y="1111"/>
                    <a:pt x="87" y="1117"/>
                  </a:cubicBezTo>
                  <a:cubicBezTo>
                    <a:pt x="124" y="1184"/>
                    <a:pt x="126" y="1187"/>
                    <a:pt x="128" y="1190"/>
                  </a:cubicBezTo>
                  <a:cubicBezTo>
                    <a:pt x="146" y="1213"/>
                    <a:pt x="141" y="1224"/>
                    <a:pt x="145" y="1225"/>
                  </a:cubicBezTo>
                  <a:cubicBezTo>
                    <a:pt x="170" y="1271"/>
                    <a:pt x="171" y="1275"/>
                    <a:pt x="176" y="1276"/>
                  </a:cubicBezTo>
                  <a:cubicBezTo>
                    <a:pt x="198" y="1315"/>
                    <a:pt x="204" y="1320"/>
                    <a:pt x="206" y="1329"/>
                  </a:cubicBezTo>
                  <a:cubicBezTo>
                    <a:pt x="220" y="1358"/>
                    <a:pt x="231" y="1358"/>
                    <a:pt x="229" y="1371"/>
                  </a:cubicBezTo>
                  <a:cubicBezTo>
                    <a:pt x="241" y="1386"/>
                    <a:pt x="240" y="1376"/>
                    <a:pt x="239" y="1366"/>
                  </a:cubicBezTo>
                  <a:cubicBezTo>
                    <a:pt x="220" y="1308"/>
                    <a:pt x="214" y="1302"/>
                    <a:pt x="213" y="1291"/>
                  </a:cubicBezTo>
                  <a:cubicBezTo>
                    <a:pt x="199" y="1268"/>
                    <a:pt x="202" y="1260"/>
                    <a:pt x="198" y="1258"/>
                  </a:cubicBezTo>
                  <a:cubicBezTo>
                    <a:pt x="180" y="1215"/>
                    <a:pt x="168" y="1215"/>
                    <a:pt x="168" y="1203"/>
                  </a:cubicBezTo>
                  <a:cubicBezTo>
                    <a:pt x="145" y="1172"/>
                    <a:pt x="150" y="1162"/>
                    <a:pt x="143" y="1163"/>
                  </a:cubicBezTo>
                  <a:cubicBezTo>
                    <a:pt x="113" y="1114"/>
                    <a:pt x="107" y="1108"/>
                    <a:pt x="105" y="1100"/>
                  </a:cubicBezTo>
                  <a:cubicBezTo>
                    <a:pt x="89" y="1081"/>
                    <a:pt x="86" y="1078"/>
                    <a:pt x="85" y="1075"/>
                  </a:cubicBezTo>
                  <a:cubicBezTo>
                    <a:pt x="71" y="1059"/>
                    <a:pt x="73" y="1055"/>
                    <a:pt x="70" y="1054"/>
                  </a:cubicBezTo>
                  <a:close/>
                  <a:moveTo>
                    <a:pt x="332" y="1623"/>
                  </a:moveTo>
                  <a:cubicBezTo>
                    <a:pt x="339" y="1624"/>
                    <a:pt x="330" y="1609"/>
                    <a:pt x="337" y="1610"/>
                  </a:cubicBezTo>
                  <a:cubicBezTo>
                    <a:pt x="359" y="1560"/>
                    <a:pt x="356" y="1544"/>
                    <a:pt x="365" y="1540"/>
                  </a:cubicBezTo>
                  <a:cubicBezTo>
                    <a:pt x="401" y="1455"/>
                    <a:pt x="401" y="1449"/>
                    <a:pt x="402" y="1444"/>
                  </a:cubicBezTo>
                  <a:cubicBezTo>
                    <a:pt x="418" y="1396"/>
                    <a:pt x="424" y="1396"/>
                    <a:pt x="425" y="1391"/>
                  </a:cubicBezTo>
                  <a:cubicBezTo>
                    <a:pt x="450" y="1344"/>
                    <a:pt x="454" y="1335"/>
                    <a:pt x="458" y="1326"/>
                  </a:cubicBezTo>
                  <a:cubicBezTo>
                    <a:pt x="490" y="1276"/>
                    <a:pt x="490" y="1269"/>
                    <a:pt x="493" y="1265"/>
                  </a:cubicBezTo>
                  <a:cubicBezTo>
                    <a:pt x="508" y="1240"/>
                    <a:pt x="511" y="1239"/>
                    <a:pt x="513" y="1238"/>
                  </a:cubicBezTo>
                  <a:cubicBezTo>
                    <a:pt x="521" y="1225"/>
                    <a:pt x="520" y="1221"/>
                    <a:pt x="523" y="1220"/>
                  </a:cubicBezTo>
                  <a:cubicBezTo>
                    <a:pt x="527" y="1215"/>
                    <a:pt x="518" y="1212"/>
                    <a:pt x="520" y="1220"/>
                  </a:cubicBezTo>
                  <a:cubicBezTo>
                    <a:pt x="481" y="1266"/>
                    <a:pt x="469" y="1280"/>
                    <a:pt x="460" y="1296"/>
                  </a:cubicBezTo>
                  <a:cubicBezTo>
                    <a:pt x="412" y="1376"/>
                    <a:pt x="407" y="1384"/>
                    <a:pt x="405" y="1394"/>
                  </a:cubicBezTo>
                  <a:cubicBezTo>
                    <a:pt x="376" y="1447"/>
                    <a:pt x="378" y="1450"/>
                    <a:pt x="377" y="1452"/>
                  </a:cubicBezTo>
                  <a:cubicBezTo>
                    <a:pt x="371" y="1467"/>
                    <a:pt x="366" y="1465"/>
                    <a:pt x="367" y="1472"/>
                  </a:cubicBezTo>
                  <a:cubicBezTo>
                    <a:pt x="344" y="1511"/>
                    <a:pt x="348" y="1521"/>
                    <a:pt x="342" y="1522"/>
                  </a:cubicBezTo>
                  <a:cubicBezTo>
                    <a:pt x="323" y="1591"/>
                    <a:pt x="318" y="1593"/>
                    <a:pt x="317" y="1598"/>
                  </a:cubicBezTo>
                  <a:cubicBezTo>
                    <a:pt x="309" y="1646"/>
                    <a:pt x="309" y="1656"/>
                    <a:pt x="309" y="1666"/>
                  </a:cubicBezTo>
                  <a:close/>
                  <a:moveTo>
                    <a:pt x="115" y="1273"/>
                  </a:moveTo>
                  <a:cubicBezTo>
                    <a:pt x="122" y="1281"/>
                    <a:pt x="126" y="1292"/>
                    <a:pt x="130" y="1301"/>
                  </a:cubicBezTo>
                  <a:cubicBezTo>
                    <a:pt x="136" y="1302"/>
                    <a:pt x="130" y="1315"/>
                    <a:pt x="138" y="1314"/>
                  </a:cubicBezTo>
                  <a:cubicBezTo>
                    <a:pt x="137" y="1322"/>
                    <a:pt x="142" y="1324"/>
                    <a:pt x="145" y="1329"/>
                  </a:cubicBezTo>
                  <a:cubicBezTo>
                    <a:pt x="152" y="1351"/>
                    <a:pt x="166" y="1365"/>
                    <a:pt x="176" y="1384"/>
                  </a:cubicBezTo>
                  <a:cubicBezTo>
                    <a:pt x="182" y="1392"/>
                    <a:pt x="186" y="1402"/>
                    <a:pt x="193" y="1409"/>
                  </a:cubicBezTo>
                  <a:cubicBezTo>
                    <a:pt x="198" y="1412"/>
                    <a:pt x="198" y="1418"/>
                    <a:pt x="201" y="1422"/>
                  </a:cubicBezTo>
                  <a:cubicBezTo>
                    <a:pt x="204" y="1426"/>
                    <a:pt x="207" y="1431"/>
                    <a:pt x="211" y="1434"/>
                  </a:cubicBezTo>
                  <a:cubicBezTo>
                    <a:pt x="214" y="1446"/>
                    <a:pt x="223" y="1451"/>
                    <a:pt x="226" y="1462"/>
                  </a:cubicBezTo>
                  <a:cubicBezTo>
                    <a:pt x="229" y="1467"/>
                    <a:pt x="233" y="1470"/>
                    <a:pt x="236" y="1475"/>
                  </a:cubicBezTo>
                  <a:cubicBezTo>
                    <a:pt x="241" y="1475"/>
                    <a:pt x="241" y="1491"/>
                    <a:pt x="246" y="1482"/>
                  </a:cubicBezTo>
                  <a:cubicBezTo>
                    <a:pt x="241" y="1479"/>
                    <a:pt x="241" y="1471"/>
                    <a:pt x="239" y="1464"/>
                  </a:cubicBezTo>
                  <a:cubicBezTo>
                    <a:pt x="234" y="1460"/>
                    <a:pt x="231" y="1455"/>
                    <a:pt x="229" y="1449"/>
                  </a:cubicBezTo>
                  <a:cubicBezTo>
                    <a:pt x="229" y="1447"/>
                    <a:pt x="229" y="1444"/>
                    <a:pt x="229" y="1442"/>
                  </a:cubicBezTo>
                  <a:cubicBezTo>
                    <a:pt x="221" y="1436"/>
                    <a:pt x="220" y="1425"/>
                    <a:pt x="214" y="1419"/>
                  </a:cubicBezTo>
                  <a:cubicBezTo>
                    <a:pt x="216" y="1411"/>
                    <a:pt x="210" y="1411"/>
                    <a:pt x="208" y="1407"/>
                  </a:cubicBezTo>
                  <a:cubicBezTo>
                    <a:pt x="205" y="1404"/>
                    <a:pt x="205" y="1397"/>
                    <a:pt x="201" y="1394"/>
                  </a:cubicBezTo>
                  <a:cubicBezTo>
                    <a:pt x="197" y="1385"/>
                    <a:pt x="194" y="1376"/>
                    <a:pt x="186" y="1371"/>
                  </a:cubicBezTo>
                  <a:cubicBezTo>
                    <a:pt x="182" y="1362"/>
                    <a:pt x="179" y="1352"/>
                    <a:pt x="171" y="1346"/>
                  </a:cubicBezTo>
                  <a:cubicBezTo>
                    <a:pt x="166" y="1338"/>
                    <a:pt x="163" y="1329"/>
                    <a:pt x="156" y="1324"/>
                  </a:cubicBezTo>
                  <a:cubicBezTo>
                    <a:pt x="157" y="1316"/>
                    <a:pt x="149" y="1319"/>
                    <a:pt x="151" y="1311"/>
                  </a:cubicBezTo>
                  <a:cubicBezTo>
                    <a:pt x="147" y="1311"/>
                    <a:pt x="145" y="1310"/>
                    <a:pt x="145" y="1306"/>
                  </a:cubicBezTo>
                  <a:cubicBezTo>
                    <a:pt x="145" y="1303"/>
                    <a:pt x="141" y="1304"/>
                    <a:pt x="140" y="1301"/>
                  </a:cubicBezTo>
                  <a:cubicBezTo>
                    <a:pt x="139" y="1290"/>
                    <a:pt x="129" y="1287"/>
                    <a:pt x="128" y="1276"/>
                  </a:cubicBezTo>
                  <a:cubicBezTo>
                    <a:pt x="119" y="1278"/>
                    <a:pt x="126" y="1265"/>
                    <a:pt x="118" y="1266"/>
                  </a:cubicBezTo>
                  <a:cubicBezTo>
                    <a:pt x="118" y="1262"/>
                    <a:pt x="117" y="1260"/>
                    <a:pt x="115" y="1258"/>
                  </a:cubicBezTo>
                  <a:cubicBezTo>
                    <a:pt x="112" y="1258"/>
                    <a:pt x="111" y="1255"/>
                    <a:pt x="110" y="1258"/>
                  </a:cubicBezTo>
                  <a:cubicBezTo>
                    <a:pt x="114" y="1261"/>
                    <a:pt x="115" y="1267"/>
                    <a:pt x="115" y="1273"/>
                  </a:cubicBezTo>
                  <a:close/>
                  <a:moveTo>
                    <a:pt x="427" y="1331"/>
                  </a:moveTo>
                  <a:cubicBezTo>
                    <a:pt x="427" y="1327"/>
                    <a:pt x="436" y="1326"/>
                    <a:pt x="430" y="1323"/>
                  </a:cubicBezTo>
                  <a:cubicBezTo>
                    <a:pt x="422" y="1329"/>
                    <a:pt x="427" y="1338"/>
                    <a:pt x="427" y="1331"/>
                  </a:cubicBezTo>
                  <a:close/>
                  <a:moveTo>
                    <a:pt x="402" y="1371"/>
                  </a:moveTo>
                  <a:cubicBezTo>
                    <a:pt x="394" y="1377"/>
                    <a:pt x="392" y="1390"/>
                    <a:pt x="385" y="1396"/>
                  </a:cubicBezTo>
                  <a:cubicBezTo>
                    <a:pt x="374" y="1414"/>
                    <a:pt x="363" y="1432"/>
                    <a:pt x="357" y="1454"/>
                  </a:cubicBezTo>
                  <a:cubicBezTo>
                    <a:pt x="353" y="1459"/>
                    <a:pt x="347" y="1461"/>
                    <a:pt x="347" y="1469"/>
                  </a:cubicBezTo>
                  <a:cubicBezTo>
                    <a:pt x="342" y="1473"/>
                    <a:pt x="341" y="1480"/>
                    <a:pt x="337" y="1485"/>
                  </a:cubicBezTo>
                  <a:cubicBezTo>
                    <a:pt x="333" y="1498"/>
                    <a:pt x="325" y="1508"/>
                    <a:pt x="322" y="1522"/>
                  </a:cubicBezTo>
                  <a:cubicBezTo>
                    <a:pt x="321" y="1526"/>
                    <a:pt x="319" y="1527"/>
                    <a:pt x="322" y="1530"/>
                  </a:cubicBezTo>
                  <a:cubicBezTo>
                    <a:pt x="319" y="1531"/>
                    <a:pt x="317" y="1533"/>
                    <a:pt x="317" y="1537"/>
                  </a:cubicBezTo>
                  <a:cubicBezTo>
                    <a:pt x="313" y="1542"/>
                    <a:pt x="314" y="1551"/>
                    <a:pt x="309" y="1555"/>
                  </a:cubicBezTo>
                  <a:cubicBezTo>
                    <a:pt x="307" y="1561"/>
                    <a:pt x="308" y="1570"/>
                    <a:pt x="304" y="1575"/>
                  </a:cubicBezTo>
                  <a:cubicBezTo>
                    <a:pt x="303" y="1580"/>
                    <a:pt x="298" y="1594"/>
                    <a:pt x="304" y="1598"/>
                  </a:cubicBezTo>
                  <a:cubicBezTo>
                    <a:pt x="320" y="1574"/>
                    <a:pt x="321" y="1536"/>
                    <a:pt x="337" y="1512"/>
                  </a:cubicBezTo>
                  <a:cubicBezTo>
                    <a:pt x="341" y="1497"/>
                    <a:pt x="349" y="1486"/>
                    <a:pt x="354" y="1472"/>
                  </a:cubicBezTo>
                  <a:cubicBezTo>
                    <a:pt x="359" y="1472"/>
                    <a:pt x="356" y="1463"/>
                    <a:pt x="359" y="1462"/>
                  </a:cubicBezTo>
                  <a:cubicBezTo>
                    <a:pt x="361" y="1458"/>
                    <a:pt x="363" y="1456"/>
                    <a:pt x="365" y="1452"/>
                  </a:cubicBezTo>
                  <a:cubicBezTo>
                    <a:pt x="369" y="1446"/>
                    <a:pt x="371" y="1438"/>
                    <a:pt x="372" y="1429"/>
                  </a:cubicBezTo>
                  <a:cubicBezTo>
                    <a:pt x="377" y="1429"/>
                    <a:pt x="374" y="1421"/>
                    <a:pt x="380" y="1422"/>
                  </a:cubicBezTo>
                  <a:cubicBezTo>
                    <a:pt x="381" y="1417"/>
                    <a:pt x="381" y="1411"/>
                    <a:pt x="385" y="1409"/>
                  </a:cubicBezTo>
                  <a:cubicBezTo>
                    <a:pt x="388" y="1401"/>
                    <a:pt x="392" y="1393"/>
                    <a:pt x="395" y="1384"/>
                  </a:cubicBezTo>
                  <a:cubicBezTo>
                    <a:pt x="401" y="1379"/>
                    <a:pt x="404" y="1371"/>
                    <a:pt x="407" y="1364"/>
                  </a:cubicBezTo>
                  <a:cubicBezTo>
                    <a:pt x="411" y="1361"/>
                    <a:pt x="412" y="1357"/>
                    <a:pt x="415" y="1354"/>
                  </a:cubicBezTo>
                  <a:cubicBezTo>
                    <a:pt x="414" y="1350"/>
                    <a:pt x="423" y="1344"/>
                    <a:pt x="417" y="1344"/>
                  </a:cubicBezTo>
                  <a:cubicBezTo>
                    <a:pt x="414" y="1355"/>
                    <a:pt x="403" y="1358"/>
                    <a:pt x="402" y="1371"/>
                  </a:cubicBezTo>
                  <a:close/>
                  <a:moveTo>
                    <a:pt x="483" y="1406"/>
                  </a:moveTo>
                  <a:cubicBezTo>
                    <a:pt x="475" y="1408"/>
                    <a:pt x="479" y="1423"/>
                    <a:pt x="470" y="1424"/>
                  </a:cubicBezTo>
                  <a:cubicBezTo>
                    <a:pt x="466" y="1429"/>
                    <a:pt x="467" y="1440"/>
                    <a:pt x="460" y="1442"/>
                  </a:cubicBezTo>
                  <a:cubicBezTo>
                    <a:pt x="460" y="1452"/>
                    <a:pt x="454" y="1456"/>
                    <a:pt x="450" y="1462"/>
                  </a:cubicBezTo>
                  <a:cubicBezTo>
                    <a:pt x="449" y="1483"/>
                    <a:pt x="435" y="1492"/>
                    <a:pt x="433" y="1512"/>
                  </a:cubicBezTo>
                  <a:cubicBezTo>
                    <a:pt x="425" y="1516"/>
                    <a:pt x="426" y="1527"/>
                    <a:pt x="422" y="1535"/>
                  </a:cubicBezTo>
                  <a:cubicBezTo>
                    <a:pt x="425" y="1543"/>
                    <a:pt x="419" y="1543"/>
                    <a:pt x="417" y="1547"/>
                  </a:cubicBezTo>
                  <a:cubicBezTo>
                    <a:pt x="425" y="1550"/>
                    <a:pt x="412" y="1551"/>
                    <a:pt x="415" y="1557"/>
                  </a:cubicBezTo>
                  <a:cubicBezTo>
                    <a:pt x="410" y="1558"/>
                    <a:pt x="413" y="1566"/>
                    <a:pt x="410" y="1568"/>
                  </a:cubicBezTo>
                  <a:cubicBezTo>
                    <a:pt x="412" y="1575"/>
                    <a:pt x="403" y="1572"/>
                    <a:pt x="405" y="1580"/>
                  </a:cubicBezTo>
                  <a:cubicBezTo>
                    <a:pt x="402" y="1583"/>
                    <a:pt x="402" y="1589"/>
                    <a:pt x="400" y="1593"/>
                  </a:cubicBezTo>
                  <a:cubicBezTo>
                    <a:pt x="398" y="1597"/>
                    <a:pt x="399" y="1603"/>
                    <a:pt x="395" y="1605"/>
                  </a:cubicBezTo>
                  <a:cubicBezTo>
                    <a:pt x="395" y="1616"/>
                    <a:pt x="389" y="1621"/>
                    <a:pt x="387" y="1630"/>
                  </a:cubicBezTo>
                  <a:cubicBezTo>
                    <a:pt x="386" y="1635"/>
                    <a:pt x="386" y="1641"/>
                    <a:pt x="382" y="1643"/>
                  </a:cubicBezTo>
                  <a:cubicBezTo>
                    <a:pt x="384" y="1648"/>
                    <a:pt x="375" y="1654"/>
                    <a:pt x="382" y="1656"/>
                  </a:cubicBezTo>
                  <a:cubicBezTo>
                    <a:pt x="386" y="1646"/>
                    <a:pt x="390" y="1637"/>
                    <a:pt x="395" y="1628"/>
                  </a:cubicBezTo>
                  <a:cubicBezTo>
                    <a:pt x="397" y="1623"/>
                    <a:pt x="401" y="1621"/>
                    <a:pt x="402" y="1615"/>
                  </a:cubicBezTo>
                  <a:cubicBezTo>
                    <a:pt x="402" y="1608"/>
                    <a:pt x="410" y="1608"/>
                    <a:pt x="407" y="1598"/>
                  </a:cubicBezTo>
                  <a:cubicBezTo>
                    <a:pt x="417" y="1594"/>
                    <a:pt x="412" y="1576"/>
                    <a:pt x="422" y="1573"/>
                  </a:cubicBezTo>
                  <a:cubicBezTo>
                    <a:pt x="425" y="1568"/>
                    <a:pt x="422" y="1559"/>
                    <a:pt x="430" y="1560"/>
                  </a:cubicBezTo>
                  <a:cubicBezTo>
                    <a:pt x="430" y="1552"/>
                    <a:pt x="430" y="1545"/>
                    <a:pt x="438" y="1545"/>
                  </a:cubicBezTo>
                  <a:cubicBezTo>
                    <a:pt x="436" y="1537"/>
                    <a:pt x="439" y="1533"/>
                    <a:pt x="440" y="1527"/>
                  </a:cubicBezTo>
                  <a:cubicBezTo>
                    <a:pt x="446" y="1526"/>
                    <a:pt x="443" y="1516"/>
                    <a:pt x="448" y="1515"/>
                  </a:cubicBezTo>
                  <a:cubicBezTo>
                    <a:pt x="450" y="1503"/>
                    <a:pt x="457" y="1495"/>
                    <a:pt x="460" y="1484"/>
                  </a:cubicBezTo>
                  <a:cubicBezTo>
                    <a:pt x="465" y="1483"/>
                    <a:pt x="462" y="1473"/>
                    <a:pt x="468" y="1472"/>
                  </a:cubicBezTo>
                  <a:cubicBezTo>
                    <a:pt x="469" y="1465"/>
                    <a:pt x="471" y="1460"/>
                    <a:pt x="475" y="1457"/>
                  </a:cubicBezTo>
                  <a:cubicBezTo>
                    <a:pt x="478" y="1446"/>
                    <a:pt x="485" y="1438"/>
                    <a:pt x="488" y="1427"/>
                  </a:cubicBezTo>
                  <a:cubicBezTo>
                    <a:pt x="492" y="1421"/>
                    <a:pt x="490" y="1410"/>
                    <a:pt x="493" y="1404"/>
                  </a:cubicBezTo>
                  <a:cubicBezTo>
                    <a:pt x="491" y="1399"/>
                    <a:pt x="496" y="1387"/>
                    <a:pt x="490" y="1386"/>
                  </a:cubicBezTo>
                  <a:cubicBezTo>
                    <a:pt x="490" y="1395"/>
                    <a:pt x="483" y="1398"/>
                    <a:pt x="483" y="1406"/>
                  </a:cubicBezTo>
                  <a:close/>
                  <a:moveTo>
                    <a:pt x="415" y="1444"/>
                  </a:moveTo>
                  <a:cubicBezTo>
                    <a:pt x="417" y="1454"/>
                    <a:pt x="421" y="1430"/>
                    <a:pt x="417" y="1439"/>
                  </a:cubicBezTo>
                  <a:cubicBezTo>
                    <a:pt x="417" y="1441"/>
                    <a:pt x="414" y="1440"/>
                    <a:pt x="415" y="1444"/>
                  </a:cubicBezTo>
                  <a:close/>
                  <a:moveTo>
                    <a:pt x="402" y="1477"/>
                  </a:moveTo>
                  <a:cubicBezTo>
                    <a:pt x="397" y="1479"/>
                    <a:pt x="396" y="1484"/>
                    <a:pt x="395" y="1490"/>
                  </a:cubicBezTo>
                  <a:cubicBezTo>
                    <a:pt x="400" y="1488"/>
                    <a:pt x="398" y="1478"/>
                    <a:pt x="405" y="1477"/>
                  </a:cubicBezTo>
                  <a:cubicBezTo>
                    <a:pt x="403" y="1470"/>
                    <a:pt x="408" y="1470"/>
                    <a:pt x="407" y="1464"/>
                  </a:cubicBezTo>
                  <a:cubicBezTo>
                    <a:pt x="409" y="1464"/>
                    <a:pt x="410" y="1462"/>
                    <a:pt x="410" y="1459"/>
                  </a:cubicBezTo>
                  <a:cubicBezTo>
                    <a:pt x="410" y="1456"/>
                    <a:pt x="413" y="1455"/>
                    <a:pt x="410" y="1454"/>
                  </a:cubicBezTo>
                  <a:cubicBezTo>
                    <a:pt x="407" y="1461"/>
                    <a:pt x="402" y="1467"/>
                    <a:pt x="402" y="1477"/>
                  </a:cubicBezTo>
                  <a:close/>
                  <a:moveTo>
                    <a:pt x="470" y="1484"/>
                  </a:moveTo>
                  <a:cubicBezTo>
                    <a:pt x="470" y="1498"/>
                    <a:pt x="461" y="1502"/>
                    <a:pt x="460" y="1515"/>
                  </a:cubicBezTo>
                  <a:cubicBezTo>
                    <a:pt x="437" y="1576"/>
                    <a:pt x="431" y="1575"/>
                    <a:pt x="430" y="1580"/>
                  </a:cubicBezTo>
                  <a:cubicBezTo>
                    <a:pt x="411" y="1635"/>
                    <a:pt x="400" y="1637"/>
                    <a:pt x="397" y="1648"/>
                  </a:cubicBezTo>
                  <a:cubicBezTo>
                    <a:pt x="386" y="1684"/>
                    <a:pt x="383" y="1687"/>
                    <a:pt x="382" y="1693"/>
                  </a:cubicBezTo>
                  <a:cubicBezTo>
                    <a:pt x="371" y="1730"/>
                    <a:pt x="371" y="1738"/>
                    <a:pt x="367" y="1741"/>
                  </a:cubicBezTo>
                  <a:cubicBezTo>
                    <a:pt x="361" y="1788"/>
                    <a:pt x="357" y="1799"/>
                    <a:pt x="362" y="1799"/>
                  </a:cubicBezTo>
                  <a:cubicBezTo>
                    <a:pt x="379" y="1754"/>
                    <a:pt x="376" y="1747"/>
                    <a:pt x="380" y="1746"/>
                  </a:cubicBezTo>
                  <a:cubicBezTo>
                    <a:pt x="391" y="1697"/>
                    <a:pt x="403" y="1699"/>
                    <a:pt x="400" y="1688"/>
                  </a:cubicBezTo>
                  <a:cubicBezTo>
                    <a:pt x="430" y="1632"/>
                    <a:pt x="427" y="1621"/>
                    <a:pt x="433" y="1618"/>
                  </a:cubicBezTo>
                  <a:cubicBezTo>
                    <a:pt x="459" y="1557"/>
                    <a:pt x="462" y="1552"/>
                    <a:pt x="465" y="1547"/>
                  </a:cubicBezTo>
                  <a:cubicBezTo>
                    <a:pt x="482" y="1493"/>
                    <a:pt x="477" y="1484"/>
                    <a:pt x="483" y="1484"/>
                  </a:cubicBezTo>
                  <a:close/>
                  <a:moveTo>
                    <a:pt x="166" y="1522"/>
                  </a:moveTo>
                  <a:cubicBezTo>
                    <a:pt x="169" y="1533"/>
                    <a:pt x="177" y="1538"/>
                    <a:pt x="181" y="1548"/>
                  </a:cubicBezTo>
                  <a:cubicBezTo>
                    <a:pt x="187" y="1555"/>
                    <a:pt x="191" y="1564"/>
                    <a:pt x="199" y="1570"/>
                  </a:cubicBezTo>
                  <a:cubicBezTo>
                    <a:pt x="197" y="1578"/>
                    <a:pt x="205" y="1577"/>
                    <a:pt x="206" y="1583"/>
                  </a:cubicBezTo>
                  <a:cubicBezTo>
                    <a:pt x="209" y="1583"/>
                    <a:pt x="208" y="1587"/>
                    <a:pt x="211" y="1588"/>
                  </a:cubicBezTo>
                  <a:cubicBezTo>
                    <a:pt x="210" y="1593"/>
                    <a:pt x="215" y="1593"/>
                    <a:pt x="216" y="1595"/>
                  </a:cubicBezTo>
                  <a:cubicBezTo>
                    <a:pt x="220" y="1604"/>
                    <a:pt x="227" y="1611"/>
                    <a:pt x="234" y="1618"/>
                  </a:cubicBezTo>
                  <a:cubicBezTo>
                    <a:pt x="240" y="1626"/>
                    <a:pt x="247" y="1633"/>
                    <a:pt x="254" y="1641"/>
                  </a:cubicBezTo>
                  <a:cubicBezTo>
                    <a:pt x="260" y="1648"/>
                    <a:pt x="265" y="1657"/>
                    <a:pt x="272" y="1663"/>
                  </a:cubicBezTo>
                  <a:cubicBezTo>
                    <a:pt x="275" y="1667"/>
                    <a:pt x="278" y="1670"/>
                    <a:pt x="282" y="1673"/>
                  </a:cubicBezTo>
                  <a:cubicBezTo>
                    <a:pt x="283" y="1680"/>
                    <a:pt x="288" y="1682"/>
                    <a:pt x="292" y="1686"/>
                  </a:cubicBezTo>
                  <a:cubicBezTo>
                    <a:pt x="293" y="1695"/>
                    <a:pt x="300" y="1698"/>
                    <a:pt x="302" y="1706"/>
                  </a:cubicBezTo>
                  <a:cubicBezTo>
                    <a:pt x="309" y="1709"/>
                    <a:pt x="309" y="1719"/>
                    <a:pt x="317" y="1721"/>
                  </a:cubicBezTo>
                  <a:cubicBezTo>
                    <a:pt x="317" y="1715"/>
                    <a:pt x="317" y="1709"/>
                    <a:pt x="314" y="1706"/>
                  </a:cubicBezTo>
                  <a:cubicBezTo>
                    <a:pt x="311" y="1705"/>
                    <a:pt x="313" y="1703"/>
                    <a:pt x="314" y="1701"/>
                  </a:cubicBezTo>
                  <a:cubicBezTo>
                    <a:pt x="311" y="1701"/>
                    <a:pt x="312" y="1697"/>
                    <a:pt x="312" y="1693"/>
                  </a:cubicBezTo>
                  <a:cubicBezTo>
                    <a:pt x="303" y="1693"/>
                    <a:pt x="307" y="1680"/>
                    <a:pt x="299" y="1678"/>
                  </a:cubicBezTo>
                  <a:cubicBezTo>
                    <a:pt x="302" y="1670"/>
                    <a:pt x="291" y="1676"/>
                    <a:pt x="294" y="1668"/>
                  </a:cubicBezTo>
                  <a:cubicBezTo>
                    <a:pt x="293" y="1665"/>
                    <a:pt x="290" y="1662"/>
                    <a:pt x="287" y="1661"/>
                  </a:cubicBezTo>
                  <a:cubicBezTo>
                    <a:pt x="281" y="1646"/>
                    <a:pt x="269" y="1638"/>
                    <a:pt x="264" y="1623"/>
                  </a:cubicBezTo>
                  <a:cubicBezTo>
                    <a:pt x="254" y="1618"/>
                    <a:pt x="249" y="1607"/>
                    <a:pt x="241" y="1600"/>
                  </a:cubicBezTo>
                  <a:cubicBezTo>
                    <a:pt x="239" y="1595"/>
                    <a:pt x="235" y="1592"/>
                    <a:pt x="231" y="1588"/>
                  </a:cubicBezTo>
                  <a:cubicBezTo>
                    <a:pt x="227" y="1584"/>
                    <a:pt x="225" y="1577"/>
                    <a:pt x="219" y="1575"/>
                  </a:cubicBezTo>
                  <a:cubicBezTo>
                    <a:pt x="215" y="1571"/>
                    <a:pt x="210" y="1568"/>
                    <a:pt x="209" y="1563"/>
                  </a:cubicBezTo>
                  <a:cubicBezTo>
                    <a:pt x="203" y="1560"/>
                    <a:pt x="199" y="1555"/>
                    <a:pt x="196" y="1550"/>
                  </a:cubicBezTo>
                  <a:cubicBezTo>
                    <a:pt x="188" y="1542"/>
                    <a:pt x="180" y="1534"/>
                    <a:pt x="171" y="1527"/>
                  </a:cubicBezTo>
                  <a:cubicBezTo>
                    <a:pt x="171" y="1518"/>
                    <a:pt x="164" y="1516"/>
                    <a:pt x="161" y="1510"/>
                  </a:cubicBezTo>
                  <a:cubicBezTo>
                    <a:pt x="160" y="1506"/>
                    <a:pt x="157" y="1506"/>
                    <a:pt x="156" y="1502"/>
                  </a:cubicBezTo>
                  <a:cubicBezTo>
                    <a:pt x="152" y="1504"/>
                    <a:pt x="150" y="1492"/>
                    <a:pt x="148" y="1500"/>
                  </a:cubicBezTo>
                  <a:cubicBezTo>
                    <a:pt x="157" y="1504"/>
                    <a:pt x="157" y="1518"/>
                    <a:pt x="166" y="1522"/>
                  </a:cubicBezTo>
                  <a:close/>
                  <a:moveTo>
                    <a:pt x="465" y="1575"/>
                  </a:moveTo>
                  <a:cubicBezTo>
                    <a:pt x="457" y="1583"/>
                    <a:pt x="454" y="1598"/>
                    <a:pt x="448" y="1608"/>
                  </a:cubicBezTo>
                  <a:cubicBezTo>
                    <a:pt x="445" y="1613"/>
                    <a:pt x="444" y="1620"/>
                    <a:pt x="440" y="1625"/>
                  </a:cubicBezTo>
                  <a:cubicBezTo>
                    <a:pt x="437" y="1631"/>
                    <a:pt x="440" y="1642"/>
                    <a:pt x="433" y="1643"/>
                  </a:cubicBezTo>
                  <a:cubicBezTo>
                    <a:pt x="434" y="1653"/>
                    <a:pt x="426" y="1653"/>
                    <a:pt x="425" y="1661"/>
                  </a:cubicBezTo>
                  <a:cubicBezTo>
                    <a:pt x="424" y="1668"/>
                    <a:pt x="419" y="1671"/>
                    <a:pt x="418" y="1678"/>
                  </a:cubicBezTo>
                  <a:cubicBezTo>
                    <a:pt x="414" y="1683"/>
                    <a:pt x="413" y="1690"/>
                    <a:pt x="410" y="1696"/>
                  </a:cubicBezTo>
                  <a:cubicBezTo>
                    <a:pt x="405" y="1696"/>
                    <a:pt x="411" y="1700"/>
                    <a:pt x="407" y="1701"/>
                  </a:cubicBezTo>
                  <a:cubicBezTo>
                    <a:pt x="407" y="1704"/>
                    <a:pt x="404" y="1705"/>
                    <a:pt x="407" y="1708"/>
                  </a:cubicBezTo>
                  <a:cubicBezTo>
                    <a:pt x="401" y="1710"/>
                    <a:pt x="401" y="1719"/>
                    <a:pt x="397" y="1724"/>
                  </a:cubicBezTo>
                  <a:cubicBezTo>
                    <a:pt x="399" y="1734"/>
                    <a:pt x="389" y="1732"/>
                    <a:pt x="392" y="1744"/>
                  </a:cubicBezTo>
                  <a:cubicBezTo>
                    <a:pt x="390" y="1749"/>
                    <a:pt x="388" y="1756"/>
                    <a:pt x="385" y="1761"/>
                  </a:cubicBezTo>
                  <a:cubicBezTo>
                    <a:pt x="384" y="1766"/>
                    <a:pt x="376" y="1775"/>
                    <a:pt x="382" y="1779"/>
                  </a:cubicBezTo>
                  <a:cubicBezTo>
                    <a:pt x="389" y="1772"/>
                    <a:pt x="391" y="1760"/>
                    <a:pt x="395" y="1751"/>
                  </a:cubicBezTo>
                  <a:cubicBezTo>
                    <a:pt x="398" y="1741"/>
                    <a:pt x="404" y="1733"/>
                    <a:pt x="405" y="1721"/>
                  </a:cubicBezTo>
                  <a:cubicBezTo>
                    <a:pt x="421" y="1704"/>
                    <a:pt x="428" y="1679"/>
                    <a:pt x="443" y="1661"/>
                  </a:cubicBezTo>
                  <a:cubicBezTo>
                    <a:pt x="445" y="1648"/>
                    <a:pt x="451" y="1638"/>
                    <a:pt x="455" y="1628"/>
                  </a:cubicBezTo>
                  <a:cubicBezTo>
                    <a:pt x="459" y="1624"/>
                    <a:pt x="459" y="1616"/>
                    <a:pt x="463" y="1613"/>
                  </a:cubicBezTo>
                  <a:cubicBezTo>
                    <a:pt x="463" y="1609"/>
                    <a:pt x="464" y="1607"/>
                    <a:pt x="465" y="1605"/>
                  </a:cubicBezTo>
                  <a:cubicBezTo>
                    <a:pt x="469" y="1605"/>
                    <a:pt x="467" y="1598"/>
                    <a:pt x="470" y="1598"/>
                  </a:cubicBezTo>
                  <a:cubicBezTo>
                    <a:pt x="468" y="1588"/>
                    <a:pt x="478" y="1590"/>
                    <a:pt x="475" y="1580"/>
                  </a:cubicBezTo>
                  <a:cubicBezTo>
                    <a:pt x="476" y="1573"/>
                    <a:pt x="480" y="1570"/>
                    <a:pt x="480" y="1562"/>
                  </a:cubicBezTo>
                  <a:cubicBezTo>
                    <a:pt x="485" y="1559"/>
                    <a:pt x="482" y="1549"/>
                    <a:pt x="485" y="1545"/>
                  </a:cubicBezTo>
                  <a:cubicBezTo>
                    <a:pt x="489" y="1540"/>
                    <a:pt x="488" y="1530"/>
                    <a:pt x="490" y="1525"/>
                  </a:cubicBezTo>
                  <a:cubicBezTo>
                    <a:pt x="490" y="1522"/>
                    <a:pt x="490" y="1520"/>
                    <a:pt x="490" y="1517"/>
                  </a:cubicBezTo>
                  <a:cubicBezTo>
                    <a:pt x="490" y="1514"/>
                    <a:pt x="494" y="1513"/>
                    <a:pt x="490" y="1512"/>
                  </a:cubicBezTo>
                  <a:cubicBezTo>
                    <a:pt x="489" y="1508"/>
                    <a:pt x="493" y="1497"/>
                    <a:pt x="488" y="1497"/>
                  </a:cubicBezTo>
                  <a:cubicBezTo>
                    <a:pt x="484" y="1527"/>
                    <a:pt x="474" y="1550"/>
                    <a:pt x="465" y="1575"/>
                  </a:cubicBezTo>
                  <a:close/>
                  <a:moveTo>
                    <a:pt x="337" y="1693"/>
                  </a:moveTo>
                  <a:cubicBezTo>
                    <a:pt x="336" y="1689"/>
                    <a:pt x="340" y="1688"/>
                    <a:pt x="340" y="1683"/>
                  </a:cubicBezTo>
                  <a:cubicBezTo>
                    <a:pt x="340" y="1680"/>
                    <a:pt x="339" y="1674"/>
                    <a:pt x="342" y="1673"/>
                  </a:cubicBezTo>
                  <a:cubicBezTo>
                    <a:pt x="337" y="1663"/>
                    <a:pt x="347" y="1649"/>
                    <a:pt x="347" y="1636"/>
                  </a:cubicBezTo>
                  <a:cubicBezTo>
                    <a:pt x="350" y="1635"/>
                    <a:pt x="350" y="1632"/>
                    <a:pt x="350" y="1628"/>
                  </a:cubicBezTo>
                  <a:cubicBezTo>
                    <a:pt x="350" y="1625"/>
                    <a:pt x="353" y="1623"/>
                    <a:pt x="352" y="1618"/>
                  </a:cubicBezTo>
                  <a:cubicBezTo>
                    <a:pt x="356" y="1613"/>
                    <a:pt x="354" y="1604"/>
                    <a:pt x="357" y="1598"/>
                  </a:cubicBezTo>
                  <a:cubicBezTo>
                    <a:pt x="359" y="1591"/>
                    <a:pt x="360" y="1584"/>
                    <a:pt x="365" y="1580"/>
                  </a:cubicBezTo>
                  <a:cubicBezTo>
                    <a:pt x="369" y="1576"/>
                    <a:pt x="366" y="1565"/>
                    <a:pt x="372" y="1563"/>
                  </a:cubicBezTo>
                  <a:cubicBezTo>
                    <a:pt x="372" y="1557"/>
                    <a:pt x="372" y="1552"/>
                    <a:pt x="372" y="1547"/>
                  </a:cubicBezTo>
                  <a:cubicBezTo>
                    <a:pt x="380" y="1547"/>
                    <a:pt x="370" y="1537"/>
                    <a:pt x="372" y="1547"/>
                  </a:cubicBezTo>
                  <a:cubicBezTo>
                    <a:pt x="368" y="1551"/>
                    <a:pt x="369" y="1560"/>
                    <a:pt x="365" y="1563"/>
                  </a:cubicBezTo>
                  <a:cubicBezTo>
                    <a:pt x="363" y="1568"/>
                    <a:pt x="362" y="1575"/>
                    <a:pt x="360" y="1580"/>
                  </a:cubicBezTo>
                  <a:cubicBezTo>
                    <a:pt x="356" y="1584"/>
                    <a:pt x="357" y="1593"/>
                    <a:pt x="352" y="1595"/>
                  </a:cubicBezTo>
                  <a:cubicBezTo>
                    <a:pt x="352" y="1604"/>
                    <a:pt x="349" y="1609"/>
                    <a:pt x="345" y="1613"/>
                  </a:cubicBezTo>
                  <a:cubicBezTo>
                    <a:pt x="342" y="1647"/>
                    <a:pt x="327" y="1669"/>
                    <a:pt x="330" y="1708"/>
                  </a:cubicBezTo>
                  <a:cubicBezTo>
                    <a:pt x="338" y="1709"/>
                    <a:pt x="334" y="1698"/>
                    <a:pt x="337" y="1693"/>
                  </a:cubicBezTo>
                  <a:close/>
                  <a:moveTo>
                    <a:pt x="299" y="1623"/>
                  </a:moveTo>
                  <a:cubicBezTo>
                    <a:pt x="299" y="1618"/>
                    <a:pt x="306" y="1608"/>
                    <a:pt x="299" y="1605"/>
                  </a:cubicBezTo>
                  <a:cubicBezTo>
                    <a:pt x="299" y="1610"/>
                    <a:pt x="292" y="1620"/>
                    <a:pt x="299" y="1623"/>
                  </a:cubicBezTo>
                  <a:close/>
                  <a:moveTo>
                    <a:pt x="372" y="1678"/>
                  </a:moveTo>
                  <a:cubicBezTo>
                    <a:pt x="367" y="1681"/>
                    <a:pt x="371" y="1692"/>
                    <a:pt x="365" y="1693"/>
                  </a:cubicBezTo>
                  <a:cubicBezTo>
                    <a:pt x="366" y="1702"/>
                    <a:pt x="363" y="1705"/>
                    <a:pt x="362" y="1711"/>
                  </a:cubicBezTo>
                  <a:cubicBezTo>
                    <a:pt x="363" y="1715"/>
                    <a:pt x="355" y="1724"/>
                    <a:pt x="362" y="1726"/>
                  </a:cubicBezTo>
                  <a:cubicBezTo>
                    <a:pt x="367" y="1717"/>
                    <a:pt x="364" y="1701"/>
                    <a:pt x="372" y="1696"/>
                  </a:cubicBezTo>
                  <a:cubicBezTo>
                    <a:pt x="370" y="1686"/>
                    <a:pt x="375" y="1684"/>
                    <a:pt x="375" y="1676"/>
                  </a:cubicBezTo>
                  <a:cubicBezTo>
                    <a:pt x="375" y="1672"/>
                    <a:pt x="386" y="1660"/>
                    <a:pt x="375" y="1661"/>
                  </a:cubicBezTo>
                  <a:cubicBezTo>
                    <a:pt x="376" y="1669"/>
                    <a:pt x="370" y="1670"/>
                    <a:pt x="372" y="1678"/>
                  </a:cubicBezTo>
                  <a:close/>
                  <a:moveTo>
                    <a:pt x="352" y="1776"/>
                  </a:moveTo>
                  <a:cubicBezTo>
                    <a:pt x="352" y="1773"/>
                    <a:pt x="352" y="1770"/>
                    <a:pt x="352" y="1766"/>
                  </a:cubicBezTo>
                  <a:cubicBezTo>
                    <a:pt x="350" y="1766"/>
                    <a:pt x="347" y="1766"/>
                    <a:pt x="345" y="1766"/>
                  </a:cubicBezTo>
                  <a:cubicBezTo>
                    <a:pt x="346" y="1771"/>
                    <a:pt x="346" y="1777"/>
                    <a:pt x="352" y="1776"/>
                  </a:cubicBezTo>
                  <a:close/>
                  <a:moveTo>
                    <a:pt x="375" y="1804"/>
                  </a:moveTo>
                  <a:cubicBezTo>
                    <a:pt x="376" y="1799"/>
                    <a:pt x="383" y="1788"/>
                    <a:pt x="377" y="1784"/>
                  </a:cubicBezTo>
                  <a:cubicBezTo>
                    <a:pt x="378" y="1791"/>
                    <a:pt x="368" y="1799"/>
                    <a:pt x="375" y="1804"/>
                  </a:cubicBezTo>
                  <a:close/>
                </a:path>
              </a:pathLst>
            </a:custGeom>
            <a:solidFill>
              <a:srgbClr val="d0cdbb">
                <a:alpha val="75000"/>
              </a:srgbClr>
            </a:solidFill>
            <a:ln w="0">
              <a:noFill/>
            </a:ln>
          </p:spPr>
          <p:style>
            <a:lnRef idx="0"/>
            <a:fillRef idx="0"/>
            <a:effectRef idx="0"/>
            <a:fontRef idx="minor"/>
          </p:style>
          <p:txBody>
            <a:bodyPr tIns="91440" bIns="91440" anchor="ctr">
              <a:noAutofit/>
            </a:bodyPr>
            <a:p>
              <a:pPr>
                <a:lnSpc>
                  <a:spcPct val="100000"/>
                </a:lnSpc>
                <a:tabLst>
                  <a:tab algn="l" pos="0"/>
                </a:tabLst>
              </a:pPr>
              <a:endParaRPr b="0" lang="en-US" sz="1400" spc="-1" strike="noStrike">
                <a:solidFill>
                  <a:srgbClr val="000000"/>
                </a:solidFill>
                <a:latin typeface="Arial"/>
                <a:ea typeface="Arial"/>
              </a:endParaRPr>
            </a:p>
          </p:txBody>
        </p:sp>
        <p:sp>
          <p:nvSpPr>
            <p:cNvPr id="96" name="Google Shape;107;p18"/>
            <p:cNvSpPr/>
            <p:nvPr/>
          </p:nvSpPr>
          <p:spPr>
            <a:xfrm>
              <a:off x="907920" y="1528200"/>
              <a:ext cx="2507760" cy="3231000"/>
            </a:xfrm>
            <a:custGeom>
              <a:avLst/>
              <a:gdLst>
                <a:gd name="textAreaLeft" fmla="*/ 0 w 2507760"/>
                <a:gd name="textAreaRight" fmla="*/ 2508120 w 2507760"/>
                <a:gd name="textAreaTop" fmla="*/ 0 h 3231000"/>
                <a:gd name="textAreaBottom" fmla="*/ 3231360 h 3231000"/>
              </a:gdLst>
              <a:ahLst/>
              <a:rect l="textAreaLeft" t="textAreaTop" r="textAreaRight" b="textAreaBottom"/>
              <a:pathLst>
                <a:path w="869" h="1495">
                  <a:moveTo>
                    <a:pt x="865" y="156"/>
                  </a:moveTo>
                  <a:cubicBezTo>
                    <a:pt x="856" y="165"/>
                    <a:pt x="851" y="173"/>
                    <a:pt x="844" y="182"/>
                  </a:cubicBezTo>
                  <a:cubicBezTo>
                    <a:pt x="804" y="216"/>
                    <a:pt x="802" y="216"/>
                    <a:pt x="800" y="216"/>
                  </a:cubicBezTo>
                  <a:cubicBezTo>
                    <a:pt x="775" y="232"/>
                    <a:pt x="768" y="237"/>
                    <a:pt x="760" y="239"/>
                  </a:cubicBezTo>
                  <a:cubicBezTo>
                    <a:pt x="699" y="279"/>
                    <a:pt x="696" y="275"/>
                    <a:pt x="693" y="278"/>
                  </a:cubicBezTo>
                  <a:cubicBezTo>
                    <a:pt x="706" y="270"/>
                    <a:pt x="707" y="266"/>
                    <a:pt x="714" y="263"/>
                  </a:cubicBezTo>
                  <a:cubicBezTo>
                    <a:pt x="766" y="230"/>
                    <a:pt x="774" y="225"/>
                    <a:pt x="782" y="219"/>
                  </a:cubicBezTo>
                  <a:cubicBezTo>
                    <a:pt x="830" y="181"/>
                    <a:pt x="830" y="177"/>
                    <a:pt x="834" y="174"/>
                  </a:cubicBezTo>
                  <a:cubicBezTo>
                    <a:pt x="831" y="170"/>
                    <a:pt x="831" y="178"/>
                    <a:pt x="827" y="175"/>
                  </a:cubicBezTo>
                  <a:cubicBezTo>
                    <a:pt x="792" y="205"/>
                    <a:pt x="784" y="209"/>
                    <a:pt x="783" y="213"/>
                  </a:cubicBezTo>
                  <a:cubicBezTo>
                    <a:pt x="763" y="227"/>
                    <a:pt x="760" y="223"/>
                    <a:pt x="757" y="227"/>
                  </a:cubicBezTo>
                  <a:cubicBezTo>
                    <a:pt x="776" y="212"/>
                    <a:pt x="774" y="208"/>
                    <a:pt x="780" y="206"/>
                  </a:cubicBezTo>
                  <a:cubicBezTo>
                    <a:pt x="824" y="164"/>
                    <a:pt x="830" y="160"/>
                    <a:pt x="833" y="155"/>
                  </a:cubicBezTo>
                  <a:cubicBezTo>
                    <a:pt x="806" y="176"/>
                    <a:pt x="797" y="184"/>
                    <a:pt x="788" y="193"/>
                  </a:cubicBezTo>
                  <a:cubicBezTo>
                    <a:pt x="731" y="226"/>
                    <a:pt x="724" y="237"/>
                    <a:pt x="720" y="234"/>
                  </a:cubicBezTo>
                  <a:cubicBezTo>
                    <a:pt x="766" y="194"/>
                    <a:pt x="786" y="180"/>
                    <a:pt x="803" y="159"/>
                  </a:cubicBezTo>
                  <a:cubicBezTo>
                    <a:pt x="785" y="170"/>
                    <a:pt x="775" y="180"/>
                    <a:pt x="763" y="188"/>
                  </a:cubicBezTo>
                  <a:cubicBezTo>
                    <a:pt x="736" y="208"/>
                    <a:pt x="735" y="202"/>
                    <a:pt x="737" y="200"/>
                  </a:cubicBezTo>
                  <a:cubicBezTo>
                    <a:pt x="749" y="181"/>
                    <a:pt x="754" y="177"/>
                    <a:pt x="756" y="172"/>
                  </a:cubicBezTo>
                  <a:cubicBezTo>
                    <a:pt x="787" y="134"/>
                    <a:pt x="791" y="136"/>
                    <a:pt x="790" y="130"/>
                  </a:cubicBezTo>
                  <a:cubicBezTo>
                    <a:pt x="769" y="150"/>
                    <a:pt x="765" y="152"/>
                    <a:pt x="766" y="155"/>
                  </a:cubicBezTo>
                  <a:cubicBezTo>
                    <a:pt x="746" y="174"/>
                    <a:pt x="746" y="170"/>
                    <a:pt x="746" y="169"/>
                  </a:cubicBezTo>
                  <a:cubicBezTo>
                    <a:pt x="748" y="164"/>
                    <a:pt x="752" y="160"/>
                    <a:pt x="752" y="160"/>
                  </a:cubicBezTo>
                  <a:cubicBezTo>
                    <a:pt x="764" y="139"/>
                    <a:pt x="770" y="129"/>
                    <a:pt x="777" y="119"/>
                  </a:cubicBezTo>
                  <a:cubicBezTo>
                    <a:pt x="800" y="82"/>
                    <a:pt x="812" y="81"/>
                    <a:pt x="808" y="77"/>
                  </a:cubicBezTo>
                  <a:cubicBezTo>
                    <a:pt x="770" y="123"/>
                    <a:pt x="765" y="125"/>
                    <a:pt x="763" y="127"/>
                  </a:cubicBezTo>
                  <a:cubicBezTo>
                    <a:pt x="747" y="156"/>
                    <a:pt x="743" y="161"/>
                    <a:pt x="740" y="166"/>
                  </a:cubicBezTo>
                  <a:cubicBezTo>
                    <a:pt x="744" y="144"/>
                    <a:pt x="749" y="134"/>
                    <a:pt x="753" y="124"/>
                  </a:cubicBezTo>
                  <a:cubicBezTo>
                    <a:pt x="782" y="79"/>
                    <a:pt x="781" y="77"/>
                    <a:pt x="784" y="75"/>
                  </a:cubicBezTo>
                  <a:cubicBezTo>
                    <a:pt x="769" y="89"/>
                    <a:pt x="765" y="92"/>
                    <a:pt x="765" y="96"/>
                  </a:cubicBezTo>
                  <a:cubicBezTo>
                    <a:pt x="728" y="162"/>
                    <a:pt x="722" y="177"/>
                    <a:pt x="718" y="191"/>
                  </a:cubicBezTo>
                  <a:cubicBezTo>
                    <a:pt x="710" y="205"/>
                    <a:pt x="719" y="210"/>
                    <a:pt x="712" y="213"/>
                  </a:cubicBezTo>
                  <a:cubicBezTo>
                    <a:pt x="703" y="240"/>
                    <a:pt x="708" y="247"/>
                    <a:pt x="697" y="251"/>
                  </a:cubicBezTo>
                  <a:cubicBezTo>
                    <a:pt x="699" y="232"/>
                    <a:pt x="702" y="230"/>
                    <a:pt x="701" y="228"/>
                  </a:cubicBezTo>
                  <a:cubicBezTo>
                    <a:pt x="714" y="177"/>
                    <a:pt x="714" y="170"/>
                    <a:pt x="714" y="162"/>
                  </a:cubicBezTo>
                  <a:cubicBezTo>
                    <a:pt x="735" y="103"/>
                    <a:pt x="740" y="88"/>
                    <a:pt x="749" y="73"/>
                  </a:cubicBezTo>
                  <a:cubicBezTo>
                    <a:pt x="757" y="53"/>
                    <a:pt x="753" y="62"/>
                    <a:pt x="744" y="70"/>
                  </a:cubicBezTo>
                  <a:cubicBezTo>
                    <a:pt x="727" y="107"/>
                    <a:pt x="722" y="112"/>
                    <a:pt x="722" y="118"/>
                  </a:cubicBezTo>
                  <a:cubicBezTo>
                    <a:pt x="706" y="172"/>
                    <a:pt x="705" y="175"/>
                    <a:pt x="703" y="177"/>
                  </a:cubicBezTo>
                  <a:cubicBezTo>
                    <a:pt x="696" y="206"/>
                    <a:pt x="696" y="209"/>
                    <a:pt x="696" y="212"/>
                  </a:cubicBezTo>
                  <a:cubicBezTo>
                    <a:pt x="687" y="247"/>
                    <a:pt x="685" y="253"/>
                    <a:pt x="684" y="260"/>
                  </a:cubicBezTo>
                  <a:cubicBezTo>
                    <a:pt x="671" y="275"/>
                    <a:pt x="673" y="272"/>
                    <a:pt x="677" y="270"/>
                  </a:cubicBezTo>
                  <a:cubicBezTo>
                    <a:pt x="682" y="240"/>
                    <a:pt x="681" y="234"/>
                    <a:pt x="684" y="229"/>
                  </a:cubicBezTo>
                  <a:cubicBezTo>
                    <a:pt x="694" y="189"/>
                    <a:pt x="690" y="182"/>
                    <a:pt x="693" y="177"/>
                  </a:cubicBezTo>
                  <a:cubicBezTo>
                    <a:pt x="706" y="119"/>
                    <a:pt x="707" y="113"/>
                    <a:pt x="709" y="107"/>
                  </a:cubicBezTo>
                  <a:cubicBezTo>
                    <a:pt x="721" y="64"/>
                    <a:pt x="727" y="59"/>
                    <a:pt x="729" y="53"/>
                  </a:cubicBezTo>
                  <a:cubicBezTo>
                    <a:pt x="751" y="15"/>
                    <a:pt x="760" y="13"/>
                    <a:pt x="759" y="10"/>
                  </a:cubicBezTo>
                  <a:cubicBezTo>
                    <a:pt x="752" y="12"/>
                    <a:pt x="750" y="14"/>
                    <a:pt x="749" y="17"/>
                  </a:cubicBezTo>
                  <a:cubicBezTo>
                    <a:pt x="722" y="50"/>
                    <a:pt x="719" y="46"/>
                    <a:pt x="715" y="51"/>
                  </a:cubicBezTo>
                  <a:cubicBezTo>
                    <a:pt x="696" y="86"/>
                    <a:pt x="689" y="94"/>
                    <a:pt x="687" y="103"/>
                  </a:cubicBezTo>
                  <a:cubicBezTo>
                    <a:pt x="667" y="145"/>
                    <a:pt x="670" y="146"/>
                    <a:pt x="670" y="148"/>
                  </a:cubicBezTo>
                  <a:cubicBezTo>
                    <a:pt x="662" y="166"/>
                    <a:pt x="660" y="175"/>
                    <a:pt x="659" y="185"/>
                  </a:cubicBezTo>
                  <a:cubicBezTo>
                    <a:pt x="655" y="217"/>
                    <a:pt x="655" y="222"/>
                    <a:pt x="653" y="226"/>
                  </a:cubicBezTo>
                  <a:cubicBezTo>
                    <a:pt x="646" y="259"/>
                    <a:pt x="650" y="265"/>
                    <a:pt x="650" y="270"/>
                  </a:cubicBezTo>
                  <a:cubicBezTo>
                    <a:pt x="632" y="316"/>
                    <a:pt x="637" y="319"/>
                    <a:pt x="630" y="321"/>
                  </a:cubicBezTo>
                  <a:cubicBezTo>
                    <a:pt x="630" y="285"/>
                    <a:pt x="633" y="283"/>
                    <a:pt x="633" y="280"/>
                  </a:cubicBezTo>
                  <a:cubicBezTo>
                    <a:pt x="637" y="248"/>
                    <a:pt x="637" y="243"/>
                    <a:pt x="639" y="238"/>
                  </a:cubicBezTo>
                  <a:cubicBezTo>
                    <a:pt x="639" y="222"/>
                    <a:pt x="641" y="220"/>
                    <a:pt x="641" y="217"/>
                  </a:cubicBezTo>
                  <a:cubicBezTo>
                    <a:pt x="649" y="175"/>
                    <a:pt x="652" y="166"/>
                    <a:pt x="654" y="157"/>
                  </a:cubicBezTo>
                  <a:cubicBezTo>
                    <a:pt x="673" y="112"/>
                    <a:pt x="670" y="107"/>
                    <a:pt x="677" y="103"/>
                  </a:cubicBezTo>
                  <a:cubicBezTo>
                    <a:pt x="690" y="65"/>
                    <a:pt x="699" y="63"/>
                    <a:pt x="694" y="59"/>
                  </a:cubicBezTo>
                  <a:cubicBezTo>
                    <a:pt x="663" y="118"/>
                    <a:pt x="658" y="124"/>
                    <a:pt x="654" y="130"/>
                  </a:cubicBezTo>
                  <a:cubicBezTo>
                    <a:pt x="644" y="160"/>
                    <a:pt x="640" y="163"/>
                    <a:pt x="644" y="166"/>
                  </a:cubicBezTo>
                  <a:cubicBezTo>
                    <a:pt x="632" y="198"/>
                    <a:pt x="638" y="202"/>
                    <a:pt x="632" y="204"/>
                  </a:cubicBezTo>
                  <a:cubicBezTo>
                    <a:pt x="630" y="226"/>
                    <a:pt x="628" y="229"/>
                    <a:pt x="630" y="233"/>
                  </a:cubicBezTo>
                  <a:cubicBezTo>
                    <a:pt x="624" y="286"/>
                    <a:pt x="621" y="292"/>
                    <a:pt x="621" y="298"/>
                  </a:cubicBezTo>
                  <a:cubicBezTo>
                    <a:pt x="622" y="314"/>
                    <a:pt x="617" y="316"/>
                    <a:pt x="621" y="318"/>
                  </a:cubicBezTo>
                  <a:cubicBezTo>
                    <a:pt x="615" y="341"/>
                    <a:pt x="613" y="344"/>
                    <a:pt x="612" y="347"/>
                  </a:cubicBezTo>
                  <a:cubicBezTo>
                    <a:pt x="610" y="337"/>
                    <a:pt x="612" y="332"/>
                    <a:pt x="615" y="327"/>
                  </a:cubicBezTo>
                  <a:cubicBezTo>
                    <a:pt x="612" y="290"/>
                    <a:pt x="621" y="286"/>
                    <a:pt x="616" y="280"/>
                  </a:cubicBezTo>
                  <a:cubicBezTo>
                    <a:pt x="615" y="259"/>
                    <a:pt x="621" y="255"/>
                    <a:pt x="620" y="250"/>
                  </a:cubicBezTo>
                  <a:cubicBezTo>
                    <a:pt x="624" y="201"/>
                    <a:pt x="625" y="198"/>
                    <a:pt x="626" y="196"/>
                  </a:cubicBezTo>
                  <a:cubicBezTo>
                    <a:pt x="635" y="171"/>
                    <a:pt x="633" y="168"/>
                    <a:pt x="634" y="166"/>
                  </a:cubicBezTo>
                  <a:cubicBezTo>
                    <a:pt x="642" y="141"/>
                    <a:pt x="642" y="139"/>
                    <a:pt x="642" y="136"/>
                  </a:cubicBezTo>
                  <a:cubicBezTo>
                    <a:pt x="655" y="109"/>
                    <a:pt x="657" y="104"/>
                    <a:pt x="662" y="99"/>
                  </a:cubicBezTo>
                  <a:cubicBezTo>
                    <a:pt x="645" y="113"/>
                    <a:pt x="645" y="122"/>
                    <a:pt x="637" y="130"/>
                  </a:cubicBezTo>
                  <a:cubicBezTo>
                    <a:pt x="617" y="197"/>
                    <a:pt x="614" y="202"/>
                    <a:pt x="614" y="207"/>
                  </a:cubicBezTo>
                  <a:cubicBezTo>
                    <a:pt x="613" y="227"/>
                    <a:pt x="609" y="228"/>
                    <a:pt x="612" y="231"/>
                  </a:cubicBezTo>
                  <a:cubicBezTo>
                    <a:pt x="612" y="251"/>
                    <a:pt x="612" y="254"/>
                    <a:pt x="608" y="256"/>
                  </a:cubicBezTo>
                  <a:cubicBezTo>
                    <a:pt x="608" y="278"/>
                    <a:pt x="607" y="283"/>
                    <a:pt x="607" y="289"/>
                  </a:cubicBezTo>
                  <a:cubicBezTo>
                    <a:pt x="595" y="363"/>
                    <a:pt x="592" y="374"/>
                    <a:pt x="587" y="384"/>
                  </a:cubicBezTo>
                  <a:cubicBezTo>
                    <a:pt x="589" y="326"/>
                    <a:pt x="592" y="323"/>
                    <a:pt x="592" y="319"/>
                  </a:cubicBezTo>
                  <a:cubicBezTo>
                    <a:pt x="594" y="243"/>
                    <a:pt x="593" y="240"/>
                    <a:pt x="594" y="237"/>
                  </a:cubicBezTo>
                  <a:cubicBezTo>
                    <a:pt x="597" y="223"/>
                    <a:pt x="596" y="219"/>
                    <a:pt x="596" y="216"/>
                  </a:cubicBezTo>
                  <a:cubicBezTo>
                    <a:pt x="608" y="177"/>
                    <a:pt x="610" y="170"/>
                    <a:pt x="614" y="163"/>
                  </a:cubicBezTo>
                  <a:cubicBezTo>
                    <a:pt x="624" y="125"/>
                    <a:pt x="623" y="130"/>
                    <a:pt x="621" y="134"/>
                  </a:cubicBezTo>
                  <a:cubicBezTo>
                    <a:pt x="598" y="185"/>
                    <a:pt x="595" y="190"/>
                    <a:pt x="594" y="195"/>
                  </a:cubicBezTo>
                  <a:cubicBezTo>
                    <a:pt x="583" y="227"/>
                    <a:pt x="590" y="232"/>
                    <a:pt x="586" y="235"/>
                  </a:cubicBezTo>
                  <a:cubicBezTo>
                    <a:pt x="585" y="269"/>
                    <a:pt x="583" y="276"/>
                    <a:pt x="584" y="284"/>
                  </a:cubicBezTo>
                  <a:cubicBezTo>
                    <a:pt x="583" y="334"/>
                    <a:pt x="581" y="338"/>
                    <a:pt x="584" y="342"/>
                  </a:cubicBezTo>
                  <a:cubicBezTo>
                    <a:pt x="578" y="377"/>
                    <a:pt x="579" y="381"/>
                    <a:pt x="575" y="384"/>
                  </a:cubicBezTo>
                  <a:cubicBezTo>
                    <a:pt x="572" y="368"/>
                    <a:pt x="578" y="365"/>
                    <a:pt x="575" y="361"/>
                  </a:cubicBezTo>
                  <a:cubicBezTo>
                    <a:pt x="580" y="316"/>
                    <a:pt x="571" y="307"/>
                    <a:pt x="578" y="300"/>
                  </a:cubicBezTo>
                  <a:cubicBezTo>
                    <a:pt x="572" y="220"/>
                    <a:pt x="574" y="213"/>
                    <a:pt x="573" y="205"/>
                  </a:cubicBezTo>
                  <a:cubicBezTo>
                    <a:pt x="581" y="177"/>
                    <a:pt x="576" y="169"/>
                    <a:pt x="580" y="163"/>
                  </a:cubicBezTo>
                  <a:cubicBezTo>
                    <a:pt x="594" y="117"/>
                    <a:pt x="601" y="111"/>
                    <a:pt x="598" y="103"/>
                  </a:cubicBezTo>
                  <a:cubicBezTo>
                    <a:pt x="577" y="151"/>
                    <a:pt x="576" y="154"/>
                    <a:pt x="573" y="156"/>
                  </a:cubicBezTo>
                  <a:cubicBezTo>
                    <a:pt x="562" y="241"/>
                    <a:pt x="563" y="252"/>
                    <a:pt x="564" y="263"/>
                  </a:cubicBezTo>
                  <a:cubicBezTo>
                    <a:pt x="569" y="302"/>
                    <a:pt x="564" y="307"/>
                    <a:pt x="568" y="312"/>
                  </a:cubicBezTo>
                  <a:cubicBezTo>
                    <a:pt x="566" y="341"/>
                    <a:pt x="565" y="352"/>
                    <a:pt x="568" y="364"/>
                  </a:cubicBezTo>
                  <a:cubicBezTo>
                    <a:pt x="553" y="423"/>
                    <a:pt x="553" y="420"/>
                    <a:pt x="555" y="417"/>
                  </a:cubicBezTo>
                  <a:cubicBezTo>
                    <a:pt x="556" y="394"/>
                    <a:pt x="560" y="392"/>
                    <a:pt x="558" y="388"/>
                  </a:cubicBezTo>
                  <a:cubicBezTo>
                    <a:pt x="561" y="333"/>
                    <a:pt x="563" y="331"/>
                    <a:pt x="562" y="329"/>
                  </a:cubicBezTo>
                  <a:cubicBezTo>
                    <a:pt x="559" y="274"/>
                    <a:pt x="553" y="255"/>
                    <a:pt x="554" y="236"/>
                  </a:cubicBezTo>
                  <a:cubicBezTo>
                    <a:pt x="554" y="218"/>
                    <a:pt x="555" y="214"/>
                    <a:pt x="554" y="209"/>
                  </a:cubicBezTo>
                  <a:cubicBezTo>
                    <a:pt x="559" y="193"/>
                    <a:pt x="557" y="190"/>
                    <a:pt x="559" y="188"/>
                  </a:cubicBezTo>
                  <a:cubicBezTo>
                    <a:pt x="569" y="145"/>
                    <a:pt x="573" y="136"/>
                    <a:pt x="573" y="126"/>
                  </a:cubicBezTo>
                  <a:cubicBezTo>
                    <a:pt x="557" y="167"/>
                    <a:pt x="554" y="173"/>
                    <a:pt x="555" y="179"/>
                  </a:cubicBezTo>
                  <a:cubicBezTo>
                    <a:pt x="548" y="204"/>
                    <a:pt x="545" y="211"/>
                    <a:pt x="547" y="219"/>
                  </a:cubicBezTo>
                  <a:cubicBezTo>
                    <a:pt x="545" y="249"/>
                    <a:pt x="547" y="257"/>
                    <a:pt x="548" y="265"/>
                  </a:cubicBezTo>
                  <a:cubicBezTo>
                    <a:pt x="553" y="302"/>
                    <a:pt x="551" y="305"/>
                    <a:pt x="550" y="308"/>
                  </a:cubicBezTo>
                  <a:cubicBezTo>
                    <a:pt x="556" y="350"/>
                    <a:pt x="553" y="352"/>
                    <a:pt x="554" y="354"/>
                  </a:cubicBezTo>
                  <a:cubicBezTo>
                    <a:pt x="551" y="391"/>
                    <a:pt x="544" y="394"/>
                    <a:pt x="549" y="399"/>
                  </a:cubicBezTo>
                  <a:cubicBezTo>
                    <a:pt x="548" y="423"/>
                    <a:pt x="541" y="425"/>
                    <a:pt x="543" y="428"/>
                  </a:cubicBezTo>
                  <a:cubicBezTo>
                    <a:pt x="534" y="435"/>
                    <a:pt x="534" y="428"/>
                    <a:pt x="538" y="422"/>
                  </a:cubicBezTo>
                  <a:cubicBezTo>
                    <a:pt x="537" y="386"/>
                    <a:pt x="541" y="383"/>
                    <a:pt x="540" y="379"/>
                  </a:cubicBezTo>
                  <a:cubicBezTo>
                    <a:pt x="538" y="342"/>
                    <a:pt x="537" y="338"/>
                    <a:pt x="538" y="333"/>
                  </a:cubicBezTo>
                  <a:cubicBezTo>
                    <a:pt x="535" y="297"/>
                    <a:pt x="532" y="288"/>
                    <a:pt x="531" y="280"/>
                  </a:cubicBezTo>
                  <a:cubicBezTo>
                    <a:pt x="528" y="237"/>
                    <a:pt x="531" y="236"/>
                    <a:pt x="530" y="234"/>
                  </a:cubicBezTo>
                  <a:cubicBezTo>
                    <a:pt x="531" y="195"/>
                    <a:pt x="535" y="192"/>
                    <a:pt x="534" y="187"/>
                  </a:cubicBezTo>
                  <a:cubicBezTo>
                    <a:pt x="537" y="169"/>
                    <a:pt x="538" y="165"/>
                    <a:pt x="539" y="161"/>
                  </a:cubicBezTo>
                  <a:cubicBezTo>
                    <a:pt x="534" y="156"/>
                    <a:pt x="534" y="160"/>
                    <a:pt x="532" y="164"/>
                  </a:cubicBezTo>
                  <a:cubicBezTo>
                    <a:pt x="527" y="184"/>
                    <a:pt x="527" y="187"/>
                    <a:pt x="528" y="189"/>
                  </a:cubicBezTo>
                  <a:cubicBezTo>
                    <a:pt x="521" y="228"/>
                    <a:pt x="522" y="230"/>
                    <a:pt x="522" y="232"/>
                  </a:cubicBezTo>
                  <a:cubicBezTo>
                    <a:pt x="521" y="256"/>
                    <a:pt x="520" y="257"/>
                    <a:pt x="522" y="259"/>
                  </a:cubicBezTo>
                  <a:cubicBezTo>
                    <a:pt x="527" y="285"/>
                    <a:pt x="520" y="288"/>
                    <a:pt x="524" y="293"/>
                  </a:cubicBezTo>
                  <a:cubicBezTo>
                    <a:pt x="532" y="343"/>
                    <a:pt x="530" y="351"/>
                    <a:pt x="534" y="361"/>
                  </a:cubicBezTo>
                  <a:cubicBezTo>
                    <a:pt x="531" y="378"/>
                    <a:pt x="529" y="380"/>
                    <a:pt x="532" y="382"/>
                  </a:cubicBezTo>
                  <a:cubicBezTo>
                    <a:pt x="530" y="417"/>
                    <a:pt x="530" y="421"/>
                    <a:pt x="528" y="424"/>
                  </a:cubicBezTo>
                  <a:cubicBezTo>
                    <a:pt x="523" y="442"/>
                    <a:pt x="525" y="445"/>
                    <a:pt x="522" y="444"/>
                  </a:cubicBezTo>
                  <a:cubicBezTo>
                    <a:pt x="523" y="396"/>
                    <a:pt x="516" y="383"/>
                    <a:pt x="519" y="372"/>
                  </a:cubicBezTo>
                  <a:cubicBezTo>
                    <a:pt x="517" y="348"/>
                    <a:pt x="514" y="341"/>
                    <a:pt x="515" y="335"/>
                  </a:cubicBezTo>
                  <a:cubicBezTo>
                    <a:pt x="506" y="291"/>
                    <a:pt x="509" y="286"/>
                    <a:pt x="507" y="280"/>
                  </a:cubicBezTo>
                  <a:cubicBezTo>
                    <a:pt x="508" y="220"/>
                    <a:pt x="509" y="215"/>
                    <a:pt x="510" y="209"/>
                  </a:cubicBezTo>
                  <a:cubicBezTo>
                    <a:pt x="513" y="185"/>
                    <a:pt x="512" y="178"/>
                    <a:pt x="516" y="173"/>
                  </a:cubicBezTo>
                  <a:cubicBezTo>
                    <a:pt x="515" y="159"/>
                    <a:pt x="514" y="162"/>
                    <a:pt x="512" y="164"/>
                  </a:cubicBezTo>
                  <a:cubicBezTo>
                    <a:pt x="505" y="191"/>
                    <a:pt x="507" y="196"/>
                    <a:pt x="504" y="201"/>
                  </a:cubicBezTo>
                  <a:cubicBezTo>
                    <a:pt x="500" y="221"/>
                    <a:pt x="502" y="226"/>
                    <a:pt x="501" y="230"/>
                  </a:cubicBezTo>
                  <a:cubicBezTo>
                    <a:pt x="498" y="248"/>
                    <a:pt x="500" y="251"/>
                    <a:pt x="500" y="253"/>
                  </a:cubicBezTo>
                  <a:cubicBezTo>
                    <a:pt x="496" y="271"/>
                    <a:pt x="502" y="275"/>
                    <a:pt x="498" y="277"/>
                  </a:cubicBezTo>
                  <a:cubicBezTo>
                    <a:pt x="497" y="300"/>
                    <a:pt x="497" y="294"/>
                    <a:pt x="497" y="290"/>
                  </a:cubicBezTo>
                  <a:cubicBezTo>
                    <a:pt x="494" y="271"/>
                    <a:pt x="495" y="268"/>
                    <a:pt x="495" y="266"/>
                  </a:cubicBezTo>
                  <a:cubicBezTo>
                    <a:pt x="494" y="202"/>
                    <a:pt x="495" y="187"/>
                    <a:pt x="499" y="173"/>
                  </a:cubicBezTo>
                  <a:cubicBezTo>
                    <a:pt x="501" y="135"/>
                    <a:pt x="510" y="133"/>
                    <a:pt x="503" y="128"/>
                  </a:cubicBezTo>
                  <a:cubicBezTo>
                    <a:pt x="490" y="173"/>
                    <a:pt x="490" y="178"/>
                    <a:pt x="489" y="183"/>
                  </a:cubicBezTo>
                  <a:cubicBezTo>
                    <a:pt x="485" y="220"/>
                    <a:pt x="485" y="223"/>
                    <a:pt x="485" y="225"/>
                  </a:cubicBezTo>
                  <a:cubicBezTo>
                    <a:pt x="484" y="256"/>
                    <a:pt x="483" y="258"/>
                    <a:pt x="486" y="261"/>
                  </a:cubicBezTo>
                  <a:cubicBezTo>
                    <a:pt x="484" y="277"/>
                    <a:pt x="489" y="280"/>
                    <a:pt x="487" y="282"/>
                  </a:cubicBezTo>
                  <a:cubicBezTo>
                    <a:pt x="498" y="337"/>
                    <a:pt x="496" y="347"/>
                    <a:pt x="502" y="357"/>
                  </a:cubicBezTo>
                  <a:cubicBezTo>
                    <a:pt x="506" y="408"/>
                    <a:pt x="505" y="413"/>
                    <a:pt x="503" y="418"/>
                  </a:cubicBezTo>
                  <a:cubicBezTo>
                    <a:pt x="505" y="450"/>
                    <a:pt x="505" y="453"/>
                    <a:pt x="503" y="455"/>
                  </a:cubicBezTo>
                  <a:cubicBezTo>
                    <a:pt x="499" y="471"/>
                    <a:pt x="503" y="479"/>
                    <a:pt x="498" y="475"/>
                  </a:cubicBezTo>
                  <a:cubicBezTo>
                    <a:pt x="493" y="426"/>
                    <a:pt x="495" y="423"/>
                    <a:pt x="495" y="419"/>
                  </a:cubicBezTo>
                  <a:cubicBezTo>
                    <a:pt x="485" y="375"/>
                    <a:pt x="480" y="366"/>
                    <a:pt x="483" y="359"/>
                  </a:cubicBezTo>
                  <a:cubicBezTo>
                    <a:pt x="470" y="321"/>
                    <a:pt x="476" y="319"/>
                    <a:pt x="470" y="314"/>
                  </a:cubicBezTo>
                  <a:cubicBezTo>
                    <a:pt x="459" y="218"/>
                    <a:pt x="466" y="212"/>
                    <a:pt x="462" y="204"/>
                  </a:cubicBezTo>
                  <a:cubicBezTo>
                    <a:pt x="457" y="195"/>
                    <a:pt x="457" y="204"/>
                    <a:pt x="457" y="213"/>
                  </a:cubicBezTo>
                  <a:cubicBezTo>
                    <a:pt x="457" y="232"/>
                    <a:pt x="452" y="236"/>
                    <a:pt x="455" y="241"/>
                  </a:cubicBezTo>
                  <a:cubicBezTo>
                    <a:pt x="454" y="275"/>
                    <a:pt x="459" y="280"/>
                    <a:pt x="456" y="285"/>
                  </a:cubicBezTo>
                  <a:cubicBezTo>
                    <a:pt x="462" y="317"/>
                    <a:pt x="462" y="322"/>
                    <a:pt x="465" y="327"/>
                  </a:cubicBezTo>
                  <a:cubicBezTo>
                    <a:pt x="475" y="362"/>
                    <a:pt x="473" y="368"/>
                    <a:pt x="475" y="375"/>
                  </a:cubicBezTo>
                  <a:cubicBezTo>
                    <a:pt x="478" y="394"/>
                    <a:pt x="483" y="397"/>
                    <a:pt x="481" y="400"/>
                  </a:cubicBezTo>
                  <a:cubicBezTo>
                    <a:pt x="484" y="436"/>
                    <a:pt x="490" y="444"/>
                    <a:pt x="487" y="449"/>
                  </a:cubicBezTo>
                  <a:cubicBezTo>
                    <a:pt x="483" y="480"/>
                    <a:pt x="490" y="485"/>
                    <a:pt x="488" y="488"/>
                  </a:cubicBezTo>
                  <a:cubicBezTo>
                    <a:pt x="483" y="503"/>
                    <a:pt x="485" y="499"/>
                    <a:pt x="485" y="495"/>
                  </a:cubicBezTo>
                  <a:cubicBezTo>
                    <a:pt x="486" y="464"/>
                    <a:pt x="482" y="459"/>
                    <a:pt x="483" y="454"/>
                  </a:cubicBezTo>
                  <a:cubicBezTo>
                    <a:pt x="474" y="394"/>
                    <a:pt x="466" y="388"/>
                    <a:pt x="469" y="384"/>
                  </a:cubicBezTo>
                  <a:cubicBezTo>
                    <a:pt x="462" y="348"/>
                    <a:pt x="459" y="346"/>
                    <a:pt x="457" y="346"/>
                  </a:cubicBezTo>
                  <a:cubicBezTo>
                    <a:pt x="449" y="328"/>
                    <a:pt x="460" y="322"/>
                    <a:pt x="453" y="324"/>
                  </a:cubicBezTo>
                  <a:cubicBezTo>
                    <a:pt x="446" y="286"/>
                    <a:pt x="449" y="281"/>
                    <a:pt x="445" y="276"/>
                  </a:cubicBezTo>
                  <a:cubicBezTo>
                    <a:pt x="449" y="241"/>
                    <a:pt x="443" y="235"/>
                    <a:pt x="444" y="230"/>
                  </a:cubicBezTo>
                  <a:cubicBezTo>
                    <a:pt x="450" y="210"/>
                    <a:pt x="442" y="203"/>
                    <a:pt x="449" y="199"/>
                  </a:cubicBezTo>
                  <a:cubicBezTo>
                    <a:pt x="454" y="163"/>
                    <a:pt x="461" y="159"/>
                    <a:pt x="458" y="153"/>
                  </a:cubicBezTo>
                  <a:cubicBezTo>
                    <a:pt x="444" y="191"/>
                    <a:pt x="439" y="200"/>
                    <a:pt x="440" y="211"/>
                  </a:cubicBezTo>
                  <a:cubicBezTo>
                    <a:pt x="435" y="250"/>
                    <a:pt x="436" y="261"/>
                    <a:pt x="437" y="271"/>
                  </a:cubicBezTo>
                  <a:cubicBezTo>
                    <a:pt x="442" y="313"/>
                    <a:pt x="444" y="323"/>
                    <a:pt x="448" y="335"/>
                  </a:cubicBezTo>
                  <a:cubicBezTo>
                    <a:pt x="458" y="387"/>
                    <a:pt x="461" y="393"/>
                    <a:pt x="460" y="398"/>
                  </a:cubicBezTo>
                  <a:cubicBezTo>
                    <a:pt x="473" y="464"/>
                    <a:pt x="476" y="471"/>
                    <a:pt x="475" y="477"/>
                  </a:cubicBezTo>
                  <a:cubicBezTo>
                    <a:pt x="472" y="519"/>
                    <a:pt x="470" y="522"/>
                    <a:pt x="473" y="526"/>
                  </a:cubicBezTo>
                  <a:cubicBezTo>
                    <a:pt x="466" y="546"/>
                    <a:pt x="465" y="547"/>
                    <a:pt x="465" y="548"/>
                  </a:cubicBezTo>
                  <a:cubicBezTo>
                    <a:pt x="459" y="507"/>
                    <a:pt x="462" y="504"/>
                    <a:pt x="463" y="501"/>
                  </a:cubicBezTo>
                  <a:cubicBezTo>
                    <a:pt x="458" y="462"/>
                    <a:pt x="451" y="454"/>
                    <a:pt x="451" y="448"/>
                  </a:cubicBezTo>
                  <a:cubicBezTo>
                    <a:pt x="436" y="412"/>
                    <a:pt x="440" y="409"/>
                    <a:pt x="436" y="405"/>
                  </a:cubicBezTo>
                  <a:cubicBezTo>
                    <a:pt x="427" y="372"/>
                    <a:pt x="429" y="369"/>
                    <a:pt x="426" y="365"/>
                  </a:cubicBezTo>
                  <a:cubicBezTo>
                    <a:pt x="421" y="351"/>
                    <a:pt x="423" y="350"/>
                    <a:pt x="421" y="347"/>
                  </a:cubicBezTo>
                  <a:cubicBezTo>
                    <a:pt x="417" y="313"/>
                    <a:pt x="414" y="309"/>
                    <a:pt x="415" y="305"/>
                  </a:cubicBezTo>
                  <a:cubicBezTo>
                    <a:pt x="416" y="260"/>
                    <a:pt x="418" y="257"/>
                    <a:pt x="414" y="253"/>
                  </a:cubicBezTo>
                  <a:cubicBezTo>
                    <a:pt x="416" y="237"/>
                    <a:pt x="416" y="229"/>
                    <a:pt x="414" y="222"/>
                  </a:cubicBezTo>
                  <a:cubicBezTo>
                    <a:pt x="416" y="200"/>
                    <a:pt x="418" y="197"/>
                    <a:pt x="418" y="194"/>
                  </a:cubicBezTo>
                  <a:cubicBezTo>
                    <a:pt x="414" y="206"/>
                    <a:pt x="410" y="211"/>
                    <a:pt x="412" y="216"/>
                  </a:cubicBezTo>
                  <a:cubicBezTo>
                    <a:pt x="409" y="236"/>
                    <a:pt x="410" y="242"/>
                    <a:pt x="410" y="247"/>
                  </a:cubicBezTo>
                  <a:cubicBezTo>
                    <a:pt x="407" y="327"/>
                    <a:pt x="412" y="332"/>
                    <a:pt x="410" y="335"/>
                  </a:cubicBezTo>
                  <a:cubicBezTo>
                    <a:pt x="414" y="368"/>
                    <a:pt x="422" y="373"/>
                    <a:pt x="420" y="377"/>
                  </a:cubicBezTo>
                  <a:cubicBezTo>
                    <a:pt x="438" y="439"/>
                    <a:pt x="445" y="459"/>
                    <a:pt x="448" y="477"/>
                  </a:cubicBezTo>
                  <a:cubicBezTo>
                    <a:pt x="451" y="509"/>
                    <a:pt x="452" y="514"/>
                    <a:pt x="453" y="518"/>
                  </a:cubicBezTo>
                  <a:cubicBezTo>
                    <a:pt x="449" y="518"/>
                    <a:pt x="452" y="515"/>
                    <a:pt x="448" y="512"/>
                  </a:cubicBezTo>
                  <a:cubicBezTo>
                    <a:pt x="443" y="484"/>
                    <a:pt x="442" y="477"/>
                    <a:pt x="441" y="470"/>
                  </a:cubicBezTo>
                  <a:cubicBezTo>
                    <a:pt x="432" y="436"/>
                    <a:pt x="429" y="432"/>
                    <a:pt x="428" y="428"/>
                  </a:cubicBezTo>
                  <a:cubicBezTo>
                    <a:pt x="416" y="393"/>
                    <a:pt x="413" y="389"/>
                    <a:pt x="414" y="386"/>
                  </a:cubicBezTo>
                  <a:cubicBezTo>
                    <a:pt x="407" y="359"/>
                    <a:pt x="405" y="356"/>
                    <a:pt x="403" y="350"/>
                  </a:cubicBezTo>
                  <a:cubicBezTo>
                    <a:pt x="401" y="334"/>
                    <a:pt x="403" y="333"/>
                    <a:pt x="403" y="333"/>
                  </a:cubicBezTo>
                  <a:cubicBezTo>
                    <a:pt x="401" y="321"/>
                    <a:pt x="400" y="317"/>
                    <a:pt x="399" y="314"/>
                  </a:cubicBezTo>
                  <a:cubicBezTo>
                    <a:pt x="395" y="298"/>
                    <a:pt x="397" y="295"/>
                    <a:pt x="396" y="293"/>
                  </a:cubicBezTo>
                  <a:cubicBezTo>
                    <a:pt x="390" y="256"/>
                    <a:pt x="396" y="250"/>
                    <a:pt x="392" y="243"/>
                  </a:cubicBezTo>
                  <a:cubicBezTo>
                    <a:pt x="394" y="217"/>
                    <a:pt x="395" y="215"/>
                    <a:pt x="395" y="213"/>
                  </a:cubicBezTo>
                  <a:cubicBezTo>
                    <a:pt x="388" y="211"/>
                    <a:pt x="391" y="212"/>
                    <a:pt x="391" y="214"/>
                  </a:cubicBezTo>
                  <a:cubicBezTo>
                    <a:pt x="386" y="231"/>
                    <a:pt x="389" y="235"/>
                    <a:pt x="386" y="237"/>
                  </a:cubicBezTo>
                  <a:cubicBezTo>
                    <a:pt x="387" y="268"/>
                    <a:pt x="385" y="271"/>
                    <a:pt x="388" y="275"/>
                  </a:cubicBezTo>
                  <a:cubicBezTo>
                    <a:pt x="391" y="325"/>
                    <a:pt x="397" y="338"/>
                    <a:pt x="393" y="350"/>
                  </a:cubicBezTo>
                  <a:cubicBezTo>
                    <a:pt x="405" y="382"/>
                    <a:pt x="403" y="390"/>
                    <a:pt x="408" y="398"/>
                  </a:cubicBezTo>
                  <a:cubicBezTo>
                    <a:pt x="419" y="430"/>
                    <a:pt x="421" y="438"/>
                    <a:pt x="423" y="446"/>
                  </a:cubicBezTo>
                  <a:cubicBezTo>
                    <a:pt x="436" y="483"/>
                    <a:pt x="432" y="487"/>
                    <a:pt x="436" y="491"/>
                  </a:cubicBezTo>
                  <a:cubicBezTo>
                    <a:pt x="440" y="554"/>
                    <a:pt x="443" y="558"/>
                    <a:pt x="443" y="562"/>
                  </a:cubicBezTo>
                  <a:cubicBezTo>
                    <a:pt x="428" y="572"/>
                    <a:pt x="429" y="568"/>
                    <a:pt x="430" y="564"/>
                  </a:cubicBezTo>
                  <a:cubicBezTo>
                    <a:pt x="417" y="498"/>
                    <a:pt x="416" y="485"/>
                    <a:pt x="415" y="472"/>
                  </a:cubicBezTo>
                  <a:cubicBezTo>
                    <a:pt x="409" y="449"/>
                    <a:pt x="405" y="442"/>
                    <a:pt x="406" y="436"/>
                  </a:cubicBezTo>
                  <a:cubicBezTo>
                    <a:pt x="401" y="421"/>
                    <a:pt x="398" y="415"/>
                    <a:pt x="398" y="411"/>
                  </a:cubicBezTo>
                  <a:cubicBezTo>
                    <a:pt x="393" y="374"/>
                    <a:pt x="387" y="375"/>
                    <a:pt x="389" y="372"/>
                  </a:cubicBezTo>
                  <a:cubicBezTo>
                    <a:pt x="382" y="312"/>
                    <a:pt x="377" y="293"/>
                    <a:pt x="381" y="275"/>
                  </a:cubicBezTo>
                  <a:cubicBezTo>
                    <a:pt x="385" y="244"/>
                    <a:pt x="380" y="238"/>
                    <a:pt x="383" y="234"/>
                  </a:cubicBezTo>
                  <a:cubicBezTo>
                    <a:pt x="377" y="239"/>
                    <a:pt x="376" y="242"/>
                    <a:pt x="376" y="244"/>
                  </a:cubicBezTo>
                  <a:cubicBezTo>
                    <a:pt x="375" y="300"/>
                    <a:pt x="373" y="312"/>
                    <a:pt x="372" y="324"/>
                  </a:cubicBezTo>
                  <a:cubicBezTo>
                    <a:pt x="386" y="402"/>
                    <a:pt x="389" y="407"/>
                    <a:pt x="389" y="412"/>
                  </a:cubicBezTo>
                  <a:cubicBezTo>
                    <a:pt x="411" y="512"/>
                    <a:pt x="416" y="522"/>
                    <a:pt x="416" y="532"/>
                  </a:cubicBezTo>
                  <a:cubicBezTo>
                    <a:pt x="418" y="573"/>
                    <a:pt x="419" y="584"/>
                    <a:pt x="420" y="595"/>
                  </a:cubicBezTo>
                  <a:cubicBezTo>
                    <a:pt x="411" y="622"/>
                    <a:pt x="419" y="616"/>
                    <a:pt x="413" y="608"/>
                  </a:cubicBezTo>
                  <a:cubicBezTo>
                    <a:pt x="406" y="541"/>
                    <a:pt x="407" y="534"/>
                    <a:pt x="403" y="527"/>
                  </a:cubicBezTo>
                  <a:cubicBezTo>
                    <a:pt x="394" y="499"/>
                    <a:pt x="398" y="493"/>
                    <a:pt x="395" y="486"/>
                  </a:cubicBezTo>
                  <a:cubicBezTo>
                    <a:pt x="376" y="417"/>
                    <a:pt x="378" y="413"/>
                    <a:pt x="374" y="408"/>
                  </a:cubicBezTo>
                  <a:cubicBezTo>
                    <a:pt x="370" y="378"/>
                    <a:pt x="365" y="372"/>
                    <a:pt x="367" y="369"/>
                  </a:cubicBezTo>
                  <a:cubicBezTo>
                    <a:pt x="363" y="308"/>
                    <a:pt x="356" y="298"/>
                    <a:pt x="360" y="290"/>
                  </a:cubicBezTo>
                  <a:cubicBezTo>
                    <a:pt x="362" y="248"/>
                    <a:pt x="362" y="244"/>
                    <a:pt x="362" y="239"/>
                  </a:cubicBezTo>
                  <a:cubicBezTo>
                    <a:pt x="363" y="220"/>
                    <a:pt x="361" y="223"/>
                    <a:pt x="360" y="226"/>
                  </a:cubicBezTo>
                  <a:cubicBezTo>
                    <a:pt x="358" y="241"/>
                    <a:pt x="353" y="244"/>
                    <a:pt x="357" y="248"/>
                  </a:cubicBezTo>
                  <a:cubicBezTo>
                    <a:pt x="352" y="267"/>
                    <a:pt x="356" y="270"/>
                    <a:pt x="351" y="272"/>
                  </a:cubicBezTo>
                  <a:cubicBezTo>
                    <a:pt x="350" y="303"/>
                    <a:pt x="355" y="306"/>
                    <a:pt x="353" y="308"/>
                  </a:cubicBezTo>
                  <a:cubicBezTo>
                    <a:pt x="351" y="332"/>
                    <a:pt x="356" y="338"/>
                    <a:pt x="353" y="342"/>
                  </a:cubicBezTo>
                  <a:cubicBezTo>
                    <a:pt x="363" y="389"/>
                    <a:pt x="362" y="393"/>
                    <a:pt x="367" y="398"/>
                  </a:cubicBezTo>
                  <a:cubicBezTo>
                    <a:pt x="367" y="433"/>
                    <a:pt x="379" y="443"/>
                    <a:pt x="375" y="451"/>
                  </a:cubicBezTo>
                  <a:cubicBezTo>
                    <a:pt x="395" y="536"/>
                    <a:pt x="399" y="541"/>
                    <a:pt x="399" y="545"/>
                  </a:cubicBezTo>
                  <a:cubicBezTo>
                    <a:pt x="400" y="576"/>
                    <a:pt x="402" y="581"/>
                    <a:pt x="406" y="586"/>
                  </a:cubicBezTo>
                  <a:cubicBezTo>
                    <a:pt x="406" y="605"/>
                    <a:pt x="405" y="608"/>
                    <a:pt x="404" y="610"/>
                  </a:cubicBezTo>
                  <a:cubicBezTo>
                    <a:pt x="402" y="627"/>
                    <a:pt x="408" y="632"/>
                    <a:pt x="403" y="635"/>
                  </a:cubicBezTo>
                  <a:cubicBezTo>
                    <a:pt x="396" y="601"/>
                    <a:pt x="401" y="597"/>
                    <a:pt x="398" y="592"/>
                  </a:cubicBezTo>
                  <a:cubicBezTo>
                    <a:pt x="383" y="512"/>
                    <a:pt x="375" y="506"/>
                    <a:pt x="377" y="501"/>
                  </a:cubicBezTo>
                  <a:cubicBezTo>
                    <a:pt x="354" y="435"/>
                    <a:pt x="354" y="416"/>
                    <a:pt x="344" y="395"/>
                  </a:cubicBezTo>
                  <a:cubicBezTo>
                    <a:pt x="338" y="338"/>
                    <a:pt x="338" y="335"/>
                    <a:pt x="339" y="333"/>
                  </a:cubicBezTo>
                  <a:cubicBezTo>
                    <a:pt x="340" y="299"/>
                    <a:pt x="336" y="293"/>
                    <a:pt x="338" y="287"/>
                  </a:cubicBezTo>
                  <a:cubicBezTo>
                    <a:pt x="331" y="289"/>
                    <a:pt x="332" y="300"/>
                    <a:pt x="330" y="310"/>
                  </a:cubicBezTo>
                  <a:cubicBezTo>
                    <a:pt x="334" y="336"/>
                    <a:pt x="329" y="338"/>
                    <a:pt x="333" y="342"/>
                  </a:cubicBezTo>
                  <a:cubicBezTo>
                    <a:pt x="337" y="378"/>
                    <a:pt x="335" y="383"/>
                    <a:pt x="337" y="388"/>
                  </a:cubicBezTo>
                  <a:cubicBezTo>
                    <a:pt x="337" y="409"/>
                    <a:pt x="345" y="415"/>
                    <a:pt x="343" y="420"/>
                  </a:cubicBezTo>
                  <a:cubicBezTo>
                    <a:pt x="357" y="454"/>
                    <a:pt x="351" y="461"/>
                    <a:pt x="357" y="467"/>
                  </a:cubicBezTo>
                  <a:cubicBezTo>
                    <a:pt x="369" y="497"/>
                    <a:pt x="364" y="504"/>
                    <a:pt x="368" y="506"/>
                  </a:cubicBezTo>
                  <a:cubicBezTo>
                    <a:pt x="379" y="543"/>
                    <a:pt x="382" y="551"/>
                    <a:pt x="384" y="558"/>
                  </a:cubicBezTo>
                  <a:cubicBezTo>
                    <a:pt x="390" y="600"/>
                    <a:pt x="393" y="605"/>
                    <a:pt x="388" y="609"/>
                  </a:cubicBezTo>
                  <a:cubicBezTo>
                    <a:pt x="376" y="559"/>
                    <a:pt x="371" y="556"/>
                    <a:pt x="373" y="554"/>
                  </a:cubicBezTo>
                  <a:cubicBezTo>
                    <a:pt x="357" y="504"/>
                    <a:pt x="350" y="497"/>
                    <a:pt x="350" y="491"/>
                  </a:cubicBezTo>
                  <a:cubicBezTo>
                    <a:pt x="323" y="433"/>
                    <a:pt x="327" y="431"/>
                    <a:pt x="324" y="427"/>
                  </a:cubicBezTo>
                  <a:cubicBezTo>
                    <a:pt x="313" y="386"/>
                    <a:pt x="309" y="374"/>
                    <a:pt x="308" y="362"/>
                  </a:cubicBezTo>
                  <a:cubicBezTo>
                    <a:pt x="306" y="320"/>
                    <a:pt x="303" y="314"/>
                    <a:pt x="304" y="308"/>
                  </a:cubicBezTo>
                  <a:cubicBezTo>
                    <a:pt x="303" y="284"/>
                    <a:pt x="306" y="279"/>
                    <a:pt x="306" y="273"/>
                  </a:cubicBezTo>
                  <a:cubicBezTo>
                    <a:pt x="300" y="263"/>
                    <a:pt x="301" y="273"/>
                    <a:pt x="300" y="282"/>
                  </a:cubicBezTo>
                  <a:cubicBezTo>
                    <a:pt x="298" y="301"/>
                    <a:pt x="297" y="305"/>
                    <a:pt x="295" y="310"/>
                  </a:cubicBezTo>
                  <a:cubicBezTo>
                    <a:pt x="307" y="382"/>
                    <a:pt x="302" y="391"/>
                    <a:pt x="310" y="402"/>
                  </a:cubicBezTo>
                  <a:cubicBezTo>
                    <a:pt x="317" y="439"/>
                    <a:pt x="325" y="446"/>
                    <a:pt x="323" y="450"/>
                  </a:cubicBezTo>
                  <a:cubicBezTo>
                    <a:pt x="337" y="478"/>
                    <a:pt x="337" y="489"/>
                    <a:pt x="345" y="500"/>
                  </a:cubicBezTo>
                  <a:cubicBezTo>
                    <a:pt x="352" y="526"/>
                    <a:pt x="359" y="530"/>
                    <a:pt x="355" y="532"/>
                  </a:cubicBezTo>
                  <a:cubicBezTo>
                    <a:pt x="378" y="589"/>
                    <a:pt x="373" y="597"/>
                    <a:pt x="377" y="600"/>
                  </a:cubicBezTo>
                  <a:cubicBezTo>
                    <a:pt x="374" y="595"/>
                    <a:pt x="367" y="591"/>
                    <a:pt x="366" y="588"/>
                  </a:cubicBezTo>
                  <a:cubicBezTo>
                    <a:pt x="355" y="552"/>
                    <a:pt x="348" y="544"/>
                    <a:pt x="350" y="538"/>
                  </a:cubicBezTo>
                  <a:cubicBezTo>
                    <a:pt x="324" y="484"/>
                    <a:pt x="321" y="468"/>
                    <a:pt x="311" y="451"/>
                  </a:cubicBezTo>
                  <a:cubicBezTo>
                    <a:pt x="301" y="423"/>
                    <a:pt x="301" y="419"/>
                    <a:pt x="300" y="415"/>
                  </a:cubicBezTo>
                  <a:cubicBezTo>
                    <a:pt x="290" y="374"/>
                    <a:pt x="287" y="369"/>
                    <a:pt x="289" y="366"/>
                  </a:cubicBezTo>
                  <a:cubicBezTo>
                    <a:pt x="286" y="345"/>
                    <a:pt x="285" y="337"/>
                    <a:pt x="285" y="330"/>
                  </a:cubicBezTo>
                  <a:cubicBezTo>
                    <a:pt x="278" y="309"/>
                    <a:pt x="280" y="316"/>
                    <a:pt x="280" y="319"/>
                  </a:cubicBezTo>
                  <a:cubicBezTo>
                    <a:pt x="279" y="330"/>
                    <a:pt x="279" y="333"/>
                    <a:pt x="279" y="334"/>
                  </a:cubicBezTo>
                  <a:cubicBezTo>
                    <a:pt x="276" y="357"/>
                    <a:pt x="284" y="362"/>
                    <a:pt x="281" y="365"/>
                  </a:cubicBezTo>
                  <a:cubicBezTo>
                    <a:pt x="287" y="400"/>
                    <a:pt x="290" y="404"/>
                    <a:pt x="290" y="407"/>
                  </a:cubicBezTo>
                  <a:cubicBezTo>
                    <a:pt x="314" y="477"/>
                    <a:pt x="313" y="479"/>
                    <a:pt x="313" y="481"/>
                  </a:cubicBezTo>
                  <a:cubicBezTo>
                    <a:pt x="324" y="507"/>
                    <a:pt x="331" y="514"/>
                    <a:pt x="329" y="519"/>
                  </a:cubicBezTo>
                  <a:cubicBezTo>
                    <a:pt x="359" y="601"/>
                    <a:pt x="365" y="601"/>
                    <a:pt x="364" y="609"/>
                  </a:cubicBezTo>
                  <a:cubicBezTo>
                    <a:pt x="371" y="640"/>
                    <a:pt x="372" y="643"/>
                    <a:pt x="374" y="646"/>
                  </a:cubicBezTo>
                  <a:cubicBezTo>
                    <a:pt x="376" y="667"/>
                    <a:pt x="377" y="669"/>
                    <a:pt x="374" y="671"/>
                  </a:cubicBezTo>
                  <a:cubicBezTo>
                    <a:pt x="375" y="687"/>
                    <a:pt x="374" y="690"/>
                    <a:pt x="375" y="692"/>
                  </a:cubicBezTo>
                  <a:cubicBezTo>
                    <a:pt x="370" y="713"/>
                    <a:pt x="369" y="717"/>
                    <a:pt x="367" y="715"/>
                  </a:cubicBezTo>
                  <a:cubicBezTo>
                    <a:pt x="363" y="675"/>
                    <a:pt x="362" y="670"/>
                    <a:pt x="363" y="666"/>
                  </a:cubicBezTo>
                  <a:cubicBezTo>
                    <a:pt x="352" y="608"/>
                    <a:pt x="345" y="610"/>
                    <a:pt x="346" y="605"/>
                  </a:cubicBezTo>
                  <a:cubicBezTo>
                    <a:pt x="334" y="572"/>
                    <a:pt x="329" y="574"/>
                    <a:pt x="329" y="568"/>
                  </a:cubicBezTo>
                  <a:cubicBezTo>
                    <a:pt x="310" y="526"/>
                    <a:pt x="303" y="521"/>
                    <a:pt x="305" y="517"/>
                  </a:cubicBezTo>
                  <a:cubicBezTo>
                    <a:pt x="290" y="492"/>
                    <a:pt x="293" y="489"/>
                    <a:pt x="289" y="484"/>
                  </a:cubicBezTo>
                  <a:cubicBezTo>
                    <a:pt x="272" y="442"/>
                    <a:pt x="272" y="433"/>
                    <a:pt x="267" y="424"/>
                  </a:cubicBezTo>
                  <a:cubicBezTo>
                    <a:pt x="263" y="382"/>
                    <a:pt x="261" y="377"/>
                    <a:pt x="262" y="373"/>
                  </a:cubicBezTo>
                  <a:cubicBezTo>
                    <a:pt x="263" y="332"/>
                    <a:pt x="259" y="327"/>
                    <a:pt x="260" y="323"/>
                  </a:cubicBezTo>
                  <a:cubicBezTo>
                    <a:pt x="255" y="324"/>
                    <a:pt x="255" y="328"/>
                    <a:pt x="258" y="332"/>
                  </a:cubicBezTo>
                  <a:cubicBezTo>
                    <a:pt x="253" y="357"/>
                    <a:pt x="255" y="358"/>
                    <a:pt x="255" y="359"/>
                  </a:cubicBezTo>
                  <a:cubicBezTo>
                    <a:pt x="256" y="372"/>
                    <a:pt x="254" y="373"/>
                    <a:pt x="255" y="376"/>
                  </a:cubicBezTo>
                  <a:cubicBezTo>
                    <a:pt x="262" y="413"/>
                    <a:pt x="257" y="421"/>
                    <a:pt x="262" y="430"/>
                  </a:cubicBezTo>
                  <a:cubicBezTo>
                    <a:pt x="271" y="463"/>
                    <a:pt x="270" y="468"/>
                    <a:pt x="276" y="474"/>
                  </a:cubicBezTo>
                  <a:cubicBezTo>
                    <a:pt x="293" y="525"/>
                    <a:pt x="305" y="537"/>
                    <a:pt x="308" y="549"/>
                  </a:cubicBezTo>
                  <a:cubicBezTo>
                    <a:pt x="326" y="593"/>
                    <a:pt x="338" y="598"/>
                    <a:pt x="333" y="600"/>
                  </a:cubicBezTo>
                  <a:cubicBezTo>
                    <a:pt x="344" y="639"/>
                    <a:pt x="350" y="643"/>
                    <a:pt x="348" y="645"/>
                  </a:cubicBezTo>
                  <a:cubicBezTo>
                    <a:pt x="360" y="675"/>
                    <a:pt x="349" y="681"/>
                    <a:pt x="356" y="679"/>
                  </a:cubicBezTo>
                  <a:cubicBezTo>
                    <a:pt x="356" y="718"/>
                    <a:pt x="357" y="722"/>
                    <a:pt x="358" y="727"/>
                  </a:cubicBezTo>
                  <a:cubicBezTo>
                    <a:pt x="355" y="728"/>
                    <a:pt x="353" y="720"/>
                    <a:pt x="355" y="712"/>
                  </a:cubicBezTo>
                  <a:cubicBezTo>
                    <a:pt x="344" y="656"/>
                    <a:pt x="337" y="650"/>
                    <a:pt x="339" y="647"/>
                  </a:cubicBezTo>
                  <a:cubicBezTo>
                    <a:pt x="327" y="614"/>
                    <a:pt x="329" y="612"/>
                    <a:pt x="327" y="609"/>
                  </a:cubicBezTo>
                  <a:cubicBezTo>
                    <a:pt x="296" y="547"/>
                    <a:pt x="292" y="535"/>
                    <a:pt x="286" y="521"/>
                  </a:cubicBezTo>
                  <a:cubicBezTo>
                    <a:pt x="264" y="475"/>
                    <a:pt x="265" y="471"/>
                    <a:pt x="260" y="465"/>
                  </a:cubicBezTo>
                  <a:cubicBezTo>
                    <a:pt x="247" y="411"/>
                    <a:pt x="246" y="405"/>
                    <a:pt x="244" y="399"/>
                  </a:cubicBezTo>
                  <a:cubicBezTo>
                    <a:pt x="237" y="392"/>
                    <a:pt x="243" y="396"/>
                    <a:pt x="240" y="399"/>
                  </a:cubicBezTo>
                  <a:cubicBezTo>
                    <a:pt x="245" y="450"/>
                    <a:pt x="252" y="456"/>
                    <a:pt x="251" y="460"/>
                  </a:cubicBezTo>
                  <a:cubicBezTo>
                    <a:pt x="278" y="524"/>
                    <a:pt x="284" y="536"/>
                    <a:pt x="288" y="548"/>
                  </a:cubicBezTo>
                  <a:cubicBezTo>
                    <a:pt x="302" y="574"/>
                    <a:pt x="305" y="577"/>
                    <a:pt x="303" y="579"/>
                  </a:cubicBezTo>
                  <a:cubicBezTo>
                    <a:pt x="316" y="612"/>
                    <a:pt x="323" y="618"/>
                    <a:pt x="323" y="624"/>
                  </a:cubicBezTo>
                  <a:cubicBezTo>
                    <a:pt x="325" y="635"/>
                    <a:pt x="328" y="634"/>
                    <a:pt x="329" y="635"/>
                  </a:cubicBezTo>
                  <a:cubicBezTo>
                    <a:pt x="329" y="647"/>
                    <a:pt x="332" y="649"/>
                    <a:pt x="330" y="651"/>
                  </a:cubicBezTo>
                  <a:cubicBezTo>
                    <a:pt x="342" y="695"/>
                    <a:pt x="341" y="702"/>
                    <a:pt x="346" y="710"/>
                  </a:cubicBezTo>
                  <a:cubicBezTo>
                    <a:pt x="344" y="729"/>
                    <a:pt x="346" y="732"/>
                    <a:pt x="343" y="730"/>
                  </a:cubicBezTo>
                  <a:cubicBezTo>
                    <a:pt x="342" y="696"/>
                    <a:pt x="336" y="691"/>
                    <a:pt x="340" y="688"/>
                  </a:cubicBezTo>
                  <a:cubicBezTo>
                    <a:pt x="322" y="644"/>
                    <a:pt x="323" y="635"/>
                    <a:pt x="319" y="625"/>
                  </a:cubicBezTo>
                  <a:cubicBezTo>
                    <a:pt x="304" y="603"/>
                    <a:pt x="309" y="596"/>
                    <a:pt x="304" y="598"/>
                  </a:cubicBezTo>
                  <a:cubicBezTo>
                    <a:pt x="283" y="562"/>
                    <a:pt x="281" y="562"/>
                    <a:pt x="280" y="557"/>
                  </a:cubicBezTo>
                  <a:cubicBezTo>
                    <a:pt x="239" y="483"/>
                    <a:pt x="234" y="468"/>
                    <a:pt x="227" y="453"/>
                  </a:cubicBezTo>
                  <a:cubicBezTo>
                    <a:pt x="222" y="406"/>
                    <a:pt x="214" y="401"/>
                    <a:pt x="217" y="399"/>
                  </a:cubicBezTo>
                  <a:cubicBezTo>
                    <a:pt x="210" y="368"/>
                    <a:pt x="206" y="371"/>
                    <a:pt x="209" y="374"/>
                  </a:cubicBezTo>
                  <a:cubicBezTo>
                    <a:pt x="211" y="412"/>
                    <a:pt x="214" y="416"/>
                    <a:pt x="212" y="419"/>
                  </a:cubicBezTo>
                  <a:cubicBezTo>
                    <a:pt x="217" y="447"/>
                    <a:pt x="220" y="451"/>
                    <a:pt x="218" y="454"/>
                  </a:cubicBezTo>
                  <a:cubicBezTo>
                    <a:pt x="237" y="486"/>
                    <a:pt x="228" y="488"/>
                    <a:pt x="233" y="492"/>
                  </a:cubicBezTo>
                  <a:cubicBezTo>
                    <a:pt x="243" y="506"/>
                    <a:pt x="241" y="507"/>
                    <a:pt x="243" y="510"/>
                  </a:cubicBezTo>
                  <a:cubicBezTo>
                    <a:pt x="273" y="563"/>
                    <a:pt x="281" y="573"/>
                    <a:pt x="290" y="592"/>
                  </a:cubicBezTo>
                  <a:cubicBezTo>
                    <a:pt x="313" y="641"/>
                    <a:pt x="320" y="646"/>
                    <a:pt x="317" y="650"/>
                  </a:cubicBezTo>
                  <a:cubicBezTo>
                    <a:pt x="324" y="674"/>
                    <a:pt x="328" y="677"/>
                    <a:pt x="326" y="679"/>
                  </a:cubicBezTo>
                  <a:cubicBezTo>
                    <a:pt x="331" y="728"/>
                    <a:pt x="335" y="734"/>
                    <a:pt x="335" y="739"/>
                  </a:cubicBezTo>
                  <a:cubicBezTo>
                    <a:pt x="329" y="772"/>
                    <a:pt x="335" y="778"/>
                    <a:pt x="329" y="782"/>
                  </a:cubicBezTo>
                  <a:cubicBezTo>
                    <a:pt x="329" y="760"/>
                    <a:pt x="324" y="756"/>
                    <a:pt x="326" y="754"/>
                  </a:cubicBezTo>
                  <a:cubicBezTo>
                    <a:pt x="316" y="694"/>
                    <a:pt x="311" y="688"/>
                    <a:pt x="312" y="684"/>
                  </a:cubicBezTo>
                  <a:cubicBezTo>
                    <a:pt x="303" y="664"/>
                    <a:pt x="300" y="660"/>
                    <a:pt x="297" y="655"/>
                  </a:cubicBezTo>
                  <a:cubicBezTo>
                    <a:pt x="277" y="614"/>
                    <a:pt x="276" y="603"/>
                    <a:pt x="266" y="592"/>
                  </a:cubicBezTo>
                  <a:cubicBezTo>
                    <a:pt x="229" y="512"/>
                    <a:pt x="224" y="509"/>
                    <a:pt x="226" y="507"/>
                  </a:cubicBezTo>
                  <a:cubicBezTo>
                    <a:pt x="219" y="487"/>
                    <a:pt x="218" y="484"/>
                    <a:pt x="215" y="481"/>
                  </a:cubicBezTo>
                  <a:cubicBezTo>
                    <a:pt x="207" y="434"/>
                    <a:pt x="204" y="427"/>
                    <a:pt x="203" y="421"/>
                  </a:cubicBezTo>
                  <a:cubicBezTo>
                    <a:pt x="200" y="407"/>
                    <a:pt x="202" y="403"/>
                    <a:pt x="198" y="400"/>
                  </a:cubicBezTo>
                  <a:cubicBezTo>
                    <a:pt x="196" y="424"/>
                    <a:pt x="202" y="423"/>
                    <a:pt x="200" y="426"/>
                  </a:cubicBezTo>
                  <a:cubicBezTo>
                    <a:pt x="204" y="466"/>
                    <a:pt x="207" y="469"/>
                    <a:pt x="205" y="471"/>
                  </a:cubicBezTo>
                  <a:cubicBezTo>
                    <a:pt x="232" y="535"/>
                    <a:pt x="234" y="550"/>
                    <a:pt x="247" y="566"/>
                  </a:cubicBezTo>
                  <a:cubicBezTo>
                    <a:pt x="301" y="688"/>
                    <a:pt x="306" y="693"/>
                    <a:pt x="305" y="698"/>
                  </a:cubicBezTo>
                  <a:cubicBezTo>
                    <a:pt x="318" y="764"/>
                    <a:pt x="321" y="768"/>
                    <a:pt x="316" y="771"/>
                  </a:cubicBezTo>
                  <a:cubicBezTo>
                    <a:pt x="320" y="797"/>
                    <a:pt x="318" y="798"/>
                    <a:pt x="320" y="800"/>
                  </a:cubicBezTo>
                  <a:cubicBezTo>
                    <a:pt x="311" y="765"/>
                    <a:pt x="308" y="755"/>
                    <a:pt x="311" y="746"/>
                  </a:cubicBezTo>
                  <a:cubicBezTo>
                    <a:pt x="292" y="699"/>
                    <a:pt x="295" y="695"/>
                    <a:pt x="291" y="689"/>
                  </a:cubicBezTo>
                  <a:cubicBezTo>
                    <a:pt x="279" y="664"/>
                    <a:pt x="281" y="659"/>
                    <a:pt x="274" y="652"/>
                  </a:cubicBezTo>
                  <a:cubicBezTo>
                    <a:pt x="272" y="634"/>
                    <a:pt x="265" y="630"/>
                    <a:pt x="264" y="627"/>
                  </a:cubicBezTo>
                  <a:cubicBezTo>
                    <a:pt x="258" y="606"/>
                    <a:pt x="250" y="601"/>
                    <a:pt x="253" y="598"/>
                  </a:cubicBezTo>
                  <a:cubicBezTo>
                    <a:pt x="219" y="535"/>
                    <a:pt x="210" y="531"/>
                    <a:pt x="213" y="526"/>
                  </a:cubicBezTo>
                  <a:cubicBezTo>
                    <a:pt x="196" y="496"/>
                    <a:pt x="200" y="495"/>
                    <a:pt x="199" y="493"/>
                  </a:cubicBezTo>
                  <a:cubicBezTo>
                    <a:pt x="188" y="444"/>
                    <a:pt x="183" y="435"/>
                    <a:pt x="184" y="427"/>
                  </a:cubicBezTo>
                  <a:cubicBezTo>
                    <a:pt x="176" y="409"/>
                    <a:pt x="175" y="415"/>
                    <a:pt x="176" y="421"/>
                  </a:cubicBezTo>
                  <a:cubicBezTo>
                    <a:pt x="180" y="443"/>
                    <a:pt x="180" y="448"/>
                    <a:pt x="180" y="452"/>
                  </a:cubicBezTo>
                  <a:cubicBezTo>
                    <a:pt x="181" y="498"/>
                    <a:pt x="184" y="526"/>
                    <a:pt x="195" y="545"/>
                  </a:cubicBezTo>
                  <a:cubicBezTo>
                    <a:pt x="206" y="572"/>
                    <a:pt x="208" y="569"/>
                    <a:pt x="211" y="577"/>
                  </a:cubicBezTo>
                  <a:cubicBezTo>
                    <a:pt x="236" y="627"/>
                    <a:pt x="240" y="630"/>
                    <a:pt x="238" y="632"/>
                  </a:cubicBezTo>
                  <a:cubicBezTo>
                    <a:pt x="260" y="671"/>
                    <a:pt x="263" y="679"/>
                    <a:pt x="270" y="687"/>
                  </a:cubicBezTo>
                  <a:cubicBezTo>
                    <a:pt x="277" y="703"/>
                    <a:pt x="278" y="705"/>
                    <a:pt x="280" y="707"/>
                  </a:cubicBezTo>
                  <a:cubicBezTo>
                    <a:pt x="284" y="736"/>
                    <a:pt x="293" y="745"/>
                    <a:pt x="290" y="751"/>
                  </a:cubicBezTo>
                  <a:cubicBezTo>
                    <a:pt x="300" y="786"/>
                    <a:pt x="298" y="788"/>
                    <a:pt x="301" y="790"/>
                  </a:cubicBezTo>
                  <a:cubicBezTo>
                    <a:pt x="285" y="760"/>
                    <a:pt x="280" y="751"/>
                    <a:pt x="281" y="743"/>
                  </a:cubicBezTo>
                  <a:cubicBezTo>
                    <a:pt x="267" y="717"/>
                    <a:pt x="263" y="712"/>
                    <a:pt x="264" y="709"/>
                  </a:cubicBezTo>
                  <a:cubicBezTo>
                    <a:pt x="248" y="682"/>
                    <a:pt x="246" y="670"/>
                    <a:pt x="242" y="658"/>
                  </a:cubicBezTo>
                  <a:cubicBezTo>
                    <a:pt x="179" y="534"/>
                    <a:pt x="172" y="518"/>
                    <a:pt x="162" y="502"/>
                  </a:cubicBezTo>
                  <a:cubicBezTo>
                    <a:pt x="145" y="444"/>
                    <a:pt x="148" y="430"/>
                    <a:pt x="143" y="415"/>
                  </a:cubicBezTo>
                  <a:cubicBezTo>
                    <a:pt x="140" y="444"/>
                    <a:pt x="143" y="452"/>
                    <a:pt x="143" y="459"/>
                  </a:cubicBezTo>
                  <a:cubicBezTo>
                    <a:pt x="153" y="499"/>
                    <a:pt x="156" y="503"/>
                    <a:pt x="155" y="507"/>
                  </a:cubicBezTo>
                  <a:cubicBezTo>
                    <a:pt x="184" y="563"/>
                    <a:pt x="185" y="565"/>
                    <a:pt x="185" y="569"/>
                  </a:cubicBezTo>
                  <a:cubicBezTo>
                    <a:pt x="202" y="603"/>
                    <a:pt x="208" y="605"/>
                    <a:pt x="207" y="612"/>
                  </a:cubicBezTo>
                  <a:cubicBezTo>
                    <a:pt x="217" y="641"/>
                    <a:pt x="230" y="639"/>
                    <a:pt x="224" y="644"/>
                  </a:cubicBezTo>
                  <a:cubicBezTo>
                    <a:pt x="287" y="796"/>
                    <a:pt x="292" y="802"/>
                    <a:pt x="291" y="807"/>
                  </a:cubicBezTo>
                  <a:cubicBezTo>
                    <a:pt x="298" y="844"/>
                    <a:pt x="299" y="847"/>
                    <a:pt x="297" y="849"/>
                  </a:cubicBezTo>
                  <a:cubicBezTo>
                    <a:pt x="295" y="844"/>
                    <a:pt x="294" y="840"/>
                    <a:pt x="292" y="836"/>
                  </a:cubicBezTo>
                  <a:cubicBezTo>
                    <a:pt x="285" y="809"/>
                    <a:pt x="281" y="804"/>
                    <a:pt x="278" y="799"/>
                  </a:cubicBezTo>
                  <a:cubicBezTo>
                    <a:pt x="255" y="746"/>
                    <a:pt x="249" y="747"/>
                    <a:pt x="250" y="741"/>
                  </a:cubicBezTo>
                  <a:cubicBezTo>
                    <a:pt x="223" y="694"/>
                    <a:pt x="225" y="692"/>
                    <a:pt x="223" y="689"/>
                  </a:cubicBezTo>
                  <a:cubicBezTo>
                    <a:pt x="216" y="674"/>
                    <a:pt x="215" y="671"/>
                    <a:pt x="212" y="667"/>
                  </a:cubicBezTo>
                  <a:cubicBezTo>
                    <a:pt x="201" y="644"/>
                    <a:pt x="195" y="640"/>
                    <a:pt x="198" y="638"/>
                  </a:cubicBezTo>
                  <a:cubicBezTo>
                    <a:pt x="149" y="549"/>
                    <a:pt x="156" y="559"/>
                    <a:pt x="157" y="567"/>
                  </a:cubicBezTo>
                  <a:cubicBezTo>
                    <a:pt x="160" y="580"/>
                    <a:pt x="164" y="583"/>
                    <a:pt x="165" y="586"/>
                  </a:cubicBezTo>
                  <a:cubicBezTo>
                    <a:pt x="177" y="613"/>
                    <a:pt x="172" y="614"/>
                    <a:pt x="179" y="618"/>
                  </a:cubicBezTo>
                  <a:cubicBezTo>
                    <a:pt x="187" y="642"/>
                    <a:pt x="191" y="644"/>
                    <a:pt x="192" y="647"/>
                  </a:cubicBezTo>
                  <a:cubicBezTo>
                    <a:pt x="208" y="677"/>
                    <a:pt x="206" y="681"/>
                    <a:pt x="209" y="680"/>
                  </a:cubicBezTo>
                  <a:cubicBezTo>
                    <a:pt x="229" y="715"/>
                    <a:pt x="236" y="735"/>
                    <a:pt x="245" y="754"/>
                  </a:cubicBezTo>
                  <a:cubicBezTo>
                    <a:pt x="265" y="789"/>
                    <a:pt x="268" y="793"/>
                    <a:pt x="268" y="796"/>
                  </a:cubicBezTo>
                  <a:cubicBezTo>
                    <a:pt x="284" y="831"/>
                    <a:pt x="281" y="834"/>
                    <a:pt x="283" y="837"/>
                  </a:cubicBezTo>
                  <a:cubicBezTo>
                    <a:pt x="287" y="855"/>
                    <a:pt x="283" y="857"/>
                    <a:pt x="287" y="859"/>
                  </a:cubicBezTo>
                  <a:cubicBezTo>
                    <a:pt x="285" y="886"/>
                    <a:pt x="282" y="878"/>
                    <a:pt x="285" y="870"/>
                  </a:cubicBezTo>
                  <a:cubicBezTo>
                    <a:pt x="268" y="821"/>
                    <a:pt x="270" y="819"/>
                    <a:pt x="268" y="816"/>
                  </a:cubicBezTo>
                  <a:cubicBezTo>
                    <a:pt x="259" y="786"/>
                    <a:pt x="252" y="782"/>
                    <a:pt x="251" y="779"/>
                  </a:cubicBezTo>
                  <a:cubicBezTo>
                    <a:pt x="234" y="751"/>
                    <a:pt x="238" y="749"/>
                    <a:pt x="234" y="745"/>
                  </a:cubicBezTo>
                  <a:cubicBezTo>
                    <a:pt x="205" y="692"/>
                    <a:pt x="202" y="688"/>
                    <a:pt x="199" y="684"/>
                  </a:cubicBezTo>
                  <a:cubicBezTo>
                    <a:pt x="177" y="630"/>
                    <a:pt x="166" y="611"/>
                    <a:pt x="158" y="593"/>
                  </a:cubicBezTo>
                  <a:cubicBezTo>
                    <a:pt x="147" y="546"/>
                    <a:pt x="142" y="548"/>
                    <a:pt x="140" y="540"/>
                  </a:cubicBezTo>
                  <a:cubicBezTo>
                    <a:pt x="140" y="522"/>
                    <a:pt x="138" y="522"/>
                    <a:pt x="136" y="521"/>
                  </a:cubicBezTo>
                  <a:cubicBezTo>
                    <a:pt x="130" y="496"/>
                    <a:pt x="129" y="493"/>
                    <a:pt x="131" y="490"/>
                  </a:cubicBezTo>
                  <a:cubicBezTo>
                    <a:pt x="122" y="493"/>
                    <a:pt x="128" y="497"/>
                    <a:pt x="125" y="499"/>
                  </a:cubicBezTo>
                  <a:cubicBezTo>
                    <a:pt x="131" y="527"/>
                    <a:pt x="132" y="536"/>
                    <a:pt x="136" y="545"/>
                  </a:cubicBezTo>
                  <a:cubicBezTo>
                    <a:pt x="139" y="569"/>
                    <a:pt x="140" y="574"/>
                    <a:pt x="139" y="580"/>
                  </a:cubicBezTo>
                  <a:cubicBezTo>
                    <a:pt x="160" y="639"/>
                    <a:pt x="161" y="642"/>
                    <a:pt x="159" y="645"/>
                  </a:cubicBezTo>
                  <a:cubicBezTo>
                    <a:pt x="169" y="668"/>
                    <a:pt x="176" y="672"/>
                    <a:pt x="172" y="674"/>
                  </a:cubicBezTo>
                  <a:cubicBezTo>
                    <a:pt x="200" y="724"/>
                    <a:pt x="201" y="738"/>
                    <a:pt x="214" y="755"/>
                  </a:cubicBezTo>
                  <a:cubicBezTo>
                    <a:pt x="236" y="805"/>
                    <a:pt x="246" y="814"/>
                    <a:pt x="247" y="821"/>
                  </a:cubicBezTo>
                  <a:cubicBezTo>
                    <a:pt x="268" y="868"/>
                    <a:pt x="261" y="870"/>
                    <a:pt x="266" y="874"/>
                  </a:cubicBezTo>
                  <a:cubicBezTo>
                    <a:pt x="224" y="800"/>
                    <a:pt x="220" y="795"/>
                    <a:pt x="217" y="789"/>
                  </a:cubicBezTo>
                  <a:cubicBezTo>
                    <a:pt x="185" y="740"/>
                    <a:pt x="190" y="733"/>
                    <a:pt x="185" y="736"/>
                  </a:cubicBezTo>
                  <a:cubicBezTo>
                    <a:pt x="171" y="702"/>
                    <a:pt x="168" y="697"/>
                    <a:pt x="166" y="693"/>
                  </a:cubicBezTo>
                  <a:cubicBezTo>
                    <a:pt x="134" y="606"/>
                    <a:pt x="125" y="601"/>
                    <a:pt x="129" y="597"/>
                  </a:cubicBezTo>
                  <a:cubicBezTo>
                    <a:pt x="119" y="542"/>
                    <a:pt x="118" y="540"/>
                    <a:pt x="116" y="538"/>
                  </a:cubicBezTo>
                  <a:cubicBezTo>
                    <a:pt x="111" y="539"/>
                    <a:pt x="113" y="558"/>
                    <a:pt x="117" y="576"/>
                  </a:cubicBezTo>
                  <a:cubicBezTo>
                    <a:pt x="141" y="650"/>
                    <a:pt x="140" y="667"/>
                    <a:pt x="151" y="685"/>
                  </a:cubicBezTo>
                  <a:cubicBezTo>
                    <a:pt x="194" y="767"/>
                    <a:pt x="201" y="774"/>
                    <a:pt x="207" y="789"/>
                  </a:cubicBezTo>
                  <a:cubicBezTo>
                    <a:pt x="228" y="836"/>
                    <a:pt x="240" y="840"/>
                    <a:pt x="235" y="842"/>
                  </a:cubicBezTo>
                  <a:cubicBezTo>
                    <a:pt x="251" y="882"/>
                    <a:pt x="258" y="889"/>
                    <a:pt x="255" y="894"/>
                  </a:cubicBezTo>
                  <a:cubicBezTo>
                    <a:pt x="228" y="846"/>
                    <a:pt x="227" y="844"/>
                    <a:pt x="225" y="842"/>
                  </a:cubicBezTo>
                  <a:cubicBezTo>
                    <a:pt x="212" y="821"/>
                    <a:pt x="210" y="822"/>
                    <a:pt x="209" y="820"/>
                  </a:cubicBezTo>
                  <a:cubicBezTo>
                    <a:pt x="166" y="769"/>
                    <a:pt x="157" y="757"/>
                    <a:pt x="144" y="743"/>
                  </a:cubicBezTo>
                  <a:cubicBezTo>
                    <a:pt x="123" y="700"/>
                    <a:pt x="116" y="696"/>
                    <a:pt x="115" y="693"/>
                  </a:cubicBezTo>
                  <a:cubicBezTo>
                    <a:pt x="107" y="669"/>
                    <a:pt x="105" y="663"/>
                    <a:pt x="101" y="657"/>
                  </a:cubicBezTo>
                  <a:cubicBezTo>
                    <a:pt x="96" y="630"/>
                    <a:pt x="93" y="623"/>
                    <a:pt x="91" y="615"/>
                  </a:cubicBezTo>
                  <a:cubicBezTo>
                    <a:pt x="87" y="604"/>
                    <a:pt x="82" y="608"/>
                    <a:pt x="85" y="614"/>
                  </a:cubicBezTo>
                  <a:cubicBezTo>
                    <a:pt x="95" y="654"/>
                    <a:pt x="92" y="660"/>
                    <a:pt x="95" y="666"/>
                  </a:cubicBezTo>
                  <a:cubicBezTo>
                    <a:pt x="154" y="770"/>
                    <a:pt x="155" y="771"/>
                    <a:pt x="161" y="778"/>
                  </a:cubicBezTo>
                  <a:cubicBezTo>
                    <a:pt x="204" y="829"/>
                    <a:pt x="208" y="830"/>
                    <a:pt x="211" y="836"/>
                  </a:cubicBezTo>
                  <a:cubicBezTo>
                    <a:pt x="249" y="919"/>
                    <a:pt x="255" y="928"/>
                    <a:pt x="253" y="935"/>
                  </a:cubicBezTo>
                  <a:cubicBezTo>
                    <a:pt x="253" y="956"/>
                    <a:pt x="256" y="954"/>
                    <a:pt x="252" y="951"/>
                  </a:cubicBezTo>
                  <a:cubicBezTo>
                    <a:pt x="255" y="941"/>
                    <a:pt x="249" y="937"/>
                    <a:pt x="247" y="934"/>
                  </a:cubicBezTo>
                  <a:cubicBezTo>
                    <a:pt x="223" y="877"/>
                    <a:pt x="219" y="872"/>
                    <a:pt x="216" y="866"/>
                  </a:cubicBezTo>
                  <a:cubicBezTo>
                    <a:pt x="166" y="796"/>
                    <a:pt x="160" y="792"/>
                    <a:pt x="155" y="782"/>
                  </a:cubicBezTo>
                  <a:cubicBezTo>
                    <a:pt x="107" y="716"/>
                    <a:pt x="103" y="719"/>
                    <a:pt x="103" y="714"/>
                  </a:cubicBezTo>
                  <a:cubicBezTo>
                    <a:pt x="85" y="675"/>
                    <a:pt x="83" y="673"/>
                    <a:pt x="82" y="671"/>
                  </a:cubicBezTo>
                  <a:cubicBezTo>
                    <a:pt x="79" y="658"/>
                    <a:pt x="74" y="655"/>
                    <a:pt x="76" y="653"/>
                  </a:cubicBezTo>
                  <a:cubicBezTo>
                    <a:pt x="72" y="651"/>
                    <a:pt x="73" y="653"/>
                    <a:pt x="70" y="654"/>
                  </a:cubicBezTo>
                  <a:cubicBezTo>
                    <a:pt x="78" y="674"/>
                    <a:pt x="75" y="677"/>
                    <a:pt x="80" y="682"/>
                  </a:cubicBezTo>
                  <a:cubicBezTo>
                    <a:pt x="93" y="713"/>
                    <a:pt x="99" y="721"/>
                    <a:pt x="102" y="730"/>
                  </a:cubicBezTo>
                  <a:cubicBezTo>
                    <a:pt x="168" y="818"/>
                    <a:pt x="173" y="816"/>
                    <a:pt x="176" y="821"/>
                  </a:cubicBezTo>
                  <a:cubicBezTo>
                    <a:pt x="206" y="868"/>
                    <a:pt x="208" y="871"/>
                    <a:pt x="210" y="875"/>
                  </a:cubicBezTo>
                  <a:cubicBezTo>
                    <a:pt x="237" y="926"/>
                    <a:pt x="238" y="934"/>
                    <a:pt x="240" y="942"/>
                  </a:cubicBezTo>
                  <a:cubicBezTo>
                    <a:pt x="254" y="974"/>
                    <a:pt x="251" y="976"/>
                    <a:pt x="252" y="978"/>
                  </a:cubicBezTo>
                  <a:cubicBezTo>
                    <a:pt x="244" y="978"/>
                    <a:pt x="245" y="972"/>
                    <a:pt x="245" y="965"/>
                  </a:cubicBezTo>
                  <a:cubicBezTo>
                    <a:pt x="220" y="909"/>
                    <a:pt x="215" y="897"/>
                    <a:pt x="207" y="885"/>
                  </a:cubicBezTo>
                  <a:cubicBezTo>
                    <a:pt x="195" y="866"/>
                    <a:pt x="195" y="864"/>
                    <a:pt x="193" y="865"/>
                  </a:cubicBezTo>
                  <a:cubicBezTo>
                    <a:pt x="179" y="855"/>
                    <a:pt x="185" y="844"/>
                    <a:pt x="180" y="848"/>
                  </a:cubicBezTo>
                  <a:cubicBezTo>
                    <a:pt x="148" y="807"/>
                    <a:pt x="140" y="795"/>
                    <a:pt x="131" y="783"/>
                  </a:cubicBezTo>
                  <a:cubicBezTo>
                    <a:pt x="118" y="762"/>
                    <a:pt x="110" y="755"/>
                    <a:pt x="106" y="749"/>
                  </a:cubicBezTo>
                  <a:cubicBezTo>
                    <a:pt x="80" y="696"/>
                    <a:pt x="80" y="694"/>
                    <a:pt x="80" y="692"/>
                  </a:cubicBezTo>
                  <a:cubicBezTo>
                    <a:pt x="71" y="664"/>
                    <a:pt x="69" y="658"/>
                    <a:pt x="65" y="661"/>
                  </a:cubicBezTo>
                  <a:cubicBezTo>
                    <a:pt x="71" y="688"/>
                    <a:pt x="73" y="693"/>
                    <a:pt x="76" y="697"/>
                  </a:cubicBezTo>
                  <a:cubicBezTo>
                    <a:pt x="113" y="772"/>
                    <a:pt x="120" y="781"/>
                    <a:pt x="125" y="789"/>
                  </a:cubicBezTo>
                  <a:cubicBezTo>
                    <a:pt x="135" y="803"/>
                    <a:pt x="136" y="809"/>
                    <a:pt x="140" y="813"/>
                  </a:cubicBezTo>
                  <a:cubicBezTo>
                    <a:pt x="178" y="859"/>
                    <a:pt x="181" y="858"/>
                    <a:pt x="179" y="860"/>
                  </a:cubicBezTo>
                  <a:cubicBezTo>
                    <a:pt x="193" y="881"/>
                    <a:pt x="195" y="882"/>
                    <a:pt x="198" y="889"/>
                  </a:cubicBezTo>
                  <a:cubicBezTo>
                    <a:pt x="227" y="944"/>
                    <a:pt x="231" y="952"/>
                    <a:pt x="235" y="961"/>
                  </a:cubicBezTo>
                  <a:cubicBezTo>
                    <a:pt x="244" y="999"/>
                    <a:pt x="243" y="1002"/>
                    <a:pt x="242" y="1005"/>
                  </a:cubicBezTo>
                  <a:cubicBezTo>
                    <a:pt x="238" y="996"/>
                    <a:pt x="233" y="991"/>
                    <a:pt x="234" y="988"/>
                  </a:cubicBezTo>
                  <a:cubicBezTo>
                    <a:pt x="225" y="962"/>
                    <a:pt x="224" y="959"/>
                    <a:pt x="222" y="957"/>
                  </a:cubicBezTo>
                  <a:cubicBezTo>
                    <a:pt x="210" y="930"/>
                    <a:pt x="207" y="921"/>
                    <a:pt x="204" y="912"/>
                  </a:cubicBezTo>
                  <a:cubicBezTo>
                    <a:pt x="190" y="898"/>
                    <a:pt x="190" y="892"/>
                    <a:pt x="189" y="891"/>
                  </a:cubicBezTo>
                  <a:cubicBezTo>
                    <a:pt x="171" y="869"/>
                    <a:pt x="172" y="868"/>
                    <a:pt x="171" y="866"/>
                  </a:cubicBezTo>
                  <a:cubicBezTo>
                    <a:pt x="166" y="860"/>
                    <a:pt x="165" y="861"/>
                    <a:pt x="164" y="859"/>
                  </a:cubicBezTo>
                  <a:cubicBezTo>
                    <a:pt x="156" y="850"/>
                    <a:pt x="152" y="845"/>
                    <a:pt x="148" y="841"/>
                  </a:cubicBezTo>
                  <a:cubicBezTo>
                    <a:pt x="65" y="711"/>
                    <a:pt x="53" y="694"/>
                    <a:pt x="50" y="678"/>
                  </a:cubicBezTo>
                  <a:cubicBezTo>
                    <a:pt x="50" y="701"/>
                    <a:pt x="55" y="704"/>
                    <a:pt x="53" y="706"/>
                  </a:cubicBezTo>
                  <a:cubicBezTo>
                    <a:pt x="169" y="875"/>
                    <a:pt x="172" y="884"/>
                    <a:pt x="197" y="919"/>
                  </a:cubicBezTo>
                  <a:cubicBezTo>
                    <a:pt x="218" y="976"/>
                    <a:pt x="221" y="979"/>
                    <a:pt x="224" y="983"/>
                  </a:cubicBezTo>
                  <a:cubicBezTo>
                    <a:pt x="228" y="1009"/>
                    <a:pt x="232" y="1014"/>
                    <a:pt x="228" y="1017"/>
                  </a:cubicBezTo>
                  <a:cubicBezTo>
                    <a:pt x="224" y="1004"/>
                    <a:pt x="219" y="996"/>
                    <a:pt x="221" y="990"/>
                  </a:cubicBezTo>
                  <a:cubicBezTo>
                    <a:pt x="201" y="949"/>
                    <a:pt x="198" y="938"/>
                    <a:pt x="196" y="934"/>
                  </a:cubicBezTo>
                  <a:cubicBezTo>
                    <a:pt x="166" y="892"/>
                    <a:pt x="165" y="887"/>
                    <a:pt x="163" y="885"/>
                  </a:cubicBezTo>
                  <a:cubicBezTo>
                    <a:pt x="129" y="843"/>
                    <a:pt x="120" y="840"/>
                    <a:pt x="115" y="826"/>
                  </a:cubicBezTo>
                  <a:cubicBezTo>
                    <a:pt x="95" y="810"/>
                    <a:pt x="100" y="803"/>
                    <a:pt x="95" y="801"/>
                  </a:cubicBezTo>
                  <a:cubicBezTo>
                    <a:pt x="58" y="746"/>
                    <a:pt x="61" y="750"/>
                    <a:pt x="63" y="753"/>
                  </a:cubicBezTo>
                  <a:cubicBezTo>
                    <a:pt x="73" y="778"/>
                    <a:pt x="76" y="782"/>
                    <a:pt x="79" y="786"/>
                  </a:cubicBezTo>
                  <a:cubicBezTo>
                    <a:pt x="96" y="817"/>
                    <a:pt x="95" y="817"/>
                    <a:pt x="101" y="826"/>
                  </a:cubicBezTo>
                  <a:cubicBezTo>
                    <a:pt x="112" y="844"/>
                    <a:pt x="119" y="843"/>
                    <a:pt x="118" y="851"/>
                  </a:cubicBezTo>
                  <a:cubicBezTo>
                    <a:pt x="187" y="941"/>
                    <a:pt x="193" y="948"/>
                    <a:pt x="198" y="955"/>
                  </a:cubicBezTo>
                  <a:cubicBezTo>
                    <a:pt x="206" y="972"/>
                    <a:pt x="204" y="974"/>
                    <a:pt x="206" y="976"/>
                  </a:cubicBezTo>
                  <a:cubicBezTo>
                    <a:pt x="210" y="996"/>
                    <a:pt x="210" y="999"/>
                    <a:pt x="212" y="1001"/>
                  </a:cubicBezTo>
                  <a:cubicBezTo>
                    <a:pt x="219" y="1030"/>
                    <a:pt x="221" y="1035"/>
                    <a:pt x="219" y="1038"/>
                  </a:cubicBezTo>
                  <a:cubicBezTo>
                    <a:pt x="213" y="1023"/>
                    <a:pt x="208" y="1019"/>
                    <a:pt x="207" y="1015"/>
                  </a:cubicBezTo>
                  <a:cubicBezTo>
                    <a:pt x="176" y="958"/>
                    <a:pt x="173" y="948"/>
                    <a:pt x="164" y="941"/>
                  </a:cubicBezTo>
                  <a:cubicBezTo>
                    <a:pt x="138" y="898"/>
                    <a:pt x="141" y="893"/>
                    <a:pt x="136" y="892"/>
                  </a:cubicBezTo>
                  <a:cubicBezTo>
                    <a:pt x="80" y="806"/>
                    <a:pt x="75" y="794"/>
                    <a:pt x="68" y="781"/>
                  </a:cubicBezTo>
                  <a:cubicBezTo>
                    <a:pt x="55" y="735"/>
                    <a:pt x="49" y="731"/>
                    <a:pt x="52" y="729"/>
                  </a:cubicBezTo>
                  <a:cubicBezTo>
                    <a:pt x="46" y="719"/>
                    <a:pt x="43" y="724"/>
                    <a:pt x="46" y="731"/>
                  </a:cubicBezTo>
                  <a:cubicBezTo>
                    <a:pt x="61" y="773"/>
                    <a:pt x="58" y="778"/>
                    <a:pt x="63" y="785"/>
                  </a:cubicBezTo>
                  <a:cubicBezTo>
                    <a:pt x="108" y="861"/>
                    <a:pt x="106" y="867"/>
                    <a:pt x="113" y="874"/>
                  </a:cubicBezTo>
                  <a:cubicBezTo>
                    <a:pt x="153" y="937"/>
                    <a:pt x="160" y="950"/>
                    <a:pt x="170" y="963"/>
                  </a:cubicBezTo>
                  <a:cubicBezTo>
                    <a:pt x="201" y="1018"/>
                    <a:pt x="197" y="1023"/>
                    <a:pt x="203" y="1030"/>
                  </a:cubicBezTo>
                  <a:cubicBezTo>
                    <a:pt x="212" y="1054"/>
                    <a:pt x="211" y="1060"/>
                    <a:pt x="215" y="1066"/>
                  </a:cubicBezTo>
                  <a:cubicBezTo>
                    <a:pt x="213" y="1076"/>
                    <a:pt x="211" y="1072"/>
                    <a:pt x="209" y="1068"/>
                  </a:cubicBezTo>
                  <a:cubicBezTo>
                    <a:pt x="192" y="1018"/>
                    <a:pt x="185" y="1004"/>
                    <a:pt x="179" y="986"/>
                  </a:cubicBezTo>
                  <a:cubicBezTo>
                    <a:pt x="167" y="965"/>
                    <a:pt x="163" y="959"/>
                    <a:pt x="162" y="959"/>
                  </a:cubicBezTo>
                  <a:cubicBezTo>
                    <a:pt x="150" y="943"/>
                    <a:pt x="146" y="939"/>
                    <a:pt x="143" y="936"/>
                  </a:cubicBezTo>
                  <a:cubicBezTo>
                    <a:pt x="94" y="874"/>
                    <a:pt x="79" y="852"/>
                    <a:pt x="64" y="833"/>
                  </a:cubicBezTo>
                  <a:cubicBezTo>
                    <a:pt x="39" y="757"/>
                    <a:pt x="29" y="752"/>
                    <a:pt x="35" y="749"/>
                  </a:cubicBezTo>
                  <a:cubicBezTo>
                    <a:pt x="29" y="755"/>
                    <a:pt x="31" y="759"/>
                    <a:pt x="33" y="763"/>
                  </a:cubicBezTo>
                  <a:cubicBezTo>
                    <a:pt x="44" y="793"/>
                    <a:pt x="39" y="799"/>
                    <a:pt x="45" y="807"/>
                  </a:cubicBezTo>
                  <a:cubicBezTo>
                    <a:pt x="89" y="874"/>
                    <a:pt x="113" y="915"/>
                    <a:pt x="129" y="931"/>
                  </a:cubicBezTo>
                  <a:cubicBezTo>
                    <a:pt x="153" y="967"/>
                    <a:pt x="164" y="977"/>
                    <a:pt x="170" y="987"/>
                  </a:cubicBezTo>
                  <a:cubicBezTo>
                    <a:pt x="186" y="1036"/>
                    <a:pt x="176" y="1025"/>
                    <a:pt x="171" y="1012"/>
                  </a:cubicBezTo>
                  <a:cubicBezTo>
                    <a:pt x="150" y="985"/>
                    <a:pt x="142" y="980"/>
                    <a:pt x="145" y="976"/>
                  </a:cubicBezTo>
                  <a:cubicBezTo>
                    <a:pt x="89" y="910"/>
                    <a:pt x="75" y="887"/>
                    <a:pt x="51" y="850"/>
                  </a:cubicBezTo>
                  <a:cubicBezTo>
                    <a:pt x="32" y="802"/>
                    <a:pt x="32" y="799"/>
                    <a:pt x="33" y="797"/>
                  </a:cubicBezTo>
                  <a:cubicBezTo>
                    <a:pt x="29" y="798"/>
                    <a:pt x="29" y="800"/>
                    <a:pt x="29" y="802"/>
                  </a:cubicBezTo>
                  <a:cubicBezTo>
                    <a:pt x="34" y="829"/>
                    <a:pt x="41" y="834"/>
                    <a:pt x="38" y="838"/>
                  </a:cubicBezTo>
                  <a:cubicBezTo>
                    <a:pt x="56" y="874"/>
                    <a:pt x="56" y="876"/>
                    <a:pt x="56" y="876"/>
                  </a:cubicBezTo>
                  <a:cubicBezTo>
                    <a:pt x="77" y="905"/>
                    <a:pt x="93" y="930"/>
                    <a:pt x="103" y="938"/>
                  </a:cubicBezTo>
                  <a:cubicBezTo>
                    <a:pt x="143" y="990"/>
                    <a:pt x="145" y="993"/>
                    <a:pt x="147" y="997"/>
                  </a:cubicBezTo>
                  <a:cubicBezTo>
                    <a:pt x="170" y="1023"/>
                    <a:pt x="170" y="1030"/>
                    <a:pt x="170" y="1032"/>
                  </a:cubicBezTo>
                  <a:cubicBezTo>
                    <a:pt x="192" y="1072"/>
                    <a:pt x="200" y="1081"/>
                    <a:pt x="202" y="1090"/>
                  </a:cubicBezTo>
                  <a:cubicBezTo>
                    <a:pt x="202" y="1098"/>
                    <a:pt x="196" y="1094"/>
                    <a:pt x="199" y="1092"/>
                  </a:cubicBezTo>
                  <a:cubicBezTo>
                    <a:pt x="171" y="1039"/>
                    <a:pt x="164" y="1029"/>
                    <a:pt x="160" y="1024"/>
                  </a:cubicBezTo>
                  <a:cubicBezTo>
                    <a:pt x="153" y="1014"/>
                    <a:pt x="150" y="1010"/>
                    <a:pt x="146" y="1005"/>
                  </a:cubicBezTo>
                  <a:cubicBezTo>
                    <a:pt x="40" y="864"/>
                    <a:pt x="36" y="858"/>
                    <a:pt x="31" y="852"/>
                  </a:cubicBezTo>
                  <a:cubicBezTo>
                    <a:pt x="22" y="845"/>
                    <a:pt x="25" y="854"/>
                    <a:pt x="29" y="863"/>
                  </a:cubicBezTo>
                  <a:cubicBezTo>
                    <a:pt x="50" y="911"/>
                    <a:pt x="48" y="916"/>
                    <a:pt x="54" y="922"/>
                  </a:cubicBezTo>
                  <a:cubicBezTo>
                    <a:pt x="84" y="967"/>
                    <a:pt x="81" y="972"/>
                    <a:pt x="86" y="972"/>
                  </a:cubicBezTo>
                  <a:cubicBezTo>
                    <a:pt x="97" y="985"/>
                    <a:pt x="95" y="988"/>
                    <a:pt x="95" y="988"/>
                  </a:cubicBezTo>
                  <a:cubicBezTo>
                    <a:pt x="134" y="1039"/>
                    <a:pt x="133" y="1041"/>
                    <a:pt x="134" y="1043"/>
                  </a:cubicBezTo>
                  <a:cubicBezTo>
                    <a:pt x="154" y="1066"/>
                    <a:pt x="152" y="1068"/>
                    <a:pt x="153" y="1069"/>
                  </a:cubicBezTo>
                  <a:cubicBezTo>
                    <a:pt x="163" y="1084"/>
                    <a:pt x="168" y="1094"/>
                    <a:pt x="176" y="1104"/>
                  </a:cubicBezTo>
                  <a:cubicBezTo>
                    <a:pt x="193" y="1150"/>
                    <a:pt x="191" y="1152"/>
                    <a:pt x="193" y="1155"/>
                  </a:cubicBezTo>
                  <a:cubicBezTo>
                    <a:pt x="174" y="1126"/>
                    <a:pt x="178" y="1120"/>
                    <a:pt x="173" y="1121"/>
                  </a:cubicBezTo>
                  <a:cubicBezTo>
                    <a:pt x="150" y="1085"/>
                    <a:pt x="146" y="1076"/>
                    <a:pt x="137" y="1068"/>
                  </a:cubicBezTo>
                  <a:cubicBezTo>
                    <a:pt x="122" y="1043"/>
                    <a:pt x="118" y="1038"/>
                    <a:pt x="116" y="1034"/>
                  </a:cubicBezTo>
                  <a:cubicBezTo>
                    <a:pt x="107" y="1023"/>
                    <a:pt x="105" y="1016"/>
                    <a:pt x="100" y="1009"/>
                  </a:cubicBezTo>
                  <a:cubicBezTo>
                    <a:pt x="90" y="998"/>
                    <a:pt x="92" y="997"/>
                    <a:pt x="89" y="997"/>
                  </a:cubicBezTo>
                  <a:cubicBezTo>
                    <a:pt x="85" y="986"/>
                    <a:pt x="82" y="987"/>
                    <a:pt x="82" y="987"/>
                  </a:cubicBezTo>
                  <a:cubicBezTo>
                    <a:pt x="53" y="952"/>
                    <a:pt x="52" y="942"/>
                    <a:pt x="49" y="942"/>
                  </a:cubicBezTo>
                  <a:cubicBezTo>
                    <a:pt x="31" y="899"/>
                    <a:pt x="22" y="894"/>
                    <a:pt x="26" y="890"/>
                  </a:cubicBezTo>
                  <a:cubicBezTo>
                    <a:pt x="40" y="944"/>
                    <a:pt x="46" y="951"/>
                    <a:pt x="50" y="957"/>
                  </a:cubicBezTo>
                  <a:cubicBezTo>
                    <a:pt x="55" y="964"/>
                    <a:pt x="54" y="966"/>
                    <a:pt x="55" y="967"/>
                  </a:cubicBezTo>
                  <a:cubicBezTo>
                    <a:pt x="62" y="976"/>
                    <a:pt x="63" y="974"/>
                    <a:pt x="64" y="976"/>
                  </a:cubicBezTo>
                  <a:cubicBezTo>
                    <a:pt x="71" y="991"/>
                    <a:pt x="75" y="992"/>
                    <a:pt x="75" y="992"/>
                  </a:cubicBezTo>
                  <a:cubicBezTo>
                    <a:pt x="87" y="1006"/>
                    <a:pt x="91" y="1013"/>
                    <a:pt x="94" y="1018"/>
                  </a:cubicBezTo>
                  <a:cubicBezTo>
                    <a:pt x="102" y="1029"/>
                    <a:pt x="101" y="1031"/>
                    <a:pt x="102" y="1032"/>
                  </a:cubicBezTo>
                  <a:cubicBezTo>
                    <a:pt x="136" y="1079"/>
                    <a:pt x="145" y="1091"/>
                    <a:pt x="153" y="1103"/>
                  </a:cubicBezTo>
                  <a:cubicBezTo>
                    <a:pt x="187" y="1163"/>
                    <a:pt x="182" y="1168"/>
                    <a:pt x="186" y="1173"/>
                  </a:cubicBezTo>
                  <a:cubicBezTo>
                    <a:pt x="178" y="1170"/>
                    <a:pt x="174" y="1167"/>
                    <a:pt x="173" y="1165"/>
                  </a:cubicBezTo>
                  <a:cubicBezTo>
                    <a:pt x="155" y="1142"/>
                    <a:pt x="146" y="1120"/>
                    <a:pt x="135" y="1111"/>
                  </a:cubicBezTo>
                  <a:cubicBezTo>
                    <a:pt x="110" y="1078"/>
                    <a:pt x="102" y="1080"/>
                    <a:pt x="106" y="1076"/>
                  </a:cubicBezTo>
                  <a:cubicBezTo>
                    <a:pt x="83" y="1057"/>
                    <a:pt x="75" y="1040"/>
                    <a:pt x="65" y="1032"/>
                  </a:cubicBezTo>
                  <a:cubicBezTo>
                    <a:pt x="32" y="978"/>
                    <a:pt x="31" y="976"/>
                    <a:pt x="24" y="965"/>
                  </a:cubicBezTo>
                  <a:cubicBezTo>
                    <a:pt x="9" y="949"/>
                    <a:pt x="15" y="952"/>
                    <a:pt x="15" y="957"/>
                  </a:cubicBezTo>
                  <a:cubicBezTo>
                    <a:pt x="47" y="1023"/>
                    <a:pt x="52" y="1028"/>
                    <a:pt x="57" y="1035"/>
                  </a:cubicBezTo>
                  <a:cubicBezTo>
                    <a:pt x="102" y="1083"/>
                    <a:pt x="107" y="1092"/>
                    <a:pt x="113" y="1095"/>
                  </a:cubicBezTo>
                  <a:cubicBezTo>
                    <a:pt x="149" y="1143"/>
                    <a:pt x="150" y="1151"/>
                    <a:pt x="154" y="1149"/>
                  </a:cubicBezTo>
                  <a:cubicBezTo>
                    <a:pt x="174" y="1202"/>
                    <a:pt x="185" y="1210"/>
                    <a:pt x="182" y="1215"/>
                  </a:cubicBezTo>
                  <a:cubicBezTo>
                    <a:pt x="168" y="1179"/>
                    <a:pt x="159" y="1180"/>
                    <a:pt x="162" y="1177"/>
                  </a:cubicBezTo>
                  <a:cubicBezTo>
                    <a:pt x="140" y="1153"/>
                    <a:pt x="142" y="1142"/>
                    <a:pt x="135" y="1136"/>
                  </a:cubicBezTo>
                  <a:cubicBezTo>
                    <a:pt x="98" y="1090"/>
                    <a:pt x="95" y="1086"/>
                    <a:pt x="92" y="1086"/>
                  </a:cubicBezTo>
                  <a:cubicBezTo>
                    <a:pt x="82" y="1073"/>
                    <a:pt x="82" y="1071"/>
                    <a:pt x="82" y="1069"/>
                  </a:cubicBezTo>
                  <a:cubicBezTo>
                    <a:pt x="44" y="1034"/>
                    <a:pt x="41" y="1030"/>
                    <a:pt x="39" y="1026"/>
                  </a:cubicBezTo>
                  <a:cubicBezTo>
                    <a:pt x="13" y="992"/>
                    <a:pt x="16" y="996"/>
                    <a:pt x="17" y="1000"/>
                  </a:cubicBezTo>
                  <a:cubicBezTo>
                    <a:pt x="48" y="1041"/>
                    <a:pt x="46" y="1053"/>
                    <a:pt x="55" y="1056"/>
                  </a:cubicBezTo>
                  <a:cubicBezTo>
                    <a:pt x="80" y="1083"/>
                    <a:pt x="81" y="1085"/>
                    <a:pt x="83" y="1087"/>
                  </a:cubicBezTo>
                  <a:cubicBezTo>
                    <a:pt x="89" y="1101"/>
                    <a:pt x="103" y="1099"/>
                    <a:pt x="97" y="1104"/>
                  </a:cubicBezTo>
                  <a:cubicBezTo>
                    <a:pt x="125" y="1140"/>
                    <a:pt x="131" y="1145"/>
                    <a:pt x="130" y="1149"/>
                  </a:cubicBezTo>
                  <a:cubicBezTo>
                    <a:pt x="93" y="1107"/>
                    <a:pt x="89" y="1106"/>
                    <a:pt x="86" y="1102"/>
                  </a:cubicBezTo>
                  <a:cubicBezTo>
                    <a:pt x="63" y="1079"/>
                    <a:pt x="59" y="1075"/>
                    <a:pt x="55" y="1073"/>
                  </a:cubicBezTo>
                  <a:cubicBezTo>
                    <a:pt x="0" y="1009"/>
                    <a:pt x="9" y="1016"/>
                    <a:pt x="8" y="1021"/>
                  </a:cubicBezTo>
                  <a:cubicBezTo>
                    <a:pt x="27" y="1050"/>
                    <a:pt x="29" y="1050"/>
                    <a:pt x="30" y="1052"/>
                  </a:cubicBezTo>
                  <a:cubicBezTo>
                    <a:pt x="33" y="1062"/>
                    <a:pt x="38" y="1060"/>
                    <a:pt x="41" y="1066"/>
                  </a:cubicBezTo>
                  <a:cubicBezTo>
                    <a:pt x="86" y="1110"/>
                    <a:pt x="90" y="1120"/>
                    <a:pt x="96" y="1122"/>
                  </a:cubicBezTo>
                  <a:cubicBezTo>
                    <a:pt x="118" y="1149"/>
                    <a:pt x="127" y="1163"/>
                    <a:pt x="137" y="1176"/>
                  </a:cubicBezTo>
                  <a:cubicBezTo>
                    <a:pt x="148" y="1204"/>
                    <a:pt x="162" y="1211"/>
                    <a:pt x="158" y="1215"/>
                  </a:cubicBezTo>
                  <a:cubicBezTo>
                    <a:pt x="165" y="1240"/>
                    <a:pt x="164" y="1234"/>
                    <a:pt x="163" y="1229"/>
                  </a:cubicBezTo>
                  <a:cubicBezTo>
                    <a:pt x="151" y="1205"/>
                    <a:pt x="144" y="1201"/>
                    <a:pt x="143" y="1199"/>
                  </a:cubicBezTo>
                  <a:cubicBezTo>
                    <a:pt x="118" y="1171"/>
                    <a:pt x="122" y="1166"/>
                    <a:pt x="116" y="1164"/>
                  </a:cubicBezTo>
                  <a:cubicBezTo>
                    <a:pt x="82" y="1123"/>
                    <a:pt x="68" y="1114"/>
                    <a:pt x="60" y="1107"/>
                  </a:cubicBezTo>
                  <a:cubicBezTo>
                    <a:pt x="19" y="1050"/>
                    <a:pt x="22" y="1042"/>
                    <a:pt x="13" y="1042"/>
                  </a:cubicBezTo>
                  <a:cubicBezTo>
                    <a:pt x="62" y="1117"/>
                    <a:pt x="74" y="1136"/>
                    <a:pt x="95" y="1152"/>
                  </a:cubicBezTo>
                  <a:cubicBezTo>
                    <a:pt x="135" y="1204"/>
                    <a:pt x="140" y="1211"/>
                    <a:pt x="145" y="1217"/>
                  </a:cubicBezTo>
                  <a:cubicBezTo>
                    <a:pt x="170" y="1269"/>
                    <a:pt x="166" y="1271"/>
                    <a:pt x="171" y="1274"/>
                  </a:cubicBezTo>
                  <a:cubicBezTo>
                    <a:pt x="178" y="1302"/>
                    <a:pt x="178" y="1304"/>
                    <a:pt x="177" y="1307"/>
                  </a:cubicBezTo>
                  <a:cubicBezTo>
                    <a:pt x="169" y="1297"/>
                    <a:pt x="173" y="1295"/>
                    <a:pt x="168" y="1291"/>
                  </a:cubicBezTo>
                  <a:cubicBezTo>
                    <a:pt x="133" y="1236"/>
                    <a:pt x="128" y="1228"/>
                    <a:pt x="116" y="1208"/>
                  </a:cubicBezTo>
                  <a:cubicBezTo>
                    <a:pt x="41" y="1115"/>
                    <a:pt x="40" y="1112"/>
                    <a:pt x="37" y="1109"/>
                  </a:cubicBezTo>
                  <a:cubicBezTo>
                    <a:pt x="25" y="1086"/>
                    <a:pt x="30" y="1079"/>
                    <a:pt x="24" y="1081"/>
                  </a:cubicBezTo>
                  <a:cubicBezTo>
                    <a:pt x="59" y="1159"/>
                    <a:pt x="64" y="1161"/>
                    <a:pt x="69" y="1166"/>
                  </a:cubicBezTo>
                  <a:cubicBezTo>
                    <a:pt x="116" y="1220"/>
                    <a:pt x="123" y="1241"/>
                    <a:pt x="133" y="1245"/>
                  </a:cubicBezTo>
                  <a:cubicBezTo>
                    <a:pt x="146" y="1275"/>
                    <a:pt x="149" y="1274"/>
                    <a:pt x="153" y="1283"/>
                  </a:cubicBezTo>
                  <a:cubicBezTo>
                    <a:pt x="167" y="1322"/>
                    <a:pt x="173" y="1328"/>
                    <a:pt x="172" y="1333"/>
                  </a:cubicBezTo>
                  <a:cubicBezTo>
                    <a:pt x="172" y="1344"/>
                    <a:pt x="171" y="1342"/>
                    <a:pt x="167" y="1341"/>
                  </a:cubicBezTo>
                  <a:cubicBezTo>
                    <a:pt x="163" y="1322"/>
                    <a:pt x="155" y="1318"/>
                    <a:pt x="159" y="1315"/>
                  </a:cubicBezTo>
                  <a:cubicBezTo>
                    <a:pt x="128" y="1261"/>
                    <a:pt x="129" y="1259"/>
                    <a:pt x="117" y="1247"/>
                  </a:cubicBezTo>
                  <a:cubicBezTo>
                    <a:pt x="67" y="1189"/>
                    <a:pt x="67" y="1186"/>
                    <a:pt x="62" y="1181"/>
                  </a:cubicBezTo>
                  <a:cubicBezTo>
                    <a:pt x="50" y="1165"/>
                    <a:pt x="47" y="1166"/>
                    <a:pt x="49" y="1163"/>
                  </a:cubicBezTo>
                  <a:cubicBezTo>
                    <a:pt x="12" y="1111"/>
                    <a:pt x="15" y="1107"/>
                    <a:pt x="9" y="1101"/>
                  </a:cubicBezTo>
                  <a:cubicBezTo>
                    <a:pt x="13" y="1122"/>
                    <a:pt x="19" y="1126"/>
                    <a:pt x="16" y="1128"/>
                  </a:cubicBezTo>
                  <a:cubicBezTo>
                    <a:pt x="47" y="1180"/>
                    <a:pt x="52" y="1178"/>
                    <a:pt x="54" y="1184"/>
                  </a:cubicBezTo>
                  <a:cubicBezTo>
                    <a:pt x="108" y="1249"/>
                    <a:pt x="110" y="1258"/>
                    <a:pt x="114" y="1257"/>
                  </a:cubicBezTo>
                  <a:cubicBezTo>
                    <a:pt x="108" y="1251"/>
                    <a:pt x="101" y="1249"/>
                    <a:pt x="97" y="1247"/>
                  </a:cubicBezTo>
                  <a:cubicBezTo>
                    <a:pt x="70" y="1217"/>
                    <a:pt x="67" y="1206"/>
                    <a:pt x="63" y="1203"/>
                  </a:cubicBezTo>
                  <a:cubicBezTo>
                    <a:pt x="43" y="1184"/>
                    <a:pt x="42" y="1180"/>
                    <a:pt x="40" y="1177"/>
                  </a:cubicBezTo>
                  <a:cubicBezTo>
                    <a:pt x="2" y="1139"/>
                    <a:pt x="9" y="1144"/>
                    <a:pt x="8" y="1147"/>
                  </a:cubicBezTo>
                  <a:cubicBezTo>
                    <a:pt x="31" y="1180"/>
                    <a:pt x="28" y="1183"/>
                    <a:pt x="34" y="1187"/>
                  </a:cubicBezTo>
                  <a:cubicBezTo>
                    <a:pt x="104" y="1266"/>
                    <a:pt x="106" y="1270"/>
                    <a:pt x="109" y="1273"/>
                  </a:cubicBezTo>
                  <a:cubicBezTo>
                    <a:pt x="130" y="1308"/>
                    <a:pt x="136" y="1314"/>
                    <a:pt x="138" y="1320"/>
                  </a:cubicBezTo>
                  <a:cubicBezTo>
                    <a:pt x="148" y="1353"/>
                    <a:pt x="160" y="1358"/>
                    <a:pt x="154" y="1360"/>
                  </a:cubicBezTo>
                  <a:cubicBezTo>
                    <a:pt x="143" y="1349"/>
                    <a:pt x="143" y="1342"/>
                    <a:pt x="136" y="1334"/>
                  </a:cubicBezTo>
                  <a:cubicBezTo>
                    <a:pt x="102" y="1286"/>
                    <a:pt x="93" y="1279"/>
                    <a:pt x="95" y="1275"/>
                  </a:cubicBezTo>
                  <a:cubicBezTo>
                    <a:pt x="30" y="1202"/>
                    <a:pt x="24" y="1194"/>
                    <a:pt x="18" y="1185"/>
                  </a:cubicBezTo>
                  <a:cubicBezTo>
                    <a:pt x="17" y="1202"/>
                    <a:pt x="20" y="1204"/>
                    <a:pt x="22" y="1205"/>
                  </a:cubicBezTo>
                  <a:cubicBezTo>
                    <a:pt x="28" y="1233"/>
                    <a:pt x="31" y="1245"/>
                    <a:pt x="36" y="1247"/>
                  </a:cubicBezTo>
                  <a:cubicBezTo>
                    <a:pt x="44" y="1265"/>
                    <a:pt x="42" y="1268"/>
                    <a:pt x="45" y="1267"/>
                  </a:cubicBezTo>
                  <a:cubicBezTo>
                    <a:pt x="78" y="1315"/>
                    <a:pt x="77" y="1317"/>
                    <a:pt x="84" y="1325"/>
                  </a:cubicBezTo>
                  <a:cubicBezTo>
                    <a:pt x="106" y="1353"/>
                    <a:pt x="114" y="1357"/>
                    <a:pt x="107" y="1360"/>
                  </a:cubicBezTo>
                  <a:cubicBezTo>
                    <a:pt x="74" y="1315"/>
                    <a:pt x="69" y="1314"/>
                    <a:pt x="66" y="1306"/>
                  </a:cubicBezTo>
                  <a:cubicBezTo>
                    <a:pt x="42" y="1273"/>
                    <a:pt x="39" y="1262"/>
                    <a:pt x="33" y="1256"/>
                  </a:cubicBezTo>
                  <a:cubicBezTo>
                    <a:pt x="26" y="1249"/>
                    <a:pt x="31" y="1241"/>
                    <a:pt x="27" y="1238"/>
                  </a:cubicBezTo>
                  <a:cubicBezTo>
                    <a:pt x="23" y="1255"/>
                    <a:pt x="30" y="1264"/>
                    <a:pt x="33" y="1273"/>
                  </a:cubicBezTo>
                  <a:cubicBezTo>
                    <a:pt x="72" y="1327"/>
                    <a:pt x="77" y="1337"/>
                    <a:pt x="86" y="1343"/>
                  </a:cubicBezTo>
                  <a:cubicBezTo>
                    <a:pt x="91" y="1356"/>
                    <a:pt x="95" y="1356"/>
                    <a:pt x="95" y="1356"/>
                  </a:cubicBezTo>
                  <a:cubicBezTo>
                    <a:pt x="113" y="1378"/>
                    <a:pt x="122" y="1391"/>
                    <a:pt x="131" y="1399"/>
                  </a:cubicBezTo>
                  <a:cubicBezTo>
                    <a:pt x="141" y="1414"/>
                    <a:pt x="144" y="1416"/>
                    <a:pt x="146" y="1420"/>
                  </a:cubicBezTo>
                  <a:cubicBezTo>
                    <a:pt x="142" y="1419"/>
                    <a:pt x="139" y="1422"/>
                    <a:pt x="137" y="1417"/>
                  </a:cubicBezTo>
                  <a:cubicBezTo>
                    <a:pt x="104" y="1393"/>
                    <a:pt x="99" y="1389"/>
                    <a:pt x="94" y="1389"/>
                  </a:cubicBezTo>
                  <a:cubicBezTo>
                    <a:pt x="39" y="1357"/>
                    <a:pt x="44" y="1357"/>
                    <a:pt x="47" y="1361"/>
                  </a:cubicBezTo>
                  <a:cubicBezTo>
                    <a:pt x="73" y="1381"/>
                    <a:pt x="77" y="1386"/>
                    <a:pt x="82" y="1385"/>
                  </a:cubicBezTo>
                  <a:cubicBezTo>
                    <a:pt x="123" y="1414"/>
                    <a:pt x="127" y="1423"/>
                    <a:pt x="131" y="1423"/>
                  </a:cubicBezTo>
                  <a:cubicBezTo>
                    <a:pt x="163" y="1460"/>
                    <a:pt x="167" y="1459"/>
                    <a:pt x="169" y="1462"/>
                  </a:cubicBezTo>
                  <a:cubicBezTo>
                    <a:pt x="183" y="1480"/>
                    <a:pt x="180" y="1489"/>
                    <a:pt x="185" y="1495"/>
                  </a:cubicBezTo>
                  <a:cubicBezTo>
                    <a:pt x="198" y="1470"/>
                    <a:pt x="199" y="1467"/>
                    <a:pt x="200" y="1465"/>
                  </a:cubicBezTo>
                  <a:cubicBezTo>
                    <a:pt x="239" y="1447"/>
                    <a:pt x="243" y="1445"/>
                    <a:pt x="246" y="1443"/>
                  </a:cubicBezTo>
                  <a:cubicBezTo>
                    <a:pt x="237" y="1440"/>
                    <a:pt x="233" y="1441"/>
                    <a:pt x="230" y="1441"/>
                  </a:cubicBezTo>
                  <a:cubicBezTo>
                    <a:pt x="214" y="1443"/>
                    <a:pt x="212" y="1436"/>
                    <a:pt x="217" y="1430"/>
                  </a:cubicBezTo>
                  <a:cubicBezTo>
                    <a:pt x="295" y="1389"/>
                    <a:pt x="303" y="1382"/>
                    <a:pt x="310" y="1385"/>
                  </a:cubicBezTo>
                  <a:cubicBezTo>
                    <a:pt x="381" y="1375"/>
                    <a:pt x="383" y="1379"/>
                    <a:pt x="388" y="1373"/>
                  </a:cubicBezTo>
                  <a:cubicBezTo>
                    <a:pt x="426" y="1368"/>
                    <a:pt x="430" y="1366"/>
                    <a:pt x="433" y="1365"/>
                  </a:cubicBezTo>
                  <a:cubicBezTo>
                    <a:pt x="449" y="1360"/>
                    <a:pt x="453" y="1363"/>
                    <a:pt x="457" y="1358"/>
                  </a:cubicBezTo>
                  <a:cubicBezTo>
                    <a:pt x="441" y="1356"/>
                    <a:pt x="440" y="1359"/>
                    <a:pt x="438" y="1359"/>
                  </a:cubicBezTo>
                  <a:cubicBezTo>
                    <a:pt x="426" y="1362"/>
                    <a:pt x="425" y="1358"/>
                    <a:pt x="421" y="1362"/>
                  </a:cubicBezTo>
                  <a:cubicBezTo>
                    <a:pt x="371" y="1366"/>
                    <a:pt x="364" y="1369"/>
                    <a:pt x="357" y="1369"/>
                  </a:cubicBezTo>
                  <a:cubicBezTo>
                    <a:pt x="338" y="1375"/>
                    <a:pt x="337" y="1371"/>
                    <a:pt x="335" y="1372"/>
                  </a:cubicBezTo>
                  <a:cubicBezTo>
                    <a:pt x="307" y="1376"/>
                    <a:pt x="306" y="1372"/>
                    <a:pt x="303" y="1376"/>
                  </a:cubicBezTo>
                  <a:cubicBezTo>
                    <a:pt x="270" y="1383"/>
                    <a:pt x="263" y="1389"/>
                    <a:pt x="258" y="1388"/>
                  </a:cubicBezTo>
                  <a:cubicBezTo>
                    <a:pt x="202" y="1433"/>
                    <a:pt x="200" y="1437"/>
                    <a:pt x="196" y="1441"/>
                  </a:cubicBezTo>
                  <a:cubicBezTo>
                    <a:pt x="185" y="1441"/>
                    <a:pt x="190" y="1433"/>
                    <a:pt x="197" y="1425"/>
                  </a:cubicBezTo>
                  <a:cubicBezTo>
                    <a:pt x="279" y="1366"/>
                    <a:pt x="282" y="1364"/>
                    <a:pt x="284" y="1362"/>
                  </a:cubicBezTo>
                  <a:cubicBezTo>
                    <a:pt x="315" y="1356"/>
                    <a:pt x="324" y="1356"/>
                    <a:pt x="334" y="1353"/>
                  </a:cubicBezTo>
                  <a:cubicBezTo>
                    <a:pt x="381" y="1350"/>
                    <a:pt x="385" y="1350"/>
                    <a:pt x="390" y="1350"/>
                  </a:cubicBezTo>
                  <a:cubicBezTo>
                    <a:pt x="436" y="1341"/>
                    <a:pt x="441" y="1339"/>
                    <a:pt x="446" y="1339"/>
                  </a:cubicBezTo>
                  <a:cubicBezTo>
                    <a:pt x="489" y="1324"/>
                    <a:pt x="486" y="1320"/>
                    <a:pt x="481" y="1326"/>
                  </a:cubicBezTo>
                  <a:cubicBezTo>
                    <a:pt x="445" y="1330"/>
                    <a:pt x="442" y="1333"/>
                    <a:pt x="438" y="1335"/>
                  </a:cubicBezTo>
                  <a:cubicBezTo>
                    <a:pt x="414" y="1334"/>
                    <a:pt x="409" y="1345"/>
                    <a:pt x="406" y="1338"/>
                  </a:cubicBezTo>
                  <a:cubicBezTo>
                    <a:pt x="436" y="1330"/>
                    <a:pt x="444" y="1327"/>
                    <a:pt x="451" y="1328"/>
                  </a:cubicBezTo>
                  <a:cubicBezTo>
                    <a:pt x="502" y="1292"/>
                    <a:pt x="500" y="1297"/>
                    <a:pt x="495" y="1301"/>
                  </a:cubicBezTo>
                  <a:cubicBezTo>
                    <a:pt x="463" y="1311"/>
                    <a:pt x="458" y="1319"/>
                    <a:pt x="455" y="1320"/>
                  </a:cubicBezTo>
                  <a:cubicBezTo>
                    <a:pt x="410" y="1329"/>
                    <a:pt x="405" y="1329"/>
                    <a:pt x="400" y="1333"/>
                  </a:cubicBezTo>
                  <a:cubicBezTo>
                    <a:pt x="380" y="1333"/>
                    <a:pt x="378" y="1331"/>
                    <a:pt x="376" y="1333"/>
                  </a:cubicBezTo>
                  <a:cubicBezTo>
                    <a:pt x="356" y="1334"/>
                    <a:pt x="353" y="1333"/>
                    <a:pt x="355" y="1331"/>
                  </a:cubicBezTo>
                  <a:cubicBezTo>
                    <a:pt x="400" y="1320"/>
                    <a:pt x="402" y="1322"/>
                    <a:pt x="405" y="1319"/>
                  </a:cubicBezTo>
                  <a:cubicBezTo>
                    <a:pt x="429" y="1309"/>
                    <a:pt x="438" y="1305"/>
                    <a:pt x="450" y="1297"/>
                  </a:cubicBezTo>
                  <a:cubicBezTo>
                    <a:pt x="498" y="1254"/>
                    <a:pt x="508" y="1256"/>
                    <a:pt x="503" y="1248"/>
                  </a:cubicBezTo>
                  <a:cubicBezTo>
                    <a:pt x="391" y="1316"/>
                    <a:pt x="387" y="1317"/>
                    <a:pt x="384" y="1317"/>
                  </a:cubicBezTo>
                  <a:cubicBezTo>
                    <a:pt x="365" y="1320"/>
                    <a:pt x="363" y="1321"/>
                    <a:pt x="360" y="1322"/>
                  </a:cubicBezTo>
                  <a:cubicBezTo>
                    <a:pt x="345" y="1324"/>
                    <a:pt x="344" y="1319"/>
                    <a:pt x="342" y="1323"/>
                  </a:cubicBezTo>
                  <a:cubicBezTo>
                    <a:pt x="303" y="1328"/>
                    <a:pt x="296" y="1326"/>
                    <a:pt x="290" y="1326"/>
                  </a:cubicBezTo>
                  <a:cubicBezTo>
                    <a:pt x="244" y="1332"/>
                    <a:pt x="240" y="1335"/>
                    <a:pt x="237" y="1335"/>
                  </a:cubicBezTo>
                  <a:cubicBezTo>
                    <a:pt x="200" y="1351"/>
                    <a:pt x="199" y="1362"/>
                    <a:pt x="193" y="1356"/>
                  </a:cubicBezTo>
                  <a:cubicBezTo>
                    <a:pt x="222" y="1332"/>
                    <a:pt x="227" y="1334"/>
                    <a:pt x="232" y="1328"/>
                  </a:cubicBezTo>
                  <a:cubicBezTo>
                    <a:pt x="257" y="1323"/>
                    <a:pt x="260" y="1322"/>
                    <a:pt x="262" y="1322"/>
                  </a:cubicBezTo>
                  <a:cubicBezTo>
                    <a:pt x="340" y="1309"/>
                    <a:pt x="350" y="1304"/>
                    <a:pt x="360" y="1305"/>
                  </a:cubicBezTo>
                  <a:cubicBezTo>
                    <a:pt x="414" y="1282"/>
                    <a:pt x="428" y="1278"/>
                    <a:pt x="443" y="1270"/>
                  </a:cubicBezTo>
                  <a:cubicBezTo>
                    <a:pt x="485" y="1238"/>
                    <a:pt x="488" y="1241"/>
                    <a:pt x="493" y="1236"/>
                  </a:cubicBezTo>
                  <a:cubicBezTo>
                    <a:pt x="503" y="1226"/>
                    <a:pt x="507" y="1224"/>
                    <a:pt x="512" y="1220"/>
                  </a:cubicBezTo>
                  <a:cubicBezTo>
                    <a:pt x="513" y="1206"/>
                    <a:pt x="509" y="1214"/>
                    <a:pt x="502" y="1222"/>
                  </a:cubicBezTo>
                  <a:cubicBezTo>
                    <a:pt x="460" y="1250"/>
                    <a:pt x="445" y="1261"/>
                    <a:pt x="435" y="1266"/>
                  </a:cubicBezTo>
                  <a:cubicBezTo>
                    <a:pt x="399" y="1282"/>
                    <a:pt x="395" y="1285"/>
                    <a:pt x="392" y="1284"/>
                  </a:cubicBezTo>
                  <a:cubicBezTo>
                    <a:pt x="323" y="1300"/>
                    <a:pt x="316" y="1303"/>
                    <a:pt x="308" y="1308"/>
                  </a:cubicBezTo>
                  <a:cubicBezTo>
                    <a:pt x="286" y="1307"/>
                    <a:pt x="284" y="1307"/>
                    <a:pt x="281" y="1308"/>
                  </a:cubicBezTo>
                  <a:cubicBezTo>
                    <a:pt x="265" y="1315"/>
                    <a:pt x="263" y="1313"/>
                    <a:pt x="260" y="1316"/>
                  </a:cubicBezTo>
                  <a:cubicBezTo>
                    <a:pt x="276" y="1302"/>
                    <a:pt x="278" y="1307"/>
                    <a:pt x="282" y="1305"/>
                  </a:cubicBezTo>
                  <a:cubicBezTo>
                    <a:pt x="318" y="1297"/>
                    <a:pt x="324" y="1295"/>
                    <a:pt x="330" y="1297"/>
                  </a:cubicBezTo>
                  <a:cubicBezTo>
                    <a:pt x="385" y="1284"/>
                    <a:pt x="390" y="1272"/>
                    <a:pt x="392" y="1277"/>
                  </a:cubicBezTo>
                  <a:cubicBezTo>
                    <a:pt x="458" y="1239"/>
                    <a:pt x="469" y="1229"/>
                    <a:pt x="477" y="1218"/>
                  </a:cubicBezTo>
                  <a:cubicBezTo>
                    <a:pt x="489" y="1197"/>
                    <a:pt x="479" y="1209"/>
                    <a:pt x="469" y="1221"/>
                  </a:cubicBezTo>
                  <a:cubicBezTo>
                    <a:pt x="433" y="1250"/>
                    <a:pt x="428" y="1253"/>
                    <a:pt x="424" y="1257"/>
                  </a:cubicBezTo>
                  <a:cubicBezTo>
                    <a:pt x="379" y="1272"/>
                    <a:pt x="373" y="1275"/>
                    <a:pt x="368" y="1275"/>
                  </a:cubicBezTo>
                  <a:cubicBezTo>
                    <a:pt x="317" y="1286"/>
                    <a:pt x="313" y="1290"/>
                    <a:pt x="308" y="1294"/>
                  </a:cubicBezTo>
                  <a:cubicBezTo>
                    <a:pt x="276" y="1296"/>
                    <a:pt x="268" y="1298"/>
                    <a:pt x="259" y="1301"/>
                  </a:cubicBezTo>
                  <a:cubicBezTo>
                    <a:pt x="226" y="1315"/>
                    <a:pt x="218" y="1314"/>
                    <a:pt x="210" y="1318"/>
                  </a:cubicBezTo>
                  <a:cubicBezTo>
                    <a:pt x="188" y="1324"/>
                    <a:pt x="198" y="1326"/>
                    <a:pt x="196" y="1323"/>
                  </a:cubicBezTo>
                  <a:cubicBezTo>
                    <a:pt x="245" y="1292"/>
                    <a:pt x="250" y="1296"/>
                    <a:pt x="257" y="1291"/>
                  </a:cubicBezTo>
                  <a:cubicBezTo>
                    <a:pt x="286" y="1281"/>
                    <a:pt x="297" y="1283"/>
                    <a:pt x="309" y="1278"/>
                  </a:cubicBezTo>
                  <a:cubicBezTo>
                    <a:pt x="360" y="1270"/>
                    <a:pt x="377" y="1254"/>
                    <a:pt x="392" y="1257"/>
                  </a:cubicBezTo>
                  <a:cubicBezTo>
                    <a:pt x="464" y="1216"/>
                    <a:pt x="478" y="1201"/>
                    <a:pt x="492" y="1188"/>
                  </a:cubicBezTo>
                  <a:cubicBezTo>
                    <a:pt x="510" y="1153"/>
                    <a:pt x="511" y="1156"/>
                    <a:pt x="505" y="1158"/>
                  </a:cubicBezTo>
                  <a:cubicBezTo>
                    <a:pt x="490" y="1176"/>
                    <a:pt x="487" y="1180"/>
                    <a:pt x="487" y="1184"/>
                  </a:cubicBezTo>
                  <a:cubicBezTo>
                    <a:pt x="443" y="1223"/>
                    <a:pt x="444" y="1226"/>
                    <a:pt x="442" y="1224"/>
                  </a:cubicBezTo>
                  <a:cubicBezTo>
                    <a:pt x="413" y="1237"/>
                    <a:pt x="407" y="1243"/>
                    <a:pt x="403" y="1242"/>
                  </a:cubicBezTo>
                  <a:cubicBezTo>
                    <a:pt x="325" y="1267"/>
                    <a:pt x="322" y="1265"/>
                    <a:pt x="318" y="1267"/>
                  </a:cubicBezTo>
                  <a:cubicBezTo>
                    <a:pt x="273" y="1273"/>
                    <a:pt x="263" y="1283"/>
                    <a:pt x="256" y="1279"/>
                  </a:cubicBezTo>
                  <a:cubicBezTo>
                    <a:pt x="295" y="1265"/>
                    <a:pt x="305" y="1261"/>
                    <a:pt x="314" y="1262"/>
                  </a:cubicBezTo>
                  <a:cubicBezTo>
                    <a:pt x="363" y="1241"/>
                    <a:pt x="375" y="1239"/>
                    <a:pt x="387" y="1234"/>
                  </a:cubicBezTo>
                  <a:cubicBezTo>
                    <a:pt x="479" y="1164"/>
                    <a:pt x="483" y="1161"/>
                    <a:pt x="485" y="1158"/>
                  </a:cubicBezTo>
                  <a:cubicBezTo>
                    <a:pt x="512" y="1124"/>
                    <a:pt x="513" y="1117"/>
                    <a:pt x="520" y="1111"/>
                  </a:cubicBezTo>
                  <a:cubicBezTo>
                    <a:pt x="509" y="1116"/>
                    <a:pt x="505" y="1120"/>
                    <a:pt x="502" y="1124"/>
                  </a:cubicBezTo>
                  <a:cubicBezTo>
                    <a:pt x="478" y="1160"/>
                    <a:pt x="470" y="1160"/>
                    <a:pt x="471" y="1166"/>
                  </a:cubicBezTo>
                  <a:cubicBezTo>
                    <a:pt x="431" y="1191"/>
                    <a:pt x="426" y="1200"/>
                    <a:pt x="421" y="1202"/>
                  </a:cubicBezTo>
                  <a:cubicBezTo>
                    <a:pt x="378" y="1227"/>
                    <a:pt x="371" y="1230"/>
                    <a:pt x="363" y="1234"/>
                  </a:cubicBezTo>
                  <a:cubicBezTo>
                    <a:pt x="322" y="1251"/>
                    <a:pt x="307" y="1250"/>
                    <a:pt x="290" y="1259"/>
                  </a:cubicBezTo>
                  <a:cubicBezTo>
                    <a:pt x="246" y="1271"/>
                    <a:pt x="237" y="1279"/>
                    <a:pt x="231" y="1275"/>
                  </a:cubicBezTo>
                  <a:cubicBezTo>
                    <a:pt x="290" y="1254"/>
                    <a:pt x="296" y="1241"/>
                    <a:pt x="298" y="1246"/>
                  </a:cubicBezTo>
                  <a:cubicBezTo>
                    <a:pt x="362" y="1221"/>
                    <a:pt x="377" y="1211"/>
                    <a:pt x="391" y="1204"/>
                  </a:cubicBezTo>
                  <a:cubicBezTo>
                    <a:pt x="515" y="1103"/>
                    <a:pt x="512" y="1098"/>
                    <a:pt x="518" y="1095"/>
                  </a:cubicBezTo>
                  <a:cubicBezTo>
                    <a:pt x="532" y="1075"/>
                    <a:pt x="536" y="1073"/>
                    <a:pt x="535" y="1071"/>
                  </a:cubicBezTo>
                  <a:cubicBezTo>
                    <a:pt x="539" y="1064"/>
                    <a:pt x="536" y="1067"/>
                    <a:pt x="532" y="1070"/>
                  </a:cubicBezTo>
                  <a:cubicBezTo>
                    <a:pt x="497" y="1109"/>
                    <a:pt x="495" y="1119"/>
                    <a:pt x="485" y="1121"/>
                  </a:cubicBezTo>
                  <a:cubicBezTo>
                    <a:pt x="453" y="1152"/>
                    <a:pt x="442" y="1160"/>
                    <a:pt x="431" y="1168"/>
                  </a:cubicBezTo>
                  <a:cubicBezTo>
                    <a:pt x="397" y="1193"/>
                    <a:pt x="389" y="1191"/>
                    <a:pt x="388" y="1197"/>
                  </a:cubicBezTo>
                  <a:cubicBezTo>
                    <a:pt x="367" y="1206"/>
                    <a:pt x="360" y="1215"/>
                    <a:pt x="356" y="1210"/>
                  </a:cubicBezTo>
                  <a:cubicBezTo>
                    <a:pt x="315" y="1230"/>
                    <a:pt x="305" y="1233"/>
                    <a:pt x="294" y="1240"/>
                  </a:cubicBezTo>
                  <a:cubicBezTo>
                    <a:pt x="262" y="1252"/>
                    <a:pt x="260" y="1251"/>
                    <a:pt x="257" y="1254"/>
                  </a:cubicBezTo>
                  <a:cubicBezTo>
                    <a:pt x="237" y="1263"/>
                    <a:pt x="233" y="1265"/>
                    <a:pt x="229" y="1267"/>
                  </a:cubicBezTo>
                  <a:cubicBezTo>
                    <a:pt x="218" y="1271"/>
                    <a:pt x="214" y="1278"/>
                    <a:pt x="211" y="1275"/>
                  </a:cubicBezTo>
                  <a:cubicBezTo>
                    <a:pt x="241" y="1245"/>
                    <a:pt x="262" y="1234"/>
                    <a:pt x="291" y="1222"/>
                  </a:cubicBezTo>
                  <a:cubicBezTo>
                    <a:pt x="352" y="1187"/>
                    <a:pt x="356" y="1194"/>
                    <a:pt x="360" y="1189"/>
                  </a:cubicBezTo>
                  <a:cubicBezTo>
                    <a:pt x="397" y="1173"/>
                    <a:pt x="401" y="1169"/>
                    <a:pt x="405" y="1169"/>
                  </a:cubicBezTo>
                  <a:cubicBezTo>
                    <a:pt x="461" y="1128"/>
                    <a:pt x="482" y="1115"/>
                    <a:pt x="495" y="1100"/>
                  </a:cubicBezTo>
                  <a:cubicBezTo>
                    <a:pt x="532" y="1063"/>
                    <a:pt x="536" y="1059"/>
                    <a:pt x="536" y="1055"/>
                  </a:cubicBezTo>
                  <a:cubicBezTo>
                    <a:pt x="492" y="1093"/>
                    <a:pt x="491" y="1097"/>
                    <a:pt x="486" y="1101"/>
                  </a:cubicBezTo>
                  <a:cubicBezTo>
                    <a:pt x="470" y="1111"/>
                    <a:pt x="468" y="1118"/>
                    <a:pt x="461" y="1121"/>
                  </a:cubicBezTo>
                  <a:cubicBezTo>
                    <a:pt x="441" y="1135"/>
                    <a:pt x="439" y="1138"/>
                    <a:pt x="438" y="1141"/>
                  </a:cubicBezTo>
                  <a:cubicBezTo>
                    <a:pt x="395" y="1165"/>
                    <a:pt x="389" y="1166"/>
                    <a:pt x="384" y="1167"/>
                  </a:cubicBezTo>
                  <a:cubicBezTo>
                    <a:pt x="366" y="1175"/>
                    <a:pt x="360" y="1181"/>
                    <a:pt x="354" y="1181"/>
                  </a:cubicBezTo>
                  <a:cubicBezTo>
                    <a:pt x="336" y="1190"/>
                    <a:pt x="330" y="1193"/>
                    <a:pt x="324" y="1196"/>
                  </a:cubicBezTo>
                  <a:cubicBezTo>
                    <a:pt x="289" y="1212"/>
                    <a:pt x="274" y="1219"/>
                    <a:pt x="259" y="1226"/>
                  </a:cubicBezTo>
                  <a:cubicBezTo>
                    <a:pt x="235" y="1240"/>
                    <a:pt x="227" y="1244"/>
                    <a:pt x="224" y="1249"/>
                  </a:cubicBezTo>
                  <a:cubicBezTo>
                    <a:pt x="202" y="1270"/>
                    <a:pt x="193" y="1272"/>
                    <a:pt x="192" y="1269"/>
                  </a:cubicBezTo>
                  <a:cubicBezTo>
                    <a:pt x="215" y="1249"/>
                    <a:pt x="212" y="1245"/>
                    <a:pt x="217" y="1243"/>
                  </a:cubicBezTo>
                  <a:cubicBezTo>
                    <a:pt x="243" y="1226"/>
                    <a:pt x="244" y="1223"/>
                    <a:pt x="250" y="1220"/>
                  </a:cubicBezTo>
                  <a:cubicBezTo>
                    <a:pt x="326" y="1181"/>
                    <a:pt x="340" y="1175"/>
                    <a:pt x="358" y="1169"/>
                  </a:cubicBezTo>
                  <a:cubicBezTo>
                    <a:pt x="494" y="1080"/>
                    <a:pt x="512" y="1077"/>
                    <a:pt x="512" y="1063"/>
                  </a:cubicBezTo>
                  <a:cubicBezTo>
                    <a:pt x="460" y="1106"/>
                    <a:pt x="454" y="1105"/>
                    <a:pt x="447" y="1112"/>
                  </a:cubicBezTo>
                  <a:cubicBezTo>
                    <a:pt x="401" y="1139"/>
                    <a:pt x="397" y="1141"/>
                    <a:pt x="392" y="1144"/>
                  </a:cubicBezTo>
                  <a:cubicBezTo>
                    <a:pt x="299" y="1182"/>
                    <a:pt x="278" y="1194"/>
                    <a:pt x="258" y="1204"/>
                  </a:cubicBezTo>
                  <a:cubicBezTo>
                    <a:pt x="222" y="1232"/>
                    <a:pt x="219" y="1228"/>
                    <a:pt x="215" y="1233"/>
                  </a:cubicBezTo>
                  <a:cubicBezTo>
                    <a:pt x="191" y="1248"/>
                    <a:pt x="198" y="1246"/>
                    <a:pt x="198" y="1243"/>
                  </a:cubicBezTo>
                  <a:cubicBezTo>
                    <a:pt x="210" y="1232"/>
                    <a:pt x="218" y="1227"/>
                    <a:pt x="221" y="1221"/>
                  </a:cubicBezTo>
                  <a:cubicBezTo>
                    <a:pt x="275" y="1187"/>
                    <a:pt x="293" y="1174"/>
                    <a:pt x="310" y="1167"/>
                  </a:cubicBezTo>
                  <a:cubicBezTo>
                    <a:pt x="378" y="1137"/>
                    <a:pt x="377" y="1130"/>
                    <a:pt x="382" y="1132"/>
                  </a:cubicBezTo>
                  <a:cubicBezTo>
                    <a:pt x="433" y="1103"/>
                    <a:pt x="436" y="1100"/>
                    <a:pt x="437" y="1102"/>
                  </a:cubicBezTo>
                  <a:cubicBezTo>
                    <a:pt x="461" y="1086"/>
                    <a:pt x="465" y="1087"/>
                    <a:pt x="471" y="1080"/>
                  </a:cubicBezTo>
                  <a:cubicBezTo>
                    <a:pt x="502" y="1058"/>
                    <a:pt x="506" y="1058"/>
                    <a:pt x="511" y="1054"/>
                  </a:cubicBezTo>
                  <a:cubicBezTo>
                    <a:pt x="567" y="1001"/>
                    <a:pt x="569" y="996"/>
                    <a:pt x="573" y="991"/>
                  </a:cubicBezTo>
                  <a:cubicBezTo>
                    <a:pt x="512" y="1042"/>
                    <a:pt x="492" y="1060"/>
                    <a:pt x="472" y="1069"/>
                  </a:cubicBezTo>
                  <a:cubicBezTo>
                    <a:pt x="445" y="1085"/>
                    <a:pt x="440" y="1093"/>
                    <a:pt x="436" y="1090"/>
                  </a:cubicBezTo>
                  <a:cubicBezTo>
                    <a:pt x="383" y="1123"/>
                    <a:pt x="380" y="1120"/>
                    <a:pt x="375" y="1125"/>
                  </a:cubicBezTo>
                  <a:cubicBezTo>
                    <a:pt x="301" y="1163"/>
                    <a:pt x="285" y="1166"/>
                    <a:pt x="266" y="1181"/>
                  </a:cubicBezTo>
                  <a:cubicBezTo>
                    <a:pt x="238" y="1199"/>
                    <a:pt x="226" y="1210"/>
                    <a:pt x="218" y="1211"/>
                  </a:cubicBezTo>
                  <a:cubicBezTo>
                    <a:pt x="195" y="1226"/>
                    <a:pt x="199" y="1221"/>
                    <a:pt x="198" y="1216"/>
                  </a:cubicBezTo>
                  <a:cubicBezTo>
                    <a:pt x="230" y="1183"/>
                    <a:pt x="233" y="1182"/>
                    <a:pt x="238" y="1177"/>
                  </a:cubicBezTo>
                  <a:cubicBezTo>
                    <a:pt x="319" y="1129"/>
                    <a:pt x="328" y="1123"/>
                    <a:pt x="336" y="1121"/>
                  </a:cubicBezTo>
                  <a:cubicBezTo>
                    <a:pt x="493" y="1012"/>
                    <a:pt x="511" y="1000"/>
                    <a:pt x="526" y="986"/>
                  </a:cubicBezTo>
                  <a:cubicBezTo>
                    <a:pt x="552" y="958"/>
                    <a:pt x="551" y="956"/>
                    <a:pt x="554" y="954"/>
                  </a:cubicBezTo>
                  <a:cubicBezTo>
                    <a:pt x="522" y="977"/>
                    <a:pt x="521" y="987"/>
                    <a:pt x="507" y="995"/>
                  </a:cubicBezTo>
                  <a:cubicBezTo>
                    <a:pt x="490" y="1009"/>
                    <a:pt x="487" y="1013"/>
                    <a:pt x="482" y="1018"/>
                  </a:cubicBezTo>
                  <a:cubicBezTo>
                    <a:pt x="358" y="1100"/>
                    <a:pt x="341" y="1103"/>
                    <a:pt x="333" y="1113"/>
                  </a:cubicBezTo>
                  <a:cubicBezTo>
                    <a:pt x="251" y="1161"/>
                    <a:pt x="227" y="1171"/>
                    <a:pt x="214" y="1187"/>
                  </a:cubicBezTo>
                  <a:cubicBezTo>
                    <a:pt x="211" y="1186"/>
                    <a:pt x="210" y="1183"/>
                    <a:pt x="213" y="1180"/>
                  </a:cubicBezTo>
                  <a:cubicBezTo>
                    <a:pt x="242" y="1151"/>
                    <a:pt x="248" y="1147"/>
                    <a:pt x="259" y="1137"/>
                  </a:cubicBezTo>
                  <a:cubicBezTo>
                    <a:pt x="360" y="1078"/>
                    <a:pt x="373" y="1070"/>
                    <a:pt x="393" y="1055"/>
                  </a:cubicBezTo>
                  <a:cubicBezTo>
                    <a:pt x="452" y="1010"/>
                    <a:pt x="460" y="1010"/>
                    <a:pt x="463" y="1005"/>
                  </a:cubicBezTo>
                  <a:cubicBezTo>
                    <a:pt x="524" y="947"/>
                    <a:pt x="530" y="944"/>
                    <a:pt x="532" y="940"/>
                  </a:cubicBezTo>
                  <a:cubicBezTo>
                    <a:pt x="561" y="903"/>
                    <a:pt x="566" y="896"/>
                    <a:pt x="574" y="890"/>
                  </a:cubicBezTo>
                  <a:cubicBezTo>
                    <a:pt x="547" y="899"/>
                    <a:pt x="543" y="903"/>
                    <a:pt x="537" y="907"/>
                  </a:cubicBezTo>
                  <a:cubicBezTo>
                    <a:pt x="522" y="918"/>
                    <a:pt x="523" y="921"/>
                    <a:pt x="519" y="922"/>
                  </a:cubicBezTo>
                  <a:cubicBezTo>
                    <a:pt x="491" y="945"/>
                    <a:pt x="485" y="954"/>
                    <a:pt x="474" y="962"/>
                  </a:cubicBezTo>
                  <a:cubicBezTo>
                    <a:pt x="396" y="1023"/>
                    <a:pt x="387" y="1030"/>
                    <a:pt x="378" y="1037"/>
                  </a:cubicBezTo>
                  <a:cubicBezTo>
                    <a:pt x="323" y="1067"/>
                    <a:pt x="317" y="1067"/>
                    <a:pt x="311" y="1070"/>
                  </a:cubicBezTo>
                  <a:cubicBezTo>
                    <a:pt x="262" y="1102"/>
                    <a:pt x="259" y="1103"/>
                    <a:pt x="256" y="1103"/>
                  </a:cubicBezTo>
                  <a:cubicBezTo>
                    <a:pt x="244" y="1115"/>
                    <a:pt x="236" y="1116"/>
                    <a:pt x="239" y="1120"/>
                  </a:cubicBezTo>
                  <a:cubicBezTo>
                    <a:pt x="222" y="1136"/>
                    <a:pt x="217" y="1144"/>
                    <a:pt x="214" y="1140"/>
                  </a:cubicBezTo>
                  <a:cubicBezTo>
                    <a:pt x="260" y="1090"/>
                    <a:pt x="271" y="1086"/>
                    <a:pt x="296" y="1066"/>
                  </a:cubicBezTo>
                  <a:cubicBezTo>
                    <a:pt x="418" y="989"/>
                    <a:pt x="425" y="977"/>
                    <a:pt x="430" y="979"/>
                  </a:cubicBezTo>
                  <a:cubicBezTo>
                    <a:pt x="451" y="961"/>
                    <a:pt x="456" y="956"/>
                    <a:pt x="465" y="947"/>
                  </a:cubicBezTo>
                  <a:cubicBezTo>
                    <a:pt x="540" y="892"/>
                    <a:pt x="549" y="886"/>
                    <a:pt x="560" y="878"/>
                  </a:cubicBezTo>
                  <a:cubicBezTo>
                    <a:pt x="587" y="870"/>
                    <a:pt x="592" y="858"/>
                    <a:pt x="594" y="863"/>
                  </a:cubicBezTo>
                  <a:cubicBezTo>
                    <a:pt x="625" y="848"/>
                    <a:pt x="636" y="854"/>
                    <a:pt x="633" y="845"/>
                  </a:cubicBezTo>
                  <a:cubicBezTo>
                    <a:pt x="574" y="858"/>
                    <a:pt x="566" y="857"/>
                    <a:pt x="557" y="863"/>
                  </a:cubicBezTo>
                  <a:cubicBezTo>
                    <a:pt x="523" y="876"/>
                    <a:pt x="515" y="880"/>
                    <a:pt x="508" y="884"/>
                  </a:cubicBezTo>
                  <a:cubicBezTo>
                    <a:pt x="420" y="945"/>
                    <a:pt x="411" y="951"/>
                    <a:pt x="402" y="958"/>
                  </a:cubicBezTo>
                  <a:cubicBezTo>
                    <a:pt x="299" y="1027"/>
                    <a:pt x="297" y="1029"/>
                    <a:pt x="295" y="1030"/>
                  </a:cubicBezTo>
                  <a:cubicBezTo>
                    <a:pt x="255" y="1062"/>
                    <a:pt x="252" y="1067"/>
                    <a:pt x="244" y="1072"/>
                  </a:cubicBezTo>
                  <a:cubicBezTo>
                    <a:pt x="230" y="1081"/>
                    <a:pt x="230" y="1077"/>
                    <a:pt x="232" y="1073"/>
                  </a:cubicBezTo>
                  <a:cubicBezTo>
                    <a:pt x="251" y="1057"/>
                    <a:pt x="253" y="1055"/>
                    <a:pt x="257" y="1053"/>
                  </a:cubicBezTo>
                  <a:cubicBezTo>
                    <a:pt x="293" y="1015"/>
                    <a:pt x="296" y="1017"/>
                    <a:pt x="300" y="1014"/>
                  </a:cubicBezTo>
                  <a:cubicBezTo>
                    <a:pt x="333" y="985"/>
                    <a:pt x="335" y="986"/>
                    <a:pt x="336" y="986"/>
                  </a:cubicBezTo>
                  <a:cubicBezTo>
                    <a:pt x="380" y="950"/>
                    <a:pt x="404" y="938"/>
                    <a:pt x="433" y="916"/>
                  </a:cubicBezTo>
                  <a:cubicBezTo>
                    <a:pt x="492" y="885"/>
                    <a:pt x="501" y="881"/>
                    <a:pt x="511" y="874"/>
                  </a:cubicBezTo>
                  <a:cubicBezTo>
                    <a:pt x="540" y="857"/>
                    <a:pt x="552" y="855"/>
                    <a:pt x="561" y="848"/>
                  </a:cubicBezTo>
                  <a:cubicBezTo>
                    <a:pt x="574" y="833"/>
                    <a:pt x="569" y="837"/>
                    <a:pt x="565" y="840"/>
                  </a:cubicBezTo>
                  <a:cubicBezTo>
                    <a:pt x="512" y="866"/>
                    <a:pt x="509" y="864"/>
                    <a:pt x="505" y="869"/>
                  </a:cubicBezTo>
                  <a:cubicBezTo>
                    <a:pt x="416" y="917"/>
                    <a:pt x="406" y="926"/>
                    <a:pt x="373" y="944"/>
                  </a:cubicBezTo>
                  <a:cubicBezTo>
                    <a:pt x="332" y="978"/>
                    <a:pt x="317" y="986"/>
                    <a:pt x="306" y="995"/>
                  </a:cubicBezTo>
                  <a:cubicBezTo>
                    <a:pt x="253" y="1040"/>
                    <a:pt x="256" y="1048"/>
                    <a:pt x="251" y="1045"/>
                  </a:cubicBezTo>
                  <a:cubicBezTo>
                    <a:pt x="235" y="1052"/>
                    <a:pt x="237" y="1048"/>
                    <a:pt x="241" y="1044"/>
                  </a:cubicBezTo>
                  <a:cubicBezTo>
                    <a:pt x="310" y="977"/>
                    <a:pt x="362" y="934"/>
                    <a:pt x="419" y="899"/>
                  </a:cubicBezTo>
                  <a:cubicBezTo>
                    <a:pt x="482" y="869"/>
                    <a:pt x="481" y="865"/>
                    <a:pt x="487" y="864"/>
                  </a:cubicBezTo>
                  <a:cubicBezTo>
                    <a:pt x="513" y="858"/>
                    <a:pt x="519" y="848"/>
                    <a:pt x="522" y="852"/>
                  </a:cubicBezTo>
                  <a:cubicBezTo>
                    <a:pt x="583" y="826"/>
                    <a:pt x="598" y="821"/>
                    <a:pt x="613" y="815"/>
                  </a:cubicBezTo>
                  <a:cubicBezTo>
                    <a:pt x="578" y="820"/>
                    <a:pt x="572" y="828"/>
                    <a:pt x="567" y="826"/>
                  </a:cubicBezTo>
                  <a:cubicBezTo>
                    <a:pt x="541" y="835"/>
                    <a:pt x="538" y="835"/>
                    <a:pt x="536" y="837"/>
                  </a:cubicBezTo>
                  <a:cubicBezTo>
                    <a:pt x="509" y="843"/>
                    <a:pt x="505" y="850"/>
                    <a:pt x="502" y="851"/>
                  </a:cubicBezTo>
                  <a:cubicBezTo>
                    <a:pt x="480" y="859"/>
                    <a:pt x="474" y="860"/>
                    <a:pt x="468" y="866"/>
                  </a:cubicBezTo>
                  <a:cubicBezTo>
                    <a:pt x="423" y="890"/>
                    <a:pt x="421" y="886"/>
                    <a:pt x="417" y="890"/>
                  </a:cubicBezTo>
                  <a:cubicBezTo>
                    <a:pt x="390" y="907"/>
                    <a:pt x="385" y="911"/>
                    <a:pt x="380" y="914"/>
                  </a:cubicBezTo>
                  <a:cubicBezTo>
                    <a:pt x="361" y="927"/>
                    <a:pt x="350" y="937"/>
                    <a:pt x="335" y="947"/>
                  </a:cubicBezTo>
                  <a:cubicBezTo>
                    <a:pt x="277" y="996"/>
                    <a:pt x="275" y="1001"/>
                    <a:pt x="266" y="1004"/>
                  </a:cubicBezTo>
                  <a:cubicBezTo>
                    <a:pt x="252" y="1019"/>
                    <a:pt x="249" y="1014"/>
                    <a:pt x="250" y="1013"/>
                  </a:cubicBezTo>
                  <a:cubicBezTo>
                    <a:pt x="261" y="1003"/>
                    <a:pt x="262" y="1003"/>
                    <a:pt x="262" y="1002"/>
                  </a:cubicBezTo>
                  <a:cubicBezTo>
                    <a:pt x="283" y="983"/>
                    <a:pt x="288" y="972"/>
                    <a:pt x="297" y="962"/>
                  </a:cubicBezTo>
                  <a:cubicBezTo>
                    <a:pt x="358" y="911"/>
                    <a:pt x="362" y="915"/>
                    <a:pt x="367" y="909"/>
                  </a:cubicBezTo>
                  <a:cubicBezTo>
                    <a:pt x="396" y="889"/>
                    <a:pt x="399" y="896"/>
                    <a:pt x="403" y="891"/>
                  </a:cubicBezTo>
                  <a:cubicBezTo>
                    <a:pt x="418" y="884"/>
                    <a:pt x="423" y="872"/>
                    <a:pt x="425" y="877"/>
                  </a:cubicBezTo>
                  <a:cubicBezTo>
                    <a:pt x="466" y="855"/>
                    <a:pt x="478" y="855"/>
                    <a:pt x="492" y="844"/>
                  </a:cubicBezTo>
                  <a:cubicBezTo>
                    <a:pt x="573" y="801"/>
                    <a:pt x="571" y="802"/>
                    <a:pt x="578" y="796"/>
                  </a:cubicBezTo>
                  <a:cubicBezTo>
                    <a:pt x="604" y="774"/>
                    <a:pt x="612" y="772"/>
                    <a:pt x="609" y="769"/>
                  </a:cubicBezTo>
                  <a:cubicBezTo>
                    <a:pt x="526" y="821"/>
                    <a:pt x="519" y="826"/>
                    <a:pt x="513" y="829"/>
                  </a:cubicBezTo>
                  <a:cubicBezTo>
                    <a:pt x="463" y="847"/>
                    <a:pt x="455" y="856"/>
                    <a:pt x="450" y="854"/>
                  </a:cubicBezTo>
                  <a:cubicBezTo>
                    <a:pt x="390" y="884"/>
                    <a:pt x="378" y="893"/>
                    <a:pt x="368" y="897"/>
                  </a:cubicBezTo>
                  <a:cubicBezTo>
                    <a:pt x="338" y="920"/>
                    <a:pt x="335" y="923"/>
                    <a:pt x="332" y="925"/>
                  </a:cubicBezTo>
                  <a:cubicBezTo>
                    <a:pt x="316" y="936"/>
                    <a:pt x="308" y="942"/>
                    <a:pt x="301" y="947"/>
                  </a:cubicBezTo>
                  <a:cubicBezTo>
                    <a:pt x="265" y="982"/>
                    <a:pt x="261" y="986"/>
                    <a:pt x="258" y="990"/>
                  </a:cubicBezTo>
                  <a:cubicBezTo>
                    <a:pt x="267" y="967"/>
                    <a:pt x="265" y="971"/>
                    <a:pt x="270" y="972"/>
                  </a:cubicBezTo>
                  <a:cubicBezTo>
                    <a:pt x="317" y="926"/>
                    <a:pt x="316" y="922"/>
                    <a:pt x="337" y="912"/>
                  </a:cubicBezTo>
                  <a:cubicBezTo>
                    <a:pt x="446" y="842"/>
                    <a:pt x="455" y="842"/>
                    <a:pt x="463" y="838"/>
                  </a:cubicBezTo>
                  <a:cubicBezTo>
                    <a:pt x="475" y="832"/>
                    <a:pt x="476" y="831"/>
                    <a:pt x="477" y="830"/>
                  </a:cubicBezTo>
                  <a:cubicBezTo>
                    <a:pt x="595" y="755"/>
                    <a:pt x="608" y="750"/>
                    <a:pt x="608" y="743"/>
                  </a:cubicBezTo>
                  <a:cubicBezTo>
                    <a:pt x="591" y="754"/>
                    <a:pt x="593" y="752"/>
                    <a:pt x="587" y="758"/>
                  </a:cubicBezTo>
                  <a:cubicBezTo>
                    <a:pt x="552" y="781"/>
                    <a:pt x="553" y="785"/>
                    <a:pt x="549" y="783"/>
                  </a:cubicBezTo>
                  <a:cubicBezTo>
                    <a:pt x="516" y="799"/>
                    <a:pt x="510" y="807"/>
                    <a:pt x="506" y="809"/>
                  </a:cubicBezTo>
                  <a:cubicBezTo>
                    <a:pt x="432" y="848"/>
                    <a:pt x="425" y="843"/>
                    <a:pt x="423" y="847"/>
                  </a:cubicBezTo>
                  <a:cubicBezTo>
                    <a:pt x="403" y="861"/>
                    <a:pt x="400" y="858"/>
                    <a:pt x="396" y="861"/>
                  </a:cubicBezTo>
                  <a:cubicBezTo>
                    <a:pt x="290" y="934"/>
                    <a:pt x="289" y="937"/>
                    <a:pt x="284" y="940"/>
                  </a:cubicBezTo>
                  <a:cubicBezTo>
                    <a:pt x="283" y="932"/>
                    <a:pt x="287" y="928"/>
                    <a:pt x="289" y="924"/>
                  </a:cubicBezTo>
                  <a:cubicBezTo>
                    <a:pt x="318" y="903"/>
                    <a:pt x="325" y="895"/>
                    <a:pt x="335" y="888"/>
                  </a:cubicBezTo>
                  <a:cubicBezTo>
                    <a:pt x="381" y="857"/>
                    <a:pt x="388" y="853"/>
                    <a:pt x="394" y="848"/>
                  </a:cubicBezTo>
                  <a:cubicBezTo>
                    <a:pt x="445" y="830"/>
                    <a:pt x="450" y="818"/>
                    <a:pt x="452" y="823"/>
                  </a:cubicBezTo>
                  <a:cubicBezTo>
                    <a:pt x="472" y="813"/>
                    <a:pt x="472" y="811"/>
                    <a:pt x="474" y="812"/>
                  </a:cubicBezTo>
                  <a:cubicBezTo>
                    <a:pt x="492" y="804"/>
                    <a:pt x="496" y="802"/>
                    <a:pt x="499" y="799"/>
                  </a:cubicBezTo>
                  <a:cubicBezTo>
                    <a:pt x="522" y="787"/>
                    <a:pt x="529" y="784"/>
                    <a:pt x="536" y="782"/>
                  </a:cubicBezTo>
                  <a:cubicBezTo>
                    <a:pt x="594" y="740"/>
                    <a:pt x="604" y="733"/>
                    <a:pt x="613" y="727"/>
                  </a:cubicBezTo>
                  <a:cubicBezTo>
                    <a:pt x="629" y="708"/>
                    <a:pt x="626" y="710"/>
                    <a:pt x="623" y="712"/>
                  </a:cubicBezTo>
                  <a:cubicBezTo>
                    <a:pt x="614" y="719"/>
                    <a:pt x="612" y="720"/>
                    <a:pt x="611" y="720"/>
                  </a:cubicBezTo>
                  <a:cubicBezTo>
                    <a:pt x="602" y="727"/>
                    <a:pt x="602" y="731"/>
                    <a:pt x="598" y="733"/>
                  </a:cubicBezTo>
                  <a:cubicBezTo>
                    <a:pt x="578" y="747"/>
                    <a:pt x="571" y="752"/>
                    <a:pt x="564" y="757"/>
                  </a:cubicBezTo>
                  <a:cubicBezTo>
                    <a:pt x="528" y="774"/>
                    <a:pt x="524" y="782"/>
                    <a:pt x="521" y="779"/>
                  </a:cubicBezTo>
                  <a:cubicBezTo>
                    <a:pt x="466" y="806"/>
                    <a:pt x="462" y="809"/>
                    <a:pt x="459" y="809"/>
                  </a:cubicBezTo>
                  <a:cubicBezTo>
                    <a:pt x="423" y="827"/>
                    <a:pt x="420" y="825"/>
                    <a:pt x="416" y="827"/>
                  </a:cubicBezTo>
                  <a:cubicBezTo>
                    <a:pt x="347" y="870"/>
                    <a:pt x="336" y="878"/>
                    <a:pt x="325" y="885"/>
                  </a:cubicBezTo>
                  <a:cubicBezTo>
                    <a:pt x="302" y="902"/>
                    <a:pt x="299" y="905"/>
                    <a:pt x="297" y="904"/>
                  </a:cubicBezTo>
                  <a:cubicBezTo>
                    <a:pt x="342" y="859"/>
                    <a:pt x="352" y="856"/>
                    <a:pt x="352" y="851"/>
                  </a:cubicBezTo>
                  <a:cubicBezTo>
                    <a:pt x="384" y="833"/>
                    <a:pt x="390" y="829"/>
                    <a:pt x="403" y="820"/>
                  </a:cubicBezTo>
                  <a:cubicBezTo>
                    <a:pt x="434" y="799"/>
                    <a:pt x="448" y="797"/>
                    <a:pt x="456" y="791"/>
                  </a:cubicBezTo>
                  <a:cubicBezTo>
                    <a:pt x="491" y="772"/>
                    <a:pt x="498" y="776"/>
                    <a:pt x="509" y="765"/>
                  </a:cubicBezTo>
                  <a:cubicBezTo>
                    <a:pt x="550" y="750"/>
                    <a:pt x="561" y="743"/>
                    <a:pt x="571" y="740"/>
                  </a:cubicBezTo>
                  <a:cubicBezTo>
                    <a:pt x="650" y="685"/>
                    <a:pt x="651" y="680"/>
                    <a:pt x="658" y="677"/>
                  </a:cubicBezTo>
                  <a:cubicBezTo>
                    <a:pt x="663" y="670"/>
                    <a:pt x="651" y="676"/>
                    <a:pt x="643" y="686"/>
                  </a:cubicBezTo>
                  <a:cubicBezTo>
                    <a:pt x="557" y="738"/>
                    <a:pt x="549" y="738"/>
                    <a:pt x="541" y="745"/>
                  </a:cubicBezTo>
                  <a:cubicBezTo>
                    <a:pt x="457" y="783"/>
                    <a:pt x="447" y="787"/>
                    <a:pt x="438" y="789"/>
                  </a:cubicBezTo>
                  <a:cubicBezTo>
                    <a:pt x="417" y="807"/>
                    <a:pt x="409" y="804"/>
                    <a:pt x="401" y="811"/>
                  </a:cubicBezTo>
                  <a:cubicBezTo>
                    <a:pt x="339" y="851"/>
                    <a:pt x="338" y="856"/>
                    <a:pt x="329" y="860"/>
                  </a:cubicBezTo>
                  <a:cubicBezTo>
                    <a:pt x="311" y="871"/>
                    <a:pt x="311" y="863"/>
                    <a:pt x="308" y="866"/>
                  </a:cubicBezTo>
                  <a:cubicBezTo>
                    <a:pt x="324" y="849"/>
                    <a:pt x="327" y="851"/>
                    <a:pt x="327" y="847"/>
                  </a:cubicBezTo>
                  <a:cubicBezTo>
                    <a:pt x="429" y="785"/>
                    <a:pt x="430" y="783"/>
                    <a:pt x="438" y="779"/>
                  </a:cubicBezTo>
                  <a:cubicBezTo>
                    <a:pt x="489" y="753"/>
                    <a:pt x="491" y="753"/>
                    <a:pt x="494" y="751"/>
                  </a:cubicBezTo>
                  <a:cubicBezTo>
                    <a:pt x="546" y="730"/>
                    <a:pt x="551" y="722"/>
                    <a:pt x="554" y="725"/>
                  </a:cubicBezTo>
                  <a:cubicBezTo>
                    <a:pt x="553" y="723"/>
                    <a:pt x="551" y="717"/>
                    <a:pt x="547" y="723"/>
                  </a:cubicBezTo>
                  <a:cubicBezTo>
                    <a:pt x="515" y="736"/>
                    <a:pt x="513" y="732"/>
                    <a:pt x="509" y="735"/>
                  </a:cubicBezTo>
                  <a:cubicBezTo>
                    <a:pt x="487" y="740"/>
                    <a:pt x="482" y="748"/>
                    <a:pt x="479" y="745"/>
                  </a:cubicBezTo>
                  <a:cubicBezTo>
                    <a:pt x="397" y="793"/>
                    <a:pt x="390" y="796"/>
                    <a:pt x="382" y="800"/>
                  </a:cubicBezTo>
                  <a:cubicBezTo>
                    <a:pt x="344" y="825"/>
                    <a:pt x="339" y="829"/>
                    <a:pt x="334" y="833"/>
                  </a:cubicBezTo>
                  <a:cubicBezTo>
                    <a:pt x="346" y="804"/>
                    <a:pt x="361" y="789"/>
                    <a:pt x="375" y="781"/>
                  </a:cubicBezTo>
                  <a:cubicBezTo>
                    <a:pt x="397" y="767"/>
                    <a:pt x="400" y="765"/>
                    <a:pt x="404" y="763"/>
                  </a:cubicBezTo>
                  <a:cubicBezTo>
                    <a:pt x="478" y="727"/>
                    <a:pt x="484" y="727"/>
                    <a:pt x="492" y="721"/>
                  </a:cubicBezTo>
                  <a:cubicBezTo>
                    <a:pt x="514" y="719"/>
                    <a:pt x="521" y="711"/>
                    <a:pt x="527" y="713"/>
                  </a:cubicBezTo>
                  <a:cubicBezTo>
                    <a:pt x="573" y="696"/>
                    <a:pt x="580" y="692"/>
                    <a:pt x="587" y="689"/>
                  </a:cubicBezTo>
                  <a:cubicBezTo>
                    <a:pt x="627" y="664"/>
                    <a:pt x="637" y="667"/>
                    <a:pt x="634" y="660"/>
                  </a:cubicBezTo>
                  <a:cubicBezTo>
                    <a:pt x="534" y="701"/>
                    <a:pt x="528" y="701"/>
                    <a:pt x="521" y="705"/>
                  </a:cubicBezTo>
                  <a:cubicBezTo>
                    <a:pt x="490" y="707"/>
                    <a:pt x="495" y="713"/>
                    <a:pt x="501" y="707"/>
                  </a:cubicBezTo>
                  <a:cubicBezTo>
                    <a:pt x="543" y="697"/>
                    <a:pt x="550" y="686"/>
                    <a:pt x="556" y="687"/>
                  </a:cubicBezTo>
                  <a:cubicBezTo>
                    <a:pt x="578" y="682"/>
                    <a:pt x="584" y="677"/>
                    <a:pt x="590" y="677"/>
                  </a:cubicBezTo>
                  <a:cubicBezTo>
                    <a:pt x="643" y="648"/>
                    <a:pt x="657" y="643"/>
                    <a:pt x="673" y="629"/>
                  </a:cubicBezTo>
                  <a:cubicBezTo>
                    <a:pt x="647" y="645"/>
                    <a:pt x="643" y="645"/>
                    <a:pt x="641" y="645"/>
                  </a:cubicBezTo>
                  <a:cubicBezTo>
                    <a:pt x="611" y="659"/>
                    <a:pt x="604" y="666"/>
                    <a:pt x="597" y="667"/>
                  </a:cubicBezTo>
                  <a:cubicBezTo>
                    <a:pt x="556" y="675"/>
                    <a:pt x="551" y="687"/>
                    <a:pt x="549" y="682"/>
                  </a:cubicBezTo>
                  <a:cubicBezTo>
                    <a:pt x="516" y="695"/>
                    <a:pt x="514" y="691"/>
                    <a:pt x="510" y="696"/>
                  </a:cubicBezTo>
                  <a:cubicBezTo>
                    <a:pt x="487" y="704"/>
                    <a:pt x="483" y="706"/>
                    <a:pt x="480" y="705"/>
                  </a:cubicBezTo>
                  <a:cubicBezTo>
                    <a:pt x="454" y="716"/>
                    <a:pt x="446" y="720"/>
                    <a:pt x="441" y="723"/>
                  </a:cubicBezTo>
                  <a:cubicBezTo>
                    <a:pt x="430" y="731"/>
                    <a:pt x="427" y="727"/>
                    <a:pt x="423" y="731"/>
                  </a:cubicBezTo>
                  <a:cubicBezTo>
                    <a:pt x="386" y="755"/>
                    <a:pt x="382" y="753"/>
                    <a:pt x="377" y="757"/>
                  </a:cubicBezTo>
                  <a:cubicBezTo>
                    <a:pt x="347" y="769"/>
                    <a:pt x="358" y="764"/>
                    <a:pt x="366" y="758"/>
                  </a:cubicBezTo>
                  <a:cubicBezTo>
                    <a:pt x="409" y="728"/>
                    <a:pt x="417" y="725"/>
                    <a:pt x="425" y="718"/>
                  </a:cubicBezTo>
                  <a:cubicBezTo>
                    <a:pt x="571" y="656"/>
                    <a:pt x="601" y="640"/>
                    <a:pt x="630" y="626"/>
                  </a:cubicBezTo>
                  <a:cubicBezTo>
                    <a:pt x="661" y="605"/>
                    <a:pt x="663" y="601"/>
                    <a:pt x="664" y="599"/>
                  </a:cubicBezTo>
                  <a:cubicBezTo>
                    <a:pt x="642" y="607"/>
                    <a:pt x="637" y="615"/>
                    <a:pt x="632" y="617"/>
                  </a:cubicBezTo>
                  <a:cubicBezTo>
                    <a:pt x="575" y="644"/>
                    <a:pt x="557" y="653"/>
                    <a:pt x="540" y="659"/>
                  </a:cubicBezTo>
                  <a:cubicBezTo>
                    <a:pt x="479" y="687"/>
                    <a:pt x="471" y="684"/>
                    <a:pt x="462" y="691"/>
                  </a:cubicBezTo>
                  <a:cubicBezTo>
                    <a:pt x="418" y="713"/>
                    <a:pt x="415" y="715"/>
                    <a:pt x="412" y="717"/>
                  </a:cubicBezTo>
                  <a:cubicBezTo>
                    <a:pt x="381" y="734"/>
                    <a:pt x="377" y="737"/>
                    <a:pt x="373" y="740"/>
                  </a:cubicBezTo>
                  <a:cubicBezTo>
                    <a:pt x="385" y="720"/>
                    <a:pt x="404" y="707"/>
                    <a:pt x="421" y="696"/>
                  </a:cubicBezTo>
                  <a:cubicBezTo>
                    <a:pt x="473" y="672"/>
                    <a:pt x="478" y="677"/>
                    <a:pt x="484" y="670"/>
                  </a:cubicBezTo>
                  <a:cubicBezTo>
                    <a:pt x="519" y="657"/>
                    <a:pt x="524" y="659"/>
                    <a:pt x="529" y="654"/>
                  </a:cubicBezTo>
                  <a:cubicBezTo>
                    <a:pt x="603" y="622"/>
                    <a:pt x="611" y="619"/>
                    <a:pt x="619" y="615"/>
                  </a:cubicBezTo>
                  <a:cubicBezTo>
                    <a:pt x="667" y="570"/>
                    <a:pt x="677" y="568"/>
                    <a:pt x="675" y="564"/>
                  </a:cubicBezTo>
                  <a:cubicBezTo>
                    <a:pt x="719" y="542"/>
                    <a:pt x="725" y="539"/>
                    <a:pt x="730" y="537"/>
                  </a:cubicBezTo>
                  <a:cubicBezTo>
                    <a:pt x="742" y="527"/>
                    <a:pt x="737" y="530"/>
                    <a:pt x="732" y="533"/>
                  </a:cubicBezTo>
                  <a:cubicBezTo>
                    <a:pt x="706" y="538"/>
                    <a:pt x="703" y="542"/>
                    <a:pt x="700" y="544"/>
                  </a:cubicBezTo>
                  <a:cubicBezTo>
                    <a:pt x="637" y="575"/>
                    <a:pt x="629" y="578"/>
                    <a:pt x="622" y="585"/>
                  </a:cubicBezTo>
                  <a:cubicBezTo>
                    <a:pt x="557" y="616"/>
                    <a:pt x="550" y="611"/>
                    <a:pt x="543" y="615"/>
                  </a:cubicBezTo>
                  <a:cubicBezTo>
                    <a:pt x="514" y="623"/>
                    <a:pt x="507" y="625"/>
                    <a:pt x="499" y="630"/>
                  </a:cubicBezTo>
                  <a:cubicBezTo>
                    <a:pt x="469" y="641"/>
                    <a:pt x="463" y="637"/>
                    <a:pt x="455" y="644"/>
                  </a:cubicBezTo>
                  <a:cubicBezTo>
                    <a:pt x="432" y="653"/>
                    <a:pt x="426" y="659"/>
                    <a:pt x="422" y="658"/>
                  </a:cubicBezTo>
                  <a:cubicBezTo>
                    <a:pt x="410" y="660"/>
                    <a:pt x="410" y="653"/>
                    <a:pt x="416" y="648"/>
                  </a:cubicBezTo>
                  <a:cubicBezTo>
                    <a:pt x="439" y="640"/>
                    <a:pt x="445" y="628"/>
                    <a:pt x="447" y="633"/>
                  </a:cubicBezTo>
                  <a:cubicBezTo>
                    <a:pt x="502" y="611"/>
                    <a:pt x="513" y="606"/>
                    <a:pt x="523" y="605"/>
                  </a:cubicBezTo>
                  <a:cubicBezTo>
                    <a:pt x="597" y="583"/>
                    <a:pt x="606" y="581"/>
                    <a:pt x="615" y="576"/>
                  </a:cubicBezTo>
                  <a:cubicBezTo>
                    <a:pt x="655" y="561"/>
                    <a:pt x="660" y="548"/>
                    <a:pt x="663" y="553"/>
                  </a:cubicBezTo>
                  <a:cubicBezTo>
                    <a:pt x="715" y="530"/>
                    <a:pt x="721" y="528"/>
                    <a:pt x="727" y="527"/>
                  </a:cubicBezTo>
                  <a:cubicBezTo>
                    <a:pt x="736" y="512"/>
                    <a:pt x="727" y="524"/>
                    <a:pt x="720" y="520"/>
                  </a:cubicBezTo>
                  <a:cubicBezTo>
                    <a:pt x="677" y="533"/>
                    <a:pt x="673" y="536"/>
                    <a:pt x="668" y="537"/>
                  </a:cubicBezTo>
                  <a:cubicBezTo>
                    <a:pt x="603" y="571"/>
                    <a:pt x="600" y="575"/>
                    <a:pt x="598" y="573"/>
                  </a:cubicBezTo>
                  <a:cubicBezTo>
                    <a:pt x="555" y="592"/>
                    <a:pt x="552" y="588"/>
                    <a:pt x="549" y="589"/>
                  </a:cubicBezTo>
                  <a:cubicBezTo>
                    <a:pt x="507" y="600"/>
                    <a:pt x="504" y="601"/>
                    <a:pt x="501" y="601"/>
                  </a:cubicBezTo>
                  <a:cubicBezTo>
                    <a:pt x="462" y="618"/>
                    <a:pt x="456" y="620"/>
                    <a:pt x="449" y="622"/>
                  </a:cubicBezTo>
                  <a:cubicBezTo>
                    <a:pt x="427" y="627"/>
                    <a:pt x="429" y="624"/>
                    <a:pt x="432" y="622"/>
                  </a:cubicBezTo>
                  <a:cubicBezTo>
                    <a:pt x="464" y="601"/>
                    <a:pt x="476" y="596"/>
                    <a:pt x="488" y="594"/>
                  </a:cubicBezTo>
                  <a:cubicBezTo>
                    <a:pt x="519" y="583"/>
                    <a:pt x="522" y="582"/>
                    <a:pt x="525" y="584"/>
                  </a:cubicBezTo>
                  <a:cubicBezTo>
                    <a:pt x="550" y="574"/>
                    <a:pt x="557" y="572"/>
                    <a:pt x="563" y="571"/>
                  </a:cubicBezTo>
                  <a:cubicBezTo>
                    <a:pt x="588" y="560"/>
                    <a:pt x="594" y="562"/>
                    <a:pt x="600" y="559"/>
                  </a:cubicBezTo>
                  <a:cubicBezTo>
                    <a:pt x="645" y="537"/>
                    <a:pt x="651" y="541"/>
                    <a:pt x="657" y="535"/>
                  </a:cubicBezTo>
                  <a:cubicBezTo>
                    <a:pt x="670" y="528"/>
                    <a:pt x="672" y="530"/>
                    <a:pt x="671" y="528"/>
                  </a:cubicBezTo>
                  <a:cubicBezTo>
                    <a:pt x="707" y="510"/>
                    <a:pt x="711" y="502"/>
                    <a:pt x="714" y="502"/>
                  </a:cubicBezTo>
                  <a:cubicBezTo>
                    <a:pt x="729" y="486"/>
                    <a:pt x="743" y="485"/>
                    <a:pt x="736" y="481"/>
                  </a:cubicBezTo>
                  <a:cubicBezTo>
                    <a:pt x="686" y="515"/>
                    <a:pt x="684" y="515"/>
                    <a:pt x="682" y="515"/>
                  </a:cubicBezTo>
                  <a:cubicBezTo>
                    <a:pt x="660" y="525"/>
                    <a:pt x="654" y="529"/>
                    <a:pt x="648" y="532"/>
                  </a:cubicBezTo>
                  <a:cubicBezTo>
                    <a:pt x="622" y="542"/>
                    <a:pt x="616" y="542"/>
                    <a:pt x="609" y="548"/>
                  </a:cubicBezTo>
                  <a:cubicBezTo>
                    <a:pt x="569" y="562"/>
                    <a:pt x="566" y="558"/>
                    <a:pt x="563" y="561"/>
                  </a:cubicBezTo>
                  <a:cubicBezTo>
                    <a:pt x="541" y="567"/>
                    <a:pt x="537" y="572"/>
                    <a:pt x="535" y="570"/>
                  </a:cubicBezTo>
                  <a:cubicBezTo>
                    <a:pt x="474" y="591"/>
                    <a:pt x="469" y="587"/>
                    <a:pt x="462" y="592"/>
                  </a:cubicBezTo>
                  <a:cubicBezTo>
                    <a:pt x="459" y="582"/>
                    <a:pt x="465" y="573"/>
                    <a:pt x="468" y="576"/>
                  </a:cubicBezTo>
                  <a:cubicBezTo>
                    <a:pt x="497" y="562"/>
                    <a:pt x="501" y="567"/>
                    <a:pt x="506" y="564"/>
                  </a:cubicBezTo>
                  <a:cubicBezTo>
                    <a:pt x="546" y="554"/>
                    <a:pt x="550" y="555"/>
                    <a:pt x="555" y="550"/>
                  </a:cubicBezTo>
                  <a:cubicBezTo>
                    <a:pt x="621" y="530"/>
                    <a:pt x="639" y="521"/>
                    <a:pt x="656" y="514"/>
                  </a:cubicBezTo>
                  <a:cubicBezTo>
                    <a:pt x="724" y="468"/>
                    <a:pt x="727" y="472"/>
                    <a:pt x="731" y="467"/>
                  </a:cubicBezTo>
                  <a:cubicBezTo>
                    <a:pt x="698" y="479"/>
                    <a:pt x="675" y="497"/>
                    <a:pt x="653" y="506"/>
                  </a:cubicBezTo>
                  <a:cubicBezTo>
                    <a:pt x="569" y="540"/>
                    <a:pt x="564" y="539"/>
                    <a:pt x="557" y="543"/>
                  </a:cubicBezTo>
                  <a:cubicBezTo>
                    <a:pt x="520" y="547"/>
                    <a:pt x="515" y="554"/>
                    <a:pt x="512" y="552"/>
                  </a:cubicBezTo>
                  <a:cubicBezTo>
                    <a:pt x="473" y="562"/>
                    <a:pt x="469" y="568"/>
                    <a:pt x="466" y="563"/>
                  </a:cubicBezTo>
                  <a:cubicBezTo>
                    <a:pt x="498" y="545"/>
                    <a:pt x="497" y="541"/>
                    <a:pt x="502" y="539"/>
                  </a:cubicBezTo>
                  <a:cubicBezTo>
                    <a:pt x="563" y="520"/>
                    <a:pt x="573" y="516"/>
                    <a:pt x="581" y="519"/>
                  </a:cubicBezTo>
                  <a:cubicBezTo>
                    <a:pt x="612" y="506"/>
                    <a:pt x="616" y="505"/>
                    <a:pt x="619" y="506"/>
                  </a:cubicBezTo>
                  <a:cubicBezTo>
                    <a:pt x="736" y="443"/>
                    <a:pt x="752" y="427"/>
                    <a:pt x="767" y="422"/>
                  </a:cubicBezTo>
                  <a:cubicBezTo>
                    <a:pt x="792" y="398"/>
                    <a:pt x="801" y="398"/>
                    <a:pt x="799" y="388"/>
                  </a:cubicBezTo>
                  <a:cubicBezTo>
                    <a:pt x="779" y="406"/>
                    <a:pt x="773" y="410"/>
                    <a:pt x="771" y="411"/>
                  </a:cubicBezTo>
                  <a:cubicBezTo>
                    <a:pt x="764" y="417"/>
                    <a:pt x="760" y="419"/>
                    <a:pt x="757" y="421"/>
                  </a:cubicBezTo>
                  <a:cubicBezTo>
                    <a:pt x="698" y="461"/>
                    <a:pt x="694" y="459"/>
                    <a:pt x="692" y="461"/>
                  </a:cubicBezTo>
                  <a:cubicBezTo>
                    <a:pt x="645" y="481"/>
                    <a:pt x="642" y="485"/>
                    <a:pt x="639" y="487"/>
                  </a:cubicBezTo>
                  <a:cubicBezTo>
                    <a:pt x="607" y="499"/>
                    <a:pt x="602" y="499"/>
                    <a:pt x="597" y="503"/>
                  </a:cubicBezTo>
                  <a:cubicBezTo>
                    <a:pt x="580" y="505"/>
                    <a:pt x="572" y="510"/>
                    <a:pt x="564" y="509"/>
                  </a:cubicBezTo>
                  <a:cubicBezTo>
                    <a:pt x="507" y="529"/>
                    <a:pt x="504" y="529"/>
                    <a:pt x="501" y="530"/>
                  </a:cubicBezTo>
                  <a:cubicBezTo>
                    <a:pt x="511" y="516"/>
                    <a:pt x="516" y="516"/>
                    <a:pt x="521" y="510"/>
                  </a:cubicBezTo>
                  <a:cubicBezTo>
                    <a:pt x="560" y="498"/>
                    <a:pt x="569" y="498"/>
                    <a:pt x="580" y="493"/>
                  </a:cubicBezTo>
                  <a:cubicBezTo>
                    <a:pt x="646" y="472"/>
                    <a:pt x="652" y="467"/>
                    <a:pt x="658" y="468"/>
                  </a:cubicBezTo>
                  <a:cubicBezTo>
                    <a:pt x="762" y="408"/>
                    <a:pt x="771" y="401"/>
                    <a:pt x="780" y="395"/>
                  </a:cubicBezTo>
                  <a:cubicBezTo>
                    <a:pt x="794" y="385"/>
                    <a:pt x="799" y="381"/>
                    <a:pt x="804" y="378"/>
                  </a:cubicBezTo>
                  <a:cubicBezTo>
                    <a:pt x="816" y="362"/>
                    <a:pt x="807" y="368"/>
                    <a:pt x="799" y="374"/>
                  </a:cubicBezTo>
                  <a:cubicBezTo>
                    <a:pt x="785" y="381"/>
                    <a:pt x="780" y="387"/>
                    <a:pt x="777" y="392"/>
                  </a:cubicBezTo>
                  <a:cubicBezTo>
                    <a:pt x="741" y="412"/>
                    <a:pt x="732" y="416"/>
                    <a:pt x="722" y="424"/>
                  </a:cubicBezTo>
                  <a:cubicBezTo>
                    <a:pt x="700" y="442"/>
                    <a:pt x="692" y="439"/>
                    <a:pt x="689" y="441"/>
                  </a:cubicBezTo>
                  <a:cubicBezTo>
                    <a:pt x="614" y="471"/>
                    <a:pt x="613" y="473"/>
                    <a:pt x="607" y="476"/>
                  </a:cubicBezTo>
                  <a:cubicBezTo>
                    <a:pt x="566" y="485"/>
                    <a:pt x="556" y="494"/>
                    <a:pt x="549" y="491"/>
                  </a:cubicBezTo>
                  <a:cubicBezTo>
                    <a:pt x="513" y="502"/>
                    <a:pt x="508" y="511"/>
                    <a:pt x="505" y="508"/>
                  </a:cubicBezTo>
                  <a:cubicBezTo>
                    <a:pt x="524" y="490"/>
                    <a:pt x="526" y="487"/>
                    <a:pt x="528" y="486"/>
                  </a:cubicBezTo>
                  <a:cubicBezTo>
                    <a:pt x="546" y="478"/>
                    <a:pt x="555" y="473"/>
                    <a:pt x="564" y="467"/>
                  </a:cubicBezTo>
                  <a:cubicBezTo>
                    <a:pt x="585" y="466"/>
                    <a:pt x="592" y="460"/>
                    <a:pt x="598" y="460"/>
                  </a:cubicBezTo>
                  <a:cubicBezTo>
                    <a:pt x="650" y="440"/>
                    <a:pt x="653" y="444"/>
                    <a:pt x="657" y="440"/>
                  </a:cubicBezTo>
                  <a:cubicBezTo>
                    <a:pt x="729" y="408"/>
                    <a:pt x="743" y="399"/>
                    <a:pt x="758" y="389"/>
                  </a:cubicBezTo>
                  <a:cubicBezTo>
                    <a:pt x="794" y="357"/>
                    <a:pt x="790" y="359"/>
                    <a:pt x="778" y="369"/>
                  </a:cubicBezTo>
                  <a:cubicBezTo>
                    <a:pt x="742" y="393"/>
                    <a:pt x="737" y="396"/>
                    <a:pt x="732" y="400"/>
                  </a:cubicBezTo>
                  <a:cubicBezTo>
                    <a:pt x="693" y="417"/>
                    <a:pt x="690" y="418"/>
                    <a:pt x="687" y="420"/>
                  </a:cubicBezTo>
                  <a:cubicBezTo>
                    <a:pt x="629" y="438"/>
                    <a:pt x="622" y="447"/>
                    <a:pt x="618" y="443"/>
                  </a:cubicBezTo>
                  <a:cubicBezTo>
                    <a:pt x="587" y="455"/>
                    <a:pt x="575" y="459"/>
                    <a:pt x="564" y="457"/>
                  </a:cubicBezTo>
                  <a:cubicBezTo>
                    <a:pt x="544" y="467"/>
                    <a:pt x="539" y="470"/>
                    <a:pt x="534" y="470"/>
                  </a:cubicBezTo>
                  <a:cubicBezTo>
                    <a:pt x="590" y="434"/>
                    <a:pt x="594" y="439"/>
                    <a:pt x="599" y="435"/>
                  </a:cubicBezTo>
                  <a:cubicBezTo>
                    <a:pt x="658" y="416"/>
                    <a:pt x="669" y="411"/>
                    <a:pt x="679" y="409"/>
                  </a:cubicBezTo>
                  <a:cubicBezTo>
                    <a:pt x="766" y="359"/>
                    <a:pt x="770" y="356"/>
                    <a:pt x="786" y="346"/>
                  </a:cubicBezTo>
                  <a:cubicBezTo>
                    <a:pt x="788" y="337"/>
                    <a:pt x="773" y="348"/>
                    <a:pt x="758" y="359"/>
                  </a:cubicBezTo>
                  <a:cubicBezTo>
                    <a:pt x="666" y="405"/>
                    <a:pt x="659" y="405"/>
                    <a:pt x="650" y="410"/>
                  </a:cubicBezTo>
                  <a:cubicBezTo>
                    <a:pt x="579" y="427"/>
                    <a:pt x="571" y="435"/>
                    <a:pt x="566" y="429"/>
                  </a:cubicBezTo>
                  <a:cubicBezTo>
                    <a:pt x="586" y="418"/>
                    <a:pt x="591" y="422"/>
                    <a:pt x="597" y="419"/>
                  </a:cubicBezTo>
                  <a:cubicBezTo>
                    <a:pt x="623" y="411"/>
                    <a:pt x="627" y="405"/>
                    <a:pt x="629" y="408"/>
                  </a:cubicBezTo>
                  <a:cubicBezTo>
                    <a:pt x="674" y="391"/>
                    <a:pt x="674" y="383"/>
                    <a:pt x="679" y="385"/>
                  </a:cubicBezTo>
                  <a:cubicBezTo>
                    <a:pt x="709" y="372"/>
                    <a:pt x="714" y="369"/>
                    <a:pt x="719" y="365"/>
                  </a:cubicBezTo>
                  <a:cubicBezTo>
                    <a:pt x="790" y="326"/>
                    <a:pt x="800" y="319"/>
                    <a:pt x="808" y="316"/>
                  </a:cubicBezTo>
                  <a:cubicBezTo>
                    <a:pt x="851" y="294"/>
                    <a:pt x="848" y="291"/>
                    <a:pt x="852" y="289"/>
                  </a:cubicBezTo>
                  <a:cubicBezTo>
                    <a:pt x="847" y="287"/>
                    <a:pt x="848" y="290"/>
                    <a:pt x="845" y="292"/>
                  </a:cubicBezTo>
                  <a:cubicBezTo>
                    <a:pt x="796" y="312"/>
                    <a:pt x="785" y="320"/>
                    <a:pt x="775" y="325"/>
                  </a:cubicBezTo>
                  <a:cubicBezTo>
                    <a:pt x="686" y="371"/>
                    <a:pt x="681" y="378"/>
                    <a:pt x="677" y="376"/>
                  </a:cubicBezTo>
                  <a:cubicBezTo>
                    <a:pt x="647" y="386"/>
                    <a:pt x="644" y="390"/>
                    <a:pt x="642" y="391"/>
                  </a:cubicBezTo>
                  <a:cubicBezTo>
                    <a:pt x="602" y="407"/>
                    <a:pt x="598" y="406"/>
                    <a:pt x="593" y="409"/>
                  </a:cubicBezTo>
                  <a:cubicBezTo>
                    <a:pt x="585" y="406"/>
                    <a:pt x="586" y="411"/>
                    <a:pt x="589" y="407"/>
                  </a:cubicBezTo>
                  <a:cubicBezTo>
                    <a:pt x="637" y="379"/>
                    <a:pt x="661" y="368"/>
                    <a:pt x="684" y="361"/>
                  </a:cubicBezTo>
                  <a:cubicBezTo>
                    <a:pt x="714" y="348"/>
                    <a:pt x="717" y="344"/>
                    <a:pt x="720" y="343"/>
                  </a:cubicBezTo>
                  <a:cubicBezTo>
                    <a:pt x="761" y="318"/>
                    <a:pt x="780" y="313"/>
                    <a:pt x="794" y="303"/>
                  </a:cubicBezTo>
                  <a:cubicBezTo>
                    <a:pt x="837" y="288"/>
                    <a:pt x="847" y="283"/>
                    <a:pt x="845" y="279"/>
                  </a:cubicBezTo>
                  <a:cubicBezTo>
                    <a:pt x="748" y="324"/>
                    <a:pt x="743" y="322"/>
                    <a:pt x="738" y="327"/>
                  </a:cubicBezTo>
                  <a:cubicBezTo>
                    <a:pt x="712" y="340"/>
                    <a:pt x="702" y="341"/>
                    <a:pt x="692" y="348"/>
                  </a:cubicBezTo>
                  <a:cubicBezTo>
                    <a:pt x="671" y="360"/>
                    <a:pt x="667" y="355"/>
                    <a:pt x="661" y="360"/>
                  </a:cubicBezTo>
                  <a:cubicBezTo>
                    <a:pt x="628" y="371"/>
                    <a:pt x="625" y="375"/>
                    <a:pt x="623" y="373"/>
                  </a:cubicBezTo>
                  <a:cubicBezTo>
                    <a:pt x="602" y="380"/>
                    <a:pt x="603" y="375"/>
                    <a:pt x="608" y="379"/>
                  </a:cubicBezTo>
                  <a:cubicBezTo>
                    <a:pt x="635" y="363"/>
                    <a:pt x="640" y="358"/>
                    <a:pt x="645" y="355"/>
                  </a:cubicBezTo>
                  <a:cubicBezTo>
                    <a:pt x="690" y="337"/>
                    <a:pt x="695" y="339"/>
                    <a:pt x="702" y="336"/>
                  </a:cubicBezTo>
                  <a:cubicBezTo>
                    <a:pt x="778" y="299"/>
                    <a:pt x="789" y="291"/>
                    <a:pt x="800" y="284"/>
                  </a:cubicBezTo>
                  <a:cubicBezTo>
                    <a:pt x="823" y="265"/>
                    <a:pt x="817" y="270"/>
                    <a:pt x="810" y="275"/>
                  </a:cubicBezTo>
                  <a:cubicBezTo>
                    <a:pt x="745" y="308"/>
                    <a:pt x="744" y="312"/>
                    <a:pt x="735" y="317"/>
                  </a:cubicBezTo>
                  <a:cubicBezTo>
                    <a:pt x="706" y="325"/>
                    <a:pt x="698" y="329"/>
                    <a:pt x="692" y="328"/>
                  </a:cubicBezTo>
                  <a:cubicBezTo>
                    <a:pt x="631" y="353"/>
                    <a:pt x="625" y="359"/>
                    <a:pt x="621" y="355"/>
                  </a:cubicBezTo>
                  <a:cubicBezTo>
                    <a:pt x="645" y="341"/>
                    <a:pt x="649" y="339"/>
                    <a:pt x="654" y="336"/>
                  </a:cubicBezTo>
                  <a:cubicBezTo>
                    <a:pt x="697" y="321"/>
                    <a:pt x="705" y="316"/>
                    <a:pt x="713" y="313"/>
                  </a:cubicBezTo>
                  <a:cubicBezTo>
                    <a:pt x="745" y="297"/>
                    <a:pt x="753" y="295"/>
                    <a:pt x="761" y="291"/>
                  </a:cubicBezTo>
                  <a:cubicBezTo>
                    <a:pt x="803" y="262"/>
                    <a:pt x="807" y="264"/>
                    <a:pt x="806" y="261"/>
                  </a:cubicBezTo>
                  <a:cubicBezTo>
                    <a:pt x="839" y="233"/>
                    <a:pt x="843" y="230"/>
                    <a:pt x="847" y="226"/>
                  </a:cubicBezTo>
                  <a:cubicBezTo>
                    <a:pt x="796" y="261"/>
                    <a:pt x="788" y="266"/>
                    <a:pt x="779" y="272"/>
                  </a:cubicBezTo>
                  <a:cubicBezTo>
                    <a:pt x="668" y="319"/>
                    <a:pt x="661" y="325"/>
                    <a:pt x="655" y="325"/>
                  </a:cubicBezTo>
                  <a:cubicBezTo>
                    <a:pt x="643" y="332"/>
                    <a:pt x="643" y="326"/>
                    <a:pt x="646" y="322"/>
                  </a:cubicBezTo>
                  <a:cubicBezTo>
                    <a:pt x="668" y="316"/>
                    <a:pt x="674" y="313"/>
                    <a:pt x="679" y="313"/>
                  </a:cubicBezTo>
                  <a:cubicBezTo>
                    <a:pt x="789" y="253"/>
                    <a:pt x="800" y="245"/>
                    <a:pt x="811" y="238"/>
                  </a:cubicBezTo>
                  <a:cubicBezTo>
                    <a:pt x="830" y="217"/>
                    <a:pt x="839" y="215"/>
                    <a:pt x="836" y="212"/>
                  </a:cubicBezTo>
                  <a:cubicBezTo>
                    <a:pt x="826" y="221"/>
                    <a:pt x="818" y="219"/>
                    <a:pt x="815" y="227"/>
                  </a:cubicBezTo>
                  <a:cubicBezTo>
                    <a:pt x="759" y="262"/>
                    <a:pt x="739" y="275"/>
                    <a:pt x="719" y="284"/>
                  </a:cubicBezTo>
                  <a:cubicBezTo>
                    <a:pt x="673" y="305"/>
                    <a:pt x="671" y="306"/>
                    <a:pt x="668" y="306"/>
                  </a:cubicBezTo>
                  <a:cubicBezTo>
                    <a:pt x="711" y="282"/>
                    <a:pt x="719" y="273"/>
                    <a:pt x="727" y="271"/>
                  </a:cubicBezTo>
                  <a:cubicBezTo>
                    <a:pt x="797" y="226"/>
                    <a:pt x="805" y="220"/>
                    <a:pt x="813" y="214"/>
                  </a:cubicBezTo>
                  <a:cubicBezTo>
                    <a:pt x="850" y="175"/>
                    <a:pt x="861" y="172"/>
                    <a:pt x="859" y="168"/>
                  </a:cubicBezTo>
                  <a:close/>
                  <a:moveTo>
                    <a:pt x="743" y="232"/>
                  </a:moveTo>
                  <a:cubicBezTo>
                    <a:pt x="748" y="239"/>
                    <a:pt x="733" y="238"/>
                    <a:pt x="728" y="246"/>
                  </a:cubicBezTo>
                  <a:cubicBezTo>
                    <a:pt x="725" y="238"/>
                    <a:pt x="737" y="240"/>
                    <a:pt x="743" y="232"/>
                  </a:cubicBezTo>
                  <a:close/>
                  <a:moveTo>
                    <a:pt x="723" y="245"/>
                  </a:moveTo>
                  <a:cubicBezTo>
                    <a:pt x="723" y="251"/>
                    <a:pt x="713" y="252"/>
                    <a:pt x="710" y="254"/>
                  </a:cubicBezTo>
                  <a:cubicBezTo>
                    <a:pt x="709" y="248"/>
                    <a:pt x="719" y="247"/>
                    <a:pt x="723" y="245"/>
                  </a:cubicBezTo>
                  <a:close/>
                  <a:moveTo>
                    <a:pt x="265" y="659"/>
                  </a:moveTo>
                  <a:cubicBezTo>
                    <a:pt x="262" y="656"/>
                    <a:pt x="263" y="654"/>
                    <a:pt x="262" y="651"/>
                  </a:cubicBezTo>
                  <a:cubicBezTo>
                    <a:pt x="260" y="649"/>
                    <a:pt x="256" y="646"/>
                    <a:pt x="259" y="644"/>
                  </a:cubicBezTo>
                  <a:cubicBezTo>
                    <a:pt x="256" y="643"/>
                    <a:pt x="254" y="641"/>
                    <a:pt x="252" y="638"/>
                  </a:cubicBezTo>
                  <a:cubicBezTo>
                    <a:pt x="252" y="636"/>
                    <a:pt x="252" y="634"/>
                    <a:pt x="250" y="635"/>
                  </a:cubicBezTo>
                  <a:cubicBezTo>
                    <a:pt x="248" y="631"/>
                    <a:pt x="248" y="627"/>
                    <a:pt x="243" y="623"/>
                  </a:cubicBezTo>
                  <a:cubicBezTo>
                    <a:pt x="245" y="617"/>
                    <a:pt x="243" y="617"/>
                    <a:pt x="239" y="613"/>
                  </a:cubicBezTo>
                  <a:cubicBezTo>
                    <a:pt x="241" y="610"/>
                    <a:pt x="236" y="605"/>
                    <a:pt x="236" y="601"/>
                  </a:cubicBezTo>
                  <a:cubicBezTo>
                    <a:pt x="231" y="592"/>
                    <a:pt x="230" y="592"/>
                    <a:pt x="223" y="581"/>
                  </a:cubicBezTo>
                  <a:cubicBezTo>
                    <a:pt x="215" y="572"/>
                    <a:pt x="216" y="564"/>
                    <a:pt x="207" y="555"/>
                  </a:cubicBezTo>
                  <a:cubicBezTo>
                    <a:pt x="203" y="545"/>
                    <a:pt x="204" y="543"/>
                    <a:pt x="195" y="532"/>
                  </a:cubicBezTo>
                  <a:cubicBezTo>
                    <a:pt x="199" y="528"/>
                    <a:pt x="191" y="523"/>
                    <a:pt x="193" y="519"/>
                  </a:cubicBezTo>
                  <a:cubicBezTo>
                    <a:pt x="188" y="514"/>
                    <a:pt x="192" y="510"/>
                    <a:pt x="188" y="505"/>
                  </a:cubicBezTo>
                  <a:cubicBezTo>
                    <a:pt x="187" y="496"/>
                    <a:pt x="184" y="487"/>
                    <a:pt x="181" y="478"/>
                  </a:cubicBezTo>
                  <a:cubicBezTo>
                    <a:pt x="189" y="478"/>
                    <a:pt x="185" y="488"/>
                    <a:pt x="189" y="492"/>
                  </a:cubicBezTo>
                  <a:cubicBezTo>
                    <a:pt x="191" y="498"/>
                    <a:pt x="194" y="504"/>
                    <a:pt x="193" y="509"/>
                  </a:cubicBezTo>
                  <a:cubicBezTo>
                    <a:pt x="200" y="517"/>
                    <a:pt x="199" y="523"/>
                    <a:pt x="207" y="531"/>
                  </a:cubicBezTo>
                  <a:cubicBezTo>
                    <a:pt x="210" y="535"/>
                    <a:pt x="208" y="538"/>
                    <a:pt x="209" y="541"/>
                  </a:cubicBezTo>
                  <a:cubicBezTo>
                    <a:pt x="213" y="542"/>
                    <a:pt x="214" y="546"/>
                    <a:pt x="213" y="549"/>
                  </a:cubicBezTo>
                  <a:cubicBezTo>
                    <a:pt x="220" y="554"/>
                    <a:pt x="218" y="557"/>
                    <a:pt x="224" y="565"/>
                  </a:cubicBezTo>
                  <a:cubicBezTo>
                    <a:pt x="227" y="574"/>
                    <a:pt x="233" y="584"/>
                    <a:pt x="237" y="593"/>
                  </a:cubicBezTo>
                  <a:cubicBezTo>
                    <a:pt x="239" y="596"/>
                    <a:pt x="241" y="598"/>
                    <a:pt x="243" y="601"/>
                  </a:cubicBezTo>
                  <a:cubicBezTo>
                    <a:pt x="243" y="603"/>
                    <a:pt x="243" y="605"/>
                    <a:pt x="245" y="604"/>
                  </a:cubicBezTo>
                  <a:cubicBezTo>
                    <a:pt x="246" y="609"/>
                    <a:pt x="245" y="613"/>
                    <a:pt x="250" y="618"/>
                  </a:cubicBezTo>
                  <a:cubicBezTo>
                    <a:pt x="253" y="627"/>
                    <a:pt x="261" y="637"/>
                    <a:pt x="263" y="646"/>
                  </a:cubicBezTo>
                  <a:cubicBezTo>
                    <a:pt x="271" y="655"/>
                    <a:pt x="270" y="664"/>
                    <a:pt x="275" y="673"/>
                  </a:cubicBezTo>
                  <a:cubicBezTo>
                    <a:pt x="268" y="673"/>
                    <a:pt x="271" y="663"/>
                    <a:pt x="265" y="659"/>
                  </a:cubicBezTo>
                  <a:close/>
                  <a:moveTo>
                    <a:pt x="279" y="685"/>
                  </a:moveTo>
                  <a:cubicBezTo>
                    <a:pt x="279" y="692"/>
                    <a:pt x="278" y="682"/>
                    <a:pt x="274" y="679"/>
                  </a:cubicBezTo>
                  <a:cubicBezTo>
                    <a:pt x="273" y="676"/>
                    <a:pt x="276" y="678"/>
                    <a:pt x="277" y="679"/>
                  </a:cubicBezTo>
                  <a:cubicBezTo>
                    <a:pt x="278" y="681"/>
                    <a:pt x="279" y="683"/>
                    <a:pt x="281" y="684"/>
                  </a:cubicBezTo>
                  <a:cubicBezTo>
                    <a:pt x="280" y="685"/>
                    <a:pt x="280" y="685"/>
                    <a:pt x="279" y="685"/>
                  </a:cubicBezTo>
                  <a:close/>
                  <a:moveTo>
                    <a:pt x="166" y="634"/>
                  </a:moveTo>
                  <a:cubicBezTo>
                    <a:pt x="162" y="637"/>
                    <a:pt x="166" y="630"/>
                    <a:pt x="161" y="628"/>
                  </a:cubicBezTo>
                  <a:cubicBezTo>
                    <a:pt x="168" y="628"/>
                    <a:pt x="168" y="638"/>
                    <a:pt x="172" y="642"/>
                  </a:cubicBezTo>
                  <a:cubicBezTo>
                    <a:pt x="168" y="645"/>
                    <a:pt x="166" y="636"/>
                    <a:pt x="166" y="634"/>
                  </a:cubicBezTo>
                  <a:close/>
                  <a:moveTo>
                    <a:pt x="192" y="691"/>
                  </a:moveTo>
                  <a:cubicBezTo>
                    <a:pt x="192" y="690"/>
                    <a:pt x="191" y="690"/>
                    <a:pt x="190" y="691"/>
                  </a:cubicBezTo>
                  <a:cubicBezTo>
                    <a:pt x="187" y="685"/>
                    <a:pt x="184" y="679"/>
                    <a:pt x="184" y="673"/>
                  </a:cubicBezTo>
                  <a:cubicBezTo>
                    <a:pt x="190" y="669"/>
                    <a:pt x="184" y="681"/>
                    <a:pt x="189" y="677"/>
                  </a:cubicBezTo>
                  <a:cubicBezTo>
                    <a:pt x="189" y="682"/>
                    <a:pt x="193" y="688"/>
                    <a:pt x="194" y="693"/>
                  </a:cubicBezTo>
                  <a:cubicBezTo>
                    <a:pt x="195" y="695"/>
                    <a:pt x="196" y="696"/>
                    <a:pt x="197" y="698"/>
                  </a:cubicBezTo>
                  <a:cubicBezTo>
                    <a:pt x="200" y="705"/>
                    <a:pt x="188" y="693"/>
                    <a:pt x="192" y="691"/>
                  </a:cubicBezTo>
                  <a:close/>
                  <a:moveTo>
                    <a:pt x="259" y="828"/>
                  </a:moveTo>
                  <a:cubicBezTo>
                    <a:pt x="258" y="824"/>
                    <a:pt x="255" y="820"/>
                    <a:pt x="256" y="817"/>
                  </a:cubicBezTo>
                  <a:cubicBezTo>
                    <a:pt x="247" y="810"/>
                    <a:pt x="247" y="797"/>
                    <a:pt x="241" y="789"/>
                  </a:cubicBezTo>
                  <a:cubicBezTo>
                    <a:pt x="233" y="777"/>
                    <a:pt x="228" y="766"/>
                    <a:pt x="224" y="755"/>
                  </a:cubicBezTo>
                  <a:cubicBezTo>
                    <a:pt x="220" y="751"/>
                    <a:pt x="217" y="746"/>
                    <a:pt x="214" y="742"/>
                  </a:cubicBezTo>
                  <a:cubicBezTo>
                    <a:pt x="212" y="737"/>
                    <a:pt x="211" y="732"/>
                    <a:pt x="208" y="727"/>
                  </a:cubicBezTo>
                  <a:cubicBezTo>
                    <a:pt x="206" y="724"/>
                    <a:pt x="208" y="722"/>
                    <a:pt x="205" y="719"/>
                  </a:cubicBezTo>
                  <a:cubicBezTo>
                    <a:pt x="202" y="720"/>
                    <a:pt x="204" y="715"/>
                    <a:pt x="201" y="717"/>
                  </a:cubicBezTo>
                  <a:cubicBezTo>
                    <a:pt x="203" y="712"/>
                    <a:pt x="194" y="705"/>
                    <a:pt x="199" y="701"/>
                  </a:cubicBezTo>
                  <a:cubicBezTo>
                    <a:pt x="207" y="710"/>
                    <a:pt x="207" y="720"/>
                    <a:pt x="217" y="725"/>
                  </a:cubicBezTo>
                  <a:cubicBezTo>
                    <a:pt x="214" y="728"/>
                    <a:pt x="222" y="733"/>
                    <a:pt x="220" y="736"/>
                  </a:cubicBezTo>
                  <a:cubicBezTo>
                    <a:pt x="220" y="739"/>
                    <a:pt x="227" y="743"/>
                    <a:pt x="224" y="745"/>
                  </a:cubicBezTo>
                  <a:cubicBezTo>
                    <a:pt x="228" y="751"/>
                    <a:pt x="231" y="757"/>
                    <a:pt x="232" y="763"/>
                  </a:cubicBezTo>
                  <a:cubicBezTo>
                    <a:pt x="242" y="777"/>
                    <a:pt x="242" y="783"/>
                    <a:pt x="252" y="798"/>
                  </a:cubicBezTo>
                  <a:cubicBezTo>
                    <a:pt x="255" y="807"/>
                    <a:pt x="256" y="808"/>
                    <a:pt x="261" y="817"/>
                  </a:cubicBezTo>
                  <a:cubicBezTo>
                    <a:pt x="258" y="822"/>
                    <a:pt x="264" y="829"/>
                    <a:pt x="265" y="836"/>
                  </a:cubicBezTo>
                  <a:cubicBezTo>
                    <a:pt x="259" y="838"/>
                    <a:pt x="262" y="830"/>
                    <a:pt x="259" y="828"/>
                  </a:cubicBezTo>
                  <a:close/>
                  <a:moveTo>
                    <a:pt x="195" y="1053"/>
                  </a:moveTo>
                  <a:cubicBezTo>
                    <a:pt x="187" y="1053"/>
                    <a:pt x="194" y="1042"/>
                    <a:pt x="195" y="1053"/>
                  </a:cubicBezTo>
                  <a:close/>
                  <a:moveTo>
                    <a:pt x="139" y="1162"/>
                  </a:moveTo>
                  <a:cubicBezTo>
                    <a:pt x="139" y="1162"/>
                    <a:pt x="135" y="1161"/>
                    <a:pt x="135" y="1160"/>
                  </a:cubicBezTo>
                  <a:cubicBezTo>
                    <a:pt x="135" y="1160"/>
                    <a:pt x="137" y="1159"/>
                    <a:pt x="137" y="1159"/>
                  </a:cubicBezTo>
                  <a:cubicBezTo>
                    <a:pt x="135" y="1156"/>
                    <a:pt x="134" y="1152"/>
                    <a:pt x="136" y="1155"/>
                  </a:cubicBezTo>
                  <a:cubicBezTo>
                    <a:pt x="138" y="1157"/>
                    <a:pt x="136" y="1158"/>
                    <a:pt x="137" y="1159"/>
                  </a:cubicBezTo>
                  <a:cubicBezTo>
                    <a:pt x="137" y="1159"/>
                    <a:pt x="146" y="1164"/>
                    <a:pt x="139" y="1162"/>
                  </a:cubicBezTo>
                  <a:close/>
                  <a:moveTo>
                    <a:pt x="157" y="1194"/>
                  </a:moveTo>
                  <a:cubicBezTo>
                    <a:pt x="156" y="1188"/>
                    <a:pt x="151" y="1181"/>
                    <a:pt x="146" y="1175"/>
                  </a:cubicBezTo>
                  <a:cubicBezTo>
                    <a:pt x="148" y="1173"/>
                    <a:pt x="150" y="1179"/>
                    <a:pt x="153" y="1177"/>
                  </a:cubicBezTo>
                  <a:cubicBezTo>
                    <a:pt x="149" y="1182"/>
                    <a:pt x="165" y="1190"/>
                    <a:pt x="157" y="1194"/>
                  </a:cubicBezTo>
                  <a:close/>
                  <a:moveTo>
                    <a:pt x="160" y="1194"/>
                  </a:moveTo>
                  <a:cubicBezTo>
                    <a:pt x="165" y="1194"/>
                    <a:pt x="164" y="1204"/>
                    <a:pt x="167" y="1208"/>
                  </a:cubicBezTo>
                  <a:cubicBezTo>
                    <a:pt x="161" y="1208"/>
                    <a:pt x="161" y="1198"/>
                    <a:pt x="160" y="1194"/>
                  </a:cubicBezTo>
                  <a:close/>
                  <a:moveTo>
                    <a:pt x="120" y="1272"/>
                  </a:moveTo>
                  <a:cubicBezTo>
                    <a:pt x="122" y="1271"/>
                    <a:pt x="129" y="1274"/>
                    <a:pt x="125" y="1275"/>
                  </a:cubicBezTo>
                  <a:cubicBezTo>
                    <a:pt x="136" y="1289"/>
                    <a:pt x="127" y="1283"/>
                    <a:pt x="120" y="1272"/>
                  </a:cubicBezTo>
                  <a:close/>
                  <a:moveTo>
                    <a:pt x="25" y="1215"/>
                  </a:moveTo>
                  <a:cubicBezTo>
                    <a:pt x="26" y="1214"/>
                    <a:pt x="27" y="1214"/>
                    <a:pt x="28" y="1213"/>
                  </a:cubicBezTo>
                  <a:cubicBezTo>
                    <a:pt x="29" y="1214"/>
                    <a:pt x="31" y="1216"/>
                    <a:pt x="32" y="1218"/>
                  </a:cubicBezTo>
                  <a:cubicBezTo>
                    <a:pt x="31" y="1218"/>
                    <a:pt x="30" y="1219"/>
                    <a:pt x="29" y="1220"/>
                  </a:cubicBezTo>
                  <a:cubicBezTo>
                    <a:pt x="27" y="1218"/>
                    <a:pt x="26" y="1217"/>
                    <a:pt x="25" y="1215"/>
                  </a:cubicBezTo>
                  <a:close/>
                  <a:moveTo>
                    <a:pt x="121" y="1375"/>
                  </a:moveTo>
                  <a:cubicBezTo>
                    <a:pt x="117" y="1370"/>
                    <a:pt x="114" y="1365"/>
                    <a:pt x="110" y="1360"/>
                  </a:cubicBezTo>
                  <a:cubicBezTo>
                    <a:pt x="113" y="1358"/>
                    <a:pt x="116" y="1360"/>
                    <a:pt x="118" y="1364"/>
                  </a:cubicBezTo>
                  <a:cubicBezTo>
                    <a:pt x="122" y="1365"/>
                    <a:pt x="127" y="1372"/>
                    <a:pt x="121" y="1375"/>
                  </a:cubicBezTo>
                  <a:close/>
                  <a:moveTo>
                    <a:pt x="156" y="1400"/>
                  </a:moveTo>
                  <a:cubicBezTo>
                    <a:pt x="154" y="1401"/>
                    <a:pt x="156" y="1399"/>
                    <a:pt x="154" y="1397"/>
                  </a:cubicBezTo>
                  <a:cubicBezTo>
                    <a:pt x="129" y="1364"/>
                    <a:pt x="125" y="1355"/>
                    <a:pt x="120" y="1353"/>
                  </a:cubicBezTo>
                  <a:cubicBezTo>
                    <a:pt x="103" y="1335"/>
                    <a:pt x="105" y="1329"/>
                    <a:pt x="98" y="1330"/>
                  </a:cubicBezTo>
                  <a:cubicBezTo>
                    <a:pt x="80" y="1305"/>
                    <a:pt x="82" y="1304"/>
                    <a:pt x="82" y="1304"/>
                  </a:cubicBezTo>
                  <a:cubicBezTo>
                    <a:pt x="72" y="1293"/>
                    <a:pt x="73" y="1290"/>
                    <a:pt x="72" y="1290"/>
                  </a:cubicBezTo>
                  <a:cubicBezTo>
                    <a:pt x="60" y="1278"/>
                    <a:pt x="63" y="1277"/>
                    <a:pt x="61" y="1275"/>
                  </a:cubicBezTo>
                  <a:cubicBezTo>
                    <a:pt x="44" y="1247"/>
                    <a:pt x="37" y="1241"/>
                    <a:pt x="37" y="1236"/>
                  </a:cubicBezTo>
                  <a:cubicBezTo>
                    <a:pt x="33" y="1223"/>
                    <a:pt x="41" y="1230"/>
                    <a:pt x="45" y="1233"/>
                  </a:cubicBezTo>
                  <a:cubicBezTo>
                    <a:pt x="83" y="1280"/>
                    <a:pt x="94" y="1291"/>
                    <a:pt x="101" y="1303"/>
                  </a:cubicBezTo>
                  <a:cubicBezTo>
                    <a:pt x="106" y="1310"/>
                    <a:pt x="104" y="1311"/>
                    <a:pt x="105" y="1312"/>
                  </a:cubicBezTo>
                  <a:cubicBezTo>
                    <a:pt x="117" y="1329"/>
                    <a:pt x="118" y="1327"/>
                    <a:pt x="119" y="1329"/>
                  </a:cubicBezTo>
                  <a:cubicBezTo>
                    <a:pt x="159" y="1413"/>
                    <a:pt x="159" y="1403"/>
                    <a:pt x="156" y="1400"/>
                  </a:cubicBezTo>
                  <a:close/>
                  <a:moveTo>
                    <a:pt x="217" y="1325"/>
                  </a:moveTo>
                  <a:cubicBezTo>
                    <a:pt x="220" y="1327"/>
                    <a:pt x="210" y="1334"/>
                    <a:pt x="210" y="1328"/>
                  </a:cubicBezTo>
                  <a:cubicBezTo>
                    <a:pt x="212" y="1325"/>
                    <a:pt x="214" y="1327"/>
                    <a:pt x="217" y="1325"/>
                  </a:cubicBezTo>
                  <a:close/>
                  <a:moveTo>
                    <a:pt x="182" y="1218"/>
                  </a:moveTo>
                  <a:cubicBezTo>
                    <a:pt x="188" y="1216"/>
                    <a:pt x="184" y="1224"/>
                    <a:pt x="189" y="1227"/>
                  </a:cubicBezTo>
                  <a:cubicBezTo>
                    <a:pt x="183" y="1229"/>
                    <a:pt x="184" y="1220"/>
                    <a:pt x="182" y="1218"/>
                  </a:cubicBezTo>
                  <a:close/>
                  <a:moveTo>
                    <a:pt x="339" y="1330"/>
                  </a:moveTo>
                  <a:cubicBezTo>
                    <a:pt x="343" y="1334"/>
                    <a:pt x="348" y="1326"/>
                    <a:pt x="351" y="1333"/>
                  </a:cubicBezTo>
                  <a:cubicBezTo>
                    <a:pt x="345" y="1334"/>
                    <a:pt x="340" y="1333"/>
                    <a:pt x="334" y="1333"/>
                  </a:cubicBezTo>
                  <a:cubicBezTo>
                    <a:pt x="333" y="1331"/>
                    <a:pt x="337" y="1333"/>
                    <a:pt x="339" y="1330"/>
                  </a:cubicBezTo>
                  <a:close/>
                  <a:moveTo>
                    <a:pt x="334" y="1341"/>
                  </a:moveTo>
                  <a:cubicBezTo>
                    <a:pt x="336" y="1340"/>
                    <a:pt x="338" y="1342"/>
                    <a:pt x="340" y="1342"/>
                  </a:cubicBezTo>
                  <a:cubicBezTo>
                    <a:pt x="342" y="1341"/>
                    <a:pt x="344" y="1342"/>
                    <a:pt x="346" y="1340"/>
                  </a:cubicBezTo>
                  <a:cubicBezTo>
                    <a:pt x="357" y="1342"/>
                    <a:pt x="367" y="1347"/>
                    <a:pt x="379" y="1338"/>
                  </a:cubicBezTo>
                  <a:cubicBezTo>
                    <a:pt x="387" y="1341"/>
                    <a:pt x="395" y="1339"/>
                    <a:pt x="403" y="1338"/>
                  </a:cubicBezTo>
                  <a:cubicBezTo>
                    <a:pt x="406" y="1343"/>
                    <a:pt x="399" y="1338"/>
                    <a:pt x="397" y="1342"/>
                  </a:cubicBezTo>
                  <a:cubicBezTo>
                    <a:pt x="395" y="1339"/>
                    <a:pt x="391" y="1345"/>
                    <a:pt x="389" y="1341"/>
                  </a:cubicBezTo>
                  <a:cubicBezTo>
                    <a:pt x="383" y="1345"/>
                    <a:pt x="378" y="1341"/>
                    <a:pt x="372" y="1345"/>
                  </a:cubicBezTo>
                  <a:cubicBezTo>
                    <a:pt x="367" y="1342"/>
                    <a:pt x="362" y="1346"/>
                    <a:pt x="357" y="1344"/>
                  </a:cubicBezTo>
                  <a:cubicBezTo>
                    <a:pt x="352" y="1342"/>
                    <a:pt x="346" y="1348"/>
                    <a:pt x="341" y="1343"/>
                  </a:cubicBezTo>
                  <a:cubicBezTo>
                    <a:pt x="335" y="1345"/>
                    <a:pt x="329" y="1350"/>
                    <a:pt x="324" y="1343"/>
                  </a:cubicBezTo>
                  <a:cubicBezTo>
                    <a:pt x="328" y="1342"/>
                    <a:pt x="330" y="1346"/>
                    <a:pt x="334" y="1341"/>
                  </a:cubicBezTo>
                  <a:close/>
                  <a:moveTo>
                    <a:pt x="321" y="1343"/>
                  </a:moveTo>
                  <a:cubicBezTo>
                    <a:pt x="321" y="1351"/>
                    <a:pt x="310" y="1347"/>
                    <a:pt x="306" y="1349"/>
                  </a:cubicBezTo>
                  <a:cubicBezTo>
                    <a:pt x="300" y="1351"/>
                    <a:pt x="295" y="1352"/>
                    <a:pt x="290" y="1353"/>
                  </a:cubicBezTo>
                  <a:cubicBezTo>
                    <a:pt x="284" y="1355"/>
                    <a:pt x="278" y="1355"/>
                    <a:pt x="272" y="1359"/>
                  </a:cubicBezTo>
                  <a:cubicBezTo>
                    <a:pt x="267" y="1360"/>
                    <a:pt x="265" y="1364"/>
                    <a:pt x="258" y="1364"/>
                  </a:cubicBezTo>
                  <a:cubicBezTo>
                    <a:pt x="249" y="1371"/>
                    <a:pt x="241" y="1374"/>
                    <a:pt x="233" y="1377"/>
                  </a:cubicBezTo>
                  <a:cubicBezTo>
                    <a:pt x="216" y="1388"/>
                    <a:pt x="203" y="1400"/>
                    <a:pt x="192" y="1412"/>
                  </a:cubicBezTo>
                  <a:cubicBezTo>
                    <a:pt x="191" y="1414"/>
                    <a:pt x="190" y="1415"/>
                    <a:pt x="191" y="1417"/>
                  </a:cubicBezTo>
                  <a:cubicBezTo>
                    <a:pt x="188" y="1420"/>
                    <a:pt x="186" y="1418"/>
                    <a:pt x="188" y="1417"/>
                  </a:cubicBezTo>
                  <a:cubicBezTo>
                    <a:pt x="190" y="1412"/>
                    <a:pt x="191" y="1406"/>
                    <a:pt x="196" y="1401"/>
                  </a:cubicBezTo>
                  <a:cubicBezTo>
                    <a:pt x="197" y="1396"/>
                    <a:pt x="204" y="1391"/>
                    <a:pt x="205" y="1385"/>
                  </a:cubicBezTo>
                  <a:cubicBezTo>
                    <a:pt x="211" y="1384"/>
                    <a:pt x="216" y="1375"/>
                    <a:pt x="225" y="1370"/>
                  </a:cubicBezTo>
                  <a:cubicBezTo>
                    <a:pt x="235" y="1364"/>
                    <a:pt x="236" y="1365"/>
                    <a:pt x="246" y="1358"/>
                  </a:cubicBezTo>
                  <a:cubicBezTo>
                    <a:pt x="248" y="1361"/>
                    <a:pt x="252" y="1355"/>
                    <a:pt x="255" y="1356"/>
                  </a:cubicBezTo>
                  <a:cubicBezTo>
                    <a:pt x="258" y="1356"/>
                    <a:pt x="261" y="1355"/>
                    <a:pt x="264" y="1352"/>
                  </a:cubicBezTo>
                  <a:cubicBezTo>
                    <a:pt x="267" y="1356"/>
                    <a:pt x="272" y="1352"/>
                    <a:pt x="275" y="1354"/>
                  </a:cubicBezTo>
                  <a:cubicBezTo>
                    <a:pt x="291" y="1345"/>
                    <a:pt x="306" y="1348"/>
                    <a:pt x="321" y="1343"/>
                  </a:cubicBezTo>
                  <a:close/>
                  <a:moveTo>
                    <a:pt x="193" y="1379"/>
                  </a:moveTo>
                  <a:cubicBezTo>
                    <a:pt x="192" y="1377"/>
                    <a:pt x="196" y="1374"/>
                    <a:pt x="198" y="1376"/>
                  </a:cubicBezTo>
                  <a:cubicBezTo>
                    <a:pt x="198" y="1371"/>
                    <a:pt x="203" y="1367"/>
                    <a:pt x="205" y="1363"/>
                  </a:cubicBezTo>
                  <a:cubicBezTo>
                    <a:pt x="211" y="1359"/>
                    <a:pt x="216" y="1355"/>
                    <a:pt x="221" y="1351"/>
                  </a:cubicBezTo>
                  <a:cubicBezTo>
                    <a:pt x="230" y="1347"/>
                    <a:pt x="237" y="1348"/>
                    <a:pt x="246" y="1341"/>
                  </a:cubicBezTo>
                  <a:cubicBezTo>
                    <a:pt x="251" y="1345"/>
                    <a:pt x="256" y="1336"/>
                    <a:pt x="262" y="1339"/>
                  </a:cubicBezTo>
                  <a:cubicBezTo>
                    <a:pt x="267" y="1334"/>
                    <a:pt x="271" y="1340"/>
                    <a:pt x="277" y="1336"/>
                  </a:cubicBezTo>
                  <a:cubicBezTo>
                    <a:pt x="286" y="1336"/>
                    <a:pt x="296" y="1336"/>
                    <a:pt x="305" y="1335"/>
                  </a:cubicBezTo>
                  <a:cubicBezTo>
                    <a:pt x="306" y="1338"/>
                    <a:pt x="303" y="1337"/>
                    <a:pt x="301" y="1338"/>
                  </a:cubicBezTo>
                  <a:cubicBezTo>
                    <a:pt x="298" y="1342"/>
                    <a:pt x="296" y="1337"/>
                    <a:pt x="293" y="1338"/>
                  </a:cubicBezTo>
                  <a:cubicBezTo>
                    <a:pt x="291" y="1341"/>
                    <a:pt x="290" y="1339"/>
                    <a:pt x="287" y="1340"/>
                  </a:cubicBezTo>
                  <a:cubicBezTo>
                    <a:pt x="284" y="1339"/>
                    <a:pt x="280" y="1341"/>
                    <a:pt x="275" y="1344"/>
                  </a:cubicBezTo>
                  <a:cubicBezTo>
                    <a:pt x="268" y="1341"/>
                    <a:pt x="260" y="1348"/>
                    <a:pt x="252" y="1346"/>
                  </a:cubicBezTo>
                  <a:cubicBezTo>
                    <a:pt x="250" y="1348"/>
                    <a:pt x="248" y="1349"/>
                    <a:pt x="246" y="1348"/>
                  </a:cubicBezTo>
                  <a:cubicBezTo>
                    <a:pt x="236" y="1354"/>
                    <a:pt x="235" y="1357"/>
                    <a:pt x="226" y="1357"/>
                  </a:cubicBezTo>
                  <a:cubicBezTo>
                    <a:pt x="224" y="1364"/>
                    <a:pt x="216" y="1364"/>
                    <a:pt x="214" y="1368"/>
                  </a:cubicBezTo>
                  <a:cubicBezTo>
                    <a:pt x="207" y="1371"/>
                    <a:pt x="208" y="1375"/>
                    <a:pt x="200" y="1376"/>
                  </a:cubicBezTo>
                  <a:cubicBezTo>
                    <a:pt x="199" y="1380"/>
                    <a:pt x="194" y="1384"/>
                    <a:pt x="191" y="1387"/>
                  </a:cubicBezTo>
                  <a:cubicBezTo>
                    <a:pt x="188" y="1384"/>
                    <a:pt x="189" y="1381"/>
                    <a:pt x="193" y="1379"/>
                  </a:cubicBezTo>
                  <a:close/>
                  <a:moveTo>
                    <a:pt x="199" y="1139"/>
                  </a:moveTo>
                  <a:cubicBezTo>
                    <a:pt x="195" y="1136"/>
                    <a:pt x="199" y="1133"/>
                    <a:pt x="194" y="1130"/>
                  </a:cubicBezTo>
                  <a:cubicBezTo>
                    <a:pt x="196" y="1124"/>
                    <a:pt x="191" y="1118"/>
                    <a:pt x="192" y="1112"/>
                  </a:cubicBezTo>
                  <a:cubicBezTo>
                    <a:pt x="172" y="1082"/>
                    <a:pt x="156" y="1052"/>
                    <a:pt x="135" y="1027"/>
                  </a:cubicBezTo>
                  <a:cubicBezTo>
                    <a:pt x="131" y="1022"/>
                    <a:pt x="125" y="1019"/>
                    <a:pt x="121" y="1011"/>
                  </a:cubicBezTo>
                  <a:cubicBezTo>
                    <a:pt x="118" y="1006"/>
                    <a:pt x="120" y="1008"/>
                    <a:pt x="116" y="1004"/>
                  </a:cubicBezTo>
                  <a:cubicBezTo>
                    <a:pt x="114" y="1002"/>
                    <a:pt x="115" y="999"/>
                    <a:pt x="113" y="997"/>
                  </a:cubicBezTo>
                  <a:cubicBezTo>
                    <a:pt x="111" y="993"/>
                    <a:pt x="107" y="991"/>
                    <a:pt x="105" y="988"/>
                  </a:cubicBezTo>
                  <a:cubicBezTo>
                    <a:pt x="105" y="989"/>
                    <a:pt x="106" y="986"/>
                    <a:pt x="105" y="985"/>
                  </a:cubicBezTo>
                  <a:cubicBezTo>
                    <a:pt x="105" y="985"/>
                    <a:pt x="99" y="984"/>
                    <a:pt x="100" y="982"/>
                  </a:cubicBezTo>
                  <a:cubicBezTo>
                    <a:pt x="102" y="976"/>
                    <a:pt x="85" y="961"/>
                    <a:pt x="80" y="952"/>
                  </a:cubicBezTo>
                  <a:cubicBezTo>
                    <a:pt x="80" y="951"/>
                    <a:pt x="78" y="949"/>
                    <a:pt x="78" y="948"/>
                  </a:cubicBezTo>
                  <a:cubicBezTo>
                    <a:pt x="79" y="945"/>
                    <a:pt x="77" y="947"/>
                    <a:pt x="75" y="943"/>
                  </a:cubicBezTo>
                  <a:cubicBezTo>
                    <a:pt x="75" y="943"/>
                    <a:pt x="76" y="942"/>
                    <a:pt x="75" y="941"/>
                  </a:cubicBezTo>
                  <a:cubicBezTo>
                    <a:pt x="70" y="932"/>
                    <a:pt x="58" y="920"/>
                    <a:pt x="53" y="907"/>
                  </a:cubicBezTo>
                  <a:cubicBezTo>
                    <a:pt x="58" y="904"/>
                    <a:pt x="61" y="910"/>
                    <a:pt x="64" y="915"/>
                  </a:cubicBezTo>
                  <a:cubicBezTo>
                    <a:pt x="65" y="919"/>
                    <a:pt x="73" y="924"/>
                    <a:pt x="70" y="927"/>
                  </a:cubicBezTo>
                  <a:cubicBezTo>
                    <a:pt x="77" y="930"/>
                    <a:pt x="83" y="943"/>
                    <a:pt x="90" y="947"/>
                  </a:cubicBezTo>
                  <a:cubicBezTo>
                    <a:pt x="93" y="952"/>
                    <a:pt x="96" y="956"/>
                    <a:pt x="99" y="960"/>
                  </a:cubicBezTo>
                  <a:cubicBezTo>
                    <a:pt x="97" y="963"/>
                    <a:pt x="100" y="962"/>
                    <a:pt x="101" y="963"/>
                  </a:cubicBezTo>
                  <a:cubicBezTo>
                    <a:pt x="101" y="966"/>
                    <a:pt x="102" y="968"/>
                    <a:pt x="104" y="967"/>
                  </a:cubicBezTo>
                  <a:cubicBezTo>
                    <a:pt x="107" y="969"/>
                    <a:pt x="109" y="979"/>
                    <a:pt x="114" y="977"/>
                  </a:cubicBezTo>
                  <a:cubicBezTo>
                    <a:pt x="113" y="980"/>
                    <a:pt x="116" y="984"/>
                    <a:pt x="119" y="985"/>
                  </a:cubicBezTo>
                  <a:cubicBezTo>
                    <a:pt x="124" y="994"/>
                    <a:pt x="128" y="995"/>
                    <a:pt x="134" y="1006"/>
                  </a:cubicBezTo>
                  <a:cubicBezTo>
                    <a:pt x="140" y="1014"/>
                    <a:pt x="146" y="1022"/>
                    <a:pt x="152" y="1030"/>
                  </a:cubicBezTo>
                  <a:cubicBezTo>
                    <a:pt x="154" y="1034"/>
                    <a:pt x="156" y="1034"/>
                    <a:pt x="158" y="1035"/>
                  </a:cubicBezTo>
                  <a:cubicBezTo>
                    <a:pt x="159" y="1040"/>
                    <a:pt x="167" y="1051"/>
                    <a:pt x="174" y="1061"/>
                  </a:cubicBezTo>
                  <a:cubicBezTo>
                    <a:pt x="180" y="1075"/>
                    <a:pt x="188" y="1090"/>
                    <a:pt x="193" y="1104"/>
                  </a:cubicBezTo>
                  <a:cubicBezTo>
                    <a:pt x="196" y="1111"/>
                    <a:pt x="198" y="1118"/>
                    <a:pt x="198" y="1125"/>
                  </a:cubicBezTo>
                  <a:cubicBezTo>
                    <a:pt x="203" y="1132"/>
                    <a:pt x="203" y="1139"/>
                    <a:pt x="203" y="1145"/>
                  </a:cubicBezTo>
                  <a:cubicBezTo>
                    <a:pt x="199" y="1148"/>
                    <a:pt x="199" y="1140"/>
                    <a:pt x="199" y="1139"/>
                  </a:cubicBezTo>
                  <a:close/>
                  <a:moveTo>
                    <a:pt x="228" y="1142"/>
                  </a:moveTo>
                  <a:cubicBezTo>
                    <a:pt x="236" y="1134"/>
                    <a:pt x="246" y="1126"/>
                    <a:pt x="252" y="1118"/>
                  </a:cubicBezTo>
                  <a:cubicBezTo>
                    <a:pt x="300" y="1093"/>
                    <a:pt x="301" y="1085"/>
                    <a:pt x="309" y="1081"/>
                  </a:cubicBezTo>
                  <a:cubicBezTo>
                    <a:pt x="462" y="985"/>
                    <a:pt x="471" y="976"/>
                    <a:pt x="485" y="967"/>
                  </a:cubicBezTo>
                  <a:cubicBezTo>
                    <a:pt x="503" y="945"/>
                    <a:pt x="507" y="947"/>
                    <a:pt x="510" y="941"/>
                  </a:cubicBezTo>
                  <a:cubicBezTo>
                    <a:pt x="557" y="905"/>
                    <a:pt x="553" y="907"/>
                    <a:pt x="551" y="909"/>
                  </a:cubicBezTo>
                  <a:cubicBezTo>
                    <a:pt x="517" y="950"/>
                    <a:pt x="499" y="964"/>
                    <a:pt x="486" y="978"/>
                  </a:cubicBezTo>
                  <a:cubicBezTo>
                    <a:pt x="437" y="1016"/>
                    <a:pt x="427" y="1019"/>
                    <a:pt x="415" y="1030"/>
                  </a:cubicBezTo>
                  <a:cubicBezTo>
                    <a:pt x="412" y="1032"/>
                    <a:pt x="412" y="1035"/>
                    <a:pt x="411" y="1035"/>
                  </a:cubicBezTo>
                  <a:cubicBezTo>
                    <a:pt x="371" y="1063"/>
                    <a:pt x="358" y="1069"/>
                    <a:pt x="346" y="1077"/>
                  </a:cubicBezTo>
                  <a:cubicBezTo>
                    <a:pt x="251" y="1133"/>
                    <a:pt x="244" y="1138"/>
                    <a:pt x="238" y="1142"/>
                  </a:cubicBezTo>
                  <a:cubicBezTo>
                    <a:pt x="217" y="1159"/>
                    <a:pt x="213" y="1164"/>
                    <a:pt x="208" y="1169"/>
                  </a:cubicBezTo>
                  <a:close/>
                  <a:moveTo>
                    <a:pt x="223" y="1067"/>
                  </a:moveTo>
                  <a:cubicBezTo>
                    <a:pt x="223" y="1065"/>
                    <a:pt x="223" y="1063"/>
                    <a:pt x="221" y="1061"/>
                  </a:cubicBezTo>
                  <a:cubicBezTo>
                    <a:pt x="226" y="1059"/>
                    <a:pt x="229" y="1064"/>
                    <a:pt x="223" y="1067"/>
                  </a:cubicBezTo>
                  <a:close/>
                  <a:moveTo>
                    <a:pt x="232" y="1100"/>
                  </a:moveTo>
                  <a:cubicBezTo>
                    <a:pt x="230" y="1094"/>
                    <a:pt x="242" y="1090"/>
                    <a:pt x="243" y="1085"/>
                  </a:cubicBezTo>
                  <a:cubicBezTo>
                    <a:pt x="362" y="999"/>
                    <a:pt x="360" y="990"/>
                    <a:pt x="366" y="989"/>
                  </a:cubicBezTo>
                  <a:cubicBezTo>
                    <a:pt x="390" y="969"/>
                    <a:pt x="398" y="972"/>
                    <a:pt x="400" y="969"/>
                  </a:cubicBezTo>
                  <a:cubicBezTo>
                    <a:pt x="434" y="942"/>
                    <a:pt x="438" y="946"/>
                    <a:pt x="443" y="940"/>
                  </a:cubicBezTo>
                  <a:cubicBezTo>
                    <a:pt x="503" y="895"/>
                    <a:pt x="520" y="886"/>
                    <a:pt x="537" y="875"/>
                  </a:cubicBezTo>
                  <a:cubicBezTo>
                    <a:pt x="594" y="856"/>
                    <a:pt x="595" y="858"/>
                    <a:pt x="592" y="860"/>
                  </a:cubicBezTo>
                  <a:cubicBezTo>
                    <a:pt x="575" y="865"/>
                    <a:pt x="573" y="867"/>
                    <a:pt x="571" y="865"/>
                  </a:cubicBezTo>
                  <a:cubicBezTo>
                    <a:pt x="463" y="940"/>
                    <a:pt x="448" y="949"/>
                    <a:pt x="432" y="965"/>
                  </a:cubicBezTo>
                  <a:cubicBezTo>
                    <a:pt x="322" y="1042"/>
                    <a:pt x="316" y="1041"/>
                    <a:pt x="309" y="1047"/>
                  </a:cubicBezTo>
                  <a:cubicBezTo>
                    <a:pt x="287" y="1062"/>
                    <a:pt x="287" y="1060"/>
                    <a:pt x="285" y="1062"/>
                  </a:cubicBezTo>
                  <a:cubicBezTo>
                    <a:pt x="261" y="1080"/>
                    <a:pt x="257" y="1087"/>
                    <a:pt x="255" y="1084"/>
                  </a:cubicBezTo>
                  <a:close/>
                  <a:moveTo>
                    <a:pt x="231" y="1037"/>
                  </a:moveTo>
                  <a:cubicBezTo>
                    <a:pt x="230" y="1036"/>
                    <a:pt x="229" y="1035"/>
                    <a:pt x="228" y="1034"/>
                  </a:cubicBezTo>
                  <a:cubicBezTo>
                    <a:pt x="230" y="1033"/>
                    <a:pt x="231" y="1032"/>
                    <a:pt x="232" y="1032"/>
                  </a:cubicBezTo>
                  <a:cubicBezTo>
                    <a:pt x="232" y="1033"/>
                    <a:pt x="233" y="1034"/>
                    <a:pt x="234" y="1035"/>
                  </a:cubicBezTo>
                  <a:cubicBezTo>
                    <a:pt x="233" y="1036"/>
                    <a:pt x="232" y="1036"/>
                    <a:pt x="231" y="1037"/>
                  </a:cubicBezTo>
                  <a:close/>
                  <a:moveTo>
                    <a:pt x="269" y="855"/>
                  </a:moveTo>
                  <a:cubicBezTo>
                    <a:pt x="270" y="855"/>
                    <a:pt x="267" y="849"/>
                    <a:pt x="267" y="849"/>
                  </a:cubicBezTo>
                  <a:cubicBezTo>
                    <a:pt x="269" y="847"/>
                    <a:pt x="275" y="856"/>
                    <a:pt x="269" y="855"/>
                  </a:cubicBezTo>
                  <a:close/>
                  <a:moveTo>
                    <a:pt x="301" y="886"/>
                  </a:moveTo>
                  <a:cubicBezTo>
                    <a:pt x="298" y="882"/>
                    <a:pt x="298" y="880"/>
                    <a:pt x="302" y="877"/>
                  </a:cubicBezTo>
                  <a:cubicBezTo>
                    <a:pt x="305" y="881"/>
                    <a:pt x="305" y="884"/>
                    <a:pt x="301" y="886"/>
                  </a:cubicBezTo>
                  <a:close/>
                  <a:moveTo>
                    <a:pt x="301" y="817"/>
                  </a:moveTo>
                  <a:cubicBezTo>
                    <a:pt x="301" y="815"/>
                    <a:pt x="302" y="814"/>
                    <a:pt x="301" y="812"/>
                  </a:cubicBezTo>
                  <a:cubicBezTo>
                    <a:pt x="300" y="808"/>
                    <a:pt x="305" y="812"/>
                    <a:pt x="303" y="813"/>
                  </a:cubicBezTo>
                  <a:cubicBezTo>
                    <a:pt x="305" y="816"/>
                    <a:pt x="303" y="818"/>
                    <a:pt x="306" y="821"/>
                  </a:cubicBezTo>
                  <a:cubicBezTo>
                    <a:pt x="305" y="825"/>
                    <a:pt x="306" y="829"/>
                    <a:pt x="308" y="834"/>
                  </a:cubicBezTo>
                  <a:cubicBezTo>
                    <a:pt x="300" y="833"/>
                    <a:pt x="306" y="822"/>
                    <a:pt x="301" y="817"/>
                  </a:cubicBezTo>
                  <a:close/>
                  <a:moveTo>
                    <a:pt x="481" y="717"/>
                  </a:moveTo>
                  <a:cubicBezTo>
                    <a:pt x="482" y="721"/>
                    <a:pt x="472" y="722"/>
                    <a:pt x="468" y="723"/>
                  </a:cubicBezTo>
                  <a:cubicBezTo>
                    <a:pt x="467" y="719"/>
                    <a:pt x="478" y="718"/>
                    <a:pt x="481" y="717"/>
                  </a:cubicBezTo>
                  <a:close/>
                  <a:moveTo>
                    <a:pt x="463" y="722"/>
                  </a:moveTo>
                  <a:cubicBezTo>
                    <a:pt x="465" y="726"/>
                    <a:pt x="456" y="728"/>
                    <a:pt x="455" y="728"/>
                  </a:cubicBezTo>
                  <a:cubicBezTo>
                    <a:pt x="452" y="724"/>
                    <a:pt x="461" y="722"/>
                    <a:pt x="463" y="722"/>
                  </a:cubicBezTo>
                  <a:close/>
                  <a:moveTo>
                    <a:pt x="356" y="782"/>
                  </a:moveTo>
                  <a:cubicBezTo>
                    <a:pt x="358" y="781"/>
                    <a:pt x="359" y="780"/>
                    <a:pt x="361" y="778"/>
                  </a:cubicBezTo>
                  <a:cubicBezTo>
                    <a:pt x="368" y="777"/>
                    <a:pt x="358" y="783"/>
                    <a:pt x="356" y="785"/>
                  </a:cubicBezTo>
                  <a:cubicBezTo>
                    <a:pt x="353" y="786"/>
                    <a:pt x="354" y="783"/>
                    <a:pt x="356" y="782"/>
                  </a:cubicBezTo>
                  <a:close/>
                  <a:moveTo>
                    <a:pt x="393" y="618"/>
                  </a:moveTo>
                  <a:cubicBezTo>
                    <a:pt x="387" y="621"/>
                    <a:pt x="392" y="614"/>
                    <a:pt x="388" y="612"/>
                  </a:cubicBezTo>
                  <a:cubicBezTo>
                    <a:pt x="392" y="609"/>
                    <a:pt x="392" y="617"/>
                    <a:pt x="393" y="618"/>
                  </a:cubicBezTo>
                  <a:close/>
                  <a:moveTo>
                    <a:pt x="407" y="682"/>
                  </a:moveTo>
                  <a:cubicBezTo>
                    <a:pt x="410" y="678"/>
                    <a:pt x="412" y="674"/>
                    <a:pt x="418" y="671"/>
                  </a:cubicBezTo>
                  <a:cubicBezTo>
                    <a:pt x="450" y="660"/>
                    <a:pt x="454" y="654"/>
                    <a:pt x="457" y="653"/>
                  </a:cubicBezTo>
                  <a:cubicBezTo>
                    <a:pt x="483" y="644"/>
                    <a:pt x="490" y="641"/>
                    <a:pt x="496" y="639"/>
                  </a:cubicBezTo>
                  <a:cubicBezTo>
                    <a:pt x="536" y="628"/>
                    <a:pt x="539" y="625"/>
                    <a:pt x="543" y="625"/>
                  </a:cubicBezTo>
                  <a:cubicBezTo>
                    <a:pt x="574" y="618"/>
                    <a:pt x="580" y="613"/>
                    <a:pt x="586" y="614"/>
                  </a:cubicBezTo>
                  <a:cubicBezTo>
                    <a:pt x="673" y="563"/>
                    <a:pt x="672" y="564"/>
                    <a:pt x="671" y="565"/>
                  </a:cubicBezTo>
                  <a:cubicBezTo>
                    <a:pt x="622" y="601"/>
                    <a:pt x="616" y="610"/>
                    <a:pt x="597" y="618"/>
                  </a:cubicBezTo>
                  <a:cubicBezTo>
                    <a:pt x="544" y="639"/>
                    <a:pt x="541" y="643"/>
                    <a:pt x="537" y="644"/>
                  </a:cubicBezTo>
                  <a:cubicBezTo>
                    <a:pt x="519" y="649"/>
                    <a:pt x="512" y="654"/>
                    <a:pt x="505" y="655"/>
                  </a:cubicBezTo>
                  <a:cubicBezTo>
                    <a:pt x="445" y="679"/>
                    <a:pt x="427" y="685"/>
                    <a:pt x="408" y="693"/>
                  </a:cubicBezTo>
                  <a:cubicBezTo>
                    <a:pt x="383" y="709"/>
                    <a:pt x="384" y="706"/>
                    <a:pt x="383" y="704"/>
                  </a:cubicBezTo>
                  <a:cubicBezTo>
                    <a:pt x="397" y="688"/>
                    <a:pt x="401" y="686"/>
                    <a:pt x="403" y="684"/>
                  </a:cubicBezTo>
                  <a:close/>
                  <a:moveTo>
                    <a:pt x="532" y="454"/>
                  </a:moveTo>
                  <a:cubicBezTo>
                    <a:pt x="532" y="450"/>
                    <a:pt x="531" y="447"/>
                    <a:pt x="535" y="444"/>
                  </a:cubicBezTo>
                  <a:cubicBezTo>
                    <a:pt x="538" y="448"/>
                    <a:pt x="536" y="451"/>
                    <a:pt x="532" y="454"/>
                  </a:cubicBezTo>
                  <a:close/>
                  <a:moveTo>
                    <a:pt x="627" y="333"/>
                  </a:moveTo>
                  <a:cubicBezTo>
                    <a:pt x="626" y="331"/>
                    <a:pt x="628" y="329"/>
                    <a:pt x="627" y="326"/>
                  </a:cubicBezTo>
                  <a:cubicBezTo>
                    <a:pt x="631" y="324"/>
                    <a:pt x="631" y="332"/>
                    <a:pt x="627" y="333"/>
                  </a:cubicBezTo>
                  <a:close/>
                  <a:moveTo>
                    <a:pt x="722" y="53"/>
                  </a:moveTo>
                  <a:cubicBezTo>
                    <a:pt x="723" y="56"/>
                    <a:pt x="721" y="59"/>
                    <a:pt x="718" y="61"/>
                  </a:cubicBezTo>
                  <a:cubicBezTo>
                    <a:pt x="713" y="58"/>
                    <a:pt x="719" y="56"/>
                    <a:pt x="722" y="53"/>
                  </a:cubicBezTo>
                  <a:close/>
                  <a:moveTo>
                    <a:pt x="670" y="251"/>
                  </a:moveTo>
                  <a:cubicBezTo>
                    <a:pt x="668" y="255"/>
                    <a:pt x="668" y="260"/>
                    <a:pt x="668" y="264"/>
                  </a:cubicBezTo>
                  <a:cubicBezTo>
                    <a:pt x="664" y="281"/>
                    <a:pt x="657" y="284"/>
                    <a:pt x="658" y="289"/>
                  </a:cubicBezTo>
                  <a:cubicBezTo>
                    <a:pt x="652" y="296"/>
                    <a:pt x="652" y="292"/>
                    <a:pt x="653" y="288"/>
                  </a:cubicBezTo>
                  <a:cubicBezTo>
                    <a:pt x="661" y="245"/>
                    <a:pt x="661" y="237"/>
                    <a:pt x="665" y="230"/>
                  </a:cubicBezTo>
                  <a:cubicBezTo>
                    <a:pt x="666" y="215"/>
                    <a:pt x="662" y="210"/>
                    <a:pt x="666" y="207"/>
                  </a:cubicBezTo>
                  <a:cubicBezTo>
                    <a:pt x="670" y="171"/>
                    <a:pt x="675" y="168"/>
                    <a:pt x="674" y="164"/>
                  </a:cubicBezTo>
                  <a:cubicBezTo>
                    <a:pt x="679" y="136"/>
                    <a:pt x="684" y="129"/>
                    <a:pt x="685" y="122"/>
                  </a:cubicBezTo>
                  <a:cubicBezTo>
                    <a:pt x="704" y="89"/>
                    <a:pt x="704" y="75"/>
                    <a:pt x="716" y="63"/>
                  </a:cubicBezTo>
                  <a:cubicBezTo>
                    <a:pt x="709" y="86"/>
                    <a:pt x="708" y="91"/>
                    <a:pt x="704" y="96"/>
                  </a:cubicBezTo>
                  <a:cubicBezTo>
                    <a:pt x="684" y="166"/>
                    <a:pt x="687" y="171"/>
                    <a:pt x="684" y="174"/>
                  </a:cubicBezTo>
                  <a:cubicBezTo>
                    <a:pt x="678" y="204"/>
                    <a:pt x="677" y="208"/>
                    <a:pt x="678" y="213"/>
                  </a:cubicBezTo>
                  <a:cubicBezTo>
                    <a:pt x="672" y="242"/>
                    <a:pt x="669" y="246"/>
                    <a:pt x="670" y="251"/>
                  </a:cubicBezTo>
                  <a:close/>
                </a:path>
              </a:pathLst>
            </a:custGeom>
            <a:solidFill>
              <a:srgbClr val="d0cdbb">
                <a:alpha val="50000"/>
              </a:srgbClr>
            </a:solidFill>
            <a:ln w="0">
              <a:noFill/>
            </a:ln>
          </p:spPr>
          <p:style>
            <a:lnRef idx="0"/>
            <a:fillRef idx="0"/>
            <a:effectRef idx="0"/>
            <a:fontRef idx="minor"/>
          </p:style>
          <p:txBody>
            <a:bodyPr tIns="91440" bIns="91440" anchor="ctr">
              <a:noAutofit/>
            </a:bodyPr>
            <a:p>
              <a:pPr>
                <a:lnSpc>
                  <a:spcPct val="100000"/>
                </a:lnSpc>
                <a:tabLst>
                  <a:tab algn="l" pos="0"/>
                </a:tabLst>
              </a:pPr>
              <a:endParaRPr b="0" lang="en-US" sz="1400" spc="-1" strike="noStrike">
                <a:solidFill>
                  <a:srgbClr val="000000"/>
                </a:solidFill>
                <a:latin typeface="Arial"/>
                <a:ea typeface="Arial"/>
              </a:endParaRPr>
            </a:p>
          </p:txBody>
        </p:sp>
      </p:grpSp>
      <p:sp>
        <p:nvSpPr>
          <p:cNvPr id="97" name="PlaceHolder 1"/>
          <p:cNvSpPr>
            <a:spLocks noGrp="1"/>
          </p:cNvSpPr>
          <p:nvPr>
            <p:ph type="dt" idx="19"/>
          </p:nvPr>
        </p:nvSpPr>
        <p:spPr>
          <a:xfrm>
            <a:off x="6720840" y="4722480"/>
            <a:ext cx="2057040" cy="27360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98" name="PlaceHolder 2"/>
          <p:cNvSpPr>
            <a:spLocks noGrp="1"/>
          </p:cNvSpPr>
          <p:nvPr>
            <p:ph type="ftr" idx="20"/>
          </p:nvPr>
        </p:nvSpPr>
        <p:spPr>
          <a:xfrm>
            <a:off x="2200320" y="4722480"/>
            <a:ext cx="425016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99" name="PlaceHolder 3"/>
          <p:cNvSpPr>
            <a:spLocks noGrp="1"/>
          </p:cNvSpPr>
          <p:nvPr>
            <p:ph type="sldNum" idx="21"/>
          </p:nvPr>
        </p:nvSpPr>
        <p:spPr>
          <a:xfrm>
            <a:off x="285840" y="470880"/>
            <a:ext cx="1413000" cy="4528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 sz="3800" spc="-1" strike="noStrike">
                <a:solidFill>
                  <a:srgbClr val="464b56"/>
                </a:solidFill>
                <a:latin typeface="Century Schoolbook"/>
                <a:ea typeface="Century Schoolbook"/>
              </a:defRPr>
            </a:lvl1pPr>
          </a:lstStyle>
          <a:p>
            <a:pPr indent="0" algn="r">
              <a:lnSpc>
                <a:spcPct val="100000"/>
              </a:lnSpc>
              <a:buNone/>
              <a:tabLst>
                <a:tab algn="l" pos="0"/>
              </a:tabLst>
            </a:pPr>
            <a:fld id="{7DAB77BB-9DCC-4214-8875-76C105550F73}" type="slidenum">
              <a:rPr b="0" lang="en" sz="3800" spc="-1" strike="noStrike">
                <a:solidFill>
                  <a:srgbClr val="464b56"/>
                </a:solidFill>
                <a:latin typeface="Century Schoolbook"/>
                <a:ea typeface="Century Schoolbook"/>
              </a:rPr>
              <a:t>&lt;number&gt;</a:t>
            </a:fld>
            <a:endParaRPr b="0" lang="en-US" sz="3800" spc="-1" strike="noStrike">
              <a:solidFill>
                <a:srgbClr val="000000"/>
              </a:solidFill>
              <a:latin typeface="Times New Roman"/>
            </a:endParaRPr>
          </a:p>
        </p:txBody>
      </p:sp>
      <p:sp>
        <p:nvSpPr>
          <p:cNvPr id="100" name="PlaceHolder 4"/>
          <p:cNvSpPr>
            <a:spLocks noGrp="1"/>
          </p:cNvSpPr>
          <p:nvPr>
            <p:ph type="title"/>
          </p:nvPr>
        </p:nvSpPr>
        <p:spPr>
          <a:xfrm>
            <a:off x="457200" y="205200"/>
            <a:ext cx="8229240" cy="858600"/>
          </a:xfrm>
          <a:prstGeom prst="rect">
            <a:avLst/>
          </a:prstGeom>
          <a:noFill/>
          <a:ln w="0">
            <a:noFill/>
          </a:ln>
        </p:spPr>
        <p:txBody>
          <a:bodyPr lIns="0" rIns="0" tIns="0" bIns="0" anchor="ctr">
            <a:noAutofit/>
          </a:bodyPr>
          <a:p>
            <a:pPr indent="0">
              <a:buNone/>
            </a:pPr>
            <a:r>
              <a:rPr b="0" lang="en-US" sz="1400" spc="-1" strike="noStrike">
                <a:solidFill>
                  <a:srgbClr val="000000"/>
                </a:solidFill>
                <a:latin typeface="Arial"/>
              </a:rPr>
              <a:t>Click to edit the title text format</a:t>
            </a:r>
            <a:endParaRPr b="0" lang="en-US" sz="1400" spc="-1" strike="noStrike">
              <a:solidFill>
                <a:srgbClr val="000000"/>
              </a:solidFill>
              <a:latin typeface="Arial"/>
            </a:endParaRPr>
          </a:p>
        </p:txBody>
      </p:sp>
      <p:sp>
        <p:nvSpPr>
          <p:cNvPr id="101" name="PlaceHolder 5"/>
          <p:cNvSpPr>
            <a:spLocks noGrp="1"/>
          </p:cNvSpPr>
          <p:nvPr>
            <p:ph type="body"/>
          </p:nvPr>
        </p:nvSpPr>
        <p:spPr>
          <a:xfrm>
            <a:off x="457200" y="1203480"/>
            <a:ext cx="8229240" cy="29829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400" spc="-1" strike="noStrike">
                <a:solidFill>
                  <a:srgbClr val="000000"/>
                </a:solidFill>
                <a:latin typeface="Arial"/>
              </a:rPr>
              <a:t>Click to edit the outline text format</a:t>
            </a:r>
            <a:endParaRPr b="0" lang="en-US" sz="14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400" spc="-1" strike="noStrike">
                <a:solidFill>
                  <a:srgbClr val="000000"/>
                </a:solidFill>
                <a:latin typeface="Arial"/>
              </a:rPr>
              <a:t>Second Outline Level</a:t>
            </a:r>
            <a:endParaRPr b="0" lang="en-US" sz="14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400" spc="-1" strike="noStrike">
                <a:solidFill>
                  <a:srgbClr val="000000"/>
                </a:solidFill>
                <a:latin typeface="Arial"/>
              </a:rPr>
              <a:t>Third Outline Level</a:t>
            </a:r>
            <a:endParaRPr b="0" lang="en-US" sz="1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400" spc="-1" strike="noStrike">
                <a:solidFill>
                  <a:srgbClr val="000000"/>
                </a:solidFill>
                <a:latin typeface="Arial"/>
              </a:rPr>
              <a:t>Fourth Outline Level</a:t>
            </a:r>
            <a:endParaRPr b="0" lang="en-US" sz="14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2"/>
        </a:solidFill>
      </p:bgPr>
    </p:bg>
    <p:spTree>
      <p:nvGrpSpPr>
        <p:cNvPr id="1" name=""/>
        <p:cNvGrpSpPr/>
        <p:nvPr/>
      </p:nvGrpSpPr>
      <p:grpSpPr>
        <a:xfrm>
          <a:off x="0" y="0"/>
          <a:ext cx="0" cy="0"/>
          <a:chOff x="0" y="0"/>
          <a:chExt cx="0" cy="0"/>
        </a:xfrm>
      </p:grpSpPr>
      <p:grpSp>
        <p:nvGrpSpPr>
          <p:cNvPr id="102" name="Google Shape;51;p13"/>
          <p:cNvGrpSpPr/>
          <p:nvPr/>
        </p:nvGrpSpPr>
        <p:grpSpPr>
          <a:xfrm>
            <a:off x="242280" y="542520"/>
            <a:ext cx="3173400" cy="4223520"/>
            <a:chOff x="242280" y="542520"/>
            <a:chExt cx="3173400" cy="4223520"/>
          </a:xfrm>
        </p:grpSpPr>
        <p:sp>
          <p:nvSpPr>
            <p:cNvPr id="103" name="Google Shape;52;p13"/>
            <p:cNvSpPr/>
            <p:nvPr/>
          </p:nvSpPr>
          <p:spPr>
            <a:xfrm>
              <a:off x="242280" y="542520"/>
              <a:ext cx="2013480" cy="4223520"/>
            </a:xfrm>
            <a:custGeom>
              <a:avLst/>
              <a:gdLst>
                <a:gd name="textAreaLeft" fmla="*/ 0 w 2013480"/>
                <a:gd name="textAreaRight" fmla="*/ 2013840 w 2013480"/>
                <a:gd name="textAreaTop" fmla="*/ 0 h 4223520"/>
                <a:gd name="textAreaBottom" fmla="*/ 4223880 h 4223520"/>
              </a:gdLst>
              <a:ahLst/>
              <a:rect l="textAreaLeft" t="textAreaTop" r="textAreaRight" b="textAreaBottom"/>
              <a:pathLst>
                <a:path w="697" h="1954">
                  <a:moveTo>
                    <a:pt x="251" y="1472"/>
                  </a:moveTo>
                  <a:cubicBezTo>
                    <a:pt x="258" y="1472"/>
                    <a:pt x="252" y="1463"/>
                    <a:pt x="251" y="1462"/>
                  </a:cubicBezTo>
                  <a:cubicBezTo>
                    <a:pt x="248" y="1422"/>
                    <a:pt x="241" y="1424"/>
                    <a:pt x="241" y="1419"/>
                  </a:cubicBezTo>
                  <a:cubicBezTo>
                    <a:pt x="227" y="1388"/>
                    <a:pt x="226" y="1380"/>
                    <a:pt x="221" y="1376"/>
                  </a:cubicBezTo>
                  <a:cubicBezTo>
                    <a:pt x="209" y="1355"/>
                    <a:pt x="209" y="1347"/>
                    <a:pt x="203" y="1344"/>
                  </a:cubicBezTo>
                  <a:cubicBezTo>
                    <a:pt x="169" y="1285"/>
                    <a:pt x="162" y="1275"/>
                    <a:pt x="156" y="1263"/>
                  </a:cubicBezTo>
                  <a:cubicBezTo>
                    <a:pt x="144" y="1242"/>
                    <a:pt x="141" y="1236"/>
                    <a:pt x="138" y="1231"/>
                  </a:cubicBezTo>
                  <a:cubicBezTo>
                    <a:pt x="107" y="1177"/>
                    <a:pt x="108" y="1168"/>
                    <a:pt x="103" y="1165"/>
                  </a:cubicBezTo>
                  <a:cubicBezTo>
                    <a:pt x="90" y="1142"/>
                    <a:pt x="83" y="1131"/>
                    <a:pt x="82" y="1127"/>
                  </a:cubicBezTo>
                  <a:cubicBezTo>
                    <a:pt x="66" y="1090"/>
                    <a:pt x="67" y="1081"/>
                    <a:pt x="62" y="1077"/>
                  </a:cubicBezTo>
                  <a:cubicBezTo>
                    <a:pt x="57" y="1049"/>
                    <a:pt x="51" y="1046"/>
                    <a:pt x="52" y="1037"/>
                  </a:cubicBezTo>
                  <a:cubicBezTo>
                    <a:pt x="48" y="1016"/>
                    <a:pt x="44" y="1007"/>
                    <a:pt x="42" y="1002"/>
                  </a:cubicBezTo>
                  <a:cubicBezTo>
                    <a:pt x="32" y="970"/>
                    <a:pt x="24" y="961"/>
                    <a:pt x="22" y="946"/>
                  </a:cubicBezTo>
                  <a:cubicBezTo>
                    <a:pt x="13" y="922"/>
                    <a:pt x="11" y="916"/>
                    <a:pt x="9" y="909"/>
                  </a:cubicBezTo>
                  <a:cubicBezTo>
                    <a:pt x="5" y="889"/>
                    <a:pt x="11" y="888"/>
                    <a:pt x="9" y="896"/>
                  </a:cubicBezTo>
                  <a:cubicBezTo>
                    <a:pt x="25" y="935"/>
                    <a:pt x="22" y="943"/>
                    <a:pt x="27" y="944"/>
                  </a:cubicBezTo>
                  <a:cubicBezTo>
                    <a:pt x="47" y="979"/>
                    <a:pt x="44" y="987"/>
                    <a:pt x="45" y="992"/>
                  </a:cubicBezTo>
                  <a:cubicBezTo>
                    <a:pt x="78" y="1045"/>
                    <a:pt x="85" y="1060"/>
                    <a:pt x="95" y="1072"/>
                  </a:cubicBezTo>
                  <a:cubicBezTo>
                    <a:pt x="141" y="1130"/>
                    <a:pt x="141" y="1136"/>
                    <a:pt x="140" y="1142"/>
                  </a:cubicBezTo>
                  <a:cubicBezTo>
                    <a:pt x="159" y="1162"/>
                    <a:pt x="156" y="1170"/>
                    <a:pt x="160" y="1170"/>
                  </a:cubicBezTo>
                  <a:cubicBezTo>
                    <a:pt x="198" y="1238"/>
                    <a:pt x="204" y="1243"/>
                    <a:pt x="206" y="1251"/>
                  </a:cubicBezTo>
                  <a:cubicBezTo>
                    <a:pt x="218" y="1278"/>
                    <a:pt x="219" y="1288"/>
                    <a:pt x="226" y="1291"/>
                  </a:cubicBezTo>
                  <a:cubicBezTo>
                    <a:pt x="231" y="1298"/>
                    <a:pt x="231" y="1292"/>
                    <a:pt x="228" y="1288"/>
                  </a:cubicBezTo>
                  <a:cubicBezTo>
                    <a:pt x="196" y="1218"/>
                    <a:pt x="198" y="1206"/>
                    <a:pt x="191" y="1203"/>
                  </a:cubicBezTo>
                  <a:cubicBezTo>
                    <a:pt x="168" y="1159"/>
                    <a:pt x="164" y="1153"/>
                    <a:pt x="160" y="1147"/>
                  </a:cubicBezTo>
                  <a:cubicBezTo>
                    <a:pt x="114" y="1068"/>
                    <a:pt x="104" y="1068"/>
                    <a:pt x="105" y="1057"/>
                  </a:cubicBezTo>
                  <a:cubicBezTo>
                    <a:pt x="67" y="1000"/>
                    <a:pt x="58" y="1000"/>
                    <a:pt x="57" y="992"/>
                  </a:cubicBezTo>
                  <a:cubicBezTo>
                    <a:pt x="80" y="1011"/>
                    <a:pt x="81" y="1021"/>
                    <a:pt x="87" y="1024"/>
                  </a:cubicBezTo>
                  <a:cubicBezTo>
                    <a:pt x="103" y="1041"/>
                    <a:pt x="100" y="1049"/>
                    <a:pt x="105" y="1049"/>
                  </a:cubicBezTo>
                  <a:cubicBezTo>
                    <a:pt x="129" y="1079"/>
                    <a:pt x="130" y="1087"/>
                    <a:pt x="135" y="1092"/>
                  </a:cubicBezTo>
                  <a:cubicBezTo>
                    <a:pt x="163" y="1128"/>
                    <a:pt x="159" y="1136"/>
                    <a:pt x="163" y="1137"/>
                  </a:cubicBezTo>
                  <a:cubicBezTo>
                    <a:pt x="199" y="1191"/>
                    <a:pt x="204" y="1205"/>
                    <a:pt x="211" y="1218"/>
                  </a:cubicBezTo>
                  <a:cubicBezTo>
                    <a:pt x="232" y="1237"/>
                    <a:pt x="226" y="1238"/>
                    <a:pt x="228" y="1230"/>
                  </a:cubicBezTo>
                  <a:cubicBezTo>
                    <a:pt x="202" y="1163"/>
                    <a:pt x="196" y="1163"/>
                    <a:pt x="198" y="1155"/>
                  </a:cubicBezTo>
                  <a:cubicBezTo>
                    <a:pt x="171" y="1106"/>
                    <a:pt x="167" y="1104"/>
                    <a:pt x="165" y="1100"/>
                  </a:cubicBezTo>
                  <a:cubicBezTo>
                    <a:pt x="140" y="1062"/>
                    <a:pt x="138" y="1052"/>
                    <a:pt x="133" y="1047"/>
                  </a:cubicBezTo>
                  <a:cubicBezTo>
                    <a:pt x="76" y="924"/>
                    <a:pt x="76" y="918"/>
                    <a:pt x="75" y="913"/>
                  </a:cubicBezTo>
                  <a:cubicBezTo>
                    <a:pt x="53" y="840"/>
                    <a:pt x="56" y="836"/>
                    <a:pt x="57" y="830"/>
                  </a:cubicBezTo>
                  <a:cubicBezTo>
                    <a:pt x="36" y="706"/>
                    <a:pt x="30" y="721"/>
                    <a:pt x="34" y="725"/>
                  </a:cubicBezTo>
                  <a:cubicBezTo>
                    <a:pt x="45" y="767"/>
                    <a:pt x="46" y="774"/>
                    <a:pt x="49" y="778"/>
                  </a:cubicBezTo>
                  <a:cubicBezTo>
                    <a:pt x="70" y="833"/>
                    <a:pt x="67" y="843"/>
                    <a:pt x="72" y="846"/>
                  </a:cubicBezTo>
                  <a:cubicBezTo>
                    <a:pt x="94" y="887"/>
                    <a:pt x="97" y="899"/>
                    <a:pt x="102" y="908"/>
                  </a:cubicBezTo>
                  <a:cubicBezTo>
                    <a:pt x="143" y="980"/>
                    <a:pt x="154" y="992"/>
                    <a:pt x="160" y="1007"/>
                  </a:cubicBezTo>
                  <a:cubicBezTo>
                    <a:pt x="212" y="1106"/>
                    <a:pt x="218" y="1122"/>
                    <a:pt x="223" y="1137"/>
                  </a:cubicBezTo>
                  <a:cubicBezTo>
                    <a:pt x="218" y="1115"/>
                    <a:pt x="222" y="1106"/>
                    <a:pt x="221" y="1102"/>
                  </a:cubicBezTo>
                  <a:cubicBezTo>
                    <a:pt x="210" y="1080"/>
                    <a:pt x="213" y="1072"/>
                    <a:pt x="208" y="1072"/>
                  </a:cubicBezTo>
                  <a:cubicBezTo>
                    <a:pt x="195" y="1023"/>
                    <a:pt x="188" y="1020"/>
                    <a:pt x="188" y="1012"/>
                  </a:cubicBezTo>
                  <a:cubicBezTo>
                    <a:pt x="149" y="930"/>
                    <a:pt x="144" y="927"/>
                    <a:pt x="145" y="918"/>
                  </a:cubicBezTo>
                  <a:cubicBezTo>
                    <a:pt x="125" y="876"/>
                    <a:pt x="120" y="873"/>
                    <a:pt x="117" y="868"/>
                  </a:cubicBezTo>
                  <a:cubicBezTo>
                    <a:pt x="102" y="832"/>
                    <a:pt x="100" y="833"/>
                    <a:pt x="100" y="830"/>
                  </a:cubicBezTo>
                  <a:cubicBezTo>
                    <a:pt x="80" y="793"/>
                    <a:pt x="77" y="788"/>
                    <a:pt x="75" y="783"/>
                  </a:cubicBezTo>
                  <a:cubicBezTo>
                    <a:pt x="45" y="730"/>
                    <a:pt x="43" y="716"/>
                    <a:pt x="34" y="710"/>
                  </a:cubicBezTo>
                  <a:cubicBezTo>
                    <a:pt x="25" y="678"/>
                    <a:pt x="34" y="684"/>
                    <a:pt x="32" y="690"/>
                  </a:cubicBezTo>
                  <a:cubicBezTo>
                    <a:pt x="50" y="733"/>
                    <a:pt x="60" y="733"/>
                    <a:pt x="59" y="745"/>
                  </a:cubicBezTo>
                  <a:cubicBezTo>
                    <a:pt x="80" y="780"/>
                    <a:pt x="81" y="783"/>
                    <a:pt x="85" y="785"/>
                  </a:cubicBezTo>
                  <a:cubicBezTo>
                    <a:pt x="113" y="833"/>
                    <a:pt x="115" y="842"/>
                    <a:pt x="117" y="851"/>
                  </a:cubicBezTo>
                  <a:cubicBezTo>
                    <a:pt x="147" y="899"/>
                    <a:pt x="151" y="907"/>
                    <a:pt x="153" y="916"/>
                  </a:cubicBezTo>
                  <a:cubicBezTo>
                    <a:pt x="168" y="945"/>
                    <a:pt x="171" y="952"/>
                    <a:pt x="173" y="961"/>
                  </a:cubicBezTo>
                  <a:cubicBezTo>
                    <a:pt x="190" y="999"/>
                    <a:pt x="200" y="1010"/>
                    <a:pt x="203" y="1029"/>
                  </a:cubicBezTo>
                  <a:cubicBezTo>
                    <a:pt x="198" y="998"/>
                    <a:pt x="198" y="994"/>
                    <a:pt x="196" y="994"/>
                  </a:cubicBezTo>
                  <a:cubicBezTo>
                    <a:pt x="175" y="911"/>
                    <a:pt x="168" y="909"/>
                    <a:pt x="170" y="898"/>
                  </a:cubicBezTo>
                  <a:cubicBezTo>
                    <a:pt x="131" y="811"/>
                    <a:pt x="131" y="802"/>
                    <a:pt x="125" y="800"/>
                  </a:cubicBezTo>
                  <a:cubicBezTo>
                    <a:pt x="105" y="747"/>
                    <a:pt x="103" y="742"/>
                    <a:pt x="100" y="740"/>
                  </a:cubicBezTo>
                  <a:cubicBezTo>
                    <a:pt x="82" y="701"/>
                    <a:pt x="78" y="699"/>
                    <a:pt x="77" y="695"/>
                  </a:cubicBezTo>
                  <a:cubicBezTo>
                    <a:pt x="67" y="672"/>
                    <a:pt x="60" y="674"/>
                    <a:pt x="62" y="667"/>
                  </a:cubicBezTo>
                  <a:cubicBezTo>
                    <a:pt x="44" y="641"/>
                    <a:pt x="39" y="635"/>
                    <a:pt x="34" y="629"/>
                  </a:cubicBezTo>
                  <a:cubicBezTo>
                    <a:pt x="21" y="597"/>
                    <a:pt x="29" y="609"/>
                    <a:pt x="37" y="622"/>
                  </a:cubicBezTo>
                  <a:cubicBezTo>
                    <a:pt x="75" y="681"/>
                    <a:pt x="85" y="681"/>
                    <a:pt x="85" y="692"/>
                  </a:cubicBezTo>
                  <a:cubicBezTo>
                    <a:pt x="108" y="731"/>
                    <a:pt x="109" y="735"/>
                    <a:pt x="110" y="740"/>
                  </a:cubicBezTo>
                  <a:cubicBezTo>
                    <a:pt x="123" y="777"/>
                    <a:pt x="130" y="775"/>
                    <a:pt x="130" y="780"/>
                  </a:cubicBezTo>
                  <a:cubicBezTo>
                    <a:pt x="151" y="822"/>
                    <a:pt x="153" y="840"/>
                    <a:pt x="163" y="851"/>
                  </a:cubicBezTo>
                  <a:cubicBezTo>
                    <a:pt x="179" y="903"/>
                    <a:pt x="184" y="907"/>
                    <a:pt x="185" y="916"/>
                  </a:cubicBezTo>
                  <a:cubicBezTo>
                    <a:pt x="203" y="963"/>
                    <a:pt x="199" y="973"/>
                    <a:pt x="201" y="976"/>
                  </a:cubicBezTo>
                  <a:cubicBezTo>
                    <a:pt x="236" y="1076"/>
                    <a:pt x="226" y="1071"/>
                    <a:pt x="228" y="1064"/>
                  </a:cubicBezTo>
                  <a:cubicBezTo>
                    <a:pt x="218" y="972"/>
                    <a:pt x="212" y="965"/>
                    <a:pt x="213" y="951"/>
                  </a:cubicBezTo>
                  <a:cubicBezTo>
                    <a:pt x="185" y="862"/>
                    <a:pt x="181" y="854"/>
                    <a:pt x="178" y="845"/>
                  </a:cubicBezTo>
                  <a:cubicBezTo>
                    <a:pt x="145" y="767"/>
                    <a:pt x="139" y="762"/>
                    <a:pt x="135" y="755"/>
                  </a:cubicBezTo>
                  <a:cubicBezTo>
                    <a:pt x="119" y="717"/>
                    <a:pt x="114" y="719"/>
                    <a:pt x="112" y="717"/>
                  </a:cubicBezTo>
                  <a:cubicBezTo>
                    <a:pt x="92" y="686"/>
                    <a:pt x="92" y="676"/>
                    <a:pt x="87" y="669"/>
                  </a:cubicBezTo>
                  <a:cubicBezTo>
                    <a:pt x="56" y="621"/>
                    <a:pt x="53" y="614"/>
                    <a:pt x="49" y="607"/>
                  </a:cubicBezTo>
                  <a:cubicBezTo>
                    <a:pt x="41" y="564"/>
                    <a:pt x="41" y="578"/>
                    <a:pt x="47" y="586"/>
                  </a:cubicBezTo>
                  <a:cubicBezTo>
                    <a:pt x="72" y="633"/>
                    <a:pt x="77" y="635"/>
                    <a:pt x="77" y="642"/>
                  </a:cubicBezTo>
                  <a:cubicBezTo>
                    <a:pt x="117" y="700"/>
                    <a:pt x="120" y="711"/>
                    <a:pt x="125" y="720"/>
                  </a:cubicBezTo>
                  <a:cubicBezTo>
                    <a:pt x="136" y="738"/>
                    <a:pt x="138" y="743"/>
                    <a:pt x="143" y="745"/>
                  </a:cubicBezTo>
                  <a:cubicBezTo>
                    <a:pt x="165" y="796"/>
                    <a:pt x="169" y="801"/>
                    <a:pt x="173" y="805"/>
                  </a:cubicBezTo>
                  <a:cubicBezTo>
                    <a:pt x="198" y="877"/>
                    <a:pt x="205" y="880"/>
                    <a:pt x="206" y="888"/>
                  </a:cubicBezTo>
                  <a:cubicBezTo>
                    <a:pt x="210" y="912"/>
                    <a:pt x="215" y="915"/>
                    <a:pt x="216" y="923"/>
                  </a:cubicBezTo>
                  <a:cubicBezTo>
                    <a:pt x="239" y="982"/>
                    <a:pt x="234" y="967"/>
                    <a:pt x="238" y="961"/>
                  </a:cubicBezTo>
                  <a:cubicBezTo>
                    <a:pt x="220" y="890"/>
                    <a:pt x="217" y="886"/>
                    <a:pt x="218" y="876"/>
                  </a:cubicBezTo>
                  <a:cubicBezTo>
                    <a:pt x="175" y="774"/>
                    <a:pt x="176" y="763"/>
                    <a:pt x="173" y="755"/>
                  </a:cubicBezTo>
                  <a:cubicBezTo>
                    <a:pt x="155" y="729"/>
                    <a:pt x="156" y="717"/>
                    <a:pt x="150" y="712"/>
                  </a:cubicBezTo>
                  <a:cubicBezTo>
                    <a:pt x="123" y="663"/>
                    <a:pt x="122" y="653"/>
                    <a:pt x="115" y="649"/>
                  </a:cubicBezTo>
                  <a:cubicBezTo>
                    <a:pt x="86" y="590"/>
                    <a:pt x="85" y="586"/>
                    <a:pt x="85" y="581"/>
                  </a:cubicBezTo>
                  <a:cubicBezTo>
                    <a:pt x="60" y="516"/>
                    <a:pt x="65" y="519"/>
                    <a:pt x="64" y="528"/>
                  </a:cubicBezTo>
                  <a:cubicBezTo>
                    <a:pt x="82" y="567"/>
                    <a:pt x="89" y="567"/>
                    <a:pt x="87" y="576"/>
                  </a:cubicBezTo>
                  <a:cubicBezTo>
                    <a:pt x="102" y="603"/>
                    <a:pt x="102" y="606"/>
                    <a:pt x="105" y="606"/>
                  </a:cubicBezTo>
                  <a:cubicBezTo>
                    <a:pt x="133" y="652"/>
                    <a:pt x="128" y="663"/>
                    <a:pt x="135" y="662"/>
                  </a:cubicBezTo>
                  <a:cubicBezTo>
                    <a:pt x="162" y="716"/>
                    <a:pt x="168" y="721"/>
                    <a:pt x="170" y="730"/>
                  </a:cubicBezTo>
                  <a:cubicBezTo>
                    <a:pt x="201" y="805"/>
                    <a:pt x="206" y="810"/>
                    <a:pt x="208" y="818"/>
                  </a:cubicBezTo>
                  <a:cubicBezTo>
                    <a:pt x="243" y="905"/>
                    <a:pt x="235" y="893"/>
                    <a:pt x="233" y="888"/>
                  </a:cubicBezTo>
                  <a:cubicBezTo>
                    <a:pt x="221" y="836"/>
                    <a:pt x="220" y="828"/>
                    <a:pt x="216" y="823"/>
                  </a:cubicBezTo>
                  <a:cubicBezTo>
                    <a:pt x="173" y="707"/>
                    <a:pt x="173" y="697"/>
                    <a:pt x="170" y="689"/>
                  </a:cubicBezTo>
                  <a:cubicBezTo>
                    <a:pt x="157" y="663"/>
                    <a:pt x="154" y="657"/>
                    <a:pt x="150" y="652"/>
                  </a:cubicBezTo>
                  <a:cubicBezTo>
                    <a:pt x="119" y="602"/>
                    <a:pt x="122" y="594"/>
                    <a:pt x="117" y="594"/>
                  </a:cubicBezTo>
                  <a:cubicBezTo>
                    <a:pt x="119" y="590"/>
                    <a:pt x="124" y="592"/>
                    <a:pt x="125" y="596"/>
                  </a:cubicBezTo>
                  <a:cubicBezTo>
                    <a:pt x="159" y="641"/>
                    <a:pt x="154" y="651"/>
                    <a:pt x="163" y="649"/>
                  </a:cubicBezTo>
                  <a:cubicBezTo>
                    <a:pt x="185" y="694"/>
                    <a:pt x="183" y="708"/>
                    <a:pt x="190" y="712"/>
                  </a:cubicBezTo>
                  <a:cubicBezTo>
                    <a:pt x="211" y="753"/>
                    <a:pt x="208" y="762"/>
                    <a:pt x="213" y="762"/>
                  </a:cubicBezTo>
                  <a:cubicBezTo>
                    <a:pt x="237" y="847"/>
                    <a:pt x="238" y="850"/>
                    <a:pt x="238" y="853"/>
                  </a:cubicBezTo>
                  <a:cubicBezTo>
                    <a:pt x="246" y="870"/>
                    <a:pt x="242" y="860"/>
                    <a:pt x="243" y="855"/>
                  </a:cubicBezTo>
                  <a:cubicBezTo>
                    <a:pt x="231" y="791"/>
                    <a:pt x="232" y="779"/>
                    <a:pt x="228" y="757"/>
                  </a:cubicBezTo>
                  <a:cubicBezTo>
                    <a:pt x="212" y="721"/>
                    <a:pt x="215" y="712"/>
                    <a:pt x="210" y="712"/>
                  </a:cubicBezTo>
                  <a:cubicBezTo>
                    <a:pt x="190" y="661"/>
                    <a:pt x="188" y="652"/>
                    <a:pt x="183" y="647"/>
                  </a:cubicBezTo>
                  <a:cubicBezTo>
                    <a:pt x="162" y="617"/>
                    <a:pt x="161" y="598"/>
                    <a:pt x="150" y="589"/>
                  </a:cubicBezTo>
                  <a:cubicBezTo>
                    <a:pt x="126" y="540"/>
                    <a:pt x="121" y="535"/>
                    <a:pt x="117" y="528"/>
                  </a:cubicBezTo>
                  <a:cubicBezTo>
                    <a:pt x="101" y="492"/>
                    <a:pt x="98" y="489"/>
                    <a:pt x="97" y="486"/>
                  </a:cubicBezTo>
                  <a:cubicBezTo>
                    <a:pt x="80" y="432"/>
                    <a:pt x="73" y="429"/>
                    <a:pt x="74" y="418"/>
                  </a:cubicBezTo>
                  <a:cubicBezTo>
                    <a:pt x="93" y="455"/>
                    <a:pt x="94" y="458"/>
                    <a:pt x="94" y="463"/>
                  </a:cubicBezTo>
                  <a:cubicBezTo>
                    <a:pt x="143" y="547"/>
                    <a:pt x="140" y="555"/>
                    <a:pt x="145" y="556"/>
                  </a:cubicBezTo>
                  <a:cubicBezTo>
                    <a:pt x="164" y="593"/>
                    <a:pt x="170" y="599"/>
                    <a:pt x="173" y="606"/>
                  </a:cubicBezTo>
                  <a:cubicBezTo>
                    <a:pt x="191" y="642"/>
                    <a:pt x="200" y="654"/>
                    <a:pt x="205" y="669"/>
                  </a:cubicBezTo>
                  <a:cubicBezTo>
                    <a:pt x="228" y="720"/>
                    <a:pt x="226" y="733"/>
                    <a:pt x="233" y="737"/>
                  </a:cubicBezTo>
                  <a:cubicBezTo>
                    <a:pt x="244" y="794"/>
                    <a:pt x="247" y="802"/>
                    <a:pt x="246" y="815"/>
                  </a:cubicBezTo>
                  <a:cubicBezTo>
                    <a:pt x="257" y="840"/>
                    <a:pt x="255" y="834"/>
                    <a:pt x="256" y="830"/>
                  </a:cubicBezTo>
                  <a:cubicBezTo>
                    <a:pt x="249" y="738"/>
                    <a:pt x="244" y="737"/>
                    <a:pt x="243" y="732"/>
                  </a:cubicBezTo>
                  <a:cubicBezTo>
                    <a:pt x="217" y="655"/>
                    <a:pt x="208" y="642"/>
                    <a:pt x="203" y="624"/>
                  </a:cubicBezTo>
                  <a:cubicBezTo>
                    <a:pt x="179" y="566"/>
                    <a:pt x="170" y="562"/>
                    <a:pt x="170" y="551"/>
                  </a:cubicBezTo>
                  <a:cubicBezTo>
                    <a:pt x="156" y="511"/>
                    <a:pt x="145" y="501"/>
                    <a:pt x="142" y="483"/>
                  </a:cubicBezTo>
                  <a:cubicBezTo>
                    <a:pt x="140" y="458"/>
                    <a:pt x="142" y="465"/>
                    <a:pt x="145" y="471"/>
                  </a:cubicBezTo>
                  <a:cubicBezTo>
                    <a:pt x="163" y="523"/>
                    <a:pt x="171" y="533"/>
                    <a:pt x="175" y="546"/>
                  </a:cubicBezTo>
                  <a:cubicBezTo>
                    <a:pt x="196" y="591"/>
                    <a:pt x="206" y="598"/>
                    <a:pt x="208" y="614"/>
                  </a:cubicBezTo>
                  <a:cubicBezTo>
                    <a:pt x="231" y="662"/>
                    <a:pt x="236" y="674"/>
                    <a:pt x="241" y="687"/>
                  </a:cubicBezTo>
                  <a:cubicBezTo>
                    <a:pt x="252" y="718"/>
                    <a:pt x="249" y="725"/>
                    <a:pt x="253" y="725"/>
                  </a:cubicBezTo>
                  <a:cubicBezTo>
                    <a:pt x="268" y="760"/>
                    <a:pt x="259" y="754"/>
                    <a:pt x="261" y="750"/>
                  </a:cubicBezTo>
                  <a:cubicBezTo>
                    <a:pt x="260" y="703"/>
                    <a:pt x="254" y="700"/>
                    <a:pt x="258" y="692"/>
                  </a:cubicBezTo>
                  <a:cubicBezTo>
                    <a:pt x="248" y="658"/>
                    <a:pt x="249" y="652"/>
                    <a:pt x="246" y="652"/>
                  </a:cubicBezTo>
                  <a:cubicBezTo>
                    <a:pt x="229" y="597"/>
                    <a:pt x="228" y="593"/>
                    <a:pt x="228" y="589"/>
                  </a:cubicBezTo>
                  <a:cubicBezTo>
                    <a:pt x="211" y="547"/>
                    <a:pt x="207" y="538"/>
                    <a:pt x="203" y="528"/>
                  </a:cubicBezTo>
                  <a:cubicBezTo>
                    <a:pt x="186" y="481"/>
                    <a:pt x="179" y="480"/>
                    <a:pt x="180" y="473"/>
                  </a:cubicBezTo>
                  <a:cubicBezTo>
                    <a:pt x="156" y="407"/>
                    <a:pt x="153" y="397"/>
                    <a:pt x="150" y="387"/>
                  </a:cubicBezTo>
                  <a:cubicBezTo>
                    <a:pt x="147" y="345"/>
                    <a:pt x="152" y="348"/>
                    <a:pt x="150" y="357"/>
                  </a:cubicBezTo>
                  <a:cubicBezTo>
                    <a:pt x="176" y="446"/>
                    <a:pt x="183" y="456"/>
                    <a:pt x="188" y="468"/>
                  </a:cubicBezTo>
                  <a:cubicBezTo>
                    <a:pt x="206" y="507"/>
                    <a:pt x="205" y="512"/>
                    <a:pt x="205" y="516"/>
                  </a:cubicBezTo>
                  <a:cubicBezTo>
                    <a:pt x="224" y="553"/>
                    <a:pt x="228" y="566"/>
                    <a:pt x="233" y="579"/>
                  </a:cubicBezTo>
                  <a:cubicBezTo>
                    <a:pt x="232" y="555"/>
                    <a:pt x="229" y="552"/>
                    <a:pt x="228" y="546"/>
                  </a:cubicBezTo>
                  <a:cubicBezTo>
                    <a:pt x="212" y="499"/>
                    <a:pt x="215" y="491"/>
                    <a:pt x="210" y="491"/>
                  </a:cubicBezTo>
                  <a:cubicBezTo>
                    <a:pt x="198" y="374"/>
                    <a:pt x="193" y="371"/>
                    <a:pt x="198" y="360"/>
                  </a:cubicBezTo>
                  <a:cubicBezTo>
                    <a:pt x="209" y="429"/>
                    <a:pt x="211" y="465"/>
                    <a:pt x="223" y="491"/>
                  </a:cubicBezTo>
                  <a:cubicBezTo>
                    <a:pt x="280" y="680"/>
                    <a:pt x="276" y="677"/>
                    <a:pt x="276" y="674"/>
                  </a:cubicBezTo>
                  <a:cubicBezTo>
                    <a:pt x="265" y="621"/>
                    <a:pt x="263" y="596"/>
                    <a:pt x="256" y="576"/>
                  </a:cubicBezTo>
                  <a:cubicBezTo>
                    <a:pt x="238" y="489"/>
                    <a:pt x="237" y="484"/>
                    <a:pt x="233" y="481"/>
                  </a:cubicBezTo>
                  <a:cubicBezTo>
                    <a:pt x="229" y="441"/>
                    <a:pt x="223" y="426"/>
                    <a:pt x="223" y="415"/>
                  </a:cubicBezTo>
                  <a:cubicBezTo>
                    <a:pt x="215" y="326"/>
                    <a:pt x="215" y="313"/>
                    <a:pt x="215" y="299"/>
                  </a:cubicBezTo>
                  <a:cubicBezTo>
                    <a:pt x="216" y="264"/>
                    <a:pt x="215" y="246"/>
                    <a:pt x="215" y="229"/>
                  </a:cubicBezTo>
                  <a:cubicBezTo>
                    <a:pt x="220" y="243"/>
                    <a:pt x="217" y="244"/>
                    <a:pt x="220" y="252"/>
                  </a:cubicBezTo>
                  <a:cubicBezTo>
                    <a:pt x="227" y="394"/>
                    <a:pt x="231" y="403"/>
                    <a:pt x="230" y="418"/>
                  </a:cubicBezTo>
                  <a:cubicBezTo>
                    <a:pt x="241" y="471"/>
                    <a:pt x="249" y="489"/>
                    <a:pt x="253" y="511"/>
                  </a:cubicBezTo>
                  <a:cubicBezTo>
                    <a:pt x="269" y="599"/>
                    <a:pt x="275" y="599"/>
                    <a:pt x="273" y="606"/>
                  </a:cubicBezTo>
                  <a:cubicBezTo>
                    <a:pt x="283" y="651"/>
                    <a:pt x="286" y="652"/>
                    <a:pt x="286" y="672"/>
                  </a:cubicBezTo>
                  <a:cubicBezTo>
                    <a:pt x="296" y="620"/>
                    <a:pt x="298" y="608"/>
                    <a:pt x="293" y="589"/>
                  </a:cubicBezTo>
                  <a:cubicBezTo>
                    <a:pt x="280" y="509"/>
                    <a:pt x="286" y="493"/>
                    <a:pt x="281" y="488"/>
                  </a:cubicBezTo>
                  <a:cubicBezTo>
                    <a:pt x="267" y="299"/>
                    <a:pt x="263" y="266"/>
                    <a:pt x="268" y="241"/>
                  </a:cubicBezTo>
                  <a:cubicBezTo>
                    <a:pt x="274" y="196"/>
                    <a:pt x="264" y="191"/>
                    <a:pt x="270" y="186"/>
                  </a:cubicBezTo>
                  <a:cubicBezTo>
                    <a:pt x="277" y="197"/>
                    <a:pt x="273" y="206"/>
                    <a:pt x="273" y="216"/>
                  </a:cubicBezTo>
                  <a:cubicBezTo>
                    <a:pt x="276" y="229"/>
                    <a:pt x="273" y="230"/>
                    <a:pt x="273" y="239"/>
                  </a:cubicBezTo>
                  <a:cubicBezTo>
                    <a:pt x="284" y="423"/>
                    <a:pt x="283" y="439"/>
                    <a:pt x="286" y="453"/>
                  </a:cubicBezTo>
                  <a:cubicBezTo>
                    <a:pt x="292" y="522"/>
                    <a:pt x="304" y="540"/>
                    <a:pt x="303" y="574"/>
                  </a:cubicBezTo>
                  <a:cubicBezTo>
                    <a:pt x="306" y="533"/>
                    <a:pt x="306" y="521"/>
                    <a:pt x="306" y="508"/>
                  </a:cubicBezTo>
                  <a:cubicBezTo>
                    <a:pt x="292" y="325"/>
                    <a:pt x="289" y="308"/>
                    <a:pt x="291" y="292"/>
                  </a:cubicBezTo>
                  <a:cubicBezTo>
                    <a:pt x="285" y="226"/>
                    <a:pt x="289" y="223"/>
                    <a:pt x="288" y="209"/>
                  </a:cubicBezTo>
                  <a:cubicBezTo>
                    <a:pt x="293" y="131"/>
                    <a:pt x="295" y="122"/>
                    <a:pt x="296" y="111"/>
                  </a:cubicBezTo>
                  <a:cubicBezTo>
                    <a:pt x="296" y="107"/>
                    <a:pt x="305" y="125"/>
                    <a:pt x="298" y="126"/>
                  </a:cubicBezTo>
                  <a:cubicBezTo>
                    <a:pt x="292" y="226"/>
                    <a:pt x="298" y="243"/>
                    <a:pt x="296" y="259"/>
                  </a:cubicBezTo>
                  <a:cubicBezTo>
                    <a:pt x="303" y="366"/>
                    <a:pt x="309" y="397"/>
                    <a:pt x="308" y="435"/>
                  </a:cubicBezTo>
                  <a:cubicBezTo>
                    <a:pt x="323" y="474"/>
                    <a:pt x="314" y="470"/>
                    <a:pt x="316" y="465"/>
                  </a:cubicBezTo>
                  <a:cubicBezTo>
                    <a:pt x="318" y="444"/>
                    <a:pt x="318" y="439"/>
                    <a:pt x="318" y="435"/>
                  </a:cubicBezTo>
                  <a:cubicBezTo>
                    <a:pt x="316" y="396"/>
                    <a:pt x="316" y="392"/>
                    <a:pt x="316" y="387"/>
                  </a:cubicBezTo>
                  <a:cubicBezTo>
                    <a:pt x="315" y="330"/>
                    <a:pt x="313" y="324"/>
                    <a:pt x="313" y="319"/>
                  </a:cubicBezTo>
                  <a:cubicBezTo>
                    <a:pt x="318" y="200"/>
                    <a:pt x="323" y="199"/>
                    <a:pt x="321" y="191"/>
                  </a:cubicBezTo>
                  <a:cubicBezTo>
                    <a:pt x="325" y="160"/>
                    <a:pt x="320" y="150"/>
                    <a:pt x="326" y="151"/>
                  </a:cubicBezTo>
                  <a:cubicBezTo>
                    <a:pt x="333" y="137"/>
                    <a:pt x="331" y="147"/>
                    <a:pt x="328" y="156"/>
                  </a:cubicBezTo>
                  <a:cubicBezTo>
                    <a:pt x="322" y="246"/>
                    <a:pt x="326" y="266"/>
                    <a:pt x="321" y="277"/>
                  </a:cubicBezTo>
                  <a:cubicBezTo>
                    <a:pt x="324" y="351"/>
                    <a:pt x="322" y="357"/>
                    <a:pt x="326" y="357"/>
                  </a:cubicBezTo>
                  <a:cubicBezTo>
                    <a:pt x="328" y="453"/>
                    <a:pt x="326" y="458"/>
                    <a:pt x="326" y="463"/>
                  </a:cubicBezTo>
                  <a:cubicBezTo>
                    <a:pt x="338" y="484"/>
                    <a:pt x="338" y="481"/>
                    <a:pt x="339" y="478"/>
                  </a:cubicBezTo>
                  <a:cubicBezTo>
                    <a:pt x="339" y="467"/>
                    <a:pt x="338" y="461"/>
                    <a:pt x="339" y="453"/>
                  </a:cubicBezTo>
                  <a:cubicBezTo>
                    <a:pt x="339" y="390"/>
                    <a:pt x="345" y="391"/>
                    <a:pt x="344" y="385"/>
                  </a:cubicBezTo>
                  <a:cubicBezTo>
                    <a:pt x="344" y="252"/>
                    <a:pt x="346" y="241"/>
                    <a:pt x="346" y="229"/>
                  </a:cubicBezTo>
                  <a:cubicBezTo>
                    <a:pt x="373" y="110"/>
                    <a:pt x="371" y="102"/>
                    <a:pt x="374" y="98"/>
                  </a:cubicBezTo>
                  <a:cubicBezTo>
                    <a:pt x="379" y="60"/>
                    <a:pt x="385" y="60"/>
                    <a:pt x="384" y="53"/>
                  </a:cubicBezTo>
                  <a:cubicBezTo>
                    <a:pt x="397" y="11"/>
                    <a:pt x="405" y="24"/>
                    <a:pt x="399" y="22"/>
                  </a:cubicBezTo>
                  <a:cubicBezTo>
                    <a:pt x="374" y="102"/>
                    <a:pt x="383" y="117"/>
                    <a:pt x="376" y="116"/>
                  </a:cubicBezTo>
                  <a:cubicBezTo>
                    <a:pt x="367" y="192"/>
                    <a:pt x="355" y="232"/>
                    <a:pt x="351" y="272"/>
                  </a:cubicBezTo>
                  <a:cubicBezTo>
                    <a:pt x="351" y="359"/>
                    <a:pt x="355" y="369"/>
                    <a:pt x="354" y="372"/>
                  </a:cubicBezTo>
                  <a:cubicBezTo>
                    <a:pt x="351" y="399"/>
                    <a:pt x="351" y="403"/>
                    <a:pt x="351" y="407"/>
                  </a:cubicBezTo>
                  <a:cubicBezTo>
                    <a:pt x="362" y="364"/>
                    <a:pt x="358" y="351"/>
                    <a:pt x="364" y="347"/>
                  </a:cubicBezTo>
                  <a:cubicBezTo>
                    <a:pt x="368" y="321"/>
                    <a:pt x="368" y="314"/>
                    <a:pt x="371" y="314"/>
                  </a:cubicBezTo>
                  <a:cubicBezTo>
                    <a:pt x="390" y="172"/>
                    <a:pt x="402" y="149"/>
                    <a:pt x="404" y="116"/>
                  </a:cubicBezTo>
                  <a:cubicBezTo>
                    <a:pt x="432" y="41"/>
                    <a:pt x="427" y="40"/>
                    <a:pt x="429" y="48"/>
                  </a:cubicBezTo>
                  <a:cubicBezTo>
                    <a:pt x="403" y="151"/>
                    <a:pt x="400" y="182"/>
                    <a:pt x="396" y="221"/>
                  </a:cubicBezTo>
                  <a:cubicBezTo>
                    <a:pt x="369" y="402"/>
                    <a:pt x="368" y="392"/>
                    <a:pt x="374" y="387"/>
                  </a:cubicBezTo>
                  <a:cubicBezTo>
                    <a:pt x="381" y="362"/>
                    <a:pt x="384" y="355"/>
                    <a:pt x="386" y="347"/>
                  </a:cubicBezTo>
                  <a:cubicBezTo>
                    <a:pt x="421" y="286"/>
                    <a:pt x="421" y="276"/>
                    <a:pt x="426" y="272"/>
                  </a:cubicBezTo>
                  <a:cubicBezTo>
                    <a:pt x="463" y="190"/>
                    <a:pt x="470" y="184"/>
                    <a:pt x="472" y="173"/>
                  </a:cubicBezTo>
                  <a:cubicBezTo>
                    <a:pt x="478" y="175"/>
                    <a:pt x="469" y="199"/>
                    <a:pt x="462" y="224"/>
                  </a:cubicBezTo>
                  <a:cubicBezTo>
                    <a:pt x="446" y="260"/>
                    <a:pt x="442" y="261"/>
                    <a:pt x="442" y="261"/>
                  </a:cubicBezTo>
                  <a:cubicBezTo>
                    <a:pt x="417" y="299"/>
                    <a:pt x="417" y="319"/>
                    <a:pt x="406" y="329"/>
                  </a:cubicBezTo>
                  <a:cubicBezTo>
                    <a:pt x="393" y="372"/>
                    <a:pt x="394" y="370"/>
                    <a:pt x="396" y="370"/>
                  </a:cubicBezTo>
                  <a:cubicBezTo>
                    <a:pt x="423" y="330"/>
                    <a:pt x="433" y="319"/>
                    <a:pt x="437" y="302"/>
                  </a:cubicBezTo>
                  <a:cubicBezTo>
                    <a:pt x="464" y="262"/>
                    <a:pt x="464" y="255"/>
                    <a:pt x="467" y="251"/>
                  </a:cubicBezTo>
                  <a:cubicBezTo>
                    <a:pt x="504" y="170"/>
                    <a:pt x="509" y="151"/>
                    <a:pt x="512" y="128"/>
                  </a:cubicBezTo>
                  <a:cubicBezTo>
                    <a:pt x="522" y="92"/>
                    <a:pt x="522" y="99"/>
                    <a:pt x="522" y="105"/>
                  </a:cubicBezTo>
                  <a:cubicBezTo>
                    <a:pt x="496" y="217"/>
                    <a:pt x="493" y="220"/>
                    <a:pt x="492" y="224"/>
                  </a:cubicBezTo>
                  <a:cubicBezTo>
                    <a:pt x="470" y="268"/>
                    <a:pt x="468" y="270"/>
                    <a:pt x="467" y="274"/>
                  </a:cubicBezTo>
                  <a:cubicBezTo>
                    <a:pt x="460" y="300"/>
                    <a:pt x="449" y="294"/>
                    <a:pt x="452" y="302"/>
                  </a:cubicBezTo>
                  <a:cubicBezTo>
                    <a:pt x="426" y="346"/>
                    <a:pt x="419" y="348"/>
                    <a:pt x="419" y="357"/>
                  </a:cubicBezTo>
                  <a:cubicBezTo>
                    <a:pt x="377" y="415"/>
                    <a:pt x="378" y="425"/>
                    <a:pt x="369" y="425"/>
                  </a:cubicBezTo>
                  <a:cubicBezTo>
                    <a:pt x="358" y="467"/>
                    <a:pt x="351" y="467"/>
                    <a:pt x="354" y="475"/>
                  </a:cubicBezTo>
                  <a:cubicBezTo>
                    <a:pt x="367" y="453"/>
                    <a:pt x="377" y="450"/>
                    <a:pt x="379" y="438"/>
                  </a:cubicBezTo>
                  <a:cubicBezTo>
                    <a:pt x="409" y="380"/>
                    <a:pt x="416" y="379"/>
                    <a:pt x="417" y="372"/>
                  </a:cubicBezTo>
                  <a:cubicBezTo>
                    <a:pt x="432" y="354"/>
                    <a:pt x="437" y="346"/>
                    <a:pt x="442" y="337"/>
                  </a:cubicBezTo>
                  <a:cubicBezTo>
                    <a:pt x="466" y="307"/>
                    <a:pt x="467" y="295"/>
                    <a:pt x="477" y="292"/>
                  </a:cubicBezTo>
                  <a:cubicBezTo>
                    <a:pt x="499" y="244"/>
                    <a:pt x="508" y="247"/>
                    <a:pt x="507" y="239"/>
                  </a:cubicBezTo>
                  <a:cubicBezTo>
                    <a:pt x="524" y="202"/>
                    <a:pt x="526" y="190"/>
                    <a:pt x="532" y="183"/>
                  </a:cubicBezTo>
                  <a:cubicBezTo>
                    <a:pt x="548" y="92"/>
                    <a:pt x="554" y="90"/>
                    <a:pt x="550" y="85"/>
                  </a:cubicBezTo>
                  <a:cubicBezTo>
                    <a:pt x="558" y="74"/>
                    <a:pt x="553" y="90"/>
                    <a:pt x="555" y="113"/>
                  </a:cubicBezTo>
                  <a:cubicBezTo>
                    <a:pt x="542" y="172"/>
                    <a:pt x="541" y="178"/>
                    <a:pt x="537" y="181"/>
                  </a:cubicBezTo>
                  <a:cubicBezTo>
                    <a:pt x="505" y="263"/>
                    <a:pt x="501" y="266"/>
                    <a:pt x="499" y="271"/>
                  </a:cubicBezTo>
                  <a:cubicBezTo>
                    <a:pt x="484" y="295"/>
                    <a:pt x="484" y="297"/>
                    <a:pt x="482" y="297"/>
                  </a:cubicBezTo>
                  <a:cubicBezTo>
                    <a:pt x="457" y="329"/>
                    <a:pt x="455" y="341"/>
                    <a:pt x="447" y="347"/>
                  </a:cubicBezTo>
                  <a:cubicBezTo>
                    <a:pt x="407" y="407"/>
                    <a:pt x="403" y="417"/>
                    <a:pt x="399" y="428"/>
                  </a:cubicBezTo>
                  <a:cubicBezTo>
                    <a:pt x="366" y="495"/>
                    <a:pt x="355" y="497"/>
                    <a:pt x="354" y="511"/>
                  </a:cubicBezTo>
                  <a:cubicBezTo>
                    <a:pt x="335" y="549"/>
                    <a:pt x="325" y="553"/>
                    <a:pt x="326" y="569"/>
                  </a:cubicBezTo>
                  <a:cubicBezTo>
                    <a:pt x="362" y="513"/>
                    <a:pt x="363" y="500"/>
                    <a:pt x="369" y="493"/>
                  </a:cubicBezTo>
                  <a:cubicBezTo>
                    <a:pt x="404" y="438"/>
                    <a:pt x="412" y="433"/>
                    <a:pt x="414" y="423"/>
                  </a:cubicBezTo>
                  <a:cubicBezTo>
                    <a:pt x="432" y="393"/>
                    <a:pt x="442" y="397"/>
                    <a:pt x="439" y="387"/>
                  </a:cubicBezTo>
                  <a:cubicBezTo>
                    <a:pt x="476" y="345"/>
                    <a:pt x="475" y="336"/>
                    <a:pt x="482" y="334"/>
                  </a:cubicBezTo>
                  <a:cubicBezTo>
                    <a:pt x="503" y="295"/>
                    <a:pt x="509" y="292"/>
                    <a:pt x="512" y="287"/>
                  </a:cubicBezTo>
                  <a:cubicBezTo>
                    <a:pt x="539" y="245"/>
                    <a:pt x="539" y="228"/>
                    <a:pt x="547" y="219"/>
                  </a:cubicBezTo>
                  <a:cubicBezTo>
                    <a:pt x="562" y="165"/>
                    <a:pt x="567" y="153"/>
                    <a:pt x="570" y="138"/>
                  </a:cubicBezTo>
                  <a:cubicBezTo>
                    <a:pt x="577" y="72"/>
                    <a:pt x="586" y="67"/>
                    <a:pt x="585" y="57"/>
                  </a:cubicBezTo>
                  <a:cubicBezTo>
                    <a:pt x="585" y="94"/>
                    <a:pt x="579" y="99"/>
                    <a:pt x="580" y="110"/>
                  </a:cubicBezTo>
                  <a:cubicBezTo>
                    <a:pt x="567" y="189"/>
                    <a:pt x="560" y="188"/>
                    <a:pt x="562" y="196"/>
                  </a:cubicBezTo>
                  <a:cubicBezTo>
                    <a:pt x="550" y="239"/>
                    <a:pt x="538" y="250"/>
                    <a:pt x="535" y="269"/>
                  </a:cubicBezTo>
                  <a:cubicBezTo>
                    <a:pt x="506" y="321"/>
                    <a:pt x="500" y="322"/>
                    <a:pt x="500" y="329"/>
                  </a:cubicBezTo>
                  <a:cubicBezTo>
                    <a:pt x="467" y="374"/>
                    <a:pt x="461" y="376"/>
                    <a:pt x="457" y="380"/>
                  </a:cubicBezTo>
                  <a:cubicBezTo>
                    <a:pt x="427" y="424"/>
                    <a:pt x="425" y="427"/>
                    <a:pt x="424" y="430"/>
                  </a:cubicBezTo>
                  <a:cubicBezTo>
                    <a:pt x="401" y="471"/>
                    <a:pt x="394" y="474"/>
                    <a:pt x="391" y="480"/>
                  </a:cubicBezTo>
                  <a:cubicBezTo>
                    <a:pt x="381" y="509"/>
                    <a:pt x="381" y="506"/>
                    <a:pt x="381" y="503"/>
                  </a:cubicBezTo>
                  <a:cubicBezTo>
                    <a:pt x="415" y="463"/>
                    <a:pt x="421" y="454"/>
                    <a:pt x="429" y="448"/>
                  </a:cubicBezTo>
                  <a:cubicBezTo>
                    <a:pt x="442" y="427"/>
                    <a:pt x="447" y="428"/>
                    <a:pt x="447" y="425"/>
                  </a:cubicBezTo>
                  <a:cubicBezTo>
                    <a:pt x="472" y="394"/>
                    <a:pt x="479" y="387"/>
                    <a:pt x="484" y="380"/>
                  </a:cubicBezTo>
                  <a:cubicBezTo>
                    <a:pt x="504" y="353"/>
                    <a:pt x="508" y="349"/>
                    <a:pt x="512" y="347"/>
                  </a:cubicBezTo>
                  <a:cubicBezTo>
                    <a:pt x="538" y="309"/>
                    <a:pt x="541" y="301"/>
                    <a:pt x="545" y="294"/>
                  </a:cubicBezTo>
                  <a:cubicBezTo>
                    <a:pt x="559" y="253"/>
                    <a:pt x="562" y="251"/>
                    <a:pt x="567" y="251"/>
                  </a:cubicBezTo>
                  <a:cubicBezTo>
                    <a:pt x="523" y="343"/>
                    <a:pt x="520" y="354"/>
                    <a:pt x="512" y="360"/>
                  </a:cubicBezTo>
                  <a:cubicBezTo>
                    <a:pt x="483" y="397"/>
                    <a:pt x="482" y="399"/>
                    <a:pt x="482" y="402"/>
                  </a:cubicBezTo>
                  <a:cubicBezTo>
                    <a:pt x="463" y="420"/>
                    <a:pt x="460" y="424"/>
                    <a:pt x="459" y="430"/>
                  </a:cubicBezTo>
                  <a:cubicBezTo>
                    <a:pt x="433" y="460"/>
                    <a:pt x="432" y="462"/>
                    <a:pt x="429" y="463"/>
                  </a:cubicBezTo>
                  <a:cubicBezTo>
                    <a:pt x="403" y="503"/>
                    <a:pt x="395" y="502"/>
                    <a:pt x="394" y="508"/>
                  </a:cubicBezTo>
                  <a:cubicBezTo>
                    <a:pt x="360" y="548"/>
                    <a:pt x="356" y="558"/>
                    <a:pt x="351" y="566"/>
                  </a:cubicBezTo>
                  <a:cubicBezTo>
                    <a:pt x="315" y="653"/>
                    <a:pt x="316" y="649"/>
                    <a:pt x="319" y="649"/>
                  </a:cubicBezTo>
                  <a:cubicBezTo>
                    <a:pt x="332" y="628"/>
                    <a:pt x="333" y="622"/>
                    <a:pt x="336" y="619"/>
                  </a:cubicBezTo>
                  <a:cubicBezTo>
                    <a:pt x="367" y="582"/>
                    <a:pt x="371" y="575"/>
                    <a:pt x="376" y="568"/>
                  </a:cubicBezTo>
                  <a:cubicBezTo>
                    <a:pt x="394" y="542"/>
                    <a:pt x="402" y="543"/>
                    <a:pt x="402" y="536"/>
                  </a:cubicBezTo>
                  <a:cubicBezTo>
                    <a:pt x="438" y="505"/>
                    <a:pt x="438" y="494"/>
                    <a:pt x="447" y="490"/>
                  </a:cubicBezTo>
                  <a:cubicBezTo>
                    <a:pt x="471" y="464"/>
                    <a:pt x="471" y="452"/>
                    <a:pt x="479" y="448"/>
                  </a:cubicBezTo>
                  <a:cubicBezTo>
                    <a:pt x="500" y="419"/>
                    <a:pt x="504" y="411"/>
                    <a:pt x="510" y="405"/>
                  </a:cubicBezTo>
                  <a:cubicBezTo>
                    <a:pt x="544" y="340"/>
                    <a:pt x="544" y="334"/>
                    <a:pt x="547" y="332"/>
                  </a:cubicBezTo>
                  <a:cubicBezTo>
                    <a:pt x="576" y="260"/>
                    <a:pt x="573" y="249"/>
                    <a:pt x="577" y="244"/>
                  </a:cubicBezTo>
                  <a:cubicBezTo>
                    <a:pt x="586" y="197"/>
                    <a:pt x="588" y="164"/>
                    <a:pt x="595" y="135"/>
                  </a:cubicBezTo>
                  <a:cubicBezTo>
                    <a:pt x="594" y="196"/>
                    <a:pt x="589" y="206"/>
                    <a:pt x="590" y="224"/>
                  </a:cubicBezTo>
                  <a:cubicBezTo>
                    <a:pt x="572" y="286"/>
                    <a:pt x="575" y="297"/>
                    <a:pt x="570" y="299"/>
                  </a:cubicBezTo>
                  <a:cubicBezTo>
                    <a:pt x="537" y="378"/>
                    <a:pt x="533" y="389"/>
                    <a:pt x="525" y="397"/>
                  </a:cubicBezTo>
                  <a:cubicBezTo>
                    <a:pt x="506" y="431"/>
                    <a:pt x="503" y="431"/>
                    <a:pt x="502" y="435"/>
                  </a:cubicBezTo>
                  <a:cubicBezTo>
                    <a:pt x="485" y="464"/>
                    <a:pt x="476" y="464"/>
                    <a:pt x="477" y="473"/>
                  </a:cubicBezTo>
                  <a:cubicBezTo>
                    <a:pt x="452" y="503"/>
                    <a:pt x="446" y="505"/>
                    <a:pt x="442" y="508"/>
                  </a:cubicBezTo>
                  <a:cubicBezTo>
                    <a:pt x="424" y="523"/>
                    <a:pt x="427" y="534"/>
                    <a:pt x="419" y="533"/>
                  </a:cubicBezTo>
                  <a:cubicBezTo>
                    <a:pt x="337" y="645"/>
                    <a:pt x="338" y="641"/>
                    <a:pt x="341" y="641"/>
                  </a:cubicBezTo>
                  <a:cubicBezTo>
                    <a:pt x="357" y="630"/>
                    <a:pt x="354" y="622"/>
                    <a:pt x="359" y="621"/>
                  </a:cubicBezTo>
                  <a:cubicBezTo>
                    <a:pt x="419" y="562"/>
                    <a:pt x="442" y="543"/>
                    <a:pt x="459" y="518"/>
                  </a:cubicBezTo>
                  <a:cubicBezTo>
                    <a:pt x="475" y="496"/>
                    <a:pt x="482" y="498"/>
                    <a:pt x="482" y="493"/>
                  </a:cubicBezTo>
                  <a:cubicBezTo>
                    <a:pt x="501" y="474"/>
                    <a:pt x="503" y="471"/>
                    <a:pt x="505" y="468"/>
                  </a:cubicBezTo>
                  <a:cubicBezTo>
                    <a:pt x="547" y="407"/>
                    <a:pt x="552" y="402"/>
                    <a:pt x="557" y="397"/>
                  </a:cubicBezTo>
                  <a:cubicBezTo>
                    <a:pt x="585" y="334"/>
                    <a:pt x="592" y="336"/>
                    <a:pt x="590" y="329"/>
                  </a:cubicBezTo>
                  <a:cubicBezTo>
                    <a:pt x="604" y="294"/>
                    <a:pt x="606" y="286"/>
                    <a:pt x="610" y="281"/>
                  </a:cubicBezTo>
                  <a:cubicBezTo>
                    <a:pt x="629" y="217"/>
                    <a:pt x="627" y="222"/>
                    <a:pt x="628" y="226"/>
                  </a:cubicBezTo>
                  <a:cubicBezTo>
                    <a:pt x="614" y="259"/>
                    <a:pt x="624" y="266"/>
                    <a:pt x="618" y="269"/>
                  </a:cubicBezTo>
                  <a:cubicBezTo>
                    <a:pt x="600" y="334"/>
                    <a:pt x="592" y="341"/>
                    <a:pt x="590" y="354"/>
                  </a:cubicBezTo>
                  <a:cubicBezTo>
                    <a:pt x="569" y="389"/>
                    <a:pt x="569" y="396"/>
                    <a:pt x="565" y="400"/>
                  </a:cubicBezTo>
                  <a:cubicBezTo>
                    <a:pt x="539" y="449"/>
                    <a:pt x="528" y="446"/>
                    <a:pt x="530" y="455"/>
                  </a:cubicBezTo>
                  <a:cubicBezTo>
                    <a:pt x="494" y="498"/>
                    <a:pt x="491" y="501"/>
                    <a:pt x="487" y="505"/>
                  </a:cubicBezTo>
                  <a:cubicBezTo>
                    <a:pt x="467" y="523"/>
                    <a:pt x="465" y="536"/>
                    <a:pt x="454" y="541"/>
                  </a:cubicBezTo>
                  <a:cubicBezTo>
                    <a:pt x="435" y="560"/>
                    <a:pt x="434" y="562"/>
                    <a:pt x="434" y="566"/>
                  </a:cubicBezTo>
                  <a:cubicBezTo>
                    <a:pt x="409" y="593"/>
                    <a:pt x="397" y="589"/>
                    <a:pt x="399" y="599"/>
                  </a:cubicBezTo>
                  <a:cubicBezTo>
                    <a:pt x="371" y="623"/>
                    <a:pt x="367" y="627"/>
                    <a:pt x="364" y="631"/>
                  </a:cubicBezTo>
                  <a:cubicBezTo>
                    <a:pt x="347" y="653"/>
                    <a:pt x="344" y="654"/>
                    <a:pt x="341" y="654"/>
                  </a:cubicBezTo>
                  <a:cubicBezTo>
                    <a:pt x="306" y="715"/>
                    <a:pt x="304" y="720"/>
                    <a:pt x="301" y="722"/>
                  </a:cubicBezTo>
                  <a:cubicBezTo>
                    <a:pt x="296" y="747"/>
                    <a:pt x="297" y="745"/>
                    <a:pt x="299" y="745"/>
                  </a:cubicBezTo>
                  <a:cubicBezTo>
                    <a:pt x="318" y="708"/>
                    <a:pt x="325" y="704"/>
                    <a:pt x="329" y="697"/>
                  </a:cubicBezTo>
                  <a:cubicBezTo>
                    <a:pt x="354" y="669"/>
                    <a:pt x="351" y="661"/>
                    <a:pt x="356" y="662"/>
                  </a:cubicBezTo>
                  <a:cubicBezTo>
                    <a:pt x="380" y="634"/>
                    <a:pt x="389" y="622"/>
                    <a:pt x="399" y="611"/>
                  </a:cubicBezTo>
                  <a:cubicBezTo>
                    <a:pt x="461" y="555"/>
                    <a:pt x="469" y="552"/>
                    <a:pt x="472" y="543"/>
                  </a:cubicBezTo>
                  <a:cubicBezTo>
                    <a:pt x="512" y="507"/>
                    <a:pt x="513" y="503"/>
                    <a:pt x="520" y="503"/>
                  </a:cubicBezTo>
                  <a:cubicBezTo>
                    <a:pt x="550" y="469"/>
                    <a:pt x="557" y="461"/>
                    <a:pt x="565" y="455"/>
                  </a:cubicBezTo>
                  <a:cubicBezTo>
                    <a:pt x="598" y="394"/>
                    <a:pt x="603" y="386"/>
                    <a:pt x="610" y="380"/>
                  </a:cubicBezTo>
                  <a:cubicBezTo>
                    <a:pt x="617" y="354"/>
                    <a:pt x="618" y="350"/>
                    <a:pt x="623" y="349"/>
                  </a:cubicBezTo>
                  <a:cubicBezTo>
                    <a:pt x="643" y="301"/>
                    <a:pt x="640" y="315"/>
                    <a:pt x="638" y="317"/>
                  </a:cubicBezTo>
                  <a:cubicBezTo>
                    <a:pt x="614" y="376"/>
                    <a:pt x="614" y="391"/>
                    <a:pt x="605" y="397"/>
                  </a:cubicBezTo>
                  <a:cubicBezTo>
                    <a:pt x="571" y="455"/>
                    <a:pt x="568" y="462"/>
                    <a:pt x="565" y="470"/>
                  </a:cubicBezTo>
                  <a:cubicBezTo>
                    <a:pt x="543" y="489"/>
                    <a:pt x="545" y="498"/>
                    <a:pt x="537" y="495"/>
                  </a:cubicBezTo>
                  <a:cubicBezTo>
                    <a:pt x="520" y="516"/>
                    <a:pt x="516" y="518"/>
                    <a:pt x="512" y="521"/>
                  </a:cubicBezTo>
                  <a:cubicBezTo>
                    <a:pt x="488" y="541"/>
                    <a:pt x="485" y="549"/>
                    <a:pt x="477" y="553"/>
                  </a:cubicBezTo>
                  <a:cubicBezTo>
                    <a:pt x="451" y="584"/>
                    <a:pt x="445" y="583"/>
                    <a:pt x="444" y="589"/>
                  </a:cubicBezTo>
                  <a:cubicBezTo>
                    <a:pt x="416" y="615"/>
                    <a:pt x="402" y="624"/>
                    <a:pt x="392" y="636"/>
                  </a:cubicBezTo>
                  <a:cubicBezTo>
                    <a:pt x="369" y="660"/>
                    <a:pt x="366" y="668"/>
                    <a:pt x="359" y="672"/>
                  </a:cubicBezTo>
                  <a:cubicBezTo>
                    <a:pt x="326" y="726"/>
                    <a:pt x="315" y="734"/>
                    <a:pt x="309" y="747"/>
                  </a:cubicBezTo>
                  <a:cubicBezTo>
                    <a:pt x="299" y="770"/>
                    <a:pt x="301" y="766"/>
                    <a:pt x="304" y="762"/>
                  </a:cubicBezTo>
                  <a:cubicBezTo>
                    <a:pt x="323" y="737"/>
                    <a:pt x="326" y="734"/>
                    <a:pt x="329" y="730"/>
                  </a:cubicBezTo>
                  <a:cubicBezTo>
                    <a:pt x="353" y="695"/>
                    <a:pt x="356" y="695"/>
                    <a:pt x="359" y="694"/>
                  </a:cubicBezTo>
                  <a:cubicBezTo>
                    <a:pt x="373" y="674"/>
                    <a:pt x="377" y="671"/>
                    <a:pt x="379" y="667"/>
                  </a:cubicBezTo>
                  <a:cubicBezTo>
                    <a:pt x="427" y="618"/>
                    <a:pt x="427" y="612"/>
                    <a:pt x="432" y="611"/>
                  </a:cubicBezTo>
                  <a:cubicBezTo>
                    <a:pt x="465" y="583"/>
                    <a:pt x="468" y="575"/>
                    <a:pt x="477" y="573"/>
                  </a:cubicBezTo>
                  <a:cubicBezTo>
                    <a:pt x="532" y="525"/>
                    <a:pt x="537" y="523"/>
                    <a:pt x="540" y="521"/>
                  </a:cubicBezTo>
                  <a:cubicBezTo>
                    <a:pt x="572" y="493"/>
                    <a:pt x="577" y="488"/>
                    <a:pt x="583" y="483"/>
                  </a:cubicBezTo>
                  <a:cubicBezTo>
                    <a:pt x="603" y="467"/>
                    <a:pt x="601" y="462"/>
                    <a:pt x="603" y="460"/>
                  </a:cubicBezTo>
                  <a:cubicBezTo>
                    <a:pt x="640" y="421"/>
                    <a:pt x="644" y="403"/>
                    <a:pt x="656" y="392"/>
                  </a:cubicBezTo>
                  <a:cubicBezTo>
                    <a:pt x="677" y="336"/>
                    <a:pt x="684" y="332"/>
                    <a:pt x="686" y="322"/>
                  </a:cubicBezTo>
                  <a:cubicBezTo>
                    <a:pt x="694" y="312"/>
                    <a:pt x="693" y="316"/>
                    <a:pt x="691" y="319"/>
                  </a:cubicBezTo>
                  <a:cubicBezTo>
                    <a:pt x="672" y="371"/>
                    <a:pt x="672" y="380"/>
                    <a:pt x="666" y="385"/>
                  </a:cubicBezTo>
                  <a:cubicBezTo>
                    <a:pt x="638" y="427"/>
                    <a:pt x="637" y="437"/>
                    <a:pt x="630" y="440"/>
                  </a:cubicBezTo>
                  <a:cubicBezTo>
                    <a:pt x="614" y="466"/>
                    <a:pt x="617" y="473"/>
                    <a:pt x="613" y="473"/>
                  </a:cubicBezTo>
                  <a:cubicBezTo>
                    <a:pt x="599" y="501"/>
                    <a:pt x="588" y="506"/>
                    <a:pt x="585" y="521"/>
                  </a:cubicBezTo>
                  <a:cubicBezTo>
                    <a:pt x="536" y="580"/>
                    <a:pt x="527" y="580"/>
                    <a:pt x="527" y="589"/>
                  </a:cubicBezTo>
                  <a:cubicBezTo>
                    <a:pt x="498" y="618"/>
                    <a:pt x="489" y="617"/>
                    <a:pt x="490" y="626"/>
                  </a:cubicBezTo>
                  <a:cubicBezTo>
                    <a:pt x="455" y="659"/>
                    <a:pt x="447" y="668"/>
                    <a:pt x="437" y="674"/>
                  </a:cubicBezTo>
                  <a:cubicBezTo>
                    <a:pt x="408" y="701"/>
                    <a:pt x="406" y="706"/>
                    <a:pt x="404" y="709"/>
                  </a:cubicBezTo>
                  <a:cubicBezTo>
                    <a:pt x="384" y="728"/>
                    <a:pt x="380" y="730"/>
                    <a:pt x="377" y="732"/>
                  </a:cubicBezTo>
                  <a:cubicBezTo>
                    <a:pt x="365" y="749"/>
                    <a:pt x="359" y="754"/>
                    <a:pt x="354" y="760"/>
                  </a:cubicBezTo>
                  <a:cubicBezTo>
                    <a:pt x="309" y="824"/>
                    <a:pt x="309" y="830"/>
                    <a:pt x="304" y="830"/>
                  </a:cubicBezTo>
                  <a:cubicBezTo>
                    <a:pt x="289" y="858"/>
                    <a:pt x="285" y="858"/>
                    <a:pt x="286" y="863"/>
                  </a:cubicBezTo>
                  <a:cubicBezTo>
                    <a:pt x="270" y="881"/>
                    <a:pt x="270" y="888"/>
                    <a:pt x="266" y="891"/>
                  </a:cubicBezTo>
                  <a:cubicBezTo>
                    <a:pt x="252" y="942"/>
                    <a:pt x="260" y="953"/>
                    <a:pt x="253" y="961"/>
                  </a:cubicBezTo>
                  <a:cubicBezTo>
                    <a:pt x="275" y="924"/>
                    <a:pt x="276" y="916"/>
                    <a:pt x="281" y="913"/>
                  </a:cubicBezTo>
                  <a:cubicBezTo>
                    <a:pt x="296" y="889"/>
                    <a:pt x="296" y="885"/>
                    <a:pt x="296" y="881"/>
                  </a:cubicBezTo>
                  <a:cubicBezTo>
                    <a:pt x="328" y="826"/>
                    <a:pt x="337" y="820"/>
                    <a:pt x="341" y="808"/>
                  </a:cubicBezTo>
                  <a:cubicBezTo>
                    <a:pt x="391" y="746"/>
                    <a:pt x="402" y="741"/>
                    <a:pt x="407" y="730"/>
                  </a:cubicBezTo>
                  <a:cubicBezTo>
                    <a:pt x="466" y="676"/>
                    <a:pt x="464" y="669"/>
                    <a:pt x="472" y="672"/>
                  </a:cubicBezTo>
                  <a:cubicBezTo>
                    <a:pt x="497" y="651"/>
                    <a:pt x="495" y="644"/>
                    <a:pt x="500" y="644"/>
                  </a:cubicBezTo>
                  <a:cubicBezTo>
                    <a:pt x="524" y="614"/>
                    <a:pt x="532" y="607"/>
                    <a:pt x="540" y="599"/>
                  </a:cubicBezTo>
                  <a:cubicBezTo>
                    <a:pt x="560" y="577"/>
                    <a:pt x="562" y="575"/>
                    <a:pt x="563" y="578"/>
                  </a:cubicBezTo>
                  <a:cubicBezTo>
                    <a:pt x="532" y="621"/>
                    <a:pt x="526" y="621"/>
                    <a:pt x="525" y="626"/>
                  </a:cubicBezTo>
                  <a:cubicBezTo>
                    <a:pt x="515" y="645"/>
                    <a:pt x="502" y="643"/>
                    <a:pt x="502" y="654"/>
                  </a:cubicBezTo>
                  <a:cubicBezTo>
                    <a:pt x="477" y="678"/>
                    <a:pt x="473" y="681"/>
                    <a:pt x="467" y="682"/>
                  </a:cubicBezTo>
                  <a:cubicBezTo>
                    <a:pt x="440" y="699"/>
                    <a:pt x="454" y="709"/>
                    <a:pt x="442" y="707"/>
                  </a:cubicBezTo>
                  <a:cubicBezTo>
                    <a:pt x="411" y="729"/>
                    <a:pt x="426" y="737"/>
                    <a:pt x="417" y="737"/>
                  </a:cubicBezTo>
                  <a:cubicBezTo>
                    <a:pt x="405" y="760"/>
                    <a:pt x="394" y="754"/>
                    <a:pt x="397" y="762"/>
                  </a:cubicBezTo>
                  <a:cubicBezTo>
                    <a:pt x="340" y="837"/>
                    <a:pt x="330" y="837"/>
                    <a:pt x="331" y="848"/>
                  </a:cubicBezTo>
                  <a:cubicBezTo>
                    <a:pt x="298" y="899"/>
                    <a:pt x="301" y="909"/>
                    <a:pt x="294" y="911"/>
                  </a:cubicBezTo>
                  <a:cubicBezTo>
                    <a:pt x="276" y="946"/>
                    <a:pt x="271" y="948"/>
                    <a:pt x="271" y="956"/>
                  </a:cubicBezTo>
                  <a:cubicBezTo>
                    <a:pt x="289" y="939"/>
                    <a:pt x="287" y="927"/>
                    <a:pt x="294" y="923"/>
                  </a:cubicBezTo>
                  <a:cubicBezTo>
                    <a:pt x="324" y="876"/>
                    <a:pt x="325" y="872"/>
                    <a:pt x="329" y="871"/>
                  </a:cubicBezTo>
                  <a:cubicBezTo>
                    <a:pt x="345" y="847"/>
                    <a:pt x="350" y="842"/>
                    <a:pt x="351" y="833"/>
                  </a:cubicBezTo>
                  <a:cubicBezTo>
                    <a:pt x="391" y="775"/>
                    <a:pt x="403" y="777"/>
                    <a:pt x="404" y="767"/>
                  </a:cubicBezTo>
                  <a:cubicBezTo>
                    <a:pt x="425" y="740"/>
                    <a:pt x="432" y="742"/>
                    <a:pt x="434" y="740"/>
                  </a:cubicBezTo>
                  <a:cubicBezTo>
                    <a:pt x="450" y="719"/>
                    <a:pt x="452" y="717"/>
                    <a:pt x="455" y="714"/>
                  </a:cubicBezTo>
                  <a:cubicBezTo>
                    <a:pt x="479" y="688"/>
                    <a:pt x="486" y="686"/>
                    <a:pt x="490" y="682"/>
                  </a:cubicBezTo>
                  <a:cubicBezTo>
                    <a:pt x="517" y="654"/>
                    <a:pt x="523" y="652"/>
                    <a:pt x="525" y="646"/>
                  </a:cubicBezTo>
                  <a:cubicBezTo>
                    <a:pt x="547" y="627"/>
                    <a:pt x="547" y="624"/>
                    <a:pt x="548" y="621"/>
                  </a:cubicBezTo>
                  <a:cubicBezTo>
                    <a:pt x="574" y="586"/>
                    <a:pt x="584" y="581"/>
                    <a:pt x="588" y="571"/>
                  </a:cubicBezTo>
                  <a:cubicBezTo>
                    <a:pt x="602" y="554"/>
                    <a:pt x="603" y="558"/>
                    <a:pt x="603" y="561"/>
                  </a:cubicBezTo>
                  <a:cubicBezTo>
                    <a:pt x="564" y="608"/>
                    <a:pt x="562" y="624"/>
                    <a:pt x="553" y="631"/>
                  </a:cubicBezTo>
                  <a:cubicBezTo>
                    <a:pt x="533" y="653"/>
                    <a:pt x="531" y="655"/>
                    <a:pt x="527" y="656"/>
                  </a:cubicBezTo>
                  <a:cubicBezTo>
                    <a:pt x="489" y="688"/>
                    <a:pt x="491" y="694"/>
                    <a:pt x="487" y="694"/>
                  </a:cubicBezTo>
                  <a:cubicBezTo>
                    <a:pt x="459" y="725"/>
                    <a:pt x="455" y="729"/>
                    <a:pt x="450" y="732"/>
                  </a:cubicBezTo>
                  <a:cubicBezTo>
                    <a:pt x="414" y="777"/>
                    <a:pt x="409" y="779"/>
                    <a:pt x="404" y="782"/>
                  </a:cubicBezTo>
                  <a:cubicBezTo>
                    <a:pt x="368" y="827"/>
                    <a:pt x="367" y="833"/>
                    <a:pt x="364" y="838"/>
                  </a:cubicBezTo>
                  <a:cubicBezTo>
                    <a:pt x="347" y="861"/>
                    <a:pt x="347" y="865"/>
                    <a:pt x="344" y="865"/>
                  </a:cubicBezTo>
                  <a:cubicBezTo>
                    <a:pt x="316" y="902"/>
                    <a:pt x="318" y="908"/>
                    <a:pt x="314" y="908"/>
                  </a:cubicBezTo>
                  <a:cubicBezTo>
                    <a:pt x="297" y="944"/>
                    <a:pt x="292" y="947"/>
                    <a:pt x="289" y="951"/>
                  </a:cubicBezTo>
                  <a:cubicBezTo>
                    <a:pt x="272" y="991"/>
                    <a:pt x="265" y="999"/>
                    <a:pt x="264" y="1012"/>
                  </a:cubicBezTo>
                  <a:cubicBezTo>
                    <a:pt x="246" y="1070"/>
                    <a:pt x="247" y="1080"/>
                    <a:pt x="243" y="1084"/>
                  </a:cubicBezTo>
                  <a:cubicBezTo>
                    <a:pt x="275" y="1031"/>
                    <a:pt x="275" y="1019"/>
                    <a:pt x="281" y="1014"/>
                  </a:cubicBezTo>
                  <a:cubicBezTo>
                    <a:pt x="300" y="980"/>
                    <a:pt x="306" y="968"/>
                    <a:pt x="311" y="956"/>
                  </a:cubicBezTo>
                  <a:cubicBezTo>
                    <a:pt x="329" y="925"/>
                    <a:pt x="336" y="929"/>
                    <a:pt x="334" y="921"/>
                  </a:cubicBezTo>
                  <a:cubicBezTo>
                    <a:pt x="370" y="883"/>
                    <a:pt x="367" y="872"/>
                    <a:pt x="377" y="873"/>
                  </a:cubicBezTo>
                  <a:cubicBezTo>
                    <a:pt x="395" y="849"/>
                    <a:pt x="404" y="842"/>
                    <a:pt x="412" y="833"/>
                  </a:cubicBezTo>
                  <a:cubicBezTo>
                    <a:pt x="432" y="811"/>
                    <a:pt x="434" y="810"/>
                    <a:pt x="434" y="808"/>
                  </a:cubicBezTo>
                  <a:cubicBezTo>
                    <a:pt x="468" y="774"/>
                    <a:pt x="473" y="764"/>
                    <a:pt x="482" y="757"/>
                  </a:cubicBezTo>
                  <a:cubicBezTo>
                    <a:pt x="518" y="710"/>
                    <a:pt x="527" y="711"/>
                    <a:pt x="525" y="702"/>
                  </a:cubicBezTo>
                  <a:cubicBezTo>
                    <a:pt x="512" y="725"/>
                    <a:pt x="513" y="729"/>
                    <a:pt x="512" y="732"/>
                  </a:cubicBezTo>
                  <a:cubicBezTo>
                    <a:pt x="497" y="756"/>
                    <a:pt x="486" y="759"/>
                    <a:pt x="482" y="767"/>
                  </a:cubicBezTo>
                  <a:cubicBezTo>
                    <a:pt x="463" y="791"/>
                    <a:pt x="457" y="793"/>
                    <a:pt x="452" y="795"/>
                  </a:cubicBezTo>
                  <a:cubicBezTo>
                    <a:pt x="362" y="908"/>
                    <a:pt x="358" y="911"/>
                    <a:pt x="354" y="913"/>
                  </a:cubicBezTo>
                  <a:cubicBezTo>
                    <a:pt x="338" y="944"/>
                    <a:pt x="330" y="941"/>
                    <a:pt x="331" y="948"/>
                  </a:cubicBezTo>
                  <a:cubicBezTo>
                    <a:pt x="305" y="988"/>
                    <a:pt x="305" y="994"/>
                    <a:pt x="301" y="996"/>
                  </a:cubicBezTo>
                  <a:cubicBezTo>
                    <a:pt x="313" y="984"/>
                    <a:pt x="317" y="981"/>
                    <a:pt x="319" y="976"/>
                  </a:cubicBezTo>
                  <a:cubicBezTo>
                    <a:pt x="362" y="938"/>
                    <a:pt x="357" y="928"/>
                    <a:pt x="364" y="928"/>
                  </a:cubicBezTo>
                  <a:cubicBezTo>
                    <a:pt x="379" y="903"/>
                    <a:pt x="390" y="907"/>
                    <a:pt x="389" y="901"/>
                  </a:cubicBezTo>
                  <a:cubicBezTo>
                    <a:pt x="416" y="869"/>
                    <a:pt x="427" y="873"/>
                    <a:pt x="424" y="865"/>
                  </a:cubicBezTo>
                  <a:cubicBezTo>
                    <a:pt x="450" y="844"/>
                    <a:pt x="454" y="836"/>
                    <a:pt x="462" y="833"/>
                  </a:cubicBezTo>
                  <a:cubicBezTo>
                    <a:pt x="510" y="785"/>
                    <a:pt x="513" y="782"/>
                    <a:pt x="515" y="780"/>
                  </a:cubicBezTo>
                  <a:cubicBezTo>
                    <a:pt x="536" y="752"/>
                    <a:pt x="545" y="755"/>
                    <a:pt x="543" y="747"/>
                  </a:cubicBezTo>
                  <a:cubicBezTo>
                    <a:pt x="566" y="714"/>
                    <a:pt x="568" y="710"/>
                    <a:pt x="570" y="707"/>
                  </a:cubicBezTo>
                  <a:cubicBezTo>
                    <a:pt x="591" y="657"/>
                    <a:pt x="601" y="647"/>
                    <a:pt x="605" y="631"/>
                  </a:cubicBezTo>
                  <a:cubicBezTo>
                    <a:pt x="597" y="662"/>
                    <a:pt x="596" y="668"/>
                    <a:pt x="595" y="674"/>
                  </a:cubicBezTo>
                  <a:cubicBezTo>
                    <a:pt x="577" y="704"/>
                    <a:pt x="573" y="716"/>
                    <a:pt x="568" y="727"/>
                  </a:cubicBezTo>
                  <a:cubicBezTo>
                    <a:pt x="537" y="772"/>
                    <a:pt x="532" y="774"/>
                    <a:pt x="528" y="777"/>
                  </a:cubicBezTo>
                  <a:cubicBezTo>
                    <a:pt x="516" y="796"/>
                    <a:pt x="509" y="797"/>
                    <a:pt x="507" y="802"/>
                  </a:cubicBezTo>
                  <a:cubicBezTo>
                    <a:pt x="475" y="834"/>
                    <a:pt x="473" y="835"/>
                    <a:pt x="472" y="838"/>
                  </a:cubicBezTo>
                  <a:cubicBezTo>
                    <a:pt x="458" y="853"/>
                    <a:pt x="452" y="855"/>
                    <a:pt x="447" y="858"/>
                  </a:cubicBezTo>
                  <a:cubicBezTo>
                    <a:pt x="430" y="871"/>
                    <a:pt x="434" y="882"/>
                    <a:pt x="424" y="881"/>
                  </a:cubicBezTo>
                  <a:cubicBezTo>
                    <a:pt x="388" y="922"/>
                    <a:pt x="381" y="923"/>
                    <a:pt x="379" y="928"/>
                  </a:cubicBezTo>
                  <a:cubicBezTo>
                    <a:pt x="356" y="958"/>
                    <a:pt x="346" y="955"/>
                    <a:pt x="347" y="964"/>
                  </a:cubicBezTo>
                  <a:cubicBezTo>
                    <a:pt x="311" y="1003"/>
                    <a:pt x="313" y="1013"/>
                    <a:pt x="306" y="1014"/>
                  </a:cubicBezTo>
                  <a:cubicBezTo>
                    <a:pt x="282" y="1051"/>
                    <a:pt x="281" y="1054"/>
                    <a:pt x="281" y="1057"/>
                  </a:cubicBezTo>
                  <a:cubicBezTo>
                    <a:pt x="263" y="1076"/>
                    <a:pt x="266" y="1095"/>
                    <a:pt x="256" y="1100"/>
                  </a:cubicBezTo>
                  <a:cubicBezTo>
                    <a:pt x="251" y="1150"/>
                    <a:pt x="250" y="1138"/>
                    <a:pt x="256" y="1135"/>
                  </a:cubicBezTo>
                  <a:cubicBezTo>
                    <a:pt x="289" y="1070"/>
                    <a:pt x="297" y="1067"/>
                    <a:pt x="299" y="1059"/>
                  </a:cubicBezTo>
                  <a:cubicBezTo>
                    <a:pt x="316" y="1029"/>
                    <a:pt x="323" y="1031"/>
                    <a:pt x="321" y="1024"/>
                  </a:cubicBezTo>
                  <a:cubicBezTo>
                    <a:pt x="338" y="1004"/>
                    <a:pt x="340" y="996"/>
                    <a:pt x="344" y="991"/>
                  </a:cubicBezTo>
                  <a:cubicBezTo>
                    <a:pt x="361" y="971"/>
                    <a:pt x="363" y="965"/>
                    <a:pt x="369" y="961"/>
                  </a:cubicBezTo>
                  <a:cubicBezTo>
                    <a:pt x="436" y="888"/>
                    <a:pt x="448" y="891"/>
                    <a:pt x="447" y="880"/>
                  </a:cubicBezTo>
                  <a:cubicBezTo>
                    <a:pt x="469" y="858"/>
                    <a:pt x="474" y="859"/>
                    <a:pt x="475" y="855"/>
                  </a:cubicBezTo>
                  <a:cubicBezTo>
                    <a:pt x="505" y="824"/>
                    <a:pt x="511" y="822"/>
                    <a:pt x="512" y="815"/>
                  </a:cubicBezTo>
                  <a:cubicBezTo>
                    <a:pt x="568" y="753"/>
                    <a:pt x="565" y="741"/>
                    <a:pt x="573" y="739"/>
                  </a:cubicBezTo>
                  <a:cubicBezTo>
                    <a:pt x="584" y="730"/>
                    <a:pt x="582" y="734"/>
                    <a:pt x="580" y="737"/>
                  </a:cubicBezTo>
                  <a:cubicBezTo>
                    <a:pt x="561" y="775"/>
                    <a:pt x="553" y="785"/>
                    <a:pt x="545" y="795"/>
                  </a:cubicBezTo>
                  <a:cubicBezTo>
                    <a:pt x="516" y="828"/>
                    <a:pt x="510" y="830"/>
                    <a:pt x="507" y="838"/>
                  </a:cubicBezTo>
                  <a:cubicBezTo>
                    <a:pt x="443" y="909"/>
                    <a:pt x="435" y="906"/>
                    <a:pt x="435" y="911"/>
                  </a:cubicBezTo>
                  <a:cubicBezTo>
                    <a:pt x="419" y="924"/>
                    <a:pt x="417" y="927"/>
                    <a:pt x="417" y="931"/>
                  </a:cubicBezTo>
                  <a:cubicBezTo>
                    <a:pt x="381" y="966"/>
                    <a:pt x="371" y="974"/>
                    <a:pt x="364" y="986"/>
                  </a:cubicBezTo>
                  <a:cubicBezTo>
                    <a:pt x="347" y="1005"/>
                    <a:pt x="346" y="1013"/>
                    <a:pt x="339" y="1014"/>
                  </a:cubicBezTo>
                  <a:cubicBezTo>
                    <a:pt x="294" y="1085"/>
                    <a:pt x="293" y="1095"/>
                    <a:pt x="286" y="1100"/>
                  </a:cubicBezTo>
                  <a:cubicBezTo>
                    <a:pt x="259" y="1148"/>
                    <a:pt x="259" y="1154"/>
                    <a:pt x="256" y="1157"/>
                  </a:cubicBezTo>
                  <a:cubicBezTo>
                    <a:pt x="241" y="1199"/>
                    <a:pt x="246" y="1208"/>
                    <a:pt x="241" y="1218"/>
                  </a:cubicBezTo>
                  <a:cubicBezTo>
                    <a:pt x="260" y="1178"/>
                    <a:pt x="260" y="1172"/>
                    <a:pt x="264" y="1170"/>
                  </a:cubicBezTo>
                  <a:cubicBezTo>
                    <a:pt x="290" y="1114"/>
                    <a:pt x="297" y="1109"/>
                    <a:pt x="301" y="1102"/>
                  </a:cubicBezTo>
                  <a:cubicBezTo>
                    <a:pt x="336" y="1056"/>
                    <a:pt x="339" y="1048"/>
                    <a:pt x="344" y="1042"/>
                  </a:cubicBezTo>
                  <a:cubicBezTo>
                    <a:pt x="367" y="1006"/>
                    <a:pt x="373" y="1006"/>
                    <a:pt x="374" y="1001"/>
                  </a:cubicBezTo>
                  <a:cubicBezTo>
                    <a:pt x="410" y="964"/>
                    <a:pt x="416" y="964"/>
                    <a:pt x="417" y="959"/>
                  </a:cubicBezTo>
                  <a:cubicBezTo>
                    <a:pt x="453" y="919"/>
                    <a:pt x="467" y="910"/>
                    <a:pt x="475" y="896"/>
                  </a:cubicBezTo>
                  <a:cubicBezTo>
                    <a:pt x="505" y="865"/>
                    <a:pt x="517" y="863"/>
                    <a:pt x="520" y="850"/>
                  </a:cubicBezTo>
                  <a:cubicBezTo>
                    <a:pt x="554" y="810"/>
                    <a:pt x="558" y="807"/>
                    <a:pt x="560" y="802"/>
                  </a:cubicBezTo>
                  <a:cubicBezTo>
                    <a:pt x="584" y="766"/>
                    <a:pt x="596" y="762"/>
                    <a:pt x="598" y="750"/>
                  </a:cubicBezTo>
                  <a:cubicBezTo>
                    <a:pt x="627" y="704"/>
                    <a:pt x="632" y="702"/>
                    <a:pt x="633" y="697"/>
                  </a:cubicBezTo>
                  <a:cubicBezTo>
                    <a:pt x="623" y="720"/>
                    <a:pt x="626" y="728"/>
                    <a:pt x="621" y="727"/>
                  </a:cubicBezTo>
                  <a:cubicBezTo>
                    <a:pt x="597" y="761"/>
                    <a:pt x="596" y="771"/>
                    <a:pt x="588" y="772"/>
                  </a:cubicBezTo>
                  <a:cubicBezTo>
                    <a:pt x="575" y="802"/>
                    <a:pt x="566" y="803"/>
                    <a:pt x="565" y="812"/>
                  </a:cubicBezTo>
                  <a:cubicBezTo>
                    <a:pt x="538" y="856"/>
                    <a:pt x="525" y="854"/>
                    <a:pt x="525" y="865"/>
                  </a:cubicBezTo>
                  <a:cubicBezTo>
                    <a:pt x="510" y="886"/>
                    <a:pt x="501" y="883"/>
                    <a:pt x="500" y="888"/>
                  </a:cubicBezTo>
                  <a:cubicBezTo>
                    <a:pt x="481" y="905"/>
                    <a:pt x="479" y="907"/>
                    <a:pt x="477" y="911"/>
                  </a:cubicBezTo>
                  <a:cubicBezTo>
                    <a:pt x="449" y="935"/>
                    <a:pt x="452" y="943"/>
                    <a:pt x="447" y="943"/>
                  </a:cubicBezTo>
                  <a:cubicBezTo>
                    <a:pt x="429" y="962"/>
                    <a:pt x="427" y="963"/>
                    <a:pt x="425" y="966"/>
                  </a:cubicBezTo>
                  <a:cubicBezTo>
                    <a:pt x="401" y="992"/>
                    <a:pt x="398" y="995"/>
                    <a:pt x="394" y="996"/>
                  </a:cubicBezTo>
                  <a:cubicBezTo>
                    <a:pt x="379" y="1017"/>
                    <a:pt x="373" y="1015"/>
                    <a:pt x="374" y="1021"/>
                  </a:cubicBezTo>
                  <a:cubicBezTo>
                    <a:pt x="331" y="1077"/>
                    <a:pt x="326" y="1081"/>
                    <a:pt x="324" y="1089"/>
                  </a:cubicBezTo>
                  <a:cubicBezTo>
                    <a:pt x="309" y="1105"/>
                    <a:pt x="309" y="1109"/>
                    <a:pt x="309" y="1112"/>
                  </a:cubicBezTo>
                  <a:cubicBezTo>
                    <a:pt x="293" y="1133"/>
                    <a:pt x="293" y="1139"/>
                    <a:pt x="289" y="1142"/>
                  </a:cubicBezTo>
                  <a:cubicBezTo>
                    <a:pt x="272" y="1170"/>
                    <a:pt x="273" y="1176"/>
                    <a:pt x="271" y="1180"/>
                  </a:cubicBezTo>
                  <a:cubicBezTo>
                    <a:pt x="246" y="1241"/>
                    <a:pt x="246" y="1250"/>
                    <a:pt x="246" y="1258"/>
                  </a:cubicBezTo>
                  <a:cubicBezTo>
                    <a:pt x="257" y="1254"/>
                    <a:pt x="254" y="1246"/>
                    <a:pt x="259" y="1246"/>
                  </a:cubicBezTo>
                  <a:cubicBezTo>
                    <a:pt x="274" y="1211"/>
                    <a:pt x="275" y="1207"/>
                    <a:pt x="279" y="1205"/>
                  </a:cubicBezTo>
                  <a:cubicBezTo>
                    <a:pt x="320" y="1146"/>
                    <a:pt x="319" y="1135"/>
                    <a:pt x="327" y="1132"/>
                  </a:cubicBezTo>
                  <a:cubicBezTo>
                    <a:pt x="353" y="1085"/>
                    <a:pt x="363" y="1084"/>
                    <a:pt x="364" y="1074"/>
                  </a:cubicBezTo>
                  <a:cubicBezTo>
                    <a:pt x="392" y="1044"/>
                    <a:pt x="389" y="1036"/>
                    <a:pt x="394" y="1037"/>
                  </a:cubicBezTo>
                  <a:cubicBezTo>
                    <a:pt x="409" y="1021"/>
                    <a:pt x="409" y="1018"/>
                    <a:pt x="409" y="1016"/>
                  </a:cubicBezTo>
                  <a:cubicBezTo>
                    <a:pt x="421" y="1005"/>
                    <a:pt x="423" y="1003"/>
                    <a:pt x="427" y="1001"/>
                  </a:cubicBezTo>
                  <a:cubicBezTo>
                    <a:pt x="466" y="955"/>
                    <a:pt x="477" y="948"/>
                    <a:pt x="485" y="938"/>
                  </a:cubicBezTo>
                  <a:cubicBezTo>
                    <a:pt x="518" y="914"/>
                    <a:pt x="515" y="906"/>
                    <a:pt x="520" y="906"/>
                  </a:cubicBezTo>
                  <a:cubicBezTo>
                    <a:pt x="551" y="882"/>
                    <a:pt x="558" y="873"/>
                    <a:pt x="568" y="865"/>
                  </a:cubicBezTo>
                  <a:cubicBezTo>
                    <a:pt x="556" y="886"/>
                    <a:pt x="553" y="888"/>
                    <a:pt x="548" y="888"/>
                  </a:cubicBezTo>
                  <a:cubicBezTo>
                    <a:pt x="519" y="917"/>
                    <a:pt x="514" y="922"/>
                    <a:pt x="508" y="926"/>
                  </a:cubicBezTo>
                  <a:cubicBezTo>
                    <a:pt x="486" y="947"/>
                    <a:pt x="481" y="952"/>
                    <a:pt x="477" y="958"/>
                  </a:cubicBezTo>
                  <a:cubicBezTo>
                    <a:pt x="437" y="1004"/>
                    <a:pt x="435" y="1006"/>
                    <a:pt x="432" y="1009"/>
                  </a:cubicBezTo>
                  <a:cubicBezTo>
                    <a:pt x="378" y="1069"/>
                    <a:pt x="375" y="1086"/>
                    <a:pt x="362" y="1094"/>
                  </a:cubicBezTo>
                  <a:cubicBezTo>
                    <a:pt x="324" y="1152"/>
                    <a:pt x="326" y="1159"/>
                    <a:pt x="319" y="1157"/>
                  </a:cubicBezTo>
                  <a:cubicBezTo>
                    <a:pt x="305" y="1192"/>
                    <a:pt x="293" y="1190"/>
                    <a:pt x="294" y="1200"/>
                  </a:cubicBezTo>
                  <a:cubicBezTo>
                    <a:pt x="266" y="1260"/>
                    <a:pt x="259" y="1258"/>
                    <a:pt x="259" y="1263"/>
                  </a:cubicBezTo>
                  <a:cubicBezTo>
                    <a:pt x="251" y="1298"/>
                    <a:pt x="251" y="1292"/>
                    <a:pt x="246" y="1291"/>
                  </a:cubicBezTo>
                  <a:cubicBezTo>
                    <a:pt x="271" y="1295"/>
                    <a:pt x="258" y="1283"/>
                    <a:pt x="271" y="1283"/>
                  </a:cubicBezTo>
                  <a:cubicBezTo>
                    <a:pt x="326" y="1167"/>
                    <a:pt x="332" y="1165"/>
                    <a:pt x="334" y="1160"/>
                  </a:cubicBezTo>
                  <a:cubicBezTo>
                    <a:pt x="350" y="1123"/>
                    <a:pt x="361" y="1126"/>
                    <a:pt x="359" y="1117"/>
                  </a:cubicBezTo>
                  <a:cubicBezTo>
                    <a:pt x="387" y="1084"/>
                    <a:pt x="394" y="1076"/>
                    <a:pt x="399" y="1067"/>
                  </a:cubicBezTo>
                  <a:cubicBezTo>
                    <a:pt x="475" y="1001"/>
                    <a:pt x="472" y="992"/>
                    <a:pt x="480" y="994"/>
                  </a:cubicBezTo>
                  <a:cubicBezTo>
                    <a:pt x="497" y="981"/>
                    <a:pt x="502" y="975"/>
                    <a:pt x="510" y="971"/>
                  </a:cubicBezTo>
                  <a:cubicBezTo>
                    <a:pt x="532" y="952"/>
                    <a:pt x="534" y="948"/>
                    <a:pt x="540" y="948"/>
                  </a:cubicBezTo>
                  <a:cubicBezTo>
                    <a:pt x="553" y="931"/>
                    <a:pt x="556" y="931"/>
                    <a:pt x="558" y="931"/>
                  </a:cubicBezTo>
                  <a:cubicBezTo>
                    <a:pt x="594" y="891"/>
                    <a:pt x="607" y="882"/>
                    <a:pt x="613" y="865"/>
                  </a:cubicBezTo>
                  <a:cubicBezTo>
                    <a:pt x="599" y="896"/>
                    <a:pt x="595" y="896"/>
                    <a:pt x="596" y="901"/>
                  </a:cubicBezTo>
                  <a:cubicBezTo>
                    <a:pt x="577" y="920"/>
                    <a:pt x="574" y="924"/>
                    <a:pt x="568" y="926"/>
                  </a:cubicBezTo>
                  <a:cubicBezTo>
                    <a:pt x="544" y="951"/>
                    <a:pt x="537" y="951"/>
                    <a:pt x="538" y="958"/>
                  </a:cubicBezTo>
                  <a:cubicBezTo>
                    <a:pt x="508" y="985"/>
                    <a:pt x="498" y="990"/>
                    <a:pt x="490" y="996"/>
                  </a:cubicBezTo>
                  <a:cubicBezTo>
                    <a:pt x="458" y="1014"/>
                    <a:pt x="462" y="1026"/>
                    <a:pt x="455" y="1026"/>
                  </a:cubicBezTo>
                  <a:cubicBezTo>
                    <a:pt x="438" y="1046"/>
                    <a:pt x="433" y="1046"/>
                    <a:pt x="432" y="1049"/>
                  </a:cubicBezTo>
                  <a:cubicBezTo>
                    <a:pt x="398" y="1090"/>
                    <a:pt x="392" y="1088"/>
                    <a:pt x="392" y="1092"/>
                  </a:cubicBezTo>
                  <a:cubicBezTo>
                    <a:pt x="371" y="1115"/>
                    <a:pt x="368" y="1120"/>
                    <a:pt x="367" y="1127"/>
                  </a:cubicBezTo>
                  <a:cubicBezTo>
                    <a:pt x="343" y="1159"/>
                    <a:pt x="343" y="1167"/>
                    <a:pt x="339" y="1170"/>
                  </a:cubicBezTo>
                  <a:cubicBezTo>
                    <a:pt x="304" y="1239"/>
                    <a:pt x="296" y="1239"/>
                    <a:pt x="296" y="1248"/>
                  </a:cubicBezTo>
                  <a:cubicBezTo>
                    <a:pt x="278" y="1277"/>
                    <a:pt x="287" y="1279"/>
                    <a:pt x="281" y="1281"/>
                  </a:cubicBezTo>
                  <a:cubicBezTo>
                    <a:pt x="246" y="1371"/>
                    <a:pt x="256" y="1372"/>
                    <a:pt x="254" y="1386"/>
                  </a:cubicBezTo>
                  <a:cubicBezTo>
                    <a:pt x="266" y="1357"/>
                    <a:pt x="266" y="1353"/>
                    <a:pt x="266" y="1349"/>
                  </a:cubicBezTo>
                  <a:cubicBezTo>
                    <a:pt x="293" y="1281"/>
                    <a:pt x="296" y="1281"/>
                    <a:pt x="299" y="1281"/>
                  </a:cubicBezTo>
                  <a:cubicBezTo>
                    <a:pt x="308" y="1258"/>
                    <a:pt x="314" y="1259"/>
                    <a:pt x="312" y="1251"/>
                  </a:cubicBezTo>
                  <a:cubicBezTo>
                    <a:pt x="332" y="1226"/>
                    <a:pt x="333" y="1221"/>
                    <a:pt x="334" y="1215"/>
                  </a:cubicBezTo>
                  <a:cubicBezTo>
                    <a:pt x="360" y="1186"/>
                    <a:pt x="360" y="1174"/>
                    <a:pt x="367" y="1170"/>
                  </a:cubicBezTo>
                  <a:cubicBezTo>
                    <a:pt x="400" y="1124"/>
                    <a:pt x="404" y="1118"/>
                    <a:pt x="410" y="1112"/>
                  </a:cubicBezTo>
                  <a:cubicBezTo>
                    <a:pt x="423" y="1096"/>
                    <a:pt x="424" y="1094"/>
                    <a:pt x="427" y="1094"/>
                  </a:cubicBezTo>
                  <a:cubicBezTo>
                    <a:pt x="449" y="1060"/>
                    <a:pt x="460" y="1065"/>
                    <a:pt x="457" y="1057"/>
                  </a:cubicBezTo>
                  <a:cubicBezTo>
                    <a:pt x="497" y="1018"/>
                    <a:pt x="528" y="1004"/>
                    <a:pt x="548" y="979"/>
                  </a:cubicBezTo>
                  <a:cubicBezTo>
                    <a:pt x="588" y="940"/>
                    <a:pt x="590" y="931"/>
                    <a:pt x="596" y="926"/>
                  </a:cubicBezTo>
                  <a:cubicBezTo>
                    <a:pt x="623" y="900"/>
                    <a:pt x="616" y="899"/>
                    <a:pt x="618" y="906"/>
                  </a:cubicBezTo>
                  <a:cubicBezTo>
                    <a:pt x="606" y="925"/>
                    <a:pt x="604" y="927"/>
                    <a:pt x="601" y="928"/>
                  </a:cubicBezTo>
                  <a:cubicBezTo>
                    <a:pt x="563" y="980"/>
                    <a:pt x="555" y="982"/>
                    <a:pt x="553" y="989"/>
                  </a:cubicBezTo>
                  <a:cubicBezTo>
                    <a:pt x="513" y="1021"/>
                    <a:pt x="511" y="1023"/>
                    <a:pt x="508" y="1024"/>
                  </a:cubicBezTo>
                  <a:cubicBezTo>
                    <a:pt x="476" y="1056"/>
                    <a:pt x="471" y="1060"/>
                    <a:pt x="465" y="1062"/>
                  </a:cubicBezTo>
                  <a:cubicBezTo>
                    <a:pt x="439" y="1098"/>
                    <a:pt x="432" y="1100"/>
                    <a:pt x="427" y="1104"/>
                  </a:cubicBezTo>
                  <a:cubicBezTo>
                    <a:pt x="413" y="1124"/>
                    <a:pt x="407" y="1124"/>
                    <a:pt x="407" y="1132"/>
                  </a:cubicBezTo>
                  <a:cubicBezTo>
                    <a:pt x="374" y="1182"/>
                    <a:pt x="363" y="1186"/>
                    <a:pt x="359" y="1198"/>
                  </a:cubicBezTo>
                  <a:cubicBezTo>
                    <a:pt x="344" y="1221"/>
                    <a:pt x="342" y="1223"/>
                    <a:pt x="342" y="1225"/>
                  </a:cubicBezTo>
                  <a:cubicBezTo>
                    <a:pt x="314" y="1273"/>
                    <a:pt x="309" y="1276"/>
                    <a:pt x="309" y="1283"/>
                  </a:cubicBezTo>
                  <a:cubicBezTo>
                    <a:pt x="299" y="1304"/>
                    <a:pt x="294" y="1306"/>
                    <a:pt x="294" y="1313"/>
                  </a:cubicBezTo>
                  <a:cubicBezTo>
                    <a:pt x="281" y="1340"/>
                    <a:pt x="281" y="1342"/>
                    <a:pt x="279" y="1341"/>
                  </a:cubicBezTo>
                  <a:cubicBezTo>
                    <a:pt x="272" y="1377"/>
                    <a:pt x="264" y="1384"/>
                    <a:pt x="266" y="1402"/>
                  </a:cubicBezTo>
                  <a:cubicBezTo>
                    <a:pt x="266" y="1422"/>
                    <a:pt x="267" y="1407"/>
                    <a:pt x="274" y="1399"/>
                  </a:cubicBezTo>
                  <a:cubicBezTo>
                    <a:pt x="295" y="1345"/>
                    <a:pt x="300" y="1321"/>
                    <a:pt x="314" y="1306"/>
                  </a:cubicBezTo>
                  <a:cubicBezTo>
                    <a:pt x="332" y="1263"/>
                    <a:pt x="339" y="1255"/>
                    <a:pt x="347" y="1248"/>
                  </a:cubicBezTo>
                  <a:cubicBezTo>
                    <a:pt x="384" y="1190"/>
                    <a:pt x="386" y="1184"/>
                    <a:pt x="392" y="1182"/>
                  </a:cubicBezTo>
                  <a:cubicBezTo>
                    <a:pt x="430" y="1138"/>
                    <a:pt x="434" y="1127"/>
                    <a:pt x="445" y="1122"/>
                  </a:cubicBezTo>
                  <a:cubicBezTo>
                    <a:pt x="500" y="1074"/>
                    <a:pt x="508" y="1067"/>
                    <a:pt x="515" y="1059"/>
                  </a:cubicBezTo>
                  <a:cubicBezTo>
                    <a:pt x="543" y="1027"/>
                    <a:pt x="554" y="1024"/>
                    <a:pt x="558" y="1014"/>
                  </a:cubicBezTo>
                  <a:cubicBezTo>
                    <a:pt x="546" y="1032"/>
                    <a:pt x="548" y="1039"/>
                    <a:pt x="545" y="1041"/>
                  </a:cubicBezTo>
                  <a:cubicBezTo>
                    <a:pt x="519" y="1066"/>
                    <a:pt x="517" y="1068"/>
                    <a:pt x="515" y="1072"/>
                  </a:cubicBezTo>
                  <a:cubicBezTo>
                    <a:pt x="498" y="1090"/>
                    <a:pt x="490" y="1087"/>
                    <a:pt x="490" y="1092"/>
                  </a:cubicBezTo>
                  <a:cubicBezTo>
                    <a:pt x="467" y="1109"/>
                    <a:pt x="464" y="1117"/>
                    <a:pt x="457" y="1120"/>
                  </a:cubicBezTo>
                  <a:cubicBezTo>
                    <a:pt x="439" y="1141"/>
                    <a:pt x="434" y="1146"/>
                    <a:pt x="430" y="1152"/>
                  </a:cubicBezTo>
                  <a:cubicBezTo>
                    <a:pt x="407" y="1180"/>
                    <a:pt x="396" y="1189"/>
                    <a:pt x="389" y="1203"/>
                  </a:cubicBezTo>
                  <a:cubicBezTo>
                    <a:pt x="340" y="1277"/>
                    <a:pt x="340" y="1283"/>
                    <a:pt x="334" y="1283"/>
                  </a:cubicBezTo>
                  <a:cubicBezTo>
                    <a:pt x="311" y="1324"/>
                    <a:pt x="312" y="1337"/>
                    <a:pt x="304" y="1341"/>
                  </a:cubicBezTo>
                  <a:cubicBezTo>
                    <a:pt x="283" y="1403"/>
                    <a:pt x="280" y="1411"/>
                    <a:pt x="276" y="1419"/>
                  </a:cubicBezTo>
                  <a:cubicBezTo>
                    <a:pt x="267" y="1456"/>
                    <a:pt x="262" y="1466"/>
                    <a:pt x="264" y="1469"/>
                  </a:cubicBezTo>
                  <a:cubicBezTo>
                    <a:pt x="279" y="1429"/>
                    <a:pt x="286" y="1428"/>
                    <a:pt x="284" y="1419"/>
                  </a:cubicBezTo>
                  <a:cubicBezTo>
                    <a:pt x="311" y="1363"/>
                    <a:pt x="316" y="1353"/>
                    <a:pt x="322" y="1344"/>
                  </a:cubicBezTo>
                  <a:cubicBezTo>
                    <a:pt x="341" y="1299"/>
                    <a:pt x="344" y="1299"/>
                    <a:pt x="347" y="1298"/>
                  </a:cubicBezTo>
                  <a:cubicBezTo>
                    <a:pt x="377" y="1253"/>
                    <a:pt x="377" y="1246"/>
                    <a:pt x="382" y="1243"/>
                  </a:cubicBezTo>
                  <a:cubicBezTo>
                    <a:pt x="470" y="1149"/>
                    <a:pt x="469" y="1136"/>
                    <a:pt x="480" y="1135"/>
                  </a:cubicBezTo>
                  <a:cubicBezTo>
                    <a:pt x="514" y="1093"/>
                    <a:pt x="525" y="1097"/>
                    <a:pt x="523" y="1089"/>
                  </a:cubicBezTo>
                  <a:cubicBezTo>
                    <a:pt x="569" y="1039"/>
                    <a:pt x="577" y="1036"/>
                    <a:pt x="581" y="1029"/>
                  </a:cubicBezTo>
                  <a:cubicBezTo>
                    <a:pt x="617" y="976"/>
                    <a:pt x="617" y="985"/>
                    <a:pt x="613" y="989"/>
                  </a:cubicBezTo>
                  <a:cubicBezTo>
                    <a:pt x="598" y="1018"/>
                    <a:pt x="597" y="1023"/>
                    <a:pt x="596" y="1029"/>
                  </a:cubicBezTo>
                  <a:cubicBezTo>
                    <a:pt x="570" y="1050"/>
                    <a:pt x="572" y="1056"/>
                    <a:pt x="568" y="1057"/>
                  </a:cubicBezTo>
                  <a:cubicBezTo>
                    <a:pt x="549" y="1084"/>
                    <a:pt x="545" y="1084"/>
                    <a:pt x="545" y="1089"/>
                  </a:cubicBezTo>
                  <a:cubicBezTo>
                    <a:pt x="517" y="1111"/>
                    <a:pt x="509" y="1114"/>
                    <a:pt x="505" y="1122"/>
                  </a:cubicBezTo>
                  <a:cubicBezTo>
                    <a:pt x="448" y="1187"/>
                    <a:pt x="435" y="1186"/>
                    <a:pt x="435" y="1198"/>
                  </a:cubicBezTo>
                  <a:cubicBezTo>
                    <a:pt x="358" y="1294"/>
                    <a:pt x="359" y="1303"/>
                    <a:pt x="352" y="1303"/>
                  </a:cubicBezTo>
                  <a:cubicBezTo>
                    <a:pt x="338" y="1342"/>
                    <a:pt x="332" y="1344"/>
                    <a:pt x="329" y="1349"/>
                  </a:cubicBezTo>
                  <a:cubicBezTo>
                    <a:pt x="294" y="1419"/>
                    <a:pt x="294" y="1435"/>
                    <a:pt x="287" y="1442"/>
                  </a:cubicBezTo>
                  <a:cubicBezTo>
                    <a:pt x="275" y="1485"/>
                    <a:pt x="278" y="1489"/>
                    <a:pt x="279" y="1495"/>
                  </a:cubicBezTo>
                  <a:cubicBezTo>
                    <a:pt x="284" y="1538"/>
                    <a:pt x="280" y="1529"/>
                    <a:pt x="282" y="1525"/>
                  </a:cubicBezTo>
                  <a:cubicBezTo>
                    <a:pt x="295" y="1474"/>
                    <a:pt x="302" y="1461"/>
                    <a:pt x="307" y="1447"/>
                  </a:cubicBezTo>
                  <a:cubicBezTo>
                    <a:pt x="319" y="1424"/>
                    <a:pt x="316" y="1416"/>
                    <a:pt x="319" y="1414"/>
                  </a:cubicBezTo>
                  <a:cubicBezTo>
                    <a:pt x="344" y="1364"/>
                    <a:pt x="347" y="1363"/>
                    <a:pt x="347" y="1359"/>
                  </a:cubicBezTo>
                  <a:cubicBezTo>
                    <a:pt x="359" y="1339"/>
                    <a:pt x="361" y="1336"/>
                    <a:pt x="362" y="1334"/>
                  </a:cubicBezTo>
                  <a:cubicBezTo>
                    <a:pt x="386" y="1299"/>
                    <a:pt x="387" y="1292"/>
                    <a:pt x="392" y="1288"/>
                  </a:cubicBezTo>
                  <a:cubicBezTo>
                    <a:pt x="420" y="1249"/>
                    <a:pt x="427" y="1239"/>
                    <a:pt x="435" y="1230"/>
                  </a:cubicBezTo>
                  <a:cubicBezTo>
                    <a:pt x="468" y="1194"/>
                    <a:pt x="469" y="1191"/>
                    <a:pt x="473" y="1190"/>
                  </a:cubicBezTo>
                  <a:cubicBezTo>
                    <a:pt x="499" y="1158"/>
                    <a:pt x="504" y="1154"/>
                    <a:pt x="508" y="1150"/>
                  </a:cubicBezTo>
                  <a:cubicBezTo>
                    <a:pt x="538" y="1112"/>
                    <a:pt x="545" y="1102"/>
                    <a:pt x="553" y="1092"/>
                  </a:cubicBezTo>
                  <a:cubicBezTo>
                    <a:pt x="577" y="1069"/>
                    <a:pt x="569" y="1068"/>
                    <a:pt x="568" y="1074"/>
                  </a:cubicBezTo>
                  <a:cubicBezTo>
                    <a:pt x="540" y="1125"/>
                    <a:pt x="527" y="1138"/>
                    <a:pt x="518" y="1152"/>
                  </a:cubicBezTo>
                  <a:cubicBezTo>
                    <a:pt x="491" y="1186"/>
                    <a:pt x="486" y="1188"/>
                    <a:pt x="483" y="1190"/>
                  </a:cubicBezTo>
                  <a:cubicBezTo>
                    <a:pt x="445" y="1238"/>
                    <a:pt x="436" y="1241"/>
                    <a:pt x="432" y="1250"/>
                  </a:cubicBezTo>
                  <a:cubicBezTo>
                    <a:pt x="381" y="1320"/>
                    <a:pt x="378" y="1330"/>
                    <a:pt x="372" y="1336"/>
                  </a:cubicBezTo>
                  <a:cubicBezTo>
                    <a:pt x="342" y="1391"/>
                    <a:pt x="337" y="1398"/>
                    <a:pt x="332" y="1404"/>
                  </a:cubicBezTo>
                  <a:cubicBezTo>
                    <a:pt x="297" y="1512"/>
                    <a:pt x="299" y="1511"/>
                    <a:pt x="297" y="1517"/>
                  </a:cubicBezTo>
                  <a:cubicBezTo>
                    <a:pt x="285" y="1562"/>
                    <a:pt x="292" y="1562"/>
                    <a:pt x="292" y="1570"/>
                  </a:cubicBezTo>
                  <a:cubicBezTo>
                    <a:pt x="308" y="1526"/>
                    <a:pt x="315" y="1528"/>
                    <a:pt x="312" y="1520"/>
                  </a:cubicBezTo>
                  <a:cubicBezTo>
                    <a:pt x="334" y="1475"/>
                    <a:pt x="332" y="1464"/>
                    <a:pt x="339" y="1462"/>
                  </a:cubicBezTo>
                  <a:cubicBezTo>
                    <a:pt x="371" y="1397"/>
                    <a:pt x="376" y="1392"/>
                    <a:pt x="380" y="1386"/>
                  </a:cubicBezTo>
                  <a:cubicBezTo>
                    <a:pt x="418" y="1328"/>
                    <a:pt x="420" y="1321"/>
                    <a:pt x="425" y="1316"/>
                  </a:cubicBezTo>
                  <a:cubicBezTo>
                    <a:pt x="441" y="1283"/>
                    <a:pt x="447" y="1285"/>
                    <a:pt x="447" y="1281"/>
                  </a:cubicBezTo>
                  <a:cubicBezTo>
                    <a:pt x="479" y="1240"/>
                    <a:pt x="484" y="1230"/>
                    <a:pt x="493" y="1225"/>
                  </a:cubicBezTo>
                  <a:cubicBezTo>
                    <a:pt x="510" y="1208"/>
                    <a:pt x="509" y="1213"/>
                    <a:pt x="513" y="1213"/>
                  </a:cubicBezTo>
                  <a:cubicBezTo>
                    <a:pt x="523" y="1194"/>
                    <a:pt x="525" y="1193"/>
                    <a:pt x="525" y="1190"/>
                  </a:cubicBezTo>
                  <a:cubicBezTo>
                    <a:pt x="562" y="1144"/>
                    <a:pt x="564" y="1140"/>
                    <a:pt x="563" y="1135"/>
                  </a:cubicBezTo>
                  <a:cubicBezTo>
                    <a:pt x="582" y="1095"/>
                    <a:pt x="589" y="1084"/>
                    <a:pt x="596" y="1072"/>
                  </a:cubicBezTo>
                  <a:cubicBezTo>
                    <a:pt x="579" y="1116"/>
                    <a:pt x="576" y="1130"/>
                    <a:pt x="571" y="1142"/>
                  </a:cubicBezTo>
                  <a:cubicBezTo>
                    <a:pt x="549" y="1177"/>
                    <a:pt x="552" y="1188"/>
                    <a:pt x="545" y="1190"/>
                  </a:cubicBezTo>
                  <a:cubicBezTo>
                    <a:pt x="519" y="1245"/>
                    <a:pt x="511" y="1246"/>
                    <a:pt x="513" y="1255"/>
                  </a:cubicBezTo>
                  <a:cubicBezTo>
                    <a:pt x="489" y="1289"/>
                    <a:pt x="487" y="1295"/>
                    <a:pt x="485" y="1301"/>
                  </a:cubicBezTo>
                  <a:cubicBezTo>
                    <a:pt x="460" y="1334"/>
                    <a:pt x="463" y="1345"/>
                    <a:pt x="458" y="1349"/>
                  </a:cubicBezTo>
                  <a:cubicBezTo>
                    <a:pt x="437" y="1384"/>
                    <a:pt x="437" y="1392"/>
                    <a:pt x="432" y="1396"/>
                  </a:cubicBezTo>
                  <a:cubicBezTo>
                    <a:pt x="427" y="1433"/>
                    <a:pt x="425" y="1426"/>
                    <a:pt x="427" y="1424"/>
                  </a:cubicBezTo>
                  <a:cubicBezTo>
                    <a:pt x="443" y="1405"/>
                    <a:pt x="440" y="1397"/>
                    <a:pt x="445" y="1396"/>
                  </a:cubicBezTo>
                  <a:cubicBezTo>
                    <a:pt x="475" y="1348"/>
                    <a:pt x="476" y="1344"/>
                    <a:pt x="475" y="1338"/>
                  </a:cubicBezTo>
                  <a:cubicBezTo>
                    <a:pt x="497" y="1313"/>
                    <a:pt x="494" y="1305"/>
                    <a:pt x="498" y="1303"/>
                  </a:cubicBezTo>
                  <a:cubicBezTo>
                    <a:pt x="497" y="1315"/>
                    <a:pt x="494" y="1322"/>
                    <a:pt x="490" y="1328"/>
                  </a:cubicBezTo>
                  <a:cubicBezTo>
                    <a:pt x="462" y="1378"/>
                    <a:pt x="460" y="1382"/>
                    <a:pt x="460" y="1386"/>
                  </a:cubicBezTo>
                  <a:cubicBezTo>
                    <a:pt x="425" y="1445"/>
                    <a:pt x="428" y="1453"/>
                    <a:pt x="425" y="1454"/>
                  </a:cubicBezTo>
                  <a:cubicBezTo>
                    <a:pt x="405" y="1499"/>
                    <a:pt x="398" y="1512"/>
                    <a:pt x="392" y="1525"/>
                  </a:cubicBezTo>
                  <a:cubicBezTo>
                    <a:pt x="371" y="1599"/>
                    <a:pt x="365" y="1598"/>
                    <a:pt x="367" y="1605"/>
                  </a:cubicBezTo>
                  <a:cubicBezTo>
                    <a:pt x="354" y="1641"/>
                    <a:pt x="358" y="1653"/>
                    <a:pt x="352" y="1656"/>
                  </a:cubicBezTo>
                  <a:cubicBezTo>
                    <a:pt x="346" y="1759"/>
                    <a:pt x="343" y="1757"/>
                    <a:pt x="342" y="1754"/>
                  </a:cubicBezTo>
                  <a:cubicBezTo>
                    <a:pt x="349" y="1713"/>
                    <a:pt x="354" y="1702"/>
                    <a:pt x="357" y="1691"/>
                  </a:cubicBezTo>
                  <a:cubicBezTo>
                    <a:pt x="378" y="1637"/>
                    <a:pt x="375" y="1627"/>
                    <a:pt x="380" y="1625"/>
                  </a:cubicBezTo>
                  <a:cubicBezTo>
                    <a:pt x="393" y="1579"/>
                    <a:pt x="398" y="1569"/>
                    <a:pt x="402" y="1560"/>
                  </a:cubicBezTo>
                  <a:cubicBezTo>
                    <a:pt x="415" y="1520"/>
                    <a:pt x="417" y="1514"/>
                    <a:pt x="422" y="1512"/>
                  </a:cubicBezTo>
                  <a:cubicBezTo>
                    <a:pt x="438" y="1477"/>
                    <a:pt x="435" y="1466"/>
                    <a:pt x="440" y="1464"/>
                  </a:cubicBezTo>
                  <a:cubicBezTo>
                    <a:pt x="491" y="1374"/>
                    <a:pt x="493" y="1369"/>
                    <a:pt x="493" y="1361"/>
                  </a:cubicBezTo>
                  <a:cubicBezTo>
                    <a:pt x="533" y="1307"/>
                    <a:pt x="537" y="1281"/>
                    <a:pt x="551" y="1265"/>
                  </a:cubicBezTo>
                  <a:cubicBezTo>
                    <a:pt x="567" y="1213"/>
                    <a:pt x="572" y="1200"/>
                    <a:pt x="576" y="1187"/>
                  </a:cubicBezTo>
                  <a:cubicBezTo>
                    <a:pt x="570" y="1224"/>
                    <a:pt x="567" y="1232"/>
                    <a:pt x="566" y="1243"/>
                  </a:cubicBezTo>
                  <a:cubicBezTo>
                    <a:pt x="527" y="1322"/>
                    <a:pt x="522" y="1329"/>
                    <a:pt x="520" y="1338"/>
                  </a:cubicBezTo>
                  <a:cubicBezTo>
                    <a:pt x="499" y="1364"/>
                    <a:pt x="499" y="1376"/>
                    <a:pt x="493" y="1381"/>
                  </a:cubicBezTo>
                  <a:cubicBezTo>
                    <a:pt x="498" y="1392"/>
                    <a:pt x="498" y="1398"/>
                    <a:pt x="498" y="1404"/>
                  </a:cubicBezTo>
                  <a:cubicBezTo>
                    <a:pt x="532" y="1330"/>
                    <a:pt x="532" y="1345"/>
                    <a:pt x="528" y="1343"/>
                  </a:cubicBezTo>
                  <a:cubicBezTo>
                    <a:pt x="511" y="1391"/>
                    <a:pt x="508" y="1400"/>
                    <a:pt x="505" y="1409"/>
                  </a:cubicBezTo>
                  <a:cubicBezTo>
                    <a:pt x="497" y="1445"/>
                    <a:pt x="494" y="1455"/>
                    <a:pt x="493" y="1467"/>
                  </a:cubicBezTo>
                  <a:cubicBezTo>
                    <a:pt x="496" y="1535"/>
                    <a:pt x="492" y="1549"/>
                    <a:pt x="490" y="1567"/>
                  </a:cubicBezTo>
                  <a:cubicBezTo>
                    <a:pt x="476" y="1593"/>
                    <a:pt x="479" y="1606"/>
                    <a:pt x="473" y="1610"/>
                  </a:cubicBezTo>
                  <a:cubicBezTo>
                    <a:pt x="427" y="1706"/>
                    <a:pt x="422" y="1720"/>
                    <a:pt x="413" y="1731"/>
                  </a:cubicBezTo>
                  <a:cubicBezTo>
                    <a:pt x="408" y="1755"/>
                    <a:pt x="414" y="1746"/>
                    <a:pt x="415" y="1744"/>
                  </a:cubicBezTo>
                  <a:cubicBezTo>
                    <a:pt x="452" y="1724"/>
                    <a:pt x="461" y="1714"/>
                    <a:pt x="468" y="1718"/>
                  </a:cubicBezTo>
                  <a:cubicBezTo>
                    <a:pt x="439" y="1738"/>
                    <a:pt x="429" y="1744"/>
                    <a:pt x="423" y="1754"/>
                  </a:cubicBezTo>
                  <a:cubicBezTo>
                    <a:pt x="390" y="1807"/>
                    <a:pt x="394" y="1818"/>
                    <a:pt x="390" y="1819"/>
                  </a:cubicBezTo>
                  <a:cubicBezTo>
                    <a:pt x="387" y="1852"/>
                    <a:pt x="390" y="1857"/>
                    <a:pt x="393" y="1864"/>
                  </a:cubicBezTo>
                  <a:cubicBezTo>
                    <a:pt x="395" y="1893"/>
                    <a:pt x="401" y="1904"/>
                    <a:pt x="405" y="1917"/>
                  </a:cubicBezTo>
                  <a:cubicBezTo>
                    <a:pt x="418" y="1937"/>
                    <a:pt x="423" y="1944"/>
                    <a:pt x="418" y="1950"/>
                  </a:cubicBezTo>
                  <a:cubicBezTo>
                    <a:pt x="398" y="1927"/>
                    <a:pt x="390" y="1922"/>
                    <a:pt x="388" y="1912"/>
                  </a:cubicBezTo>
                  <a:cubicBezTo>
                    <a:pt x="371" y="1883"/>
                    <a:pt x="363" y="1883"/>
                    <a:pt x="357" y="1880"/>
                  </a:cubicBezTo>
                  <a:cubicBezTo>
                    <a:pt x="325" y="1849"/>
                    <a:pt x="317" y="1848"/>
                    <a:pt x="315" y="1842"/>
                  </a:cubicBezTo>
                  <a:cubicBezTo>
                    <a:pt x="284" y="1820"/>
                    <a:pt x="288" y="1832"/>
                    <a:pt x="299" y="1829"/>
                  </a:cubicBezTo>
                  <a:cubicBezTo>
                    <a:pt x="296" y="1823"/>
                    <a:pt x="286" y="1823"/>
                    <a:pt x="282" y="1817"/>
                  </a:cubicBezTo>
                  <a:cubicBezTo>
                    <a:pt x="235" y="1800"/>
                    <a:pt x="246" y="1796"/>
                    <a:pt x="252" y="1802"/>
                  </a:cubicBezTo>
                  <a:cubicBezTo>
                    <a:pt x="301" y="1810"/>
                    <a:pt x="324" y="1818"/>
                    <a:pt x="342" y="1829"/>
                  </a:cubicBezTo>
                  <a:cubicBezTo>
                    <a:pt x="332" y="1811"/>
                    <a:pt x="328" y="1807"/>
                    <a:pt x="325" y="1802"/>
                  </a:cubicBezTo>
                  <a:cubicBezTo>
                    <a:pt x="300" y="1767"/>
                    <a:pt x="291" y="1768"/>
                    <a:pt x="292" y="1759"/>
                  </a:cubicBezTo>
                  <a:cubicBezTo>
                    <a:pt x="254" y="1707"/>
                    <a:pt x="246" y="1698"/>
                    <a:pt x="239" y="1688"/>
                  </a:cubicBezTo>
                  <a:cubicBezTo>
                    <a:pt x="214" y="1649"/>
                    <a:pt x="204" y="1642"/>
                    <a:pt x="201" y="1628"/>
                  </a:cubicBezTo>
                  <a:cubicBezTo>
                    <a:pt x="178" y="1567"/>
                    <a:pt x="173" y="1562"/>
                    <a:pt x="168" y="1558"/>
                  </a:cubicBezTo>
                  <a:cubicBezTo>
                    <a:pt x="153" y="1520"/>
                    <a:pt x="151" y="1514"/>
                    <a:pt x="146" y="1512"/>
                  </a:cubicBezTo>
                  <a:cubicBezTo>
                    <a:pt x="133" y="1472"/>
                    <a:pt x="123" y="1469"/>
                    <a:pt x="123" y="1457"/>
                  </a:cubicBezTo>
                  <a:cubicBezTo>
                    <a:pt x="108" y="1419"/>
                    <a:pt x="98" y="1416"/>
                    <a:pt x="100" y="1402"/>
                  </a:cubicBezTo>
                  <a:cubicBezTo>
                    <a:pt x="109" y="1417"/>
                    <a:pt x="115" y="1416"/>
                    <a:pt x="113" y="1424"/>
                  </a:cubicBezTo>
                  <a:cubicBezTo>
                    <a:pt x="141" y="1468"/>
                    <a:pt x="143" y="1471"/>
                    <a:pt x="146" y="1475"/>
                  </a:cubicBezTo>
                  <a:cubicBezTo>
                    <a:pt x="184" y="1527"/>
                    <a:pt x="192" y="1530"/>
                    <a:pt x="196" y="1537"/>
                  </a:cubicBezTo>
                  <a:cubicBezTo>
                    <a:pt x="219" y="1559"/>
                    <a:pt x="223" y="1568"/>
                    <a:pt x="231" y="1573"/>
                  </a:cubicBezTo>
                  <a:cubicBezTo>
                    <a:pt x="246" y="1588"/>
                    <a:pt x="247" y="1590"/>
                    <a:pt x="249" y="1590"/>
                  </a:cubicBezTo>
                  <a:cubicBezTo>
                    <a:pt x="274" y="1624"/>
                    <a:pt x="278" y="1626"/>
                    <a:pt x="282" y="1628"/>
                  </a:cubicBezTo>
                  <a:cubicBezTo>
                    <a:pt x="265" y="1589"/>
                    <a:pt x="257" y="1590"/>
                    <a:pt x="259" y="1580"/>
                  </a:cubicBezTo>
                  <a:cubicBezTo>
                    <a:pt x="203" y="1511"/>
                    <a:pt x="196" y="1509"/>
                    <a:pt x="193" y="1502"/>
                  </a:cubicBezTo>
                  <a:cubicBezTo>
                    <a:pt x="172" y="1477"/>
                    <a:pt x="168" y="1477"/>
                    <a:pt x="168" y="1472"/>
                  </a:cubicBezTo>
                  <a:cubicBezTo>
                    <a:pt x="147" y="1441"/>
                    <a:pt x="145" y="1442"/>
                    <a:pt x="146" y="1439"/>
                  </a:cubicBezTo>
                  <a:cubicBezTo>
                    <a:pt x="127" y="1411"/>
                    <a:pt x="130" y="1404"/>
                    <a:pt x="125" y="1404"/>
                  </a:cubicBezTo>
                  <a:cubicBezTo>
                    <a:pt x="102" y="1363"/>
                    <a:pt x="100" y="1355"/>
                    <a:pt x="95" y="1351"/>
                  </a:cubicBezTo>
                  <a:cubicBezTo>
                    <a:pt x="61" y="1229"/>
                    <a:pt x="62" y="1234"/>
                    <a:pt x="62" y="1241"/>
                  </a:cubicBezTo>
                  <a:cubicBezTo>
                    <a:pt x="80" y="1283"/>
                    <a:pt x="77" y="1293"/>
                    <a:pt x="83" y="1293"/>
                  </a:cubicBezTo>
                  <a:cubicBezTo>
                    <a:pt x="100" y="1336"/>
                    <a:pt x="98" y="1345"/>
                    <a:pt x="105" y="1344"/>
                  </a:cubicBezTo>
                  <a:cubicBezTo>
                    <a:pt x="128" y="1387"/>
                    <a:pt x="129" y="1398"/>
                    <a:pt x="135" y="1404"/>
                  </a:cubicBezTo>
                  <a:cubicBezTo>
                    <a:pt x="148" y="1422"/>
                    <a:pt x="148" y="1425"/>
                    <a:pt x="148" y="1427"/>
                  </a:cubicBezTo>
                  <a:cubicBezTo>
                    <a:pt x="176" y="1460"/>
                    <a:pt x="173" y="1469"/>
                    <a:pt x="178" y="1470"/>
                  </a:cubicBezTo>
                  <a:cubicBezTo>
                    <a:pt x="203" y="1506"/>
                    <a:pt x="213" y="1502"/>
                    <a:pt x="211" y="1510"/>
                  </a:cubicBezTo>
                  <a:cubicBezTo>
                    <a:pt x="240" y="1542"/>
                    <a:pt x="244" y="1544"/>
                    <a:pt x="244" y="1550"/>
                  </a:cubicBezTo>
                  <a:cubicBezTo>
                    <a:pt x="270" y="1548"/>
                    <a:pt x="267" y="1546"/>
                    <a:pt x="264" y="1545"/>
                  </a:cubicBezTo>
                  <a:cubicBezTo>
                    <a:pt x="251" y="1520"/>
                    <a:pt x="247" y="1516"/>
                    <a:pt x="249" y="1507"/>
                  </a:cubicBezTo>
                  <a:cubicBezTo>
                    <a:pt x="229" y="1481"/>
                    <a:pt x="225" y="1479"/>
                    <a:pt x="221" y="1477"/>
                  </a:cubicBezTo>
                  <a:cubicBezTo>
                    <a:pt x="196" y="1426"/>
                    <a:pt x="189" y="1427"/>
                    <a:pt x="188" y="1422"/>
                  </a:cubicBezTo>
                  <a:cubicBezTo>
                    <a:pt x="166" y="1386"/>
                    <a:pt x="161" y="1384"/>
                    <a:pt x="161" y="1379"/>
                  </a:cubicBezTo>
                  <a:cubicBezTo>
                    <a:pt x="153" y="1363"/>
                    <a:pt x="149" y="1362"/>
                    <a:pt x="151" y="1354"/>
                  </a:cubicBezTo>
                  <a:cubicBezTo>
                    <a:pt x="119" y="1295"/>
                    <a:pt x="118" y="1290"/>
                    <a:pt x="113" y="1288"/>
                  </a:cubicBezTo>
                  <a:cubicBezTo>
                    <a:pt x="97" y="1255"/>
                    <a:pt x="100" y="1245"/>
                    <a:pt x="95" y="1243"/>
                  </a:cubicBezTo>
                  <a:cubicBezTo>
                    <a:pt x="70" y="1172"/>
                    <a:pt x="70" y="1159"/>
                    <a:pt x="62" y="1153"/>
                  </a:cubicBezTo>
                  <a:cubicBezTo>
                    <a:pt x="55" y="1121"/>
                    <a:pt x="45" y="1115"/>
                    <a:pt x="52" y="1112"/>
                  </a:cubicBezTo>
                  <a:cubicBezTo>
                    <a:pt x="42" y="1090"/>
                    <a:pt x="43" y="1087"/>
                    <a:pt x="42" y="1085"/>
                  </a:cubicBezTo>
                  <a:cubicBezTo>
                    <a:pt x="59" y="1118"/>
                    <a:pt x="61" y="1122"/>
                    <a:pt x="60" y="1127"/>
                  </a:cubicBezTo>
                  <a:cubicBezTo>
                    <a:pt x="83" y="1168"/>
                    <a:pt x="78" y="1179"/>
                    <a:pt x="85" y="1178"/>
                  </a:cubicBezTo>
                  <a:cubicBezTo>
                    <a:pt x="124" y="1262"/>
                    <a:pt x="134" y="1265"/>
                    <a:pt x="135" y="1276"/>
                  </a:cubicBezTo>
                  <a:cubicBezTo>
                    <a:pt x="156" y="1299"/>
                    <a:pt x="155" y="1305"/>
                    <a:pt x="161" y="1306"/>
                  </a:cubicBezTo>
                  <a:cubicBezTo>
                    <a:pt x="182" y="1344"/>
                    <a:pt x="191" y="1353"/>
                    <a:pt x="196" y="1366"/>
                  </a:cubicBezTo>
                  <a:cubicBezTo>
                    <a:pt x="224" y="1410"/>
                    <a:pt x="227" y="1424"/>
                    <a:pt x="236" y="1434"/>
                  </a:cubicBezTo>
                  <a:close/>
                  <a:moveTo>
                    <a:pt x="176" y="1565"/>
                  </a:moveTo>
                  <a:cubicBezTo>
                    <a:pt x="182" y="1568"/>
                    <a:pt x="180" y="1578"/>
                    <a:pt x="186" y="1580"/>
                  </a:cubicBezTo>
                  <a:cubicBezTo>
                    <a:pt x="184" y="1591"/>
                    <a:pt x="194" y="1591"/>
                    <a:pt x="194" y="1600"/>
                  </a:cubicBezTo>
                  <a:cubicBezTo>
                    <a:pt x="200" y="1612"/>
                    <a:pt x="206" y="1624"/>
                    <a:pt x="214" y="1633"/>
                  </a:cubicBezTo>
                  <a:cubicBezTo>
                    <a:pt x="215" y="1640"/>
                    <a:pt x="219" y="1645"/>
                    <a:pt x="224" y="1648"/>
                  </a:cubicBezTo>
                  <a:cubicBezTo>
                    <a:pt x="223" y="1658"/>
                    <a:pt x="232" y="1658"/>
                    <a:pt x="234" y="1666"/>
                  </a:cubicBezTo>
                  <a:cubicBezTo>
                    <a:pt x="240" y="1679"/>
                    <a:pt x="253" y="1684"/>
                    <a:pt x="257" y="1699"/>
                  </a:cubicBezTo>
                  <a:cubicBezTo>
                    <a:pt x="263" y="1700"/>
                    <a:pt x="262" y="1710"/>
                    <a:pt x="269" y="1711"/>
                  </a:cubicBezTo>
                  <a:cubicBezTo>
                    <a:pt x="268" y="1721"/>
                    <a:pt x="280" y="1719"/>
                    <a:pt x="279" y="1729"/>
                  </a:cubicBezTo>
                  <a:cubicBezTo>
                    <a:pt x="290" y="1736"/>
                    <a:pt x="296" y="1747"/>
                    <a:pt x="304" y="1756"/>
                  </a:cubicBezTo>
                  <a:cubicBezTo>
                    <a:pt x="310" y="1768"/>
                    <a:pt x="321" y="1775"/>
                    <a:pt x="327" y="1787"/>
                  </a:cubicBezTo>
                  <a:cubicBezTo>
                    <a:pt x="332" y="1791"/>
                    <a:pt x="334" y="1798"/>
                    <a:pt x="340" y="1802"/>
                  </a:cubicBezTo>
                  <a:cubicBezTo>
                    <a:pt x="340" y="1806"/>
                    <a:pt x="342" y="1808"/>
                    <a:pt x="345" y="1809"/>
                  </a:cubicBezTo>
                  <a:cubicBezTo>
                    <a:pt x="344" y="1812"/>
                    <a:pt x="352" y="1818"/>
                    <a:pt x="352" y="1812"/>
                  </a:cubicBezTo>
                  <a:cubicBezTo>
                    <a:pt x="345" y="1803"/>
                    <a:pt x="341" y="1791"/>
                    <a:pt x="337" y="1779"/>
                  </a:cubicBezTo>
                  <a:cubicBezTo>
                    <a:pt x="333" y="1767"/>
                    <a:pt x="322" y="1762"/>
                    <a:pt x="319" y="1749"/>
                  </a:cubicBezTo>
                  <a:cubicBezTo>
                    <a:pt x="311" y="1741"/>
                    <a:pt x="309" y="1727"/>
                    <a:pt x="299" y="1721"/>
                  </a:cubicBezTo>
                  <a:cubicBezTo>
                    <a:pt x="294" y="1710"/>
                    <a:pt x="284" y="1703"/>
                    <a:pt x="282" y="1688"/>
                  </a:cubicBezTo>
                  <a:cubicBezTo>
                    <a:pt x="273" y="1689"/>
                    <a:pt x="274" y="1681"/>
                    <a:pt x="269" y="1678"/>
                  </a:cubicBezTo>
                  <a:cubicBezTo>
                    <a:pt x="267" y="1672"/>
                    <a:pt x="260" y="1670"/>
                    <a:pt x="256" y="1666"/>
                  </a:cubicBezTo>
                  <a:cubicBezTo>
                    <a:pt x="257" y="1662"/>
                    <a:pt x="255" y="1660"/>
                    <a:pt x="254" y="1658"/>
                  </a:cubicBezTo>
                  <a:cubicBezTo>
                    <a:pt x="254" y="1654"/>
                    <a:pt x="248" y="1656"/>
                    <a:pt x="249" y="1651"/>
                  </a:cubicBezTo>
                  <a:cubicBezTo>
                    <a:pt x="242" y="1650"/>
                    <a:pt x="245" y="1640"/>
                    <a:pt x="236" y="1641"/>
                  </a:cubicBezTo>
                  <a:cubicBezTo>
                    <a:pt x="236" y="1638"/>
                    <a:pt x="236" y="1635"/>
                    <a:pt x="231" y="1636"/>
                  </a:cubicBezTo>
                  <a:cubicBezTo>
                    <a:pt x="231" y="1631"/>
                    <a:pt x="229" y="1629"/>
                    <a:pt x="226" y="1628"/>
                  </a:cubicBezTo>
                  <a:cubicBezTo>
                    <a:pt x="223" y="1623"/>
                    <a:pt x="218" y="1620"/>
                    <a:pt x="216" y="1613"/>
                  </a:cubicBezTo>
                  <a:cubicBezTo>
                    <a:pt x="209" y="1604"/>
                    <a:pt x="202" y="1595"/>
                    <a:pt x="196" y="1585"/>
                  </a:cubicBezTo>
                  <a:cubicBezTo>
                    <a:pt x="189" y="1576"/>
                    <a:pt x="185" y="1565"/>
                    <a:pt x="176" y="1558"/>
                  </a:cubicBezTo>
                  <a:cubicBezTo>
                    <a:pt x="176" y="1560"/>
                    <a:pt x="176" y="1563"/>
                    <a:pt x="176" y="1565"/>
                  </a:cubicBezTo>
                  <a:close/>
                  <a:moveTo>
                    <a:pt x="301" y="820"/>
                  </a:moveTo>
                  <a:cubicBezTo>
                    <a:pt x="302" y="810"/>
                    <a:pt x="310" y="806"/>
                    <a:pt x="311" y="795"/>
                  </a:cubicBezTo>
                  <a:cubicBezTo>
                    <a:pt x="358" y="743"/>
                    <a:pt x="361" y="735"/>
                    <a:pt x="366" y="730"/>
                  </a:cubicBezTo>
                  <a:cubicBezTo>
                    <a:pt x="397" y="702"/>
                    <a:pt x="399" y="697"/>
                    <a:pt x="402" y="694"/>
                  </a:cubicBezTo>
                  <a:cubicBezTo>
                    <a:pt x="437" y="662"/>
                    <a:pt x="439" y="659"/>
                    <a:pt x="442" y="657"/>
                  </a:cubicBezTo>
                  <a:cubicBezTo>
                    <a:pt x="480" y="626"/>
                    <a:pt x="475" y="615"/>
                    <a:pt x="485" y="619"/>
                  </a:cubicBezTo>
                  <a:cubicBezTo>
                    <a:pt x="521" y="575"/>
                    <a:pt x="530" y="573"/>
                    <a:pt x="535" y="566"/>
                  </a:cubicBezTo>
                  <a:cubicBezTo>
                    <a:pt x="554" y="538"/>
                    <a:pt x="566" y="538"/>
                    <a:pt x="568" y="528"/>
                  </a:cubicBezTo>
                  <a:cubicBezTo>
                    <a:pt x="581" y="513"/>
                    <a:pt x="584" y="512"/>
                    <a:pt x="583" y="508"/>
                  </a:cubicBezTo>
                  <a:cubicBezTo>
                    <a:pt x="609" y="476"/>
                    <a:pt x="605" y="465"/>
                    <a:pt x="613" y="468"/>
                  </a:cubicBezTo>
                  <a:cubicBezTo>
                    <a:pt x="604" y="479"/>
                    <a:pt x="593" y="475"/>
                    <a:pt x="595" y="483"/>
                  </a:cubicBezTo>
                  <a:cubicBezTo>
                    <a:pt x="573" y="503"/>
                    <a:pt x="570" y="506"/>
                    <a:pt x="568" y="510"/>
                  </a:cubicBezTo>
                  <a:cubicBezTo>
                    <a:pt x="482" y="577"/>
                    <a:pt x="482" y="583"/>
                    <a:pt x="477" y="584"/>
                  </a:cubicBezTo>
                  <a:cubicBezTo>
                    <a:pt x="464" y="596"/>
                    <a:pt x="458" y="596"/>
                    <a:pt x="457" y="601"/>
                  </a:cubicBezTo>
                  <a:cubicBezTo>
                    <a:pt x="421" y="633"/>
                    <a:pt x="418" y="642"/>
                    <a:pt x="412" y="649"/>
                  </a:cubicBezTo>
                  <a:cubicBezTo>
                    <a:pt x="371" y="689"/>
                    <a:pt x="369" y="694"/>
                    <a:pt x="366" y="697"/>
                  </a:cubicBezTo>
                  <a:cubicBezTo>
                    <a:pt x="338" y="737"/>
                    <a:pt x="331" y="742"/>
                    <a:pt x="326" y="750"/>
                  </a:cubicBezTo>
                  <a:cubicBezTo>
                    <a:pt x="309" y="785"/>
                    <a:pt x="297" y="788"/>
                    <a:pt x="296" y="803"/>
                  </a:cubicBezTo>
                  <a:cubicBezTo>
                    <a:pt x="266" y="851"/>
                    <a:pt x="266" y="857"/>
                    <a:pt x="266" y="863"/>
                  </a:cubicBezTo>
                  <a:close/>
                  <a:moveTo>
                    <a:pt x="318" y="526"/>
                  </a:moveTo>
                  <a:cubicBezTo>
                    <a:pt x="319" y="522"/>
                    <a:pt x="318" y="516"/>
                    <a:pt x="316" y="521"/>
                  </a:cubicBezTo>
                  <a:cubicBezTo>
                    <a:pt x="316" y="524"/>
                    <a:pt x="317" y="530"/>
                    <a:pt x="318" y="526"/>
                  </a:cubicBezTo>
                  <a:close/>
                  <a:moveTo>
                    <a:pt x="321" y="662"/>
                  </a:moveTo>
                  <a:cubicBezTo>
                    <a:pt x="322" y="667"/>
                    <a:pt x="309" y="673"/>
                    <a:pt x="316" y="677"/>
                  </a:cubicBezTo>
                  <a:cubicBezTo>
                    <a:pt x="320" y="673"/>
                    <a:pt x="322" y="665"/>
                    <a:pt x="326" y="662"/>
                  </a:cubicBezTo>
                  <a:cubicBezTo>
                    <a:pt x="326" y="656"/>
                    <a:pt x="338" y="651"/>
                    <a:pt x="331" y="647"/>
                  </a:cubicBezTo>
                  <a:cubicBezTo>
                    <a:pt x="328" y="652"/>
                    <a:pt x="325" y="658"/>
                    <a:pt x="321" y="662"/>
                  </a:cubicBezTo>
                  <a:close/>
                  <a:moveTo>
                    <a:pt x="276" y="745"/>
                  </a:moveTo>
                  <a:cubicBezTo>
                    <a:pt x="274" y="736"/>
                    <a:pt x="283" y="730"/>
                    <a:pt x="273" y="727"/>
                  </a:cubicBezTo>
                  <a:cubicBezTo>
                    <a:pt x="275" y="732"/>
                    <a:pt x="270" y="744"/>
                    <a:pt x="276" y="745"/>
                  </a:cubicBezTo>
                  <a:close/>
                  <a:moveTo>
                    <a:pt x="276" y="793"/>
                  </a:moveTo>
                  <a:cubicBezTo>
                    <a:pt x="277" y="785"/>
                    <a:pt x="285" y="771"/>
                    <a:pt x="278" y="765"/>
                  </a:cubicBezTo>
                  <a:cubicBezTo>
                    <a:pt x="281" y="776"/>
                    <a:pt x="270" y="787"/>
                    <a:pt x="276" y="793"/>
                  </a:cubicBezTo>
                  <a:close/>
                  <a:moveTo>
                    <a:pt x="271" y="830"/>
                  </a:moveTo>
                  <a:cubicBezTo>
                    <a:pt x="268" y="819"/>
                    <a:pt x="285" y="812"/>
                    <a:pt x="273" y="808"/>
                  </a:cubicBezTo>
                  <a:cubicBezTo>
                    <a:pt x="277" y="818"/>
                    <a:pt x="262" y="823"/>
                    <a:pt x="271" y="830"/>
                  </a:cubicBezTo>
                  <a:close/>
                  <a:moveTo>
                    <a:pt x="70" y="883"/>
                  </a:moveTo>
                  <a:cubicBezTo>
                    <a:pt x="75" y="887"/>
                    <a:pt x="73" y="896"/>
                    <a:pt x="77" y="901"/>
                  </a:cubicBezTo>
                  <a:cubicBezTo>
                    <a:pt x="117" y="1000"/>
                    <a:pt x="122" y="1004"/>
                    <a:pt x="123" y="1012"/>
                  </a:cubicBezTo>
                  <a:cubicBezTo>
                    <a:pt x="141" y="1040"/>
                    <a:pt x="140" y="1043"/>
                    <a:pt x="140" y="1044"/>
                  </a:cubicBezTo>
                  <a:cubicBezTo>
                    <a:pt x="173" y="1100"/>
                    <a:pt x="181" y="1101"/>
                    <a:pt x="181" y="1110"/>
                  </a:cubicBezTo>
                  <a:cubicBezTo>
                    <a:pt x="212" y="1160"/>
                    <a:pt x="210" y="1167"/>
                    <a:pt x="213" y="1168"/>
                  </a:cubicBezTo>
                  <a:cubicBezTo>
                    <a:pt x="227" y="1183"/>
                    <a:pt x="222" y="1175"/>
                    <a:pt x="218" y="1168"/>
                  </a:cubicBezTo>
                  <a:cubicBezTo>
                    <a:pt x="214" y="1136"/>
                    <a:pt x="209" y="1137"/>
                    <a:pt x="211" y="1130"/>
                  </a:cubicBezTo>
                  <a:cubicBezTo>
                    <a:pt x="190" y="1087"/>
                    <a:pt x="191" y="1077"/>
                    <a:pt x="186" y="1072"/>
                  </a:cubicBezTo>
                  <a:cubicBezTo>
                    <a:pt x="164" y="1046"/>
                    <a:pt x="172" y="1032"/>
                    <a:pt x="165" y="1034"/>
                  </a:cubicBezTo>
                  <a:cubicBezTo>
                    <a:pt x="130" y="971"/>
                    <a:pt x="123" y="968"/>
                    <a:pt x="123" y="959"/>
                  </a:cubicBezTo>
                  <a:cubicBezTo>
                    <a:pt x="98" y="914"/>
                    <a:pt x="92" y="910"/>
                    <a:pt x="90" y="903"/>
                  </a:cubicBezTo>
                  <a:cubicBezTo>
                    <a:pt x="61" y="859"/>
                    <a:pt x="68" y="868"/>
                    <a:pt x="70" y="883"/>
                  </a:cubicBezTo>
                  <a:close/>
                  <a:moveTo>
                    <a:pt x="266" y="976"/>
                  </a:moveTo>
                  <a:cubicBezTo>
                    <a:pt x="265" y="972"/>
                    <a:pt x="269" y="971"/>
                    <a:pt x="269" y="966"/>
                  </a:cubicBezTo>
                  <a:cubicBezTo>
                    <a:pt x="272" y="966"/>
                    <a:pt x="270" y="959"/>
                    <a:pt x="269" y="964"/>
                  </a:cubicBezTo>
                  <a:cubicBezTo>
                    <a:pt x="266" y="966"/>
                    <a:pt x="260" y="982"/>
                    <a:pt x="266" y="976"/>
                  </a:cubicBezTo>
                  <a:close/>
                  <a:moveTo>
                    <a:pt x="246" y="996"/>
                  </a:moveTo>
                  <a:cubicBezTo>
                    <a:pt x="243" y="988"/>
                    <a:pt x="256" y="983"/>
                    <a:pt x="248" y="979"/>
                  </a:cubicBezTo>
                  <a:cubicBezTo>
                    <a:pt x="246" y="981"/>
                    <a:pt x="239" y="993"/>
                    <a:pt x="246" y="996"/>
                  </a:cubicBezTo>
                  <a:close/>
                  <a:moveTo>
                    <a:pt x="62" y="1039"/>
                  </a:moveTo>
                  <a:cubicBezTo>
                    <a:pt x="61" y="1036"/>
                    <a:pt x="60" y="1034"/>
                    <a:pt x="57" y="1032"/>
                  </a:cubicBezTo>
                  <a:cubicBezTo>
                    <a:pt x="57" y="1035"/>
                    <a:pt x="61" y="1046"/>
                    <a:pt x="62" y="1039"/>
                  </a:cubicBezTo>
                  <a:close/>
                  <a:moveTo>
                    <a:pt x="77" y="1095"/>
                  </a:moveTo>
                  <a:cubicBezTo>
                    <a:pt x="82" y="1101"/>
                    <a:pt x="83" y="1111"/>
                    <a:pt x="87" y="1117"/>
                  </a:cubicBezTo>
                  <a:cubicBezTo>
                    <a:pt x="124" y="1184"/>
                    <a:pt x="126" y="1187"/>
                    <a:pt x="128" y="1190"/>
                  </a:cubicBezTo>
                  <a:cubicBezTo>
                    <a:pt x="146" y="1213"/>
                    <a:pt x="141" y="1224"/>
                    <a:pt x="145" y="1225"/>
                  </a:cubicBezTo>
                  <a:cubicBezTo>
                    <a:pt x="170" y="1271"/>
                    <a:pt x="171" y="1275"/>
                    <a:pt x="176" y="1276"/>
                  </a:cubicBezTo>
                  <a:cubicBezTo>
                    <a:pt x="198" y="1315"/>
                    <a:pt x="204" y="1320"/>
                    <a:pt x="206" y="1329"/>
                  </a:cubicBezTo>
                  <a:cubicBezTo>
                    <a:pt x="220" y="1358"/>
                    <a:pt x="231" y="1358"/>
                    <a:pt x="229" y="1371"/>
                  </a:cubicBezTo>
                  <a:cubicBezTo>
                    <a:pt x="241" y="1386"/>
                    <a:pt x="240" y="1376"/>
                    <a:pt x="239" y="1366"/>
                  </a:cubicBezTo>
                  <a:cubicBezTo>
                    <a:pt x="220" y="1308"/>
                    <a:pt x="214" y="1302"/>
                    <a:pt x="213" y="1291"/>
                  </a:cubicBezTo>
                  <a:cubicBezTo>
                    <a:pt x="199" y="1268"/>
                    <a:pt x="202" y="1260"/>
                    <a:pt x="198" y="1258"/>
                  </a:cubicBezTo>
                  <a:cubicBezTo>
                    <a:pt x="180" y="1215"/>
                    <a:pt x="168" y="1215"/>
                    <a:pt x="168" y="1203"/>
                  </a:cubicBezTo>
                  <a:cubicBezTo>
                    <a:pt x="145" y="1172"/>
                    <a:pt x="150" y="1162"/>
                    <a:pt x="143" y="1163"/>
                  </a:cubicBezTo>
                  <a:cubicBezTo>
                    <a:pt x="113" y="1114"/>
                    <a:pt x="107" y="1108"/>
                    <a:pt x="105" y="1100"/>
                  </a:cubicBezTo>
                  <a:cubicBezTo>
                    <a:pt x="89" y="1081"/>
                    <a:pt x="86" y="1078"/>
                    <a:pt x="85" y="1075"/>
                  </a:cubicBezTo>
                  <a:cubicBezTo>
                    <a:pt x="71" y="1059"/>
                    <a:pt x="73" y="1055"/>
                    <a:pt x="70" y="1054"/>
                  </a:cubicBezTo>
                  <a:close/>
                  <a:moveTo>
                    <a:pt x="332" y="1623"/>
                  </a:moveTo>
                  <a:cubicBezTo>
                    <a:pt x="339" y="1624"/>
                    <a:pt x="330" y="1609"/>
                    <a:pt x="337" y="1610"/>
                  </a:cubicBezTo>
                  <a:cubicBezTo>
                    <a:pt x="359" y="1560"/>
                    <a:pt x="356" y="1544"/>
                    <a:pt x="365" y="1540"/>
                  </a:cubicBezTo>
                  <a:cubicBezTo>
                    <a:pt x="401" y="1455"/>
                    <a:pt x="401" y="1449"/>
                    <a:pt x="402" y="1444"/>
                  </a:cubicBezTo>
                  <a:cubicBezTo>
                    <a:pt x="418" y="1396"/>
                    <a:pt x="424" y="1396"/>
                    <a:pt x="425" y="1391"/>
                  </a:cubicBezTo>
                  <a:cubicBezTo>
                    <a:pt x="450" y="1344"/>
                    <a:pt x="454" y="1335"/>
                    <a:pt x="458" y="1326"/>
                  </a:cubicBezTo>
                  <a:cubicBezTo>
                    <a:pt x="490" y="1276"/>
                    <a:pt x="490" y="1269"/>
                    <a:pt x="493" y="1265"/>
                  </a:cubicBezTo>
                  <a:cubicBezTo>
                    <a:pt x="508" y="1240"/>
                    <a:pt x="511" y="1239"/>
                    <a:pt x="513" y="1238"/>
                  </a:cubicBezTo>
                  <a:cubicBezTo>
                    <a:pt x="521" y="1225"/>
                    <a:pt x="520" y="1221"/>
                    <a:pt x="523" y="1220"/>
                  </a:cubicBezTo>
                  <a:cubicBezTo>
                    <a:pt x="527" y="1215"/>
                    <a:pt x="518" y="1212"/>
                    <a:pt x="520" y="1220"/>
                  </a:cubicBezTo>
                  <a:cubicBezTo>
                    <a:pt x="481" y="1266"/>
                    <a:pt x="469" y="1280"/>
                    <a:pt x="460" y="1296"/>
                  </a:cubicBezTo>
                  <a:cubicBezTo>
                    <a:pt x="412" y="1376"/>
                    <a:pt x="407" y="1384"/>
                    <a:pt x="405" y="1394"/>
                  </a:cubicBezTo>
                  <a:cubicBezTo>
                    <a:pt x="376" y="1447"/>
                    <a:pt x="378" y="1450"/>
                    <a:pt x="377" y="1452"/>
                  </a:cubicBezTo>
                  <a:cubicBezTo>
                    <a:pt x="371" y="1467"/>
                    <a:pt x="366" y="1465"/>
                    <a:pt x="367" y="1472"/>
                  </a:cubicBezTo>
                  <a:cubicBezTo>
                    <a:pt x="344" y="1511"/>
                    <a:pt x="348" y="1521"/>
                    <a:pt x="342" y="1522"/>
                  </a:cubicBezTo>
                  <a:cubicBezTo>
                    <a:pt x="323" y="1591"/>
                    <a:pt x="318" y="1593"/>
                    <a:pt x="317" y="1598"/>
                  </a:cubicBezTo>
                  <a:cubicBezTo>
                    <a:pt x="309" y="1646"/>
                    <a:pt x="309" y="1656"/>
                    <a:pt x="309" y="1666"/>
                  </a:cubicBezTo>
                  <a:close/>
                  <a:moveTo>
                    <a:pt x="115" y="1273"/>
                  </a:moveTo>
                  <a:cubicBezTo>
                    <a:pt x="122" y="1281"/>
                    <a:pt x="126" y="1292"/>
                    <a:pt x="130" y="1301"/>
                  </a:cubicBezTo>
                  <a:cubicBezTo>
                    <a:pt x="136" y="1302"/>
                    <a:pt x="130" y="1315"/>
                    <a:pt x="138" y="1314"/>
                  </a:cubicBezTo>
                  <a:cubicBezTo>
                    <a:pt x="137" y="1322"/>
                    <a:pt x="142" y="1324"/>
                    <a:pt x="145" y="1329"/>
                  </a:cubicBezTo>
                  <a:cubicBezTo>
                    <a:pt x="152" y="1351"/>
                    <a:pt x="166" y="1365"/>
                    <a:pt x="176" y="1384"/>
                  </a:cubicBezTo>
                  <a:cubicBezTo>
                    <a:pt x="182" y="1392"/>
                    <a:pt x="186" y="1402"/>
                    <a:pt x="193" y="1409"/>
                  </a:cubicBezTo>
                  <a:cubicBezTo>
                    <a:pt x="198" y="1412"/>
                    <a:pt x="198" y="1418"/>
                    <a:pt x="201" y="1422"/>
                  </a:cubicBezTo>
                  <a:cubicBezTo>
                    <a:pt x="204" y="1426"/>
                    <a:pt x="207" y="1431"/>
                    <a:pt x="211" y="1434"/>
                  </a:cubicBezTo>
                  <a:cubicBezTo>
                    <a:pt x="214" y="1446"/>
                    <a:pt x="223" y="1451"/>
                    <a:pt x="226" y="1462"/>
                  </a:cubicBezTo>
                  <a:cubicBezTo>
                    <a:pt x="229" y="1467"/>
                    <a:pt x="233" y="1470"/>
                    <a:pt x="236" y="1475"/>
                  </a:cubicBezTo>
                  <a:cubicBezTo>
                    <a:pt x="241" y="1475"/>
                    <a:pt x="241" y="1491"/>
                    <a:pt x="246" y="1482"/>
                  </a:cubicBezTo>
                  <a:cubicBezTo>
                    <a:pt x="241" y="1479"/>
                    <a:pt x="241" y="1471"/>
                    <a:pt x="239" y="1464"/>
                  </a:cubicBezTo>
                  <a:cubicBezTo>
                    <a:pt x="234" y="1460"/>
                    <a:pt x="231" y="1455"/>
                    <a:pt x="229" y="1449"/>
                  </a:cubicBezTo>
                  <a:cubicBezTo>
                    <a:pt x="229" y="1447"/>
                    <a:pt x="229" y="1444"/>
                    <a:pt x="229" y="1442"/>
                  </a:cubicBezTo>
                  <a:cubicBezTo>
                    <a:pt x="221" y="1436"/>
                    <a:pt x="220" y="1425"/>
                    <a:pt x="214" y="1419"/>
                  </a:cubicBezTo>
                  <a:cubicBezTo>
                    <a:pt x="216" y="1411"/>
                    <a:pt x="210" y="1411"/>
                    <a:pt x="208" y="1407"/>
                  </a:cubicBezTo>
                  <a:cubicBezTo>
                    <a:pt x="205" y="1404"/>
                    <a:pt x="205" y="1397"/>
                    <a:pt x="201" y="1394"/>
                  </a:cubicBezTo>
                  <a:cubicBezTo>
                    <a:pt x="197" y="1385"/>
                    <a:pt x="194" y="1376"/>
                    <a:pt x="186" y="1371"/>
                  </a:cubicBezTo>
                  <a:cubicBezTo>
                    <a:pt x="182" y="1362"/>
                    <a:pt x="179" y="1352"/>
                    <a:pt x="171" y="1346"/>
                  </a:cubicBezTo>
                  <a:cubicBezTo>
                    <a:pt x="166" y="1338"/>
                    <a:pt x="163" y="1329"/>
                    <a:pt x="156" y="1324"/>
                  </a:cubicBezTo>
                  <a:cubicBezTo>
                    <a:pt x="157" y="1316"/>
                    <a:pt x="149" y="1319"/>
                    <a:pt x="151" y="1311"/>
                  </a:cubicBezTo>
                  <a:cubicBezTo>
                    <a:pt x="147" y="1311"/>
                    <a:pt x="145" y="1310"/>
                    <a:pt x="145" y="1306"/>
                  </a:cubicBezTo>
                  <a:cubicBezTo>
                    <a:pt x="145" y="1303"/>
                    <a:pt x="141" y="1304"/>
                    <a:pt x="140" y="1301"/>
                  </a:cubicBezTo>
                  <a:cubicBezTo>
                    <a:pt x="139" y="1290"/>
                    <a:pt x="129" y="1287"/>
                    <a:pt x="128" y="1276"/>
                  </a:cubicBezTo>
                  <a:cubicBezTo>
                    <a:pt x="119" y="1278"/>
                    <a:pt x="126" y="1265"/>
                    <a:pt x="118" y="1266"/>
                  </a:cubicBezTo>
                  <a:cubicBezTo>
                    <a:pt x="118" y="1262"/>
                    <a:pt x="117" y="1260"/>
                    <a:pt x="115" y="1258"/>
                  </a:cubicBezTo>
                  <a:cubicBezTo>
                    <a:pt x="112" y="1258"/>
                    <a:pt x="111" y="1255"/>
                    <a:pt x="110" y="1258"/>
                  </a:cubicBezTo>
                  <a:cubicBezTo>
                    <a:pt x="114" y="1261"/>
                    <a:pt x="115" y="1267"/>
                    <a:pt x="115" y="1273"/>
                  </a:cubicBezTo>
                  <a:close/>
                  <a:moveTo>
                    <a:pt x="427" y="1331"/>
                  </a:moveTo>
                  <a:cubicBezTo>
                    <a:pt x="427" y="1327"/>
                    <a:pt x="436" y="1326"/>
                    <a:pt x="430" y="1323"/>
                  </a:cubicBezTo>
                  <a:cubicBezTo>
                    <a:pt x="422" y="1329"/>
                    <a:pt x="427" y="1338"/>
                    <a:pt x="427" y="1331"/>
                  </a:cubicBezTo>
                  <a:close/>
                  <a:moveTo>
                    <a:pt x="402" y="1371"/>
                  </a:moveTo>
                  <a:cubicBezTo>
                    <a:pt x="394" y="1377"/>
                    <a:pt x="392" y="1390"/>
                    <a:pt x="385" y="1396"/>
                  </a:cubicBezTo>
                  <a:cubicBezTo>
                    <a:pt x="374" y="1414"/>
                    <a:pt x="363" y="1432"/>
                    <a:pt x="357" y="1454"/>
                  </a:cubicBezTo>
                  <a:cubicBezTo>
                    <a:pt x="353" y="1459"/>
                    <a:pt x="347" y="1461"/>
                    <a:pt x="347" y="1469"/>
                  </a:cubicBezTo>
                  <a:cubicBezTo>
                    <a:pt x="342" y="1473"/>
                    <a:pt x="341" y="1480"/>
                    <a:pt x="337" y="1485"/>
                  </a:cubicBezTo>
                  <a:cubicBezTo>
                    <a:pt x="333" y="1498"/>
                    <a:pt x="325" y="1508"/>
                    <a:pt x="322" y="1522"/>
                  </a:cubicBezTo>
                  <a:cubicBezTo>
                    <a:pt x="321" y="1526"/>
                    <a:pt x="319" y="1527"/>
                    <a:pt x="322" y="1530"/>
                  </a:cubicBezTo>
                  <a:cubicBezTo>
                    <a:pt x="319" y="1531"/>
                    <a:pt x="317" y="1533"/>
                    <a:pt x="317" y="1537"/>
                  </a:cubicBezTo>
                  <a:cubicBezTo>
                    <a:pt x="313" y="1542"/>
                    <a:pt x="314" y="1551"/>
                    <a:pt x="309" y="1555"/>
                  </a:cubicBezTo>
                  <a:cubicBezTo>
                    <a:pt x="307" y="1561"/>
                    <a:pt x="308" y="1570"/>
                    <a:pt x="304" y="1575"/>
                  </a:cubicBezTo>
                  <a:cubicBezTo>
                    <a:pt x="303" y="1580"/>
                    <a:pt x="298" y="1594"/>
                    <a:pt x="304" y="1598"/>
                  </a:cubicBezTo>
                  <a:cubicBezTo>
                    <a:pt x="320" y="1574"/>
                    <a:pt x="321" y="1536"/>
                    <a:pt x="337" y="1512"/>
                  </a:cubicBezTo>
                  <a:cubicBezTo>
                    <a:pt x="341" y="1497"/>
                    <a:pt x="349" y="1486"/>
                    <a:pt x="354" y="1472"/>
                  </a:cubicBezTo>
                  <a:cubicBezTo>
                    <a:pt x="359" y="1472"/>
                    <a:pt x="356" y="1463"/>
                    <a:pt x="359" y="1462"/>
                  </a:cubicBezTo>
                  <a:cubicBezTo>
                    <a:pt x="361" y="1458"/>
                    <a:pt x="363" y="1456"/>
                    <a:pt x="365" y="1452"/>
                  </a:cubicBezTo>
                  <a:cubicBezTo>
                    <a:pt x="369" y="1446"/>
                    <a:pt x="371" y="1438"/>
                    <a:pt x="372" y="1429"/>
                  </a:cubicBezTo>
                  <a:cubicBezTo>
                    <a:pt x="377" y="1429"/>
                    <a:pt x="374" y="1421"/>
                    <a:pt x="380" y="1422"/>
                  </a:cubicBezTo>
                  <a:cubicBezTo>
                    <a:pt x="381" y="1417"/>
                    <a:pt x="381" y="1411"/>
                    <a:pt x="385" y="1409"/>
                  </a:cubicBezTo>
                  <a:cubicBezTo>
                    <a:pt x="388" y="1401"/>
                    <a:pt x="392" y="1393"/>
                    <a:pt x="395" y="1384"/>
                  </a:cubicBezTo>
                  <a:cubicBezTo>
                    <a:pt x="401" y="1379"/>
                    <a:pt x="404" y="1371"/>
                    <a:pt x="407" y="1364"/>
                  </a:cubicBezTo>
                  <a:cubicBezTo>
                    <a:pt x="411" y="1361"/>
                    <a:pt x="412" y="1357"/>
                    <a:pt x="415" y="1354"/>
                  </a:cubicBezTo>
                  <a:cubicBezTo>
                    <a:pt x="414" y="1350"/>
                    <a:pt x="423" y="1344"/>
                    <a:pt x="417" y="1344"/>
                  </a:cubicBezTo>
                  <a:cubicBezTo>
                    <a:pt x="414" y="1355"/>
                    <a:pt x="403" y="1358"/>
                    <a:pt x="402" y="1371"/>
                  </a:cubicBezTo>
                  <a:close/>
                  <a:moveTo>
                    <a:pt x="483" y="1406"/>
                  </a:moveTo>
                  <a:cubicBezTo>
                    <a:pt x="475" y="1408"/>
                    <a:pt x="479" y="1423"/>
                    <a:pt x="470" y="1424"/>
                  </a:cubicBezTo>
                  <a:cubicBezTo>
                    <a:pt x="466" y="1429"/>
                    <a:pt x="467" y="1440"/>
                    <a:pt x="460" y="1442"/>
                  </a:cubicBezTo>
                  <a:cubicBezTo>
                    <a:pt x="460" y="1452"/>
                    <a:pt x="454" y="1456"/>
                    <a:pt x="450" y="1462"/>
                  </a:cubicBezTo>
                  <a:cubicBezTo>
                    <a:pt x="449" y="1483"/>
                    <a:pt x="435" y="1492"/>
                    <a:pt x="433" y="1512"/>
                  </a:cubicBezTo>
                  <a:cubicBezTo>
                    <a:pt x="425" y="1516"/>
                    <a:pt x="426" y="1527"/>
                    <a:pt x="422" y="1535"/>
                  </a:cubicBezTo>
                  <a:cubicBezTo>
                    <a:pt x="425" y="1543"/>
                    <a:pt x="419" y="1543"/>
                    <a:pt x="417" y="1547"/>
                  </a:cubicBezTo>
                  <a:cubicBezTo>
                    <a:pt x="425" y="1550"/>
                    <a:pt x="412" y="1551"/>
                    <a:pt x="415" y="1557"/>
                  </a:cubicBezTo>
                  <a:cubicBezTo>
                    <a:pt x="410" y="1558"/>
                    <a:pt x="413" y="1566"/>
                    <a:pt x="410" y="1568"/>
                  </a:cubicBezTo>
                  <a:cubicBezTo>
                    <a:pt x="412" y="1575"/>
                    <a:pt x="403" y="1572"/>
                    <a:pt x="405" y="1580"/>
                  </a:cubicBezTo>
                  <a:cubicBezTo>
                    <a:pt x="402" y="1583"/>
                    <a:pt x="402" y="1589"/>
                    <a:pt x="400" y="1593"/>
                  </a:cubicBezTo>
                  <a:cubicBezTo>
                    <a:pt x="398" y="1597"/>
                    <a:pt x="399" y="1603"/>
                    <a:pt x="395" y="1605"/>
                  </a:cubicBezTo>
                  <a:cubicBezTo>
                    <a:pt x="395" y="1616"/>
                    <a:pt x="389" y="1621"/>
                    <a:pt x="387" y="1630"/>
                  </a:cubicBezTo>
                  <a:cubicBezTo>
                    <a:pt x="386" y="1635"/>
                    <a:pt x="386" y="1641"/>
                    <a:pt x="382" y="1643"/>
                  </a:cubicBezTo>
                  <a:cubicBezTo>
                    <a:pt x="384" y="1648"/>
                    <a:pt x="375" y="1654"/>
                    <a:pt x="382" y="1656"/>
                  </a:cubicBezTo>
                  <a:cubicBezTo>
                    <a:pt x="386" y="1646"/>
                    <a:pt x="390" y="1637"/>
                    <a:pt x="395" y="1628"/>
                  </a:cubicBezTo>
                  <a:cubicBezTo>
                    <a:pt x="397" y="1623"/>
                    <a:pt x="401" y="1621"/>
                    <a:pt x="402" y="1615"/>
                  </a:cubicBezTo>
                  <a:cubicBezTo>
                    <a:pt x="402" y="1608"/>
                    <a:pt x="410" y="1608"/>
                    <a:pt x="407" y="1598"/>
                  </a:cubicBezTo>
                  <a:cubicBezTo>
                    <a:pt x="417" y="1594"/>
                    <a:pt x="412" y="1576"/>
                    <a:pt x="422" y="1573"/>
                  </a:cubicBezTo>
                  <a:cubicBezTo>
                    <a:pt x="425" y="1568"/>
                    <a:pt x="422" y="1559"/>
                    <a:pt x="430" y="1560"/>
                  </a:cubicBezTo>
                  <a:cubicBezTo>
                    <a:pt x="430" y="1552"/>
                    <a:pt x="430" y="1545"/>
                    <a:pt x="438" y="1545"/>
                  </a:cubicBezTo>
                  <a:cubicBezTo>
                    <a:pt x="436" y="1537"/>
                    <a:pt x="439" y="1533"/>
                    <a:pt x="440" y="1527"/>
                  </a:cubicBezTo>
                  <a:cubicBezTo>
                    <a:pt x="446" y="1526"/>
                    <a:pt x="443" y="1516"/>
                    <a:pt x="448" y="1515"/>
                  </a:cubicBezTo>
                  <a:cubicBezTo>
                    <a:pt x="450" y="1503"/>
                    <a:pt x="457" y="1495"/>
                    <a:pt x="460" y="1484"/>
                  </a:cubicBezTo>
                  <a:cubicBezTo>
                    <a:pt x="465" y="1483"/>
                    <a:pt x="462" y="1473"/>
                    <a:pt x="468" y="1472"/>
                  </a:cubicBezTo>
                  <a:cubicBezTo>
                    <a:pt x="469" y="1465"/>
                    <a:pt x="471" y="1460"/>
                    <a:pt x="475" y="1457"/>
                  </a:cubicBezTo>
                  <a:cubicBezTo>
                    <a:pt x="478" y="1446"/>
                    <a:pt x="485" y="1438"/>
                    <a:pt x="488" y="1427"/>
                  </a:cubicBezTo>
                  <a:cubicBezTo>
                    <a:pt x="492" y="1421"/>
                    <a:pt x="490" y="1410"/>
                    <a:pt x="493" y="1404"/>
                  </a:cubicBezTo>
                  <a:cubicBezTo>
                    <a:pt x="491" y="1399"/>
                    <a:pt x="496" y="1387"/>
                    <a:pt x="490" y="1386"/>
                  </a:cubicBezTo>
                  <a:cubicBezTo>
                    <a:pt x="490" y="1395"/>
                    <a:pt x="483" y="1398"/>
                    <a:pt x="483" y="1406"/>
                  </a:cubicBezTo>
                  <a:close/>
                  <a:moveTo>
                    <a:pt x="415" y="1444"/>
                  </a:moveTo>
                  <a:cubicBezTo>
                    <a:pt x="417" y="1454"/>
                    <a:pt x="421" y="1430"/>
                    <a:pt x="417" y="1439"/>
                  </a:cubicBezTo>
                  <a:cubicBezTo>
                    <a:pt x="417" y="1441"/>
                    <a:pt x="414" y="1440"/>
                    <a:pt x="415" y="1444"/>
                  </a:cubicBezTo>
                  <a:close/>
                  <a:moveTo>
                    <a:pt x="402" y="1477"/>
                  </a:moveTo>
                  <a:cubicBezTo>
                    <a:pt x="397" y="1479"/>
                    <a:pt x="396" y="1484"/>
                    <a:pt x="395" y="1490"/>
                  </a:cubicBezTo>
                  <a:cubicBezTo>
                    <a:pt x="400" y="1488"/>
                    <a:pt x="398" y="1478"/>
                    <a:pt x="405" y="1477"/>
                  </a:cubicBezTo>
                  <a:cubicBezTo>
                    <a:pt x="403" y="1470"/>
                    <a:pt x="408" y="1470"/>
                    <a:pt x="407" y="1464"/>
                  </a:cubicBezTo>
                  <a:cubicBezTo>
                    <a:pt x="409" y="1464"/>
                    <a:pt x="410" y="1462"/>
                    <a:pt x="410" y="1459"/>
                  </a:cubicBezTo>
                  <a:cubicBezTo>
                    <a:pt x="410" y="1456"/>
                    <a:pt x="413" y="1455"/>
                    <a:pt x="410" y="1454"/>
                  </a:cubicBezTo>
                  <a:cubicBezTo>
                    <a:pt x="407" y="1461"/>
                    <a:pt x="402" y="1467"/>
                    <a:pt x="402" y="1477"/>
                  </a:cubicBezTo>
                  <a:close/>
                  <a:moveTo>
                    <a:pt x="470" y="1484"/>
                  </a:moveTo>
                  <a:cubicBezTo>
                    <a:pt x="470" y="1498"/>
                    <a:pt x="461" y="1502"/>
                    <a:pt x="460" y="1515"/>
                  </a:cubicBezTo>
                  <a:cubicBezTo>
                    <a:pt x="437" y="1576"/>
                    <a:pt x="431" y="1575"/>
                    <a:pt x="430" y="1580"/>
                  </a:cubicBezTo>
                  <a:cubicBezTo>
                    <a:pt x="411" y="1635"/>
                    <a:pt x="400" y="1637"/>
                    <a:pt x="397" y="1648"/>
                  </a:cubicBezTo>
                  <a:cubicBezTo>
                    <a:pt x="386" y="1684"/>
                    <a:pt x="383" y="1687"/>
                    <a:pt x="382" y="1693"/>
                  </a:cubicBezTo>
                  <a:cubicBezTo>
                    <a:pt x="371" y="1730"/>
                    <a:pt x="371" y="1738"/>
                    <a:pt x="367" y="1741"/>
                  </a:cubicBezTo>
                  <a:cubicBezTo>
                    <a:pt x="361" y="1788"/>
                    <a:pt x="357" y="1799"/>
                    <a:pt x="362" y="1799"/>
                  </a:cubicBezTo>
                  <a:cubicBezTo>
                    <a:pt x="379" y="1754"/>
                    <a:pt x="376" y="1747"/>
                    <a:pt x="380" y="1746"/>
                  </a:cubicBezTo>
                  <a:cubicBezTo>
                    <a:pt x="391" y="1697"/>
                    <a:pt x="403" y="1699"/>
                    <a:pt x="400" y="1688"/>
                  </a:cubicBezTo>
                  <a:cubicBezTo>
                    <a:pt x="430" y="1632"/>
                    <a:pt x="427" y="1621"/>
                    <a:pt x="433" y="1618"/>
                  </a:cubicBezTo>
                  <a:cubicBezTo>
                    <a:pt x="459" y="1557"/>
                    <a:pt x="462" y="1552"/>
                    <a:pt x="465" y="1547"/>
                  </a:cubicBezTo>
                  <a:cubicBezTo>
                    <a:pt x="482" y="1493"/>
                    <a:pt x="477" y="1484"/>
                    <a:pt x="483" y="1484"/>
                  </a:cubicBezTo>
                  <a:close/>
                  <a:moveTo>
                    <a:pt x="166" y="1522"/>
                  </a:moveTo>
                  <a:cubicBezTo>
                    <a:pt x="169" y="1533"/>
                    <a:pt x="177" y="1538"/>
                    <a:pt x="181" y="1548"/>
                  </a:cubicBezTo>
                  <a:cubicBezTo>
                    <a:pt x="187" y="1555"/>
                    <a:pt x="191" y="1564"/>
                    <a:pt x="199" y="1570"/>
                  </a:cubicBezTo>
                  <a:cubicBezTo>
                    <a:pt x="197" y="1578"/>
                    <a:pt x="205" y="1577"/>
                    <a:pt x="206" y="1583"/>
                  </a:cubicBezTo>
                  <a:cubicBezTo>
                    <a:pt x="209" y="1583"/>
                    <a:pt x="208" y="1587"/>
                    <a:pt x="211" y="1588"/>
                  </a:cubicBezTo>
                  <a:cubicBezTo>
                    <a:pt x="210" y="1593"/>
                    <a:pt x="215" y="1593"/>
                    <a:pt x="216" y="1595"/>
                  </a:cubicBezTo>
                  <a:cubicBezTo>
                    <a:pt x="220" y="1604"/>
                    <a:pt x="227" y="1611"/>
                    <a:pt x="234" y="1618"/>
                  </a:cubicBezTo>
                  <a:cubicBezTo>
                    <a:pt x="240" y="1626"/>
                    <a:pt x="247" y="1633"/>
                    <a:pt x="254" y="1641"/>
                  </a:cubicBezTo>
                  <a:cubicBezTo>
                    <a:pt x="260" y="1648"/>
                    <a:pt x="265" y="1657"/>
                    <a:pt x="272" y="1663"/>
                  </a:cubicBezTo>
                  <a:cubicBezTo>
                    <a:pt x="275" y="1667"/>
                    <a:pt x="278" y="1670"/>
                    <a:pt x="282" y="1673"/>
                  </a:cubicBezTo>
                  <a:cubicBezTo>
                    <a:pt x="283" y="1680"/>
                    <a:pt x="288" y="1682"/>
                    <a:pt x="292" y="1686"/>
                  </a:cubicBezTo>
                  <a:cubicBezTo>
                    <a:pt x="293" y="1695"/>
                    <a:pt x="300" y="1698"/>
                    <a:pt x="302" y="1706"/>
                  </a:cubicBezTo>
                  <a:cubicBezTo>
                    <a:pt x="309" y="1709"/>
                    <a:pt x="309" y="1719"/>
                    <a:pt x="317" y="1721"/>
                  </a:cubicBezTo>
                  <a:cubicBezTo>
                    <a:pt x="317" y="1715"/>
                    <a:pt x="317" y="1709"/>
                    <a:pt x="314" y="1706"/>
                  </a:cubicBezTo>
                  <a:cubicBezTo>
                    <a:pt x="311" y="1705"/>
                    <a:pt x="313" y="1703"/>
                    <a:pt x="314" y="1701"/>
                  </a:cubicBezTo>
                  <a:cubicBezTo>
                    <a:pt x="311" y="1701"/>
                    <a:pt x="312" y="1697"/>
                    <a:pt x="312" y="1693"/>
                  </a:cubicBezTo>
                  <a:cubicBezTo>
                    <a:pt x="303" y="1693"/>
                    <a:pt x="307" y="1680"/>
                    <a:pt x="299" y="1678"/>
                  </a:cubicBezTo>
                  <a:cubicBezTo>
                    <a:pt x="302" y="1670"/>
                    <a:pt x="291" y="1676"/>
                    <a:pt x="294" y="1668"/>
                  </a:cubicBezTo>
                  <a:cubicBezTo>
                    <a:pt x="293" y="1665"/>
                    <a:pt x="290" y="1662"/>
                    <a:pt x="287" y="1661"/>
                  </a:cubicBezTo>
                  <a:cubicBezTo>
                    <a:pt x="281" y="1646"/>
                    <a:pt x="269" y="1638"/>
                    <a:pt x="264" y="1623"/>
                  </a:cubicBezTo>
                  <a:cubicBezTo>
                    <a:pt x="254" y="1618"/>
                    <a:pt x="249" y="1607"/>
                    <a:pt x="241" y="1600"/>
                  </a:cubicBezTo>
                  <a:cubicBezTo>
                    <a:pt x="239" y="1595"/>
                    <a:pt x="235" y="1592"/>
                    <a:pt x="231" y="1588"/>
                  </a:cubicBezTo>
                  <a:cubicBezTo>
                    <a:pt x="227" y="1584"/>
                    <a:pt x="225" y="1577"/>
                    <a:pt x="219" y="1575"/>
                  </a:cubicBezTo>
                  <a:cubicBezTo>
                    <a:pt x="215" y="1571"/>
                    <a:pt x="210" y="1568"/>
                    <a:pt x="209" y="1563"/>
                  </a:cubicBezTo>
                  <a:cubicBezTo>
                    <a:pt x="203" y="1560"/>
                    <a:pt x="199" y="1555"/>
                    <a:pt x="196" y="1550"/>
                  </a:cubicBezTo>
                  <a:cubicBezTo>
                    <a:pt x="188" y="1542"/>
                    <a:pt x="180" y="1534"/>
                    <a:pt x="171" y="1527"/>
                  </a:cubicBezTo>
                  <a:cubicBezTo>
                    <a:pt x="171" y="1518"/>
                    <a:pt x="164" y="1516"/>
                    <a:pt x="161" y="1510"/>
                  </a:cubicBezTo>
                  <a:cubicBezTo>
                    <a:pt x="160" y="1506"/>
                    <a:pt x="157" y="1506"/>
                    <a:pt x="156" y="1502"/>
                  </a:cubicBezTo>
                  <a:cubicBezTo>
                    <a:pt x="152" y="1504"/>
                    <a:pt x="150" y="1492"/>
                    <a:pt x="148" y="1500"/>
                  </a:cubicBezTo>
                  <a:cubicBezTo>
                    <a:pt x="157" y="1504"/>
                    <a:pt x="157" y="1518"/>
                    <a:pt x="166" y="1522"/>
                  </a:cubicBezTo>
                  <a:close/>
                  <a:moveTo>
                    <a:pt x="465" y="1575"/>
                  </a:moveTo>
                  <a:cubicBezTo>
                    <a:pt x="457" y="1583"/>
                    <a:pt x="454" y="1598"/>
                    <a:pt x="448" y="1608"/>
                  </a:cubicBezTo>
                  <a:cubicBezTo>
                    <a:pt x="445" y="1613"/>
                    <a:pt x="444" y="1620"/>
                    <a:pt x="440" y="1625"/>
                  </a:cubicBezTo>
                  <a:cubicBezTo>
                    <a:pt x="437" y="1631"/>
                    <a:pt x="440" y="1642"/>
                    <a:pt x="433" y="1643"/>
                  </a:cubicBezTo>
                  <a:cubicBezTo>
                    <a:pt x="434" y="1653"/>
                    <a:pt x="426" y="1653"/>
                    <a:pt x="425" y="1661"/>
                  </a:cubicBezTo>
                  <a:cubicBezTo>
                    <a:pt x="424" y="1668"/>
                    <a:pt x="419" y="1671"/>
                    <a:pt x="418" y="1678"/>
                  </a:cubicBezTo>
                  <a:cubicBezTo>
                    <a:pt x="414" y="1683"/>
                    <a:pt x="413" y="1690"/>
                    <a:pt x="410" y="1696"/>
                  </a:cubicBezTo>
                  <a:cubicBezTo>
                    <a:pt x="405" y="1696"/>
                    <a:pt x="411" y="1700"/>
                    <a:pt x="407" y="1701"/>
                  </a:cubicBezTo>
                  <a:cubicBezTo>
                    <a:pt x="407" y="1704"/>
                    <a:pt x="404" y="1705"/>
                    <a:pt x="407" y="1708"/>
                  </a:cubicBezTo>
                  <a:cubicBezTo>
                    <a:pt x="401" y="1710"/>
                    <a:pt x="401" y="1719"/>
                    <a:pt x="397" y="1724"/>
                  </a:cubicBezTo>
                  <a:cubicBezTo>
                    <a:pt x="399" y="1734"/>
                    <a:pt x="389" y="1732"/>
                    <a:pt x="392" y="1744"/>
                  </a:cubicBezTo>
                  <a:cubicBezTo>
                    <a:pt x="390" y="1749"/>
                    <a:pt x="388" y="1756"/>
                    <a:pt x="385" y="1761"/>
                  </a:cubicBezTo>
                  <a:cubicBezTo>
                    <a:pt x="384" y="1766"/>
                    <a:pt x="376" y="1775"/>
                    <a:pt x="382" y="1779"/>
                  </a:cubicBezTo>
                  <a:cubicBezTo>
                    <a:pt x="389" y="1772"/>
                    <a:pt x="391" y="1760"/>
                    <a:pt x="395" y="1751"/>
                  </a:cubicBezTo>
                  <a:cubicBezTo>
                    <a:pt x="398" y="1741"/>
                    <a:pt x="404" y="1733"/>
                    <a:pt x="405" y="1721"/>
                  </a:cubicBezTo>
                  <a:cubicBezTo>
                    <a:pt x="421" y="1704"/>
                    <a:pt x="428" y="1679"/>
                    <a:pt x="443" y="1661"/>
                  </a:cubicBezTo>
                  <a:cubicBezTo>
                    <a:pt x="445" y="1648"/>
                    <a:pt x="451" y="1638"/>
                    <a:pt x="455" y="1628"/>
                  </a:cubicBezTo>
                  <a:cubicBezTo>
                    <a:pt x="459" y="1624"/>
                    <a:pt x="459" y="1616"/>
                    <a:pt x="463" y="1613"/>
                  </a:cubicBezTo>
                  <a:cubicBezTo>
                    <a:pt x="463" y="1609"/>
                    <a:pt x="464" y="1607"/>
                    <a:pt x="465" y="1605"/>
                  </a:cubicBezTo>
                  <a:cubicBezTo>
                    <a:pt x="469" y="1605"/>
                    <a:pt x="467" y="1598"/>
                    <a:pt x="470" y="1598"/>
                  </a:cubicBezTo>
                  <a:cubicBezTo>
                    <a:pt x="468" y="1588"/>
                    <a:pt x="478" y="1590"/>
                    <a:pt x="475" y="1580"/>
                  </a:cubicBezTo>
                  <a:cubicBezTo>
                    <a:pt x="476" y="1573"/>
                    <a:pt x="480" y="1570"/>
                    <a:pt x="480" y="1562"/>
                  </a:cubicBezTo>
                  <a:cubicBezTo>
                    <a:pt x="485" y="1559"/>
                    <a:pt x="482" y="1549"/>
                    <a:pt x="485" y="1545"/>
                  </a:cubicBezTo>
                  <a:cubicBezTo>
                    <a:pt x="489" y="1540"/>
                    <a:pt x="488" y="1530"/>
                    <a:pt x="490" y="1525"/>
                  </a:cubicBezTo>
                  <a:cubicBezTo>
                    <a:pt x="490" y="1522"/>
                    <a:pt x="490" y="1520"/>
                    <a:pt x="490" y="1517"/>
                  </a:cubicBezTo>
                  <a:cubicBezTo>
                    <a:pt x="490" y="1514"/>
                    <a:pt x="494" y="1513"/>
                    <a:pt x="490" y="1512"/>
                  </a:cubicBezTo>
                  <a:cubicBezTo>
                    <a:pt x="489" y="1508"/>
                    <a:pt x="493" y="1497"/>
                    <a:pt x="488" y="1497"/>
                  </a:cubicBezTo>
                  <a:cubicBezTo>
                    <a:pt x="484" y="1527"/>
                    <a:pt x="474" y="1550"/>
                    <a:pt x="465" y="1575"/>
                  </a:cubicBezTo>
                  <a:close/>
                  <a:moveTo>
                    <a:pt x="337" y="1693"/>
                  </a:moveTo>
                  <a:cubicBezTo>
                    <a:pt x="336" y="1689"/>
                    <a:pt x="340" y="1688"/>
                    <a:pt x="340" y="1683"/>
                  </a:cubicBezTo>
                  <a:cubicBezTo>
                    <a:pt x="340" y="1680"/>
                    <a:pt x="339" y="1674"/>
                    <a:pt x="342" y="1673"/>
                  </a:cubicBezTo>
                  <a:cubicBezTo>
                    <a:pt x="337" y="1663"/>
                    <a:pt x="347" y="1649"/>
                    <a:pt x="347" y="1636"/>
                  </a:cubicBezTo>
                  <a:cubicBezTo>
                    <a:pt x="350" y="1635"/>
                    <a:pt x="350" y="1632"/>
                    <a:pt x="350" y="1628"/>
                  </a:cubicBezTo>
                  <a:cubicBezTo>
                    <a:pt x="350" y="1625"/>
                    <a:pt x="353" y="1623"/>
                    <a:pt x="352" y="1618"/>
                  </a:cubicBezTo>
                  <a:cubicBezTo>
                    <a:pt x="356" y="1613"/>
                    <a:pt x="354" y="1604"/>
                    <a:pt x="357" y="1598"/>
                  </a:cubicBezTo>
                  <a:cubicBezTo>
                    <a:pt x="359" y="1591"/>
                    <a:pt x="360" y="1584"/>
                    <a:pt x="365" y="1580"/>
                  </a:cubicBezTo>
                  <a:cubicBezTo>
                    <a:pt x="369" y="1576"/>
                    <a:pt x="366" y="1565"/>
                    <a:pt x="372" y="1563"/>
                  </a:cubicBezTo>
                  <a:cubicBezTo>
                    <a:pt x="372" y="1557"/>
                    <a:pt x="372" y="1552"/>
                    <a:pt x="372" y="1547"/>
                  </a:cubicBezTo>
                  <a:cubicBezTo>
                    <a:pt x="380" y="1547"/>
                    <a:pt x="370" y="1537"/>
                    <a:pt x="372" y="1547"/>
                  </a:cubicBezTo>
                  <a:cubicBezTo>
                    <a:pt x="368" y="1551"/>
                    <a:pt x="369" y="1560"/>
                    <a:pt x="365" y="1563"/>
                  </a:cubicBezTo>
                  <a:cubicBezTo>
                    <a:pt x="363" y="1568"/>
                    <a:pt x="362" y="1575"/>
                    <a:pt x="360" y="1580"/>
                  </a:cubicBezTo>
                  <a:cubicBezTo>
                    <a:pt x="356" y="1584"/>
                    <a:pt x="357" y="1593"/>
                    <a:pt x="352" y="1595"/>
                  </a:cubicBezTo>
                  <a:cubicBezTo>
                    <a:pt x="352" y="1604"/>
                    <a:pt x="349" y="1609"/>
                    <a:pt x="345" y="1613"/>
                  </a:cubicBezTo>
                  <a:cubicBezTo>
                    <a:pt x="342" y="1647"/>
                    <a:pt x="327" y="1669"/>
                    <a:pt x="330" y="1708"/>
                  </a:cubicBezTo>
                  <a:cubicBezTo>
                    <a:pt x="338" y="1709"/>
                    <a:pt x="334" y="1698"/>
                    <a:pt x="337" y="1693"/>
                  </a:cubicBezTo>
                  <a:close/>
                  <a:moveTo>
                    <a:pt x="299" y="1623"/>
                  </a:moveTo>
                  <a:cubicBezTo>
                    <a:pt x="299" y="1618"/>
                    <a:pt x="306" y="1608"/>
                    <a:pt x="299" y="1605"/>
                  </a:cubicBezTo>
                  <a:cubicBezTo>
                    <a:pt x="299" y="1610"/>
                    <a:pt x="292" y="1620"/>
                    <a:pt x="299" y="1623"/>
                  </a:cubicBezTo>
                  <a:close/>
                  <a:moveTo>
                    <a:pt x="372" y="1678"/>
                  </a:moveTo>
                  <a:cubicBezTo>
                    <a:pt x="367" y="1681"/>
                    <a:pt x="371" y="1692"/>
                    <a:pt x="365" y="1693"/>
                  </a:cubicBezTo>
                  <a:cubicBezTo>
                    <a:pt x="366" y="1702"/>
                    <a:pt x="363" y="1705"/>
                    <a:pt x="362" y="1711"/>
                  </a:cubicBezTo>
                  <a:cubicBezTo>
                    <a:pt x="363" y="1715"/>
                    <a:pt x="355" y="1724"/>
                    <a:pt x="362" y="1726"/>
                  </a:cubicBezTo>
                  <a:cubicBezTo>
                    <a:pt x="367" y="1717"/>
                    <a:pt x="364" y="1701"/>
                    <a:pt x="372" y="1696"/>
                  </a:cubicBezTo>
                  <a:cubicBezTo>
                    <a:pt x="370" y="1686"/>
                    <a:pt x="375" y="1684"/>
                    <a:pt x="375" y="1676"/>
                  </a:cubicBezTo>
                  <a:cubicBezTo>
                    <a:pt x="375" y="1672"/>
                    <a:pt x="386" y="1660"/>
                    <a:pt x="375" y="1661"/>
                  </a:cubicBezTo>
                  <a:cubicBezTo>
                    <a:pt x="376" y="1669"/>
                    <a:pt x="370" y="1670"/>
                    <a:pt x="372" y="1678"/>
                  </a:cubicBezTo>
                  <a:close/>
                  <a:moveTo>
                    <a:pt x="352" y="1776"/>
                  </a:moveTo>
                  <a:cubicBezTo>
                    <a:pt x="352" y="1773"/>
                    <a:pt x="352" y="1770"/>
                    <a:pt x="352" y="1766"/>
                  </a:cubicBezTo>
                  <a:cubicBezTo>
                    <a:pt x="350" y="1766"/>
                    <a:pt x="347" y="1766"/>
                    <a:pt x="345" y="1766"/>
                  </a:cubicBezTo>
                  <a:cubicBezTo>
                    <a:pt x="346" y="1771"/>
                    <a:pt x="346" y="1777"/>
                    <a:pt x="352" y="1776"/>
                  </a:cubicBezTo>
                  <a:close/>
                  <a:moveTo>
                    <a:pt x="375" y="1804"/>
                  </a:moveTo>
                  <a:cubicBezTo>
                    <a:pt x="376" y="1799"/>
                    <a:pt x="383" y="1788"/>
                    <a:pt x="377" y="1784"/>
                  </a:cubicBezTo>
                  <a:cubicBezTo>
                    <a:pt x="378" y="1791"/>
                    <a:pt x="368" y="1799"/>
                    <a:pt x="375" y="1804"/>
                  </a:cubicBezTo>
                  <a:close/>
                </a:path>
              </a:pathLst>
            </a:custGeom>
            <a:solidFill>
              <a:srgbClr val="d0cdbb">
                <a:alpha val="75000"/>
              </a:srgbClr>
            </a:solidFill>
            <a:ln w="0">
              <a:noFill/>
            </a:ln>
          </p:spPr>
          <p:style>
            <a:lnRef idx="0"/>
            <a:fillRef idx="0"/>
            <a:effectRef idx="0"/>
            <a:fontRef idx="minor"/>
          </p:style>
          <p:txBody>
            <a:bodyPr tIns="91440" bIns="91440" anchor="ctr">
              <a:noAutofit/>
            </a:bodyPr>
            <a:p>
              <a:pPr>
                <a:lnSpc>
                  <a:spcPct val="100000"/>
                </a:lnSpc>
                <a:tabLst>
                  <a:tab algn="l" pos="0"/>
                </a:tabLst>
              </a:pPr>
              <a:endParaRPr b="0" lang="en-US" sz="1400" spc="-1" strike="noStrike">
                <a:solidFill>
                  <a:srgbClr val="000000"/>
                </a:solidFill>
                <a:latin typeface="Arial"/>
                <a:ea typeface="Arial"/>
              </a:endParaRPr>
            </a:p>
          </p:txBody>
        </p:sp>
        <p:sp>
          <p:nvSpPr>
            <p:cNvPr id="104" name="Google Shape;53;p13"/>
            <p:cNvSpPr/>
            <p:nvPr/>
          </p:nvSpPr>
          <p:spPr>
            <a:xfrm>
              <a:off x="907920" y="1528200"/>
              <a:ext cx="2507760" cy="3231000"/>
            </a:xfrm>
            <a:custGeom>
              <a:avLst/>
              <a:gdLst>
                <a:gd name="textAreaLeft" fmla="*/ 0 w 2507760"/>
                <a:gd name="textAreaRight" fmla="*/ 2508120 w 2507760"/>
                <a:gd name="textAreaTop" fmla="*/ 0 h 3231000"/>
                <a:gd name="textAreaBottom" fmla="*/ 3231360 h 3231000"/>
              </a:gdLst>
              <a:ahLst/>
              <a:rect l="textAreaLeft" t="textAreaTop" r="textAreaRight" b="textAreaBottom"/>
              <a:pathLst>
                <a:path w="869" h="1495">
                  <a:moveTo>
                    <a:pt x="865" y="156"/>
                  </a:moveTo>
                  <a:cubicBezTo>
                    <a:pt x="856" y="165"/>
                    <a:pt x="851" y="173"/>
                    <a:pt x="844" y="182"/>
                  </a:cubicBezTo>
                  <a:cubicBezTo>
                    <a:pt x="804" y="216"/>
                    <a:pt x="802" y="216"/>
                    <a:pt x="800" y="216"/>
                  </a:cubicBezTo>
                  <a:cubicBezTo>
                    <a:pt x="775" y="232"/>
                    <a:pt x="768" y="237"/>
                    <a:pt x="760" y="239"/>
                  </a:cubicBezTo>
                  <a:cubicBezTo>
                    <a:pt x="699" y="279"/>
                    <a:pt x="696" y="275"/>
                    <a:pt x="693" y="278"/>
                  </a:cubicBezTo>
                  <a:cubicBezTo>
                    <a:pt x="706" y="270"/>
                    <a:pt x="707" y="266"/>
                    <a:pt x="714" y="263"/>
                  </a:cubicBezTo>
                  <a:cubicBezTo>
                    <a:pt x="766" y="230"/>
                    <a:pt x="774" y="225"/>
                    <a:pt x="782" y="219"/>
                  </a:cubicBezTo>
                  <a:cubicBezTo>
                    <a:pt x="830" y="181"/>
                    <a:pt x="830" y="177"/>
                    <a:pt x="834" y="174"/>
                  </a:cubicBezTo>
                  <a:cubicBezTo>
                    <a:pt x="831" y="170"/>
                    <a:pt x="831" y="178"/>
                    <a:pt x="827" y="175"/>
                  </a:cubicBezTo>
                  <a:cubicBezTo>
                    <a:pt x="792" y="205"/>
                    <a:pt x="784" y="209"/>
                    <a:pt x="783" y="213"/>
                  </a:cubicBezTo>
                  <a:cubicBezTo>
                    <a:pt x="763" y="227"/>
                    <a:pt x="760" y="223"/>
                    <a:pt x="757" y="227"/>
                  </a:cubicBezTo>
                  <a:cubicBezTo>
                    <a:pt x="776" y="212"/>
                    <a:pt x="774" y="208"/>
                    <a:pt x="780" y="206"/>
                  </a:cubicBezTo>
                  <a:cubicBezTo>
                    <a:pt x="824" y="164"/>
                    <a:pt x="830" y="160"/>
                    <a:pt x="833" y="155"/>
                  </a:cubicBezTo>
                  <a:cubicBezTo>
                    <a:pt x="806" y="176"/>
                    <a:pt x="797" y="184"/>
                    <a:pt x="788" y="193"/>
                  </a:cubicBezTo>
                  <a:cubicBezTo>
                    <a:pt x="731" y="226"/>
                    <a:pt x="724" y="237"/>
                    <a:pt x="720" y="234"/>
                  </a:cubicBezTo>
                  <a:cubicBezTo>
                    <a:pt x="766" y="194"/>
                    <a:pt x="786" y="180"/>
                    <a:pt x="803" y="159"/>
                  </a:cubicBezTo>
                  <a:cubicBezTo>
                    <a:pt x="785" y="170"/>
                    <a:pt x="775" y="180"/>
                    <a:pt x="763" y="188"/>
                  </a:cubicBezTo>
                  <a:cubicBezTo>
                    <a:pt x="736" y="208"/>
                    <a:pt x="735" y="202"/>
                    <a:pt x="737" y="200"/>
                  </a:cubicBezTo>
                  <a:cubicBezTo>
                    <a:pt x="749" y="181"/>
                    <a:pt x="754" y="177"/>
                    <a:pt x="756" y="172"/>
                  </a:cubicBezTo>
                  <a:cubicBezTo>
                    <a:pt x="787" y="134"/>
                    <a:pt x="791" y="136"/>
                    <a:pt x="790" y="130"/>
                  </a:cubicBezTo>
                  <a:cubicBezTo>
                    <a:pt x="769" y="150"/>
                    <a:pt x="765" y="152"/>
                    <a:pt x="766" y="155"/>
                  </a:cubicBezTo>
                  <a:cubicBezTo>
                    <a:pt x="746" y="174"/>
                    <a:pt x="746" y="170"/>
                    <a:pt x="746" y="169"/>
                  </a:cubicBezTo>
                  <a:cubicBezTo>
                    <a:pt x="748" y="164"/>
                    <a:pt x="752" y="160"/>
                    <a:pt x="752" y="160"/>
                  </a:cubicBezTo>
                  <a:cubicBezTo>
                    <a:pt x="764" y="139"/>
                    <a:pt x="770" y="129"/>
                    <a:pt x="777" y="119"/>
                  </a:cubicBezTo>
                  <a:cubicBezTo>
                    <a:pt x="800" y="82"/>
                    <a:pt x="812" y="81"/>
                    <a:pt x="808" y="77"/>
                  </a:cubicBezTo>
                  <a:cubicBezTo>
                    <a:pt x="770" y="123"/>
                    <a:pt x="765" y="125"/>
                    <a:pt x="763" y="127"/>
                  </a:cubicBezTo>
                  <a:cubicBezTo>
                    <a:pt x="747" y="156"/>
                    <a:pt x="743" y="161"/>
                    <a:pt x="740" y="166"/>
                  </a:cubicBezTo>
                  <a:cubicBezTo>
                    <a:pt x="744" y="144"/>
                    <a:pt x="749" y="134"/>
                    <a:pt x="753" y="124"/>
                  </a:cubicBezTo>
                  <a:cubicBezTo>
                    <a:pt x="782" y="79"/>
                    <a:pt x="781" y="77"/>
                    <a:pt x="784" y="75"/>
                  </a:cubicBezTo>
                  <a:cubicBezTo>
                    <a:pt x="769" y="89"/>
                    <a:pt x="765" y="92"/>
                    <a:pt x="765" y="96"/>
                  </a:cubicBezTo>
                  <a:cubicBezTo>
                    <a:pt x="728" y="162"/>
                    <a:pt x="722" y="177"/>
                    <a:pt x="718" y="191"/>
                  </a:cubicBezTo>
                  <a:cubicBezTo>
                    <a:pt x="710" y="205"/>
                    <a:pt x="719" y="210"/>
                    <a:pt x="712" y="213"/>
                  </a:cubicBezTo>
                  <a:cubicBezTo>
                    <a:pt x="703" y="240"/>
                    <a:pt x="708" y="247"/>
                    <a:pt x="697" y="251"/>
                  </a:cubicBezTo>
                  <a:cubicBezTo>
                    <a:pt x="699" y="232"/>
                    <a:pt x="702" y="230"/>
                    <a:pt x="701" y="228"/>
                  </a:cubicBezTo>
                  <a:cubicBezTo>
                    <a:pt x="714" y="177"/>
                    <a:pt x="714" y="170"/>
                    <a:pt x="714" y="162"/>
                  </a:cubicBezTo>
                  <a:cubicBezTo>
                    <a:pt x="735" y="103"/>
                    <a:pt x="740" y="88"/>
                    <a:pt x="749" y="73"/>
                  </a:cubicBezTo>
                  <a:cubicBezTo>
                    <a:pt x="757" y="53"/>
                    <a:pt x="753" y="62"/>
                    <a:pt x="744" y="70"/>
                  </a:cubicBezTo>
                  <a:cubicBezTo>
                    <a:pt x="727" y="107"/>
                    <a:pt x="722" y="112"/>
                    <a:pt x="722" y="118"/>
                  </a:cubicBezTo>
                  <a:cubicBezTo>
                    <a:pt x="706" y="172"/>
                    <a:pt x="705" y="175"/>
                    <a:pt x="703" y="177"/>
                  </a:cubicBezTo>
                  <a:cubicBezTo>
                    <a:pt x="696" y="206"/>
                    <a:pt x="696" y="209"/>
                    <a:pt x="696" y="212"/>
                  </a:cubicBezTo>
                  <a:cubicBezTo>
                    <a:pt x="687" y="247"/>
                    <a:pt x="685" y="253"/>
                    <a:pt x="684" y="260"/>
                  </a:cubicBezTo>
                  <a:cubicBezTo>
                    <a:pt x="671" y="275"/>
                    <a:pt x="673" y="272"/>
                    <a:pt x="677" y="270"/>
                  </a:cubicBezTo>
                  <a:cubicBezTo>
                    <a:pt x="682" y="240"/>
                    <a:pt x="681" y="234"/>
                    <a:pt x="684" y="229"/>
                  </a:cubicBezTo>
                  <a:cubicBezTo>
                    <a:pt x="694" y="189"/>
                    <a:pt x="690" y="182"/>
                    <a:pt x="693" y="177"/>
                  </a:cubicBezTo>
                  <a:cubicBezTo>
                    <a:pt x="706" y="119"/>
                    <a:pt x="707" y="113"/>
                    <a:pt x="709" y="107"/>
                  </a:cubicBezTo>
                  <a:cubicBezTo>
                    <a:pt x="721" y="64"/>
                    <a:pt x="727" y="59"/>
                    <a:pt x="729" y="53"/>
                  </a:cubicBezTo>
                  <a:cubicBezTo>
                    <a:pt x="751" y="15"/>
                    <a:pt x="760" y="13"/>
                    <a:pt x="759" y="10"/>
                  </a:cubicBezTo>
                  <a:cubicBezTo>
                    <a:pt x="752" y="12"/>
                    <a:pt x="750" y="14"/>
                    <a:pt x="749" y="17"/>
                  </a:cubicBezTo>
                  <a:cubicBezTo>
                    <a:pt x="722" y="50"/>
                    <a:pt x="719" y="46"/>
                    <a:pt x="715" y="51"/>
                  </a:cubicBezTo>
                  <a:cubicBezTo>
                    <a:pt x="696" y="86"/>
                    <a:pt x="689" y="94"/>
                    <a:pt x="687" y="103"/>
                  </a:cubicBezTo>
                  <a:cubicBezTo>
                    <a:pt x="667" y="145"/>
                    <a:pt x="670" y="146"/>
                    <a:pt x="670" y="148"/>
                  </a:cubicBezTo>
                  <a:cubicBezTo>
                    <a:pt x="662" y="166"/>
                    <a:pt x="660" y="175"/>
                    <a:pt x="659" y="185"/>
                  </a:cubicBezTo>
                  <a:cubicBezTo>
                    <a:pt x="655" y="217"/>
                    <a:pt x="655" y="222"/>
                    <a:pt x="653" y="226"/>
                  </a:cubicBezTo>
                  <a:cubicBezTo>
                    <a:pt x="646" y="259"/>
                    <a:pt x="650" y="265"/>
                    <a:pt x="650" y="270"/>
                  </a:cubicBezTo>
                  <a:cubicBezTo>
                    <a:pt x="632" y="316"/>
                    <a:pt x="637" y="319"/>
                    <a:pt x="630" y="321"/>
                  </a:cubicBezTo>
                  <a:cubicBezTo>
                    <a:pt x="630" y="285"/>
                    <a:pt x="633" y="283"/>
                    <a:pt x="633" y="280"/>
                  </a:cubicBezTo>
                  <a:cubicBezTo>
                    <a:pt x="637" y="248"/>
                    <a:pt x="637" y="243"/>
                    <a:pt x="639" y="238"/>
                  </a:cubicBezTo>
                  <a:cubicBezTo>
                    <a:pt x="639" y="222"/>
                    <a:pt x="641" y="220"/>
                    <a:pt x="641" y="217"/>
                  </a:cubicBezTo>
                  <a:cubicBezTo>
                    <a:pt x="649" y="175"/>
                    <a:pt x="652" y="166"/>
                    <a:pt x="654" y="157"/>
                  </a:cubicBezTo>
                  <a:cubicBezTo>
                    <a:pt x="673" y="112"/>
                    <a:pt x="670" y="107"/>
                    <a:pt x="677" y="103"/>
                  </a:cubicBezTo>
                  <a:cubicBezTo>
                    <a:pt x="690" y="65"/>
                    <a:pt x="699" y="63"/>
                    <a:pt x="694" y="59"/>
                  </a:cubicBezTo>
                  <a:cubicBezTo>
                    <a:pt x="663" y="118"/>
                    <a:pt x="658" y="124"/>
                    <a:pt x="654" y="130"/>
                  </a:cubicBezTo>
                  <a:cubicBezTo>
                    <a:pt x="644" y="160"/>
                    <a:pt x="640" y="163"/>
                    <a:pt x="644" y="166"/>
                  </a:cubicBezTo>
                  <a:cubicBezTo>
                    <a:pt x="632" y="198"/>
                    <a:pt x="638" y="202"/>
                    <a:pt x="632" y="204"/>
                  </a:cubicBezTo>
                  <a:cubicBezTo>
                    <a:pt x="630" y="226"/>
                    <a:pt x="628" y="229"/>
                    <a:pt x="630" y="233"/>
                  </a:cubicBezTo>
                  <a:cubicBezTo>
                    <a:pt x="624" y="286"/>
                    <a:pt x="621" y="292"/>
                    <a:pt x="621" y="298"/>
                  </a:cubicBezTo>
                  <a:cubicBezTo>
                    <a:pt x="622" y="314"/>
                    <a:pt x="617" y="316"/>
                    <a:pt x="621" y="318"/>
                  </a:cubicBezTo>
                  <a:cubicBezTo>
                    <a:pt x="615" y="341"/>
                    <a:pt x="613" y="344"/>
                    <a:pt x="612" y="347"/>
                  </a:cubicBezTo>
                  <a:cubicBezTo>
                    <a:pt x="610" y="337"/>
                    <a:pt x="612" y="332"/>
                    <a:pt x="615" y="327"/>
                  </a:cubicBezTo>
                  <a:cubicBezTo>
                    <a:pt x="612" y="290"/>
                    <a:pt x="621" y="286"/>
                    <a:pt x="616" y="280"/>
                  </a:cubicBezTo>
                  <a:cubicBezTo>
                    <a:pt x="615" y="259"/>
                    <a:pt x="621" y="255"/>
                    <a:pt x="620" y="250"/>
                  </a:cubicBezTo>
                  <a:cubicBezTo>
                    <a:pt x="624" y="201"/>
                    <a:pt x="625" y="198"/>
                    <a:pt x="626" y="196"/>
                  </a:cubicBezTo>
                  <a:cubicBezTo>
                    <a:pt x="635" y="171"/>
                    <a:pt x="633" y="168"/>
                    <a:pt x="634" y="166"/>
                  </a:cubicBezTo>
                  <a:cubicBezTo>
                    <a:pt x="642" y="141"/>
                    <a:pt x="642" y="139"/>
                    <a:pt x="642" y="136"/>
                  </a:cubicBezTo>
                  <a:cubicBezTo>
                    <a:pt x="655" y="109"/>
                    <a:pt x="657" y="104"/>
                    <a:pt x="662" y="99"/>
                  </a:cubicBezTo>
                  <a:cubicBezTo>
                    <a:pt x="645" y="113"/>
                    <a:pt x="645" y="122"/>
                    <a:pt x="637" y="130"/>
                  </a:cubicBezTo>
                  <a:cubicBezTo>
                    <a:pt x="617" y="197"/>
                    <a:pt x="614" y="202"/>
                    <a:pt x="614" y="207"/>
                  </a:cubicBezTo>
                  <a:cubicBezTo>
                    <a:pt x="613" y="227"/>
                    <a:pt x="609" y="228"/>
                    <a:pt x="612" y="231"/>
                  </a:cubicBezTo>
                  <a:cubicBezTo>
                    <a:pt x="612" y="251"/>
                    <a:pt x="612" y="254"/>
                    <a:pt x="608" y="256"/>
                  </a:cubicBezTo>
                  <a:cubicBezTo>
                    <a:pt x="608" y="278"/>
                    <a:pt x="607" y="283"/>
                    <a:pt x="607" y="289"/>
                  </a:cubicBezTo>
                  <a:cubicBezTo>
                    <a:pt x="595" y="363"/>
                    <a:pt x="592" y="374"/>
                    <a:pt x="587" y="384"/>
                  </a:cubicBezTo>
                  <a:cubicBezTo>
                    <a:pt x="589" y="326"/>
                    <a:pt x="592" y="323"/>
                    <a:pt x="592" y="319"/>
                  </a:cubicBezTo>
                  <a:cubicBezTo>
                    <a:pt x="594" y="243"/>
                    <a:pt x="593" y="240"/>
                    <a:pt x="594" y="237"/>
                  </a:cubicBezTo>
                  <a:cubicBezTo>
                    <a:pt x="597" y="223"/>
                    <a:pt x="596" y="219"/>
                    <a:pt x="596" y="216"/>
                  </a:cubicBezTo>
                  <a:cubicBezTo>
                    <a:pt x="608" y="177"/>
                    <a:pt x="610" y="170"/>
                    <a:pt x="614" y="163"/>
                  </a:cubicBezTo>
                  <a:cubicBezTo>
                    <a:pt x="624" y="125"/>
                    <a:pt x="623" y="130"/>
                    <a:pt x="621" y="134"/>
                  </a:cubicBezTo>
                  <a:cubicBezTo>
                    <a:pt x="598" y="185"/>
                    <a:pt x="595" y="190"/>
                    <a:pt x="594" y="195"/>
                  </a:cubicBezTo>
                  <a:cubicBezTo>
                    <a:pt x="583" y="227"/>
                    <a:pt x="590" y="232"/>
                    <a:pt x="586" y="235"/>
                  </a:cubicBezTo>
                  <a:cubicBezTo>
                    <a:pt x="585" y="269"/>
                    <a:pt x="583" y="276"/>
                    <a:pt x="584" y="284"/>
                  </a:cubicBezTo>
                  <a:cubicBezTo>
                    <a:pt x="583" y="334"/>
                    <a:pt x="581" y="338"/>
                    <a:pt x="584" y="342"/>
                  </a:cubicBezTo>
                  <a:cubicBezTo>
                    <a:pt x="578" y="377"/>
                    <a:pt x="579" y="381"/>
                    <a:pt x="575" y="384"/>
                  </a:cubicBezTo>
                  <a:cubicBezTo>
                    <a:pt x="572" y="368"/>
                    <a:pt x="578" y="365"/>
                    <a:pt x="575" y="361"/>
                  </a:cubicBezTo>
                  <a:cubicBezTo>
                    <a:pt x="580" y="316"/>
                    <a:pt x="571" y="307"/>
                    <a:pt x="578" y="300"/>
                  </a:cubicBezTo>
                  <a:cubicBezTo>
                    <a:pt x="572" y="220"/>
                    <a:pt x="574" y="213"/>
                    <a:pt x="573" y="205"/>
                  </a:cubicBezTo>
                  <a:cubicBezTo>
                    <a:pt x="581" y="177"/>
                    <a:pt x="576" y="169"/>
                    <a:pt x="580" y="163"/>
                  </a:cubicBezTo>
                  <a:cubicBezTo>
                    <a:pt x="594" y="117"/>
                    <a:pt x="601" y="111"/>
                    <a:pt x="598" y="103"/>
                  </a:cubicBezTo>
                  <a:cubicBezTo>
                    <a:pt x="577" y="151"/>
                    <a:pt x="576" y="154"/>
                    <a:pt x="573" y="156"/>
                  </a:cubicBezTo>
                  <a:cubicBezTo>
                    <a:pt x="562" y="241"/>
                    <a:pt x="563" y="252"/>
                    <a:pt x="564" y="263"/>
                  </a:cubicBezTo>
                  <a:cubicBezTo>
                    <a:pt x="569" y="302"/>
                    <a:pt x="564" y="307"/>
                    <a:pt x="568" y="312"/>
                  </a:cubicBezTo>
                  <a:cubicBezTo>
                    <a:pt x="566" y="341"/>
                    <a:pt x="565" y="352"/>
                    <a:pt x="568" y="364"/>
                  </a:cubicBezTo>
                  <a:cubicBezTo>
                    <a:pt x="553" y="423"/>
                    <a:pt x="553" y="420"/>
                    <a:pt x="555" y="417"/>
                  </a:cubicBezTo>
                  <a:cubicBezTo>
                    <a:pt x="556" y="394"/>
                    <a:pt x="560" y="392"/>
                    <a:pt x="558" y="388"/>
                  </a:cubicBezTo>
                  <a:cubicBezTo>
                    <a:pt x="561" y="333"/>
                    <a:pt x="563" y="331"/>
                    <a:pt x="562" y="329"/>
                  </a:cubicBezTo>
                  <a:cubicBezTo>
                    <a:pt x="559" y="274"/>
                    <a:pt x="553" y="255"/>
                    <a:pt x="554" y="236"/>
                  </a:cubicBezTo>
                  <a:cubicBezTo>
                    <a:pt x="554" y="218"/>
                    <a:pt x="555" y="214"/>
                    <a:pt x="554" y="209"/>
                  </a:cubicBezTo>
                  <a:cubicBezTo>
                    <a:pt x="559" y="193"/>
                    <a:pt x="557" y="190"/>
                    <a:pt x="559" y="188"/>
                  </a:cubicBezTo>
                  <a:cubicBezTo>
                    <a:pt x="569" y="145"/>
                    <a:pt x="573" y="136"/>
                    <a:pt x="573" y="126"/>
                  </a:cubicBezTo>
                  <a:cubicBezTo>
                    <a:pt x="557" y="167"/>
                    <a:pt x="554" y="173"/>
                    <a:pt x="555" y="179"/>
                  </a:cubicBezTo>
                  <a:cubicBezTo>
                    <a:pt x="548" y="204"/>
                    <a:pt x="545" y="211"/>
                    <a:pt x="547" y="219"/>
                  </a:cubicBezTo>
                  <a:cubicBezTo>
                    <a:pt x="545" y="249"/>
                    <a:pt x="547" y="257"/>
                    <a:pt x="548" y="265"/>
                  </a:cubicBezTo>
                  <a:cubicBezTo>
                    <a:pt x="553" y="302"/>
                    <a:pt x="551" y="305"/>
                    <a:pt x="550" y="308"/>
                  </a:cubicBezTo>
                  <a:cubicBezTo>
                    <a:pt x="556" y="350"/>
                    <a:pt x="553" y="352"/>
                    <a:pt x="554" y="354"/>
                  </a:cubicBezTo>
                  <a:cubicBezTo>
                    <a:pt x="551" y="391"/>
                    <a:pt x="544" y="394"/>
                    <a:pt x="549" y="399"/>
                  </a:cubicBezTo>
                  <a:cubicBezTo>
                    <a:pt x="548" y="423"/>
                    <a:pt x="541" y="425"/>
                    <a:pt x="543" y="428"/>
                  </a:cubicBezTo>
                  <a:cubicBezTo>
                    <a:pt x="534" y="435"/>
                    <a:pt x="534" y="428"/>
                    <a:pt x="538" y="422"/>
                  </a:cubicBezTo>
                  <a:cubicBezTo>
                    <a:pt x="537" y="386"/>
                    <a:pt x="541" y="383"/>
                    <a:pt x="540" y="379"/>
                  </a:cubicBezTo>
                  <a:cubicBezTo>
                    <a:pt x="538" y="342"/>
                    <a:pt x="537" y="338"/>
                    <a:pt x="538" y="333"/>
                  </a:cubicBezTo>
                  <a:cubicBezTo>
                    <a:pt x="535" y="297"/>
                    <a:pt x="532" y="288"/>
                    <a:pt x="531" y="280"/>
                  </a:cubicBezTo>
                  <a:cubicBezTo>
                    <a:pt x="528" y="237"/>
                    <a:pt x="531" y="236"/>
                    <a:pt x="530" y="234"/>
                  </a:cubicBezTo>
                  <a:cubicBezTo>
                    <a:pt x="531" y="195"/>
                    <a:pt x="535" y="192"/>
                    <a:pt x="534" y="187"/>
                  </a:cubicBezTo>
                  <a:cubicBezTo>
                    <a:pt x="537" y="169"/>
                    <a:pt x="538" y="165"/>
                    <a:pt x="539" y="161"/>
                  </a:cubicBezTo>
                  <a:cubicBezTo>
                    <a:pt x="534" y="156"/>
                    <a:pt x="534" y="160"/>
                    <a:pt x="532" y="164"/>
                  </a:cubicBezTo>
                  <a:cubicBezTo>
                    <a:pt x="527" y="184"/>
                    <a:pt x="527" y="187"/>
                    <a:pt x="528" y="189"/>
                  </a:cubicBezTo>
                  <a:cubicBezTo>
                    <a:pt x="521" y="228"/>
                    <a:pt x="522" y="230"/>
                    <a:pt x="522" y="232"/>
                  </a:cubicBezTo>
                  <a:cubicBezTo>
                    <a:pt x="521" y="256"/>
                    <a:pt x="520" y="257"/>
                    <a:pt x="522" y="259"/>
                  </a:cubicBezTo>
                  <a:cubicBezTo>
                    <a:pt x="527" y="285"/>
                    <a:pt x="520" y="288"/>
                    <a:pt x="524" y="293"/>
                  </a:cubicBezTo>
                  <a:cubicBezTo>
                    <a:pt x="532" y="343"/>
                    <a:pt x="530" y="351"/>
                    <a:pt x="534" y="361"/>
                  </a:cubicBezTo>
                  <a:cubicBezTo>
                    <a:pt x="531" y="378"/>
                    <a:pt x="529" y="380"/>
                    <a:pt x="532" y="382"/>
                  </a:cubicBezTo>
                  <a:cubicBezTo>
                    <a:pt x="530" y="417"/>
                    <a:pt x="530" y="421"/>
                    <a:pt x="528" y="424"/>
                  </a:cubicBezTo>
                  <a:cubicBezTo>
                    <a:pt x="523" y="442"/>
                    <a:pt x="525" y="445"/>
                    <a:pt x="522" y="444"/>
                  </a:cubicBezTo>
                  <a:cubicBezTo>
                    <a:pt x="523" y="396"/>
                    <a:pt x="516" y="383"/>
                    <a:pt x="519" y="372"/>
                  </a:cubicBezTo>
                  <a:cubicBezTo>
                    <a:pt x="517" y="348"/>
                    <a:pt x="514" y="341"/>
                    <a:pt x="515" y="335"/>
                  </a:cubicBezTo>
                  <a:cubicBezTo>
                    <a:pt x="506" y="291"/>
                    <a:pt x="509" y="286"/>
                    <a:pt x="507" y="280"/>
                  </a:cubicBezTo>
                  <a:cubicBezTo>
                    <a:pt x="508" y="220"/>
                    <a:pt x="509" y="215"/>
                    <a:pt x="510" y="209"/>
                  </a:cubicBezTo>
                  <a:cubicBezTo>
                    <a:pt x="513" y="185"/>
                    <a:pt x="512" y="178"/>
                    <a:pt x="516" y="173"/>
                  </a:cubicBezTo>
                  <a:cubicBezTo>
                    <a:pt x="515" y="159"/>
                    <a:pt x="514" y="162"/>
                    <a:pt x="512" y="164"/>
                  </a:cubicBezTo>
                  <a:cubicBezTo>
                    <a:pt x="505" y="191"/>
                    <a:pt x="507" y="196"/>
                    <a:pt x="504" y="201"/>
                  </a:cubicBezTo>
                  <a:cubicBezTo>
                    <a:pt x="500" y="221"/>
                    <a:pt x="502" y="226"/>
                    <a:pt x="501" y="230"/>
                  </a:cubicBezTo>
                  <a:cubicBezTo>
                    <a:pt x="498" y="248"/>
                    <a:pt x="500" y="251"/>
                    <a:pt x="500" y="253"/>
                  </a:cubicBezTo>
                  <a:cubicBezTo>
                    <a:pt x="496" y="271"/>
                    <a:pt x="502" y="275"/>
                    <a:pt x="498" y="277"/>
                  </a:cubicBezTo>
                  <a:cubicBezTo>
                    <a:pt x="497" y="300"/>
                    <a:pt x="497" y="294"/>
                    <a:pt x="497" y="290"/>
                  </a:cubicBezTo>
                  <a:cubicBezTo>
                    <a:pt x="494" y="271"/>
                    <a:pt x="495" y="268"/>
                    <a:pt x="495" y="266"/>
                  </a:cubicBezTo>
                  <a:cubicBezTo>
                    <a:pt x="494" y="202"/>
                    <a:pt x="495" y="187"/>
                    <a:pt x="499" y="173"/>
                  </a:cubicBezTo>
                  <a:cubicBezTo>
                    <a:pt x="501" y="135"/>
                    <a:pt x="510" y="133"/>
                    <a:pt x="503" y="128"/>
                  </a:cubicBezTo>
                  <a:cubicBezTo>
                    <a:pt x="490" y="173"/>
                    <a:pt x="490" y="178"/>
                    <a:pt x="489" y="183"/>
                  </a:cubicBezTo>
                  <a:cubicBezTo>
                    <a:pt x="485" y="220"/>
                    <a:pt x="485" y="223"/>
                    <a:pt x="485" y="225"/>
                  </a:cubicBezTo>
                  <a:cubicBezTo>
                    <a:pt x="484" y="256"/>
                    <a:pt x="483" y="258"/>
                    <a:pt x="486" y="261"/>
                  </a:cubicBezTo>
                  <a:cubicBezTo>
                    <a:pt x="484" y="277"/>
                    <a:pt x="489" y="280"/>
                    <a:pt x="487" y="282"/>
                  </a:cubicBezTo>
                  <a:cubicBezTo>
                    <a:pt x="498" y="337"/>
                    <a:pt x="496" y="347"/>
                    <a:pt x="502" y="357"/>
                  </a:cubicBezTo>
                  <a:cubicBezTo>
                    <a:pt x="506" y="408"/>
                    <a:pt x="505" y="413"/>
                    <a:pt x="503" y="418"/>
                  </a:cubicBezTo>
                  <a:cubicBezTo>
                    <a:pt x="505" y="450"/>
                    <a:pt x="505" y="453"/>
                    <a:pt x="503" y="455"/>
                  </a:cubicBezTo>
                  <a:cubicBezTo>
                    <a:pt x="499" y="471"/>
                    <a:pt x="503" y="479"/>
                    <a:pt x="498" y="475"/>
                  </a:cubicBezTo>
                  <a:cubicBezTo>
                    <a:pt x="493" y="426"/>
                    <a:pt x="495" y="423"/>
                    <a:pt x="495" y="419"/>
                  </a:cubicBezTo>
                  <a:cubicBezTo>
                    <a:pt x="485" y="375"/>
                    <a:pt x="480" y="366"/>
                    <a:pt x="483" y="359"/>
                  </a:cubicBezTo>
                  <a:cubicBezTo>
                    <a:pt x="470" y="321"/>
                    <a:pt x="476" y="319"/>
                    <a:pt x="470" y="314"/>
                  </a:cubicBezTo>
                  <a:cubicBezTo>
                    <a:pt x="459" y="218"/>
                    <a:pt x="466" y="212"/>
                    <a:pt x="462" y="204"/>
                  </a:cubicBezTo>
                  <a:cubicBezTo>
                    <a:pt x="457" y="195"/>
                    <a:pt x="457" y="204"/>
                    <a:pt x="457" y="213"/>
                  </a:cubicBezTo>
                  <a:cubicBezTo>
                    <a:pt x="457" y="232"/>
                    <a:pt x="452" y="236"/>
                    <a:pt x="455" y="241"/>
                  </a:cubicBezTo>
                  <a:cubicBezTo>
                    <a:pt x="454" y="275"/>
                    <a:pt x="459" y="280"/>
                    <a:pt x="456" y="285"/>
                  </a:cubicBezTo>
                  <a:cubicBezTo>
                    <a:pt x="462" y="317"/>
                    <a:pt x="462" y="322"/>
                    <a:pt x="465" y="327"/>
                  </a:cubicBezTo>
                  <a:cubicBezTo>
                    <a:pt x="475" y="362"/>
                    <a:pt x="473" y="368"/>
                    <a:pt x="475" y="375"/>
                  </a:cubicBezTo>
                  <a:cubicBezTo>
                    <a:pt x="478" y="394"/>
                    <a:pt x="483" y="397"/>
                    <a:pt x="481" y="400"/>
                  </a:cubicBezTo>
                  <a:cubicBezTo>
                    <a:pt x="484" y="436"/>
                    <a:pt x="490" y="444"/>
                    <a:pt x="487" y="449"/>
                  </a:cubicBezTo>
                  <a:cubicBezTo>
                    <a:pt x="483" y="480"/>
                    <a:pt x="490" y="485"/>
                    <a:pt x="488" y="488"/>
                  </a:cubicBezTo>
                  <a:cubicBezTo>
                    <a:pt x="483" y="503"/>
                    <a:pt x="485" y="499"/>
                    <a:pt x="485" y="495"/>
                  </a:cubicBezTo>
                  <a:cubicBezTo>
                    <a:pt x="486" y="464"/>
                    <a:pt x="482" y="459"/>
                    <a:pt x="483" y="454"/>
                  </a:cubicBezTo>
                  <a:cubicBezTo>
                    <a:pt x="474" y="394"/>
                    <a:pt x="466" y="388"/>
                    <a:pt x="469" y="384"/>
                  </a:cubicBezTo>
                  <a:cubicBezTo>
                    <a:pt x="462" y="348"/>
                    <a:pt x="459" y="346"/>
                    <a:pt x="457" y="346"/>
                  </a:cubicBezTo>
                  <a:cubicBezTo>
                    <a:pt x="449" y="328"/>
                    <a:pt x="460" y="322"/>
                    <a:pt x="453" y="324"/>
                  </a:cubicBezTo>
                  <a:cubicBezTo>
                    <a:pt x="446" y="286"/>
                    <a:pt x="449" y="281"/>
                    <a:pt x="445" y="276"/>
                  </a:cubicBezTo>
                  <a:cubicBezTo>
                    <a:pt x="449" y="241"/>
                    <a:pt x="443" y="235"/>
                    <a:pt x="444" y="230"/>
                  </a:cubicBezTo>
                  <a:cubicBezTo>
                    <a:pt x="450" y="210"/>
                    <a:pt x="442" y="203"/>
                    <a:pt x="449" y="199"/>
                  </a:cubicBezTo>
                  <a:cubicBezTo>
                    <a:pt x="454" y="163"/>
                    <a:pt x="461" y="159"/>
                    <a:pt x="458" y="153"/>
                  </a:cubicBezTo>
                  <a:cubicBezTo>
                    <a:pt x="444" y="191"/>
                    <a:pt x="439" y="200"/>
                    <a:pt x="440" y="211"/>
                  </a:cubicBezTo>
                  <a:cubicBezTo>
                    <a:pt x="435" y="250"/>
                    <a:pt x="436" y="261"/>
                    <a:pt x="437" y="271"/>
                  </a:cubicBezTo>
                  <a:cubicBezTo>
                    <a:pt x="442" y="313"/>
                    <a:pt x="444" y="323"/>
                    <a:pt x="448" y="335"/>
                  </a:cubicBezTo>
                  <a:cubicBezTo>
                    <a:pt x="458" y="387"/>
                    <a:pt x="461" y="393"/>
                    <a:pt x="460" y="398"/>
                  </a:cubicBezTo>
                  <a:cubicBezTo>
                    <a:pt x="473" y="464"/>
                    <a:pt x="476" y="471"/>
                    <a:pt x="475" y="477"/>
                  </a:cubicBezTo>
                  <a:cubicBezTo>
                    <a:pt x="472" y="519"/>
                    <a:pt x="470" y="522"/>
                    <a:pt x="473" y="526"/>
                  </a:cubicBezTo>
                  <a:cubicBezTo>
                    <a:pt x="466" y="546"/>
                    <a:pt x="465" y="547"/>
                    <a:pt x="465" y="548"/>
                  </a:cubicBezTo>
                  <a:cubicBezTo>
                    <a:pt x="459" y="507"/>
                    <a:pt x="462" y="504"/>
                    <a:pt x="463" y="501"/>
                  </a:cubicBezTo>
                  <a:cubicBezTo>
                    <a:pt x="458" y="462"/>
                    <a:pt x="451" y="454"/>
                    <a:pt x="451" y="448"/>
                  </a:cubicBezTo>
                  <a:cubicBezTo>
                    <a:pt x="436" y="412"/>
                    <a:pt x="440" y="409"/>
                    <a:pt x="436" y="405"/>
                  </a:cubicBezTo>
                  <a:cubicBezTo>
                    <a:pt x="427" y="372"/>
                    <a:pt x="429" y="369"/>
                    <a:pt x="426" y="365"/>
                  </a:cubicBezTo>
                  <a:cubicBezTo>
                    <a:pt x="421" y="351"/>
                    <a:pt x="423" y="350"/>
                    <a:pt x="421" y="347"/>
                  </a:cubicBezTo>
                  <a:cubicBezTo>
                    <a:pt x="417" y="313"/>
                    <a:pt x="414" y="309"/>
                    <a:pt x="415" y="305"/>
                  </a:cubicBezTo>
                  <a:cubicBezTo>
                    <a:pt x="416" y="260"/>
                    <a:pt x="418" y="257"/>
                    <a:pt x="414" y="253"/>
                  </a:cubicBezTo>
                  <a:cubicBezTo>
                    <a:pt x="416" y="237"/>
                    <a:pt x="416" y="229"/>
                    <a:pt x="414" y="222"/>
                  </a:cubicBezTo>
                  <a:cubicBezTo>
                    <a:pt x="416" y="200"/>
                    <a:pt x="418" y="197"/>
                    <a:pt x="418" y="194"/>
                  </a:cubicBezTo>
                  <a:cubicBezTo>
                    <a:pt x="414" y="206"/>
                    <a:pt x="410" y="211"/>
                    <a:pt x="412" y="216"/>
                  </a:cubicBezTo>
                  <a:cubicBezTo>
                    <a:pt x="409" y="236"/>
                    <a:pt x="410" y="242"/>
                    <a:pt x="410" y="247"/>
                  </a:cubicBezTo>
                  <a:cubicBezTo>
                    <a:pt x="407" y="327"/>
                    <a:pt x="412" y="332"/>
                    <a:pt x="410" y="335"/>
                  </a:cubicBezTo>
                  <a:cubicBezTo>
                    <a:pt x="414" y="368"/>
                    <a:pt x="422" y="373"/>
                    <a:pt x="420" y="377"/>
                  </a:cubicBezTo>
                  <a:cubicBezTo>
                    <a:pt x="438" y="439"/>
                    <a:pt x="445" y="459"/>
                    <a:pt x="448" y="477"/>
                  </a:cubicBezTo>
                  <a:cubicBezTo>
                    <a:pt x="451" y="509"/>
                    <a:pt x="452" y="514"/>
                    <a:pt x="453" y="518"/>
                  </a:cubicBezTo>
                  <a:cubicBezTo>
                    <a:pt x="449" y="518"/>
                    <a:pt x="452" y="515"/>
                    <a:pt x="448" y="512"/>
                  </a:cubicBezTo>
                  <a:cubicBezTo>
                    <a:pt x="443" y="484"/>
                    <a:pt x="442" y="477"/>
                    <a:pt x="441" y="470"/>
                  </a:cubicBezTo>
                  <a:cubicBezTo>
                    <a:pt x="432" y="436"/>
                    <a:pt x="429" y="432"/>
                    <a:pt x="428" y="428"/>
                  </a:cubicBezTo>
                  <a:cubicBezTo>
                    <a:pt x="416" y="393"/>
                    <a:pt x="413" y="389"/>
                    <a:pt x="414" y="386"/>
                  </a:cubicBezTo>
                  <a:cubicBezTo>
                    <a:pt x="407" y="359"/>
                    <a:pt x="405" y="356"/>
                    <a:pt x="403" y="350"/>
                  </a:cubicBezTo>
                  <a:cubicBezTo>
                    <a:pt x="401" y="334"/>
                    <a:pt x="403" y="333"/>
                    <a:pt x="403" y="333"/>
                  </a:cubicBezTo>
                  <a:cubicBezTo>
                    <a:pt x="401" y="321"/>
                    <a:pt x="400" y="317"/>
                    <a:pt x="399" y="314"/>
                  </a:cubicBezTo>
                  <a:cubicBezTo>
                    <a:pt x="395" y="298"/>
                    <a:pt x="397" y="295"/>
                    <a:pt x="396" y="293"/>
                  </a:cubicBezTo>
                  <a:cubicBezTo>
                    <a:pt x="390" y="256"/>
                    <a:pt x="396" y="250"/>
                    <a:pt x="392" y="243"/>
                  </a:cubicBezTo>
                  <a:cubicBezTo>
                    <a:pt x="394" y="217"/>
                    <a:pt x="395" y="215"/>
                    <a:pt x="395" y="213"/>
                  </a:cubicBezTo>
                  <a:cubicBezTo>
                    <a:pt x="388" y="211"/>
                    <a:pt x="391" y="212"/>
                    <a:pt x="391" y="214"/>
                  </a:cubicBezTo>
                  <a:cubicBezTo>
                    <a:pt x="386" y="231"/>
                    <a:pt x="389" y="235"/>
                    <a:pt x="386" y="237"/>
                  </a:cubicBezTo>
                  <a:cubicBezTo>
                    <a:pt x="387" y="268"/>
                    <a:pt x="385" y="271"/>
                    <a:pt x="388" y="275"/>
                  </a:cubicBezTo>
                  <a:cubicBezTo>
                    <a:pt x="391" y="325"/>
                    <a:pt x="397" y="338"/>
                    <a:pt x="393" y="350"/>
                  </a:cubicBezTo>
                  <a:cubicBezTo>
                    <a:pt x="405" y="382"/>
                    <a:pt x="403" y="390"/>
                    <a:pt x="408" y="398"/>
                  </a:cubicBezTo>
                  <a:cubicBezTo>
                    <a:pt x="419" y="430"/>
                    <a:pt x="421" y="438"/>
                    <a:pt x="423" y="446"/>
                  </a:cubicBezTo>
                  <a:cubicBezTo>
                    <a:pt x="436" y="483"/>
                    <a:pt x="432" y="487"/>
                    <a:pt x="436" y="491"/>
                  </a:cubicBezTo>
                  <a:cubicBezTo>
                    <a:pt x="440" y="554"/>
                    <a:pt x="443" y="558"/>
                    <a:pt x="443" y="562"/>
                  </a:cubicBezTo>
                  <a:cubicBezTo>
                    <a:pt x="428" y="572"/>
                    <a:pt x="429" y="568"/>
                    <a:pt x="430" y="564"/>
                  </a:cubicBezTo>
                  <a:cubicBezTo>
                    <a:pt x="417" y="498"/>
                    <a:pt x="416" y="485"/>
                    <a:pt x="415" y="472"/>
                  </a:cubicBezTo>
                  <a:cubicBezTo>
                    <a:pt x="409" y="449"/>
                    <a:pt x="405" y="442"/>
                    <a:pt x="406" y="436"/>
                  </a:cubicBezTo>
                  <a:cubicBezTo>
                    <a:pt x="401" y="421"/>
                    <a:pt x="398" y="415"/>
                    <a:pt x="398" y="411"/>
                  </a:cubicBezTo>
                  <a:cubicBezTo>
                    <a:pt x="393" y="374"/>
                    <a:pt x="387" y="375"/>
                    <a:pt x="389" y="372"/>
                  </a:cubicBezTo>
                  <a:cubicBezTo>
                    <a:pt x="382" y="312"/>
                    <a:pt x="377" y="293"/>
                    <a:pt x="381" y="275"/>
                  </a:cubicBezTo>
                  <a:cubicBezTo>
                    <a:pt x="385" y="244"/>
                    <a:pt x="380" y="238"/>
                    <a:pt x="383" y="234"/>
                  </a:cubicBezTo>
                  <a:cubicBezTo>
                    <a:pt x="377" y="239"/>
                    <a:pt x="376" y="242"/>
                    <a:pt x="376" y="244"/>
                  </a:cubicBezTo>
                  <a:cubicBezTo>
                    <a:pt x="375" y="300"/>
                    <a:pt x="373" y="312"/>
                    <a:pt x="372" y="324"/>
                  </a:cubicBezTo>
                  <a:cubicBezTo>
                    <a:pt x="386" y="402"/>
                    <a:pt x="389" y="407"/>
                    <a:pt x="389" y="412"/>
                  </a:cubicBezTo>
                  <a:cubicBezTo>
                    <a:pt x="411" y="512"/>
                    <a:pt x="416" y="522"/>
                    <a:pt x="416" y="532"/>
                  </a:cubicBezTo>
                  <a:cubicBezTo>
                    <a:pt x="418" y="573"/>
                    <a:pt x="419" y="584"/>
                    <a:pt x="420" y="595"/>
                  </a:cubicBezTo>
                  <a:cubicBezTo>
                    <a:pt x="411" y="622"/>
                    <a:pt x="419" y="616"/>
                    <a:pt x="413" y="608"/>
                  </a:cubicBezTo>
                  <a:cubicBezTo>
                    <a:pt x="406" y="541"/>
                    <a:pt x="407" y="534"/>
                    <a:pt x="403" y="527"/>
                  </a:cubicBezTo>
                  <a:cubicBezTo>
                    <a:pt x="394" y="499"/>
                    <a:pt x="398" y="493"/>
                    <a:pt x="395" y="486"/>
                  </a:cubicBezTo>
                  <a:cubicBezTo>
                    <a:pt x="376" y="417"/>
                    <a:pt x="378" y="413"/>
                    <a:pt x="374" y="408"/>
                  </a:cubicBezTo>
                  <a:cubicBezTo>
                    <a:pt x="370" y="378"/>
                    <a:pt x="365" y="372"/>
                    <a:pt x="367" y="369"/>
                  </a:cubicBezTo>
                  <a:cubicBezTo>
                    <a:pt x="363" y="308"/>
                    <a:pt x="356" y="298"/>
                    <a:pt x="360" y="290"/>
                  </a:cubicBezTo>
                  <a:cubicBezTo>
                    <a:pt x="362" y="248"/>
                    <a:pt x="362" y="244"/>
                    <a:pt x="362" y="239"/>
                  </a:cubicBezTo>
                  <a:cubicBezTo>
                    <a:pt x="363" y="220"/>
                    <a:pt x="361" y="223"/>
                    <a:pt x="360" y="226"/>
                  </a:cubicBezTo>
                  <a:cubicBezTo>
                    <a:pt x="358" y="241"/>
                    <a:pt x="353" y="244"/>
                    <a:pt x="357" y="248"/>
                  </a:cubicBezTo>
                  <a:cubicBezTo>
                    <a:pt x="352" y="267"/>
                    <a:pt x="356" y="270"/>
                    <a:pt x="351" y="272"/>
                  </a:cubicBezTo>
                  <a:cubicBezTo>
                    <a:pt x="350" y="303"/>
                    <a:pt x="355" y="306"/>
                    <a:pt x="353" y="308"/>
                  </a:cubicBezTo>
                  <a:cubicBezTo>
                    <a:pt x="351" y="332"/>
                    <a:pt x="356" y="338"/>
                    <a:pt x="353" y="342"/>
                  </a:cubicBezTo>
                  <a:cubicBezTo>
                    <a:pt x="363" y="389"/>
                    <a:pt x="362" y="393"/>
                    <a:pt x="367" y="398"/>
                  </a:cubicBezTo>
                  <a:cubicBezTo>
                    <a:pt x="367" y="433"/>
                    <a:pt x="379" y="443"/>
                    <a:pt x="375" y="451"/>
                  </a:cubicBezTo>
                  <a:cubicBezTo>
                    <a:pt x="395" y="536"/>
                    <a:pt x="399" y="541"/>
                    <a:pt x="399" y="545"/>
                  </a:cubicBezTo>
                  <a:cubicBezTo>
                    <a:pt x="400" y="576"/>
                    <a:pt x="402" y="581"/>
                    <a:pt x="406" y="586"/>
                  </a:cubicBezTo>
                  <a:cubicBezTo>
                    <a:pt x="406" y="605"/>
                    <a:pt x="405" y="608"/>
                    <a:pt x="404" y="610"/>
                  </a:cubicBezTo>
                  <a:cubicBezTo>
                    <a:pt x="402" y="627"/>
                    <a:pt x="408" y="632"/>
                    <a:pt x="403" y="635"/>
                  </a:cubicBezTo>
                  <a:cubicBezTo>
                    <a:pt x="396" y="601"/>
                    <a:pt x="401" y="597"/>
                    <a:pt x="398" y="592"/>
                  </a:cubicBezTo>
                  <a:cubicBezTo>
                    <a:pt x="383" y="512"/>
                    <a:pt x="375" y="506"/>
                    <a:pt x="377" y="501"/>
                  </a:cubicBezTo>
                  <a:cubicBezTo>
                    <a:pt x="354" y="435"/>
                    <a:pt x="354" y="416"/>
                    <a:pt x="344" y="395"/>
                  </a:cubicBezTo>
                  <a:cubicBezTo>
                    <a:pt x="338" y="338"/>
                    <a:pt x="338" y="335"/>
                    <a:pt x="339" y="333"/>
                  </a:cubicBezTo>
                  <a:cubicBezTo>
                    <a:pt x="340" y="299"/>
                    <a:pt x="336" y="293"/>
                    <a:pt x="338" y="287"/>
                  </a:cubicBezTo>
                  <a:cubicBezTo>
                    <a:pt x="331" y="289"/>
                    <a:pt x="332" y="300"/>
                    <a:pt x="330" y="310"/>
                  </a:cubicBezTo>
                  <a:cubicBezTo>
                    <a:pt x="334" y="336"/>
                    <a:pt x="329" y="338"/>
                    <a:pt x="333" y="342"/>
                  </a:cubicBezTo>
                  <a:cubicBezTo>
                    <a:pt x="337" y="378"/>
                    <a:pt x="335" y="383"/>
                    <a:pt x="337" y="388"/>
                  </a:cubicBezTo>
                  <a:cubicBezTo>
                    <a:pt x="337" y="409"/>
                    <a:pt x="345" y="415"/>
                    <a:pt x="343" y="420"/>
                  </a:cubicBezTo>
                  <a:cubicBezTo>
                    <a:pt x="357" y="454"/>
                    <a:pt x="351" y="461"/>
                    <a:pt x="357" y="467"/>
                  </a:cubicBezTo>
                  <a:cubicBezTo>
                    <a:pt x="369" y="497"/>
                    <a:pt x="364" y="504"/>
                    <a:pt x="368" y="506"/>
                  </a:cubicBezTo>
                  <a:cubicBezTo>
                    <a:pt x="379" y="543"/>
                    <a:pt x="382" y="551"/>
                    <a:pt x="384" y="558"/>
                  </a:cubicBezTo>
                  <a:cubicBezTo>
                    <a:pt x="390" y="600"/>
                    <a:pt x="393" y="605"/>
                    <a:pt x="388" y="609"/>
                  </a:cubicBezTo>
                  <a:cubicBezTo>
                    <a:pt x="376" y="559"/>
                    <a:pt x="371" y="556"/>
                    <a:pt x="373" y="554"/>
                  </a:cubicBezTo>
                  <a:cubicBezTo>
                    <a:pt x="357" y="504"/>
                    <a:pt x="350" y="497"/>
                    <a:pt x="350" y="491"/>
                  </a:cubicBezTo>
                  <a:cubicBezTo>
                    <a:pt x="323" y="433"/>
                    <a:pt x="327" y="431"/>
                    <a:pt x="324" y="427"/>
                  </a:cubicBezTo>
                  <a:cubicBezTo>
                    <a:pt x="313" y="386"/>
                    <a:pt x="309" y="374"/>
                    <a:pt x="308" y="362"/>
                  </a:cubicBezTo>
                  <a:cubicBezTo>
                    <a:pt x="306" y="320"/>
                    <a:pt x="303" y="314"/>
                    <a:pt x="304" y="308"/>
                  </a:cubicBezTo>
                  <a:cubicBezTo>
                    <a:pt x="303" y="284"/>
                    <a:pt x="306" y="279"/>
                    <a:pt x="306" y="273"/>
                  </a:cubicBezTo>
                  <a:cubicBezTo>
                    <a:pt x="300" y="263"/>
                    <a:pt x="301" y="273"/>
                    <a:pt x="300" y="282"/>
                  </a:cubicBezTo>
                  <a:cubicBezTo>
                    <a:pt x="298" y="301"/>
                    <a:pt x="297" y="305"/>
                    <a:pt x="295" y="310"/>
                  </a:cubicBezTo>
                  <a:cubicBezTo>
                    <a:pt x="307" y="382"/>
                    <a:pt x="302" y="391"/>
                    <a:pt x="310" y="402"/>
                  </a:cubicBezTo>
                  <a:cubicBezTo>
                    <a:pt x="317" y="439"/>
                    <a:pt x="325" y="446"/>
                    <a:pt x="323" y="450"/>
                  </a:cubicBezTo>
                  <a:cubicBezTo>
                    <a:pt x="337" y="478"/>
                    <a:pt x="337" y="489"/>
                    <a:pt x="345" y="500"/>
                  </a:cubicBezTo>
                  <a:cubicBezTo>
                    <a:pt x="352" y="526"/>
                    <a:pt x="359" y="530"/>
                    <a:pt x="355" y="532"/>
                  </a:cubicBezTo>
                  <a:cubicBezTo>
                    <a:pt x="378" y="589"/>
                    <a:pt x="373" y="597"/>
                    <a:pt x="377" y="600"/>
                  </a:cubicBezTo>
                  <a:cubicBezTo>
                    <a:pt x="374" y="595"/>
                    <a:pt x="367" y="591"/>
                    <a:pt x="366" y="588"/>
                  </a:cubicBezTo>
                  <a:cubicBezTo>
                    <a:pt x="355" y="552"/>
                    <a:pt x="348" y="544"/>
                    <a:pt x="350" y="538"/>
                  </a:cubicBezTo>
                  <a:cubicBezTo>
                    <a:pt x="324" y="484"/>
                    <a:pt x="321" y="468"/>
                    <a:pt x="311" y="451"/>
                  </a:cubicBezTo>
                  <a:cubicBezTo>
                    <a:pt x="301" y="423"/>
                    <a:pt x="301" y="419"/>
                    <a:pt x="300" y="415"/>
                  </a:cubicBezTo>
                  <a:cubicBezTo>
                    <a:pt x="290" y="374"/>
                    <a:pt x="287" y="369"/>
                    <a:pt x="289" y="366"/>
                  </a:cubicBezTo>
                  <a:cubicBezTo>
                    <a:pt x="286" y="345"/>
                    <a:pt x="285" y="337"/>
                    <a:pt x="285" y="330"/>
                  </a:cubicBezTo>
                  <a:cubicBezTo>
                    <a:pt x="278" y="309"/>
                    <a:pt x="280" y="316"/>
                    <a:pt x="280" y="319"/>
                  </a:cubicBezTo>
                  <a:cubicBezTo>
                    <a:pt x="279" y="330"/>
                    <a:pt x="279" y="333"/>
                    <a:pt x="279" y="334"/>
                  </a:cubicBezTo>
                  <a:cubicBezTo>
                    <a:pt x="276" y="357"/>
                    <a:pt x="284" y="362"/>
                    <a:pt x="281" y="365"/>
                  </a:cubicBezTo>
                  <a:cubicBezTo>
                    <a:pt x="287" y="400"/>
                    <a:pt x="290" y="404"/>
                    <a:pt x="290" y="407"/>
                  </a:cubicBezTo>
                  <a:cubicBezTo>
                    <a:pt x="314" y="477"/>
                    <a:pt x="313" y="479"/>
                    <a:pt x="313" y="481"/>
                  </a:cubicBezTo>
                  <a:cubicBezTo>
                    <a:pt x="324" y="507"/>
                    <a:pt x="331" y="514"/>
                    <a:pt x="329" y="519"/>
                  </a:cubicBezTo>
                  <a:cubicBezTo>
                    <a:pt x="359" y="601"/>
                    <a:pt x="365" y="601"/>
                    <a:pt x="364" y="609"/>
                  </a:cubicBezTo>
                  <a:cubicBezTo>
                    <a:pt x="371" y="640"/>
                    <a:pt x="372" y="643"/>
                    <a:pt x="374" y="646"/>
                  </a:cubicBezTo>
                  <a:cubicBezTo>
                    <a:pt x="376" y="667"/>
                    <a:pt x="377" y="669"/>
                    <a:pt x="374" y="671"/>
                  </a:cubicBezTo>
                  <a:cubicBezTo>
                    <a:pt x="375" y="687"/>
                    <a:pt x="374" y="690"/>
                    <a:pt x="375" y="692"/>
                  </a:cubicBezTo>
                  <a:cubicBezTo>
                    <a:pt x="370" y="713"/>
                    <a:pt x="369" y="717"/>
                    <a:pt x="367" y="715"/>
                  </a:cubicBezTo>
                  <a:cubicBezTo>
                    <a:pt x="363" y="675"/>
                    <a:pt x="362" y="670"/>
                    <a:pt x="363" y="666"/>
                  </a:cubicBezTo>
                  <a:cubicBezTo>
                    <a:pt x="352" y="608"/>
                    <a:pt x="345" y="610"/>
                    <a:pt x="346" y="605"/>
                  </a:cubicBezTo>
                  <a:cubicBezTo>
                    <a:pt x="334" y="572"/>
                    <a:pt x="329" y="574"/>
                    <a:pt x="329" y="568"/>
                  </a:cubicBezTo>
                  <a:cubicBezTo>
                    <a:pt x="310" y="526"/>
                    <a:pt x="303" y="521"/>
                    <a:pt x="305" y="517"/>
                  </a:cubicBezTo>
                  <a:cubicBezTo>
                    <a:pt x="290" y="492"/>
                    <a:pt x="293" y="489"/>
                    <a:pt x="289" y="484"/>
                  </a:cubicBezTo>
                  <a:cubicBezTo>
                    <a:pt x="272" y="442"/>
                    <a:pt x="272" y="433"/>
                    <a:pt x="267" y="424"/>
                  </a:cubicBezTo>
                  <a:cubicBezTo>
                    <a:pt x="263" y="382"/>
                    <a:pt x="261" y="377"/>
                    <a:pt x="262" y="373"/>
                  </a:cubicBezTo>
                  <a:cubicBezTo>
                    <a:pt x="263" y="332"/>
                    <a:pt x="259" y="327"/>
                    <a:pt x="260" y="323"/>
                  </a:cubicBezTo>
                  <a:cubicBezTo>
                    <a:pt x="255" y="324"/>
                    <a:pt x="255" y="328"/>
                    <a:pt x="258" y="332"/>
                  </a:cubicBezTo>
                  <a:cubicBezTo>
                    <a:pt x="253" y="357"/>
                    <a:pt x="255" y="358"/>
                    <a:pt x="255" y="359"/>
                  </a:cubicBezTo>
                  <a:cubicBezTo>
                    <a:pt x="256" y="372"/>
                    <a:pt x="254" y="373"/>
                    <a:pt x="255" y="376"/>
                  </a:cubicBezTo>
                  <a:cubicBezTo>
                    <a:pt x="262" y="413"/>
                    <a:pt x="257" y="421"/>
                    <a:pt x="262" y="430"/>
                  </a:cubicBezTo>
                  <a:cubicBezTo>
                    <a:pt x="271" y="463"/>
                    <a:pt x="270" y="468"/>
                    <a:pt x="276" y="474"/>
                  </a:cubicBezTo>
                  <a:cubicBezTo>
                    <a:pt x="293" y="525"/>
                    <a:pt x="305" y="537"/>
                    <a:pt x="308" y="549"/>
                  </a:cubicBezTo>
                  <a:cubicBezTo>
                    <a:pt x="326" y="593"/>
                    <a:pt x="338" y="598"/>
                    <a:pt x="333" y="600"/>
                  </a:cubicBezTo>
                  <a:cubicBezTo>
                    <a:pt x="344" y="639"/>
                    <a:pt x="350" y="643"/>
                    <a:pt x="348" y="645"/>
                  </a:cubicBezTo>
                  <a:cubicBezTo>
                    <a:pt x="360" y="675"/>
                    <a:pt x="349" y="681"/>
                    <a:pt x="356" y="679"/>
                  </a:cubicBezTo>
                  <a:cubicBezTo>
                    <a:pt x="356" y="718"/>
                    <a:pt x="357" y="722"/>
                    <a:pt x="358" y="727"/>
                  </a:cubicBezTo>
                  <a:cubicBezTo>
                    <a:pt x="355" y="728"/>
                    <a:pt x="353" y="720"/>
                    <a:pt x="355" y="712"/>
                  </a:cubicBezTo>
                  <a:cubicBezTo>
                    <a:pt x="344" y="656"/>
                    <a:pt x="337" y="650"/>
                    <a:pt x="339" y="647"/>
                  </a:cubicBezTo>
                  <a:cubicBezTo>
                    <a:pt x="327" y="614"/>
                    <a:pt x="329" y="612"/>
                    <a:pt x="327" y="609"/>
                  </a:cubicBezTo>
                  <a:cubicBezTo>
                    <a:pt x="296" y="547"/>
                    <a:pt x="292" y="535"/>
                    <a:pt x="286" y="521"/>
                  </a:cubicBezTo>
                  <a:cubicBezTo>
                    <a:pt x="264" y="475"/>
                    <a:pt x="265" y="471"/>
                    <a:pt x="260" y="465"/>
                  </a:cubicBezTo>
                  <a:cubicBezTo>
                    <a:pt x="247" y="411"/>
                    <a:pt x="246" y="405"/>
                    <a:pt x="244" y="399"/>
                  </a:cubicBezTo>
                  <a:cubicBezTo>
                    <a:pt x="237" y="392"/>
                    <a:pt x="243" y="396"/>
                    <a:pt x="240" y="399"/>
                  </a:cubicBezTo>
                  <a:cubicBezTo>
                    <a:pt x="245" y="450"/>
                    <a:pt x="252" y="456"/>
                    <a:pt x="251" y="460"/>
                  </a:cubicBezTo>
                  <a:cubicBezTo>
                    <a:pt x="278" y="524"/>
                    <a:pt x="284" y="536"/>
                    <a:pt x="288" y="548"/>
                  </a:cubicBezTo>
                  <a:cubicBezTo>
                    <a:pt x="302" y="574"/>
                    <a:pt x="305" y="577"/>
                    <a:pt x="303" y="579"/>
                  </a:cubicBezTo>
                  <a:cubicBezTo>
                    <a:pt x="316" y="612"/>
                    <a:pt x="323" y="618"/>
                    <a:pt x="323" y="624"/>
                  </a:cubicBezTo>
                  <a:cubicBezTo>
                    <a:pt x="325" y="635"/>
                    <a:pt x="328" y="634"/>
                    <a:pt x="329" y="635"/>
                  </a:cubicBezTo>
                  <a:cubicBezTo>
                    <a:pt x="329" y="647"/>
                    <a:pt x="332" y="649"/>
                    <a:pt x="330" y="651"/>
                  </a:cubicBezTo>
                  <a:cubicBezTo>
                    <a:pt x="342" y="695"/>
                    <a:pt x="341" y="702"/>
                    <a:pt x="346" y="710"/>
                  </a:cubicBezTo>
                  <a:cubicBezTo>
                    <a:pt x="344" y="729"/>
                    <a:pt x="346" y="732"/>
                    <a:pt x="343" y="730"/>
                  </a:cubicBezTo>
                  <a:cubicBezTo>
                    <a:pt x="342" y="696"/>
                    <a:pt x="336" y="691"/>
                    <a:pt x="340" y="688"/>
                  </a:cubicBezTo>
                  <a:cubicBezTo>
                    <a:pt x="322" y="644"/>
                    <a:pt x="323" y="635"/>
                    <a:pt x="319" y="625"/>
                  </a:cubicBezTo>
                  <a:cubicBezTo>
                    <a:pt x="304" y="603"/>
                    <a:pt x="309" y="596"/>
                    <a:pt x="304" y="598"/>
                  </a:cubicBezTo>
                  <a:cubicBezTo>
                    <a:pt x="283" y="562"/>
                    <a:pt x="281" y="562"/>
                    <a:pt x="280" y="557"/>
                  </a:cubicBezTo>
                  <a:cubicBezTo>
                    <a:pt x="239" y="483"/>
                    <a:pt x="234" y="468"/>
                    <a:pt x="227" y="453"/>
                  </a:cubicBezTo>
                  <a:cubicBezTo>
                    <a:pt x="222" y="406"/>
                    <a:pt x="214" y="401"/>
                    <a:pt x="217" y="399"/>
                  </a:cubicBezTo>
                  <a:cubicBezTo>
                    <a:pt x="210" y="368"/>
                    <a:pt x="206" y="371"/>
                    <a:pt x="209" y="374"/>
                  </a:cubicBezTo>
                  <a:cubicBezTo>
                    <a:pt x="211" y="412"/>
                    <a:pt x="214" y="416"/>
                    <a:pt x="212" y="419"/>
                  </a:cubicBezTo>
                  <a:cubicBezTo>
                    <a:pt x="217" y="447"/>
                    <a:pt x="220" y="451"/>
                    <a:pt x="218" y="454"/>
                  </a:cubicBezTo>
                  <a:cubicBezTo>
                    <a:pt x="237" y="486"/>
                    <a:pt x="228" y="488"/>
                    <a:pt x="233" y="492"/>
                  </a:cubicBezTo>
                  <a:cubicBezTo>
                    <a:pt x="243" y="506"/>
                    <a:pt x="241" y="507"/>
                    <a:pt x="243" y="510"/>
                  </a:cubicBezTo>
                  <a:cubicBezTo>
                    <a:pt x="273" y="563"/>
                    <a:pt x="281" y="573"/>
                    <a:pt x="290" y="592"/>
                  </a:cubicBezTo>
                  <a:cubicBezTo>
                    <a:pt x="313" y="641"/>
                    <a:pt x="320" y="646"/>
                    <a:pt x="317" y="650"/>
                  </a:cubicBezTo>
                  <a:cubicBezTo>
                    <a:pt x="324" y="674"/>
                    <a:pt x="328" y="677"/>
                    <a:pt x="326" y="679"/>
                  </a:cubicBezTo>
                  <a:cubicBezTo>
                    <a:pt x="331" y="728"/>
                    <a:pt x="335" y="734"/>
                    <a:pt x="335" y="739"/>
                  </a:cubicBezTo>
                  <a:cubicBezTo>
                    <a:pt x="329" y="772"/>
                    <a:pt x="335" y="778"/>
                    <a:pt x="329" y="782"/>
                  </a:cubicBezTo>
                  <a:cubicBezTo>
                    <a:pt x="329" y="760"/>
                    <a:pt x="324" y="756"/>
                    <a:pt x="326" y="754"/>
                  </a:cubicBezTo>
                  <a:cubicBezTo>
                    <a:pt x="316" y="694"/>
                    <a:pt x="311" y="688"/>
                    <a:pt x="312" y="684"/>
                  </a:cubicBezTo>
                  <a:cubicBezTo>
                    <a:pt x="303" y="664"/>
                    <a:pt x="300" y="660"/>
                    <a:pt x="297" y="655"/>
                  </a:cubicBezTo>
                  <a:cubicBezTo>
                    <a:pt x="277" y="614"/>
                    <a:pt x="276" y="603"/>
                    <a:pt x="266" y="592"/>
                  </a:cubicBezTo>
                  <a:cubicBezTo>
                    <a:pt x="229" y="512"/>
                    <a:pt x="224" y="509"/>
                    <a:pt x="226" y="507"/>
                  </a:cubicBezTo>
                  <a:cubicBezTo>
                    <a:pt x="219" y="487"/>
                    <a:pt x="218" y="484"/>
                    <a:pt x="215" y="481"/>
                  </a:cubicBezTo>
                  <a:cubicBezTo>
                    <a:pt x="207" y="434"/>
                    <a:pt x="204" y="427"/>
                    <a:pt x="203" y="421"/>
                  </a:cubicBezTo>
                  <a:cubicBezTo>
                    <a:pt x="200" y="407"/>
                    <a:pt x="202" y="403"/>
                    <a:pt x="198" y="400"/>
                  </a:cubicBezTo>
                  <a:cubicBezTo>
                    <a:pt x="196" y="424"/>
                    <a:pt x="202" y="423"/>
                    <a:pt x="200" y="426"/>
                  </a:cubicBezTo>
                  <a:cubicBezTo>
                    <a:pt x="204" y="466"/>
                    <a:pt x="207" y="469"/>
                    <a:pt x="205" y="471"/>
                  </a:cubicBezTo>
                  <a:cubicBezTo>
                    <a:pt x="232" y="535"/>
                    <a:pt x="234" y="550"/>
                    <a:pt x="247" y="566"/>
                  </a:cubicBezTo>
                  <a:cubicBezTo>
                    <a:pt x="301" y="688"/>
                    <a:pt x="306" y="693"/>
                    <a:pt x="305" y="698"/>
                  </a:cubicBezTo>
                  <a:cubicBezTo>
                    <a:pt x="318" y="764"/>
                    <a:pt x="321" y="768"/>
                    <a:pt x="316" y="771"/>
                  </a:cubicBezTo>
                  <a:cubicBezTo>
                    <a:pt x="320" y="797"/>
                    <a:pt x="318" y="798"/>
                    <a:pt x="320" y="800"/>
                  </a:cubicBezTo>
                  <a:cubicBezTo>
                    <a:pt x="311" y="765"/>
                    <a:pt x="308" y="755"/>
                    <a:pt x="311" y="746"/>
                  </a:cubicBezTo>
                  <a:cubicBezTo>
                    <a:pt x="292" y="699"/>
                    <a:pt x="295" y="695"/>
                    <a:pt x="291" y="689"/>
                  </a:cubicBezTo>
                  <a:cubicBezTo>
                    <a:pt x="279" y="664"/>
                    <a:pt x="281" y="659"/>
                    <a:pt x="274" y="652"/>
                  </a:cubicBezTo>
                  <a:cubicBezTo>
                    <a:pt x="272" y="634"/>
                    <a:pt x="265" y="630"/>
                    <a:pt x="264" y="627"/>
                  </a:cubicBezTo>
                  <a:cubicBezTo>
                    <a:pt x="258" y="606"/>
                    <a:pt x="250" y="601"/>
                    <a:pt x="253" y="598"/>
                  </a:cubicBezTo>
                  <a:cubicBezTo>
                    <a:pt x="219" y="535"/>
                    <a:pt x="210" y="531"/>
                    <a:pt x="213" y="526"/>
                  </a:cubicBezTo>
                  <a:cubicBezTo>
                    <a:pt x="196" y="496"/>
                    <a:pt x="200" y="495"/>
                    <a:pt x="199" y="493"/>
                  </a:cubicBezTo>
                  <a:cubicBezTo>
                    <a:pt x="188" y="444"/>
                    <a:pt x="183" y="435"/>
                    <a:pt x="184" y="427"/>
                  </a:cubicBezTo>
                  <a:cubicBezTo>
                    <a:pt x="176" y="409"/>
                    <a:pt x="175" y="415"/>
                    <a:pt x="176" y="421"/>
                  </a:cubicBezTo>
                  <a:cubicBezTo>
                    <a:pt x="180" y="443"/>
                    <a:pt x="180" y="448"/>
                    <a:pt x="180" y="452"/>
                  </a:cubicBezTo>
                  <a:cubicBezTo>
                    <a:pt x="181" y="498"/>
                    <a:pt x="184" y="526"/>
                    <a:pt x="195" y="545"/>
                  </a:cubicBezTo>
                  <a:cubicBezTo>
                    <a:pt x="206" y="572"/>
                    <a:pt x="208" y="569"/>
                    <a:pt x="211" y="577"/>
                  </a:cubicBezTo>
                  <a:cubicBezTo>
                    <a:pt x="236" y="627"/>
                    <a:pt x="240" y="630"/>
                    <a:pt x="238" y="632"/>
                  </a:cubicBezTo>
                  <a:cubicBezTo>
                    <a:pt x="260" y="671"/>
                    <a:pt x="263" y="679"/>
                    <a:pt x="270" y="687"/>
                  </a:cubicBezTo>
                  <a:cubicBezTo>
                    <a:pt x="277" y="703"/>
                    <a:pt x="278" y="705"/>
                    <a:pt x="280" y="707"/>
                  </a:cubicBezTo>
                  <a:cubicBezTo>
                    <a:pt x="284" y="736"/>
                    <a:pt x="293" y="745"/>
                    <a:pt x="290" y="751"/>
                  </a:cubicBezTo>
                  <a:cubicBezTo>
                    <a:pt x="300" y="786"/>
                    <a:pt x="298" y="788"/>
                    <a:pt x="301" y="790"/>
                  </a:cubicBezTo>
                  <a:cubicBezTo>
                    <a:pt x="285" y="760"/>
                    <a:pt x="280" y="751"/>
                    <a:pt x="281" y="743"/>
                  </a:cubicBezTo>
                  <a:cubicBezTo>
                    <a:pt x="267" y="717"/>
                    <a:pt x="263" y="712"/>
                    <a:pt x="264" y="709"/>
                  </a:cubicBezTo>
                  <a:cubicBezTo>
                    <a:pt x="248" y="682"/>
                    <a:pt x="246" y="670"/>
                    <a:pt x="242" y="658"/>
                  </a:cubicBezTo>
                  <a:cubicBezTo>
                    <a:pt x="179" y="534"/>
                    <a:pt x="172" y="518"/>
                    <a:pt x="162" y="502"/>
                  </a:cubicBezTo>
                  <a:cubicBezTo>
                    <a:pt x="145" y="444"/>
                    <a:pt x="148" y="430"/>
                    <a:pt x="143" y="415"/>
                  </a:cubicBezTo>
                  <a:cubicBezTo>
                    <a:pt x="140" y="444"/>
                    <a:pt x="143" y="452"/>
                    <a:pt x="143" y="459"/>
                  </a:cubicBezTo>
                  <a:cubicBezTo>
                    <a:pt x="153" y="499"/>
                    <a:pt x="156" y="503"/>
                    <a:pt x="155" y="507"/>
                  </a:cubicBezTo>
                  <a:cubicBezTo>
                    <a:pt x="184" y="563"/>
                    <a:pt x="185" y="565"/>
                    <a:pt x="185" y="569"/>
                  </a:cubicBezTo>
                  <a:cubicBezTo>
                    <a:pt x="202" y="603"/>
                    <a:pt x="208" y="605"/>
                    <a:pt x="207" y="612"/>
                  </a:cubicBezTo>
                  <a:cubicBezTo>
                    <a:pt x="217" y="641"/>
                    <a:pt x="230" y="639"/>
                    <a:pt x="224" y="644"/>
                  </a:cubicBezTo>
                  <a:cubicBezTo>
                    <a:pt x="287" y="796"/>
                    <a:pt x="292" y="802"/>
                    <a:pt x="291" y="807"/>
                  </a:cubicBezTo>
                  <a:cubicBezTo>
                    <a:pt x="298" y="844"/>
                    <a:pt x="299" y="847"/>
                    <a:pt x="297" y="849"/>
                  </a:cubicBezTo>
                  <a:cubicBezTo>
                    <a:pt x="295" y="844"/>
                    <a:pt x="294" y="840"/>
                    <a:pt x="292" y="836"/>
                  </a:cubicBezTo>
                  <a:cubicBezTo>
                    <a:pt x="285" y="809"/>
                    <a:pt x="281" y="804"/>
                    <a:pt x="278" y="799"/>
                  </a:cubicBezTo>
                  <a:cubicBezTo>
                    <a:pt x="255" y="746"/>
                    <a:pt x="249" y="747"/>
                    <a:pt x="250" y="741"/>
                  </a:cubicBezTo>
                  <a:cubicBezTo>
                    <a:pt x="223" y="694"/>
                    <a:pt x="225" y="692"/>
                    <a:pt x="223" y="689"/>
                  </a:cubicBezTo>
                  <a:cubicBezTo>
                    <a:pt x="216" y="674"/>
                    <a:pt x="215" y="671"/>
                    <a:pt x="212" y="667"/>
                  </a:cubicBezTo>
                  <a:cubicBezTo>
                    <a:pt x="201" y="644"/>
                    <a:pt x="195" y="640"/>
                    <a:pt x="198" y="638"/>
                  </a:cubicBezTo>
                  <a:cubicBezTo>
                    <a:pt x="149" y="549"/>
                    <a:pt x="156" y="559"/>
                    <a:pt x="157" y="567"/>
                  </a:cubicBezTo>
                  <a:cubicBezTo>
                    <a:pt x="160" y="580"/>
                    <a:pt x="164" y="583"/>
                    <a:pt x="165" y="586"/>
                  </a:cubicBezTo>
                  <a:cubicBezTo>
                    <a:pt x="177" y="613"/>
                    <a:pt x="172" y="614"/>
                    <a:pt x="179" y="618"/>
                  </a:cubicBezTo>
                  <a:cubicBezTo>
                    <a:pt x="187" y="642"/>
                    <a:pt x="191" y="644"/>
                    <a:pt x="192" y="647"/>
                  </a:cubicBezTo>
                  <a:cubicBezTo>
                    <a:pt x="208" y="677"/>
                    <a:pt x="206" y="681"/>
                    <a:pt x="209" y="680"/>
                  </a:cubicBezTo>
                  <a:cubicBezTo>
                    <a:pt x="229" y="715"/>
                    <a:pt x="236" y="735"/>
                    <a:pt x="245" y="754"/>
                  </a:cubicBezTo>
                  <a:cubicBezTo>
                    <a:pt x="265" y="789"/>
                    <a:pt x="268" y="793"/>
                    <a:pt x="268" y="796"/>
                  </a:cubicBezTo>
                  <a:cubicBezTo>
                    <a:pt x="284" y="831"/>
                    <a:pt x="281" y="834"/>
                    <a:pt x="283" y="837"/>
                  </a:cubicBezTo>
                  <a:cubicBezTo>
                    <a:pt x="287" y="855"/>
                    <a:pt x="283" y="857"/>
                    <a:pt x="287" y="859"/>
                  </a:cubicBezTo>
                  <a:cubicBezTo>
                    <a:pt x="285" y="886"/>
                    <a:pt x="282" y="878"/>
                    <a:pt x="285" y="870"/>
                  </a:cubicBezTo>
                  <a:cubicBezTo>
                    <a:pt x="268" y="821"/>
                    <a:pt x="270" y="819"/>
                    <a:pt x="268" y="816"/>
                  </a:cubicBezTo>
                  <a:cubicBezTo>
                    <a:pt x="259" y="786"/>
                    <a:pt x="252" y="782"/>
                    <a:pt x="251" y="779"/>
                  </a:cubicBezTo>
                  <a:cubicBezTo>
                    <a:pt x="234" y="751"/>
                    <a:pt x="238" y="749"/>
                    <a:pt x="234" y="745"/>
                  </a:cubicBezTo>
                  <a:cubicBezTo>
                    <a:pt x="205" y="692"/>
                    <a:pt x="202" y="688"/>
                    <a:pt x="199" y="684"/>
                  </a:cubicBezTo>
                  <a:cubicBezTo>
                    <a:pt x="177" y="630"/>
                    <a:pt x="166" y="611"/>
                    <a:pt x="158" y="593"/>
                  </a:cubicBezTo>
                  <a:cubicBezTo>
                    <a:pt x="147" y="546"/>
                    <a:pt x="142" y="548"/>
                    <a:pt x="140" y="540"/>
                  </a:cubicBezTo>
                  <a:cubicBezTo>
                    <a:pt x="140" y="522"/>
                    <a:pt x="138" y="522"/>
                    <a:pt x="136" y="521"/>
                  </a:cubicBezTo>
                  <a:cubicBezTo>
                    <a:pt x="130" y="496"/>
                    <a:pt x="129" y="493"/>
                    <a:pt x="131" y="490"/>
                  </a:cubicBezTo>
                  <a:cubicBezTo>
                    <a:pt x="122" y="493"/>
                    <a:pt x="128" y="497"/>
                    <a:pt x="125" y="499"/>
                  </a:cubicBezTo>
                  <a:cubicBezTo>
                    <a:pt x="131" y="527"/>
                    <a:pt x="132" y="536"/>
                    <a:pt x="136" y="545"/>
                  </a:cubicBezTo>
                  <a:cubicBezTo>
                    <a:pt x="139" y="569"/>
                    <a:pt x="140" y="574"/>
                    <a:pt x="139" y="580"/>
                  </a:cubicBezTo>
                  <a:cubicBezTo>
                    <a:pt x="160" y="639"/>
                    <a:pt x="161" y="642"/>
                    <a:pt x="159" y="645"/>
                  </a:cubicBezTo>
                  <a:cubicBezTo>
                    <a:pt x="169" y="668"/>
                    <a:pt x="176" y="672"/>
                    <a:pt x="172" y="674"/>
                  </a:cubicBezTo>
                  <a:cubicBezTo>
                    <a:pt x="200" y="724"/>
                    <a:pt x="201" y="738"/>
                    <a:pt x="214" y="755"/>
                  </a:cubicBezTo>
                  <a:cubicBezTo>
                    <a:pt x="236" y="805"/>
                    <a:pt x="246" y="814"/>
                    <a:pt x="247" y="821"/>
                  </a:cubicBezTo>
                  <a:cubicBezTo>
                    <a:pt x="268" y="868"/>
                    <a:pt x="261" y="870"/>
                    <a:pt x="266" y="874"/>
                  </a:cubicBezTo>
                  <a:cubicBezTo>
                    <a:pt x="224" y="800"/>
                    <a:pt x="220" y="795"/>
                    <a:pt x="217" y="789"/>
                  </a:cubicBezTo>
                  <a:cubicBezTo>
                    <a:pt x="185" y="740"/>
                    <a:pt x="190" y="733"/>
                    <a:pt x="185" y="736"/>
                  </a:cubicBezTo>
                  <a:cubicBezTo>
                    <a:pt x="171" y="702"/>
                    <a:pt x="168" y="697"/>
                    <a:pt x="166" y="693"/>
                  </a:cubicBezTo>
                  <a:cubicBezTo>
                    <a:pt x="134" y="606"/>
                    <a:pt x="125" y="601"/>
                    <a:pt x="129" y="597"/>
                  </a:cubicBezTo>
                  <a:cubicBezTo>
                    <a:pt x="119" y="542"/>
                    <a:pt x="118" y="540"/>
                    <a:pt x="116" y="538"/>
                  </a:cubicBezTo>
                  <a:cubicBezTo>
                    <a:pt x="111" y="539"/>
                    <a:pt x="113" y="558"/>
                    <a:pt x="117" y="576"/>
                  </a:cubicBezTo>
                  <a:cubicBezTo>
                    <a:pt x="141" y="650"/>
                    <a:pt x="140" y="667"/>
                    <a:pt x="151" y="685"/>
                  </a:cubicBezTo>
                  <a:cubicBezTo>
                    <a:pt x="194" y="767"/>
                    <a:pt x="201" y="774"/>
                    <a:pt x="207" y="789"/>
                  </a:cubicBezTo>
                  <a:cubicBezTo>
                    <a:pt x="228" y="836"/>
                    <a:pt x="240" y="840"/>
                    <a:pt x="235" y="842"/>
                  </a:cubicBezTo>
                  <a:cubicBezTo>
                    <a:pt x="251" y="882"/>
                    <a:pt x="258" y="889"/>
                    <a:pt x="255" y="894"/>
                  </a:cubicBezTo>
                  <a:cubicBezTo>
                    <a:pt x="228" y="846"/>
                    <a:pt x="227" y="844"/>
                    <a:pt x="225" y="842"/>
                  </a:cubicBezTo>
                  <a:cubicBezTo>
                    <a:pt x="212" y="821"/>
                    <a:pt x="210" y="822"/>
                    <a:pt x="209" y="820"/>
                  </a:cubicBezTo>
                  <a:cubicBezTo>
                    <a:pt x="166" y="769"/>
                    <a:pt x="157" y="757"/>
                    <a:pt x="144" y="743"/>
                  </a:cubicBezTo>
                  <a:cubicBezTo>
                    <a:pt x="123" y="700"/>
                    <a:pt x="116" y="696"/>
                    <a:pt x="115" y="693"/>
                  </a:cubicBezTo>
                  <a:cubicBezTo>
                    <a:pt x="107" y="669"/>
                    <a:pt x="105" y="663"/>
                    <a:pt x="101" y="657"/>
                  </a:cubicBezTo>
                  <a:cubicBezTo>
                    <a:pt x="96" y="630"/>
                    <a:pt x="93" y="623"/>
                    <a:pt x="91" y="615"/>
                  </a:cubicBezTo>
                  <a:cubicBezTo>
                    <a:pt x="87" y="604"/>
                    <a:pt x="82" y="608"/>
                    <a:pt x="85" y="614"/>
                  </a:cubicBezTo>
                  <a:cubicBezTo>
                    <a:pt x="95" y="654"/>
                    <a:pt x="92" y="660"/>
                    <a:pt x="95" y="666"/>
                  </a:cubicBezTo>
                  <a:cubicBezTo>
                    <a:pt x="154" y="770"/>
                    <a:pt x="155" y="771"/>
                    <a:pt x="161" y="778"/>
                  </a:cubicBezTo>
                  <a:cubicBezTo>
                    <a:pt x="204" y="829"/>
                    <a:pt x="208" y="830"/>
                    <a:pt x="211" y="836"/>
                  </a:cubicBezTo>
                  <a:cubicBezTo>
                    <a:pt x="249" y="919"/>
                    <a:pt x="255" y="928"/>
                    <a:pt x="253" y="935"/>
                  </a:cubicBezTo>
                  <a:cubicBezTo>
                    <a:pt x="253" y="956"/>
                    <a:pt x="256" y="954"/>
                    <a:pt x="252" y="951"/>
                  </a:cubicBezTo>
                  <a:cubicBezTo>
                    <a:pt x="255" y="941"/>
                    <a:pt x="249" y="937"/>
                    <a:pt x="247" y="934"/>
                  </a:cubicBezTo>
                  <a:cubicBezTo>
                    <a:pt x="223" y="877"/>
                    <a:pt x="219" y="872"/>
                    <a:pt x="216" y="866"/>
                  </a:cubicBezTo>
                  <a:cubicBezTo>
                    <a:pt x="166" y="796"/>
                    <a:pt x="160" y="792"/>
                    <a:pt x="155" y="782"/>
                  </a:cubicBezTo>
                  <a:cubicBezTo>
                    <a:pt x="107" y="716"/>
                    <a:pt x="103" y="719"/>
                    <a:pt x="103" y="714"/>
                  </a:cubicBezTo>
                  <a:cubicBezTo>
                    <a:pt x="85" y="675"/>
                    <a:pt x="83" y="673"/>
                    <a:pt x="82" y="671"/>
                  </a:cubicBezTo>
                  <a:cubicBezTo>
                    <a:pt x="79" y="658"/>
                    <a:pt x="74" y="655"/>
                    <a:pt x="76" y="653"/>
                  </a:cubicBezTo>
                  <a:cubicBezTo>
                    <a:pt x="72" y="651"/>
                    <a:pt x="73" y="653"/>
                    <a:pt x="70" y="654"/>
                  </a:cubicBezTo>
                  <a:cubicBezTo>
                    <a:pt x="78" y="674"/>
                    <a:pt x="75" y="677"/>
                    <a:pt x="80" y="682"/>
                  </a:cubicBezTo>
                  <a:cubicBezTo>
                    <a:pt x="93" y="713"/>
                    <a:pt x="99" y="721"/>
                    <a:pt x="102" y="730"/>
                  </a:cubicBezTo>
                  <a:cubicBezTo>
                    <a:pt x="168" y="818"/>
                    <a:pt x="173" y="816"/>
                    <a:pt x="176" y="821"/>
                  </a:cubicBezTo>
                  <a:cubicBezTo>
                    <a:pt x="206" y="868"/>
                    <a:pt x="208" y="871"/>
                    <a:pt x="210" y="875"/>
                  </a:cubicBezTo>
                  <a:cubicBezTo>
                    <a:pt x="237" y="926"/>
                    <a:pt x="238" y="934"/>
                    <a:pt x="240" y="942"/>
                  </a:cubicBezTo>
                  <a:cubicBezTo>
                    <a:pt x="254" y="974"/>
                    <a:pt x="251" y="976"/>
                    <a:pt x="252" y="978"/>
                  </a:cubicBezTo>
                  <a:cubicBezTo>
                    <a:pt x="244" y="978"/>
                    <a:pt x="245" y="972"/>
                    <a:pt x="245" y="965"/>
                  </a:cubicBezTo>
                  <a:cubicBezTo>
                    <a:pt x="220" y="909"/>
                    <a:pt x="215" y="897"/>
                    <a:pt x="207" y="885"/>
                  </a:cubicBezTo>
                  <a:cubicBezTo>
                    <a:pt x="195" y="866"/>
                    <a:pt x="195" y="864"/>
                    <a:pt x="193" y="865"/>
                  </a:cubicBezTo>
                  <a:cubicBezTo>
                    <a:pt x="179" y="855"/>
                    <a:pt x="185" y="844"/>
                    <a:pt x="180" y="848"/>
                  </a:cubicBezTo>
                  <a:cubicBezTo>
                    <a:pt x="148" y="807"/>
                    <a:pt x="140" y="795"/>
                    <a:pt x="131" y="783"/>
                  </a:cubicBezTo>
                  <a:cubicBezTo>
                    <a:pt x="118" y="762"/>
                    <a:pt x="110" y="755"/>
                    <a:pt x="106" y="749"/>
                  </a:cubicBezTo>
                  <a:cubicBezTo>
                    <a:pt x="80" y="696"/>
                    <a:pt x="80" y="694"/>
                    <a:pt x="80" y="692"/>
                  </a:cubicBezTo>
                  <a:cubicBezTo>
                    <a:pt x="71" y="664"/>
                    <a:pt x="69" y="658"/>
                    <a:pt x="65" y="661"/>
                  </a:cubicBezTo>
                  <a:cubicBezTo>
                    <a:pt x="71" y="688"/>
                    <a:pt x="73" y="693"/>
                    <a:pt x="76" y="697"/>
                  </a:cubicBezTo>
                  <a:cubicBezTo>
                    <a:pt x="113" y="772"/>
                    <a:pt x="120" y="781"/>
                    <a:pt x="125" y="789"/>
                  </a:cubicBezTo>
                  <a:cubicBezTo>
                    <a:pt x="135" y="803"/>
                    <a:pt x="136" y="809"/>
                    <a:pt x="140" y="813"/>
                  </a:cubicBezTo>
                  <a:cubicBezTo>
                    <a:pt x="178" y="859"/>
                    <a:pt x="181" y="858"/>
                    <a:pt x="179" y="860"/>
                  </a:cubicBezTo>
                  <a:cubicBezTo>
                    <a:pt x="193" y="881"/>
                    <a:pt x="195" y="882"/>
                    <a:pt x="198" y="889"/>
                  </a:cubicBezTo>
                  <a:cubicBezTo>
                    <a:pt x="227" y="944"/>
                    <a:pt x="231" y="952"/>
                    <a:pt x="235" y="961"/>
                  </a:cubicBezTo>
                  <a:cubicBezTo>
                    <a:pt x="244" y="999"/>
                    <a:pt x="243" y="1002"/>
                    <a:pt x="242" y="1005"/>
                  </a:cubicBezTo>
                  <a:cubicBezTo>
                    <a:pt x="238" y="996"/>
                    <a:pt x="233" y="991"/>
                    <a:pt x="234" y="988"/>
                  </a:cubicBezTo>
                  <a:cubicBezTo>
                    <a:pt x="225" y="962"/>
                    <a:pt x="224" y="959"/>
                    <a:pt x="222" y="957"/>
                  </a:cubicBezTo>
                  <a:cubicBezTo>
                    <a:pt x="210" y="930"/>
                    <a:pt x="207" y="921"/>
                    <a:pt x="204" y="912"/>
                  </a:cubicBezTo>
                  <a:cubicBezTo>
                    <a:pt x="190" y="898"/>
                    <a:pt x="190" y="892"/>
                    <a:pt x="189" y="891"/>
                  </a:cubicBezTo>
                  <a:cubicBezTo>
                    <a:pt x="171" y="869"/>
                    <a:pt x="172" y="868"/>
                    <a:pt x="171" y="866"/>
                  </a:cubicBezTo>
                  <a:cubicBezTo>
                    <a:pt x="166" y="860"/>
                    <a:pt x="165" y="861"/>
                    <a:pt x="164" y="859"/>
                  </a:cubicBezTo>
                  <a:cubicBezTo>
                    <a:pt x="156" y="850"/>
                    <a:pt x="152" y="845"/>
                    <a:pt x="148" y="841"/>
                  </a:cubicBezTo>
                  <a:cubicBezTo>
                    <a:pt x="65" y="711"/>
                    <a:pt x="53" y="694"/>
                    <a:pt x="50" y="678"/>
                  </a:cubicBezTo>
                  <a:cubicBezTo>
                    <a:pt x="50" y="701"/>
                    <a:pt x="55" y="704"/>
                    <a:pt x="53" y="706"/>
                  </a:cubicBezTo>
                  <a:cubicBezTo>
                    <a:pt x="169" y="875"/>
                    <a:pt x="172" y="884"/>
                    <a:pt x="197" y="919"/>
                  </a:cubicBezTo>
                  <a:cubicBezTo>
                    <a:pt x="218" y="976"/>
                    <a:pt x="221" y="979"/>
                    <a:pt x="224" y="983"/>
                  </a:cubicBezTo>
                  <a:cubicBezTo>
                    <a:pt x="228" y="1009"/>
                    <a:pt x="232" y="1014"/>
                    <a:pt x="228" y="1017"/>
                  </a:cubicBezTo>
                  <a:cubicBezTo>
                    <a:pt x="224" y="1004"/>
                    <a:pt x="219" y="996"/>
                    <a:pt x="221" y="990"/>
                  </a:cubicBezTo>
                  <a:cubicBezTo>
                    <a:pt x="201" y="949"/>
                    <a:pt x="198" y="938"/>
                    <a:pt x="196" y="934"/>
                  </a:cubicBezTo>
                  <a:cubicBezTo>
                    <a:pt x="166" y="892"/>
                    <a:pt x="165" y="887"/>
                    <a:pt x="163" y="885"/>
                  </a:cubicBezTo>
                  <a:cubicBezTo>
                    <a:pt x="129" y="843"/>
                    <a:pt x="120" y="840"/>
                    <a:pt x="115" y="826"/>
                  </a:cubicBezTo>
                  <a:cubicBezTo>
                    <a:pt x="95" y="810"/>
                    <a:pt x="100" y="803"/>
                    <a:pt x="95" y="801"/>
                  </a:cubicBezTo>
                  <a:cubicBezTo>
                    <a:pt x="58" y="746"/>
                    <a:pt x="61" y="750"/>
                    <a:pt x="63" y="753"/>
                  </a:cubicBezTo>
                  <a:cubicBezTo>
                    <a:pt x="73" y="778"/>
                    <a:pt x="76" y="782"/>
                    <a:pt x="79" y="786"/>
                  </a:cubicBezTo>
                  <a:cubicBezTo>
                    <a:pt x="96" y="817"/>
                    <a:pt x="95" y="817"/>
                    <a:pt x="101" y="826"/>
                  </a:cubicBezTo>
                  <a:cubicBezTo>
                    <a:pt x="112" y="844"/>
                    <a:pt x="119" y="843"/>
                    <a:pt x="118" y="851"/>
                  </a:cubicBezTo>
                  <a:cubicBezTo>
                    <a:pt x="187" y="941"/>
                    <a:pt x="193" y="948"/>
                    <a:pt x="198" y="955"/>
                  </a:cubicBezTo>
                  <a:cubicBezTo>
                    <a:pt x="206" y="972"/>
                    <a:pt x="204" y="974"/>
                    <a:pt x="206" y="976"/>
                  </a:cubicBezTo>
                  <a:cubicBezTo>
                    <a:pt x="210" y="996"/>
                    <a:pt x="210" y="999"/>
                    <a:pt x="212" y="1001"/>
                  </a:cubicBezTo>
                  <a:cubicBezTo>
                    <a:pt x="219" y="1030"/>
                    <a:pt x="221" y="1035"/>
                    <a:pt x="219" y="1038"/>
                  </a:cubicBezTo>
                  <a:cubicBezTo>
                    <a:pt x="213" y="1023"/>
                    <a:pt x="208" y="1019"/>
                    <a:pt x="207" y="1015"/>
                  </a:cubicBezTo>
                  <a:cubicBezTo>
                    <a:pt x="176" y="958"/>
                    <a:pt x="173" y="948"/>
                    <a:pt x="164" y="941"/>
                  </a:cubicBezTo>
                  <a:cubicBezTo>
                    <a:pt x="138" y="898"/>
                    <a:pt x="141" y="893"/>
                    <a:pt x="136" y="892"/>
                  </a:cubicBezTo>
                  <a:cubicBezTo>
                    <a:pt x="80" y="806"/>
                    <a:pt x="75" y="794"/>
                    <a:pt x="68" y="781"/>
                  </a:cubicBezTo>
                  <a:cubicBezTo>
                    <a:pt x="55" y="735"/>
                    <a:pt x="49" y="731"/>
                    <a:pt x="52" y="729"/>
                  </a:cubicBezTo>
                  <a:cubicBezTo>
                    <a:pt x="46" y="719"/>
                    <a:pt x="43" y="724"/>
                    <a:pt x="46" y="731"/>
                  </a:cubicBezTo>
                  <a:cubicBezTo>
                    <a:pt x="61" y="773"/>
                    <a:pt x="58" y="778"/>
                    <a:pt x="63" y="785"/>
                  </a:cubicBezTo>
                  <a:cubicBezTo>
                    <a:pt x="108" y="861"/>
                    <a:pt x="106" y="867"/>
                    <a:pt x="113" y="874"/>
                  </a:cubicBezTo>
                  <a:cubicBezTo>
                    <a:pt x="153" y="937"/>
                    <a:pt x="160" y="950"/>
                    <a:pt x="170" y="963"/>
                  </a:cubicBezTo>
                  <a:cubicBezTo>
                    <a:pt x="201" y="1018"/>
                    <a:pt x="197" y="1023"/>
                    <a:pt x="203" y="1030"/>
                  </a:cubicBezTo>
                  <a:cubicBezTo>
                    <a:pt x="212" y="1054"/>
                    <a:pt x="211" y="1060"/>
                    <a:pt x="215" y="1066"/>
                  </a:cubicBezTo>
                  <a:cubicBezTo>
                    <a:pt x="213" y="1076"/>
                    <a:pt x="211" y="1072"/>
                    <a:pt x="209" y="1068"/>
                  </a:cubicBezTo>
                  <a:cubicBezTo>
                    <a:pt x="192" y="1018"/>
                    <a:pt x="185" y="1004"/>
                    <a:pt x="179" y="986"/>
                  </a:cubicBezTo>
                  <a:cubicBezTo>
                    <a:pt x="167" y="965"/>
                    <a:pt x="163" y="959"/>
                    <a:pt x="162" y="959"/>
                  </a:cubicBezTo>
                  <a:cubicBezTo>
                    <a:pt x="150" y="943"/>
                    <a:pt x="146" y="939"/>
                    <a:pt x="143" y="936"/>
                  </a:cubicBezTo>
                  <a:cubicBezTo>
                    <a:pt x="94" y="874"/>
                    <a:pt x="79" y="852"/>
                    <a:pt x="64" y="833"/>
                  </a:cubicBezTo>
                  <a:cubicBezTo>
                    <a:pt x="39" y="757"/>
                    <a:pt x="29" y="752"/>
                    <a:pt x="35" y="749"/>
                  </a:cubicBezTo>
                  <a:cubicBezTo>
                    <a:pt x="29" y="755"/>
                    <a:pt x="31" y="759"/>
                    <a:pt x="33" y="763"/>
                  </a:cubicBezTo>
                  <a:cubicBezTo>
                    <a:pt x="44" y="793"/>
                    <a:pt x="39" y="799"/>
                    <a:pt x="45" y="807"/>
                  </a:cubicBezTo>
                  <a:cubicBezTo>
                    <a:pt x="89" y="874"/>
                    <a:pt x="113" y="915"/>
                    <a:pt x="129" y="931"/>
                  </a:cubicBezTo>
                  <a:cubicBezTo>
                    <a:pt x="153" y="967"/>
                    <a:pt x="164" y="977"/>
                    <a:pt x="170" y="987"/>
                  </a:cubicBezTo>
                  <a:cubicBezTo>
                    <a:pt x="186" y="1036"/>
                    <a:pt x="176" y="1025"/>
                    <a:pt x="171" y="1012"/>
                  </a:cubicBezTo>
                  <a:cubicBezTo>
                    <a:pt x="150" y="985"/>
                    <a:pt x="142" y="980"/>
                    <a:pt x="145" y="976"/>
                  </a:cubicBezTo>
                  <a:cubicBezTo>
                    <a:pt x="89" y="910"/>
                    <a:pt x="75" y="887"/>
                    <a:pt x="51" y="850"/>
                  </a:cubicBezTo>
                  <a:cubicBezTo>
                    <a:pt x="32" y="802"/>
                    <a:pt x="32" y="799"/>
                    <a:pt x="33" y="797"/>
                  </a:cubicBezTo>
                  <a:cubicBezTo>
                    <a:pt x="29" y="798"/>
                    <a:pt x="29" y="800"/>
                    <a:pt x="29" y="802"/>
                  </a:cubicBezTo>
                  <a:cubicBezTo>
                    <a:pt x="34" y="829"/>
                    <a:pt x="41" y="834"/>
                    <a:pt x="38" y="838"/>
                  </a:cubicBezTo>
                  <a:cubicBezTo>
                    <a:pt x="56" y="874"/>
                    <a:pt x="56" y="876"/>
                    <a:pt x="56" y="876"/>
                  </a:cubicBezTo>
                  <a:cubicBezTo>
                    <a:pt x="77" y="905"/>
                    <a:pt x="93" y="930"/>
                    <a:pt x="103" y="938"/>
                  </a:cubicBezTo>
                  <a:cubicBezTo>
                    <a:pt x="143" y="990"/>
                    <a:pt x="145" y="993"/>
                    <a:pt x="147" y="997"/>
                  </a:cubicBezTo>
                  <a:cubicBezTo>
                    <a:pt x="170" y="1023"/>
                    <a:pt x="170" y="1030"/>
                    <a:pt x="170" y="1032"/>
                  </a:cubicBezTo>
                  <a:cubicBezTo>
                    <a:pt x="192" y="1072"/>
                    <a:pt x="200" y="1081"/>
                    <a:pt x="202" y="1090"/>
                  </a:cubicBezTo>
                  <a:cubicBezTo>
                    <a:pt x="202" y="1098"/>
                    <a:pt x="196" y="1094"/>
                    <a:pt x="199" y="1092"/>
                  </a:cubicBezTo>
                  <a:cubicBezTo>
                    <a:pt x="171" y="1039"/>
                    <a:pt x="164" y="1029"/>
                    <a:pt x="160" y="1024"/>
                  </a:cubicBezTo>
                  <a:cubicBezTo>
                    <a:pt x="153" y="1014"/>
                    <a:pt x="150" y="1010"/>
                    <a:pt x="146" y="1005"/>
                  </a:cubicBezTo>
                  <a:cubicBezTo>
                    <a:pt x="40" y="864"/>
                    <a:pt x="36" y="858"/>
                    <a:pt x="31" y="852"/>
                  </a:cubicBezTo>
                  <a:cubicBezTo>
                    <a:pt x="22" y="845"/>
                    <a:pt x="25" y="854"/>
                    <a:pt x="29" y="863"/>
                  </a:cubicBezTo>
                  <a:cubicBezTo>
                    <a:pt x="50" y="911"/>
                    <a:pt x="48" y="916"/>
                    <a:pt x="54" y="922"/>
                  </a:cubicBezTo>
                  <a:cubicBezTo>
                    <a:pt x="84" y="967"/>
                    <a:pt x="81" y="972"/>
                    <a:pt x="86" y="972"/>
                  </a:cubicBezTo>
                  <a:cubicBezTo>
                    <a:pt x="97" y="985"/>
                    <a:pt x="95" y="988"/>
                    <a:pt x="95" y="988"/>
                  </a:cubicBezTo>
                  <a:cubicBezTo>
                    <a:pt x="134" y="1039"/>
                    <a:pt x="133" y="1041"/>
                    <a:pt x="134" y="1043"/>
                  </a:cubicBezTo>
                  <a:cubicBezTo>
                    <a:pt x="154" y="1066"/>
                    <a:pt x="152" y="1068"/>
                    <a:pt x="153" y="1069"/>
                  </a:cubicBezTo>
                  <a:cubicBezTo>
                    <a:pt x="163" y="1084"/>
                    <a:pt x="168" y="1094"/>
                    <a:pt x="176" y="1104"/>
                  </a:cubicBezTo>
                  <a:cubicBezTo>
                    <a:pt x="193" y="1150"/>
                    <a:pt x="191" y="1152"/>
                    <a:pt x="193" y="1155"/>
                  </a:cubicBezTo>
                  <a:cubicBezTo>
                    <a:pt x="174" y="1126"/>
                    <a:pt x="178" y="1120"/>
                    <a:pt x="173" y="1121"/>
                  </a:cubicBezTo>
                  <a:cubicBezTo>
                    <a:pt x="150" y="1085"/>
                    <a:pt x="146" y="1076"/>
                    <a:pt x="137" y="1068"/>
                  </a:cubicBezTo>
                  <a:cubicBezTo>
                    <a:pt x="122" y="1043"/>
                    <a:pt x="118" y="1038"/>
                    <a:pt x="116" y="1034"/>
                  </a:cubicBezTo>
                  <a:cubicBezTo>
                    <a:pt x="107" y="1023"/>
                    <a:pt x="105" y="1016"/>
                    <a:pt x="100" y="1009"/>
                  </a:cubicBezTo>
                  <a:cubicBezTo>
                    <a:pt x="90" y="998"/>
                    <a:pt x="92" y="997"/>
                    <a:pt x="89" y="997"/>
                  </a:cubicBezTo>
                  <a:cubicBezTo>
                    <a:pt x="85" y="986"/>
                    <a:pt x="82" y="987"/>
                    <a:pt x="82" y="987"/>
                  </a:cubicBezTo>
                  <a:cubicBezTo>
                    <a:pt x="53" y="952"/>
                    <a:pt x="52" y="942"/>
                    <a:pt x="49" y="942"/>
                  </a:cubicBezTo>
                  <a:cubicBezTo>
                    <a:pt x="31" y="899"/>
                    <a:pt x="22" y="894"/>
                    <a:pt x="26" y="890"/>
                  </a:cubicBezTo>
                  <a:cubicBezTo>
                    <a:pt x="40" y="944"/>
                    <a:pt x="46" y="951"/>
                    <a:pt x="50" y="957"/>
                  </a:cubicBezTo>
                  <a:cubicBezTo>
                    <a:pt x="55" y="964"/>
                    <a:pt x="54" y="966"/>
                    <a:pt x="55" y="967"/>
                  </a:cubicBezTo>
                  <a:cubicBezTo>
                    <a:pt x="62" y="976"/>
                    <a:pt x="63" y="974"/>
                    <a:pt x="64" y="976"/>
                  </a:cubicBezTo>
                  <a:cubicBezTo>
                    <a:pt x="71" y="991"/>
                    <a:pt x="75" y="992"/>
                    <a:pt x="75" y="992"/>
                  </a:cubicBezTo>
                  <a:cubicBezTo>
                    <a:pt x="87" y="1006"/>
                    <a:pt x="91" y="1013"/>
                    <a:pt x="94" y="1018"/>
                  </a:cubicBezTo>
                  <a:cubicBezTo>
                    <a:pt x="102" y="1029"/>
                    <a:pt x="101" y="1031"/>
                    <a:pt x="102" y="1032"/>
                  </a:cubicBezTo>
                  <a:cubicBezTo>
                    <a:pt x="136" y="1079"/>
                    <a:pt x="145" y="1091"/>
                    <a:pt x="153" y="1103"/>
                  </a:cubicBezTo>
                  <a:cubicBezTo>
                    <a:pt x="187" y="1163"/>
                    <a:pt x="182" y="1168"/>
                    <a:pt x="186" y="1173"/>
                  </a:cubicBezTo>
                  <a:cubicBezTo>
                    <a:pt x="178" y="1170"/>
                    <a:pt x="174" y="1167"/>
                    <a:pt x="173" y="1165"/>
                  </a:cubicBezTo>
                  <a:cubicBezTo>
                    <a:pt x="155" y="1142"/>
                    <a:pt x="146" y="1120"/>
                    <a:pt x="135" y="1111"/>
                  </a:cubicBezTo>
                  <a:cubicBezTo>
                    <a:pt x="110" y="1078"/>
                    <a:pt x="102" y="1080"/>
                    <a:pt x="106" y="1076"/>
                  </a:cubicBezTo>
                  <a:cubicBezTo>
                    <a:pt x="83" y="1057"/>
                    <a:pt x="75" y="1040"/>
                    <a:pt x="65" y="1032"/>
                  </a:cubicBezTo>
                  <a:cubicBezTo>
                    <a:pt x="32" y="978"/>
                    <a:pt x="31" y="976"/>
                    <a:pt x="24" y="965"/>
                  </a:cubicBezTo>
                  <a:cubicBezTo>
                    <a:pt x="9" y="949"/>
                    <a:pt x="15" y="952"/>
                    <a:pt x="15" y="957"/>
                  </a:cubicBezTo>
                  <a:cubicBezTo>
                    <a:pt x="47" y="1023"/>
                    <a:pt x="52" y="1028"/>
                    <a:pt x="57" y="1035"/>
                  </a:cubicBezTo>
                  <a:cubicBezTo>
                    <a:pt x="102" y="1083"/>
                    <a:pt x="107" y="1092"/>
                    <a:pt x="113" y="1095"/>
                  </a:cubicBezTo>
                  <a:cubicBezTo>
                    <a:pt x="149" y="1143"/>
                    <a:pt x="150" y="1151"/>
                    <a:pt x="154" y="1149"/>
                  </a:cubicBezTo>
                  <a:cubicBezTo>
                    <a:pt x="174" y="1202"/>
                    <a:pt x="185" y="1210"/>
                    <a:pt x="182" y="1215"/>
                  </a:cubicBezTo>
                  <a:cubicBezTo>
                    <a:pt x="168" y="1179"/>
                    <a:pt x="159" y="1180"/>
                    <a:pt x="162" y="1177"/>
                  </a:cubicBezTo>
                  <a:cubicBezTo>
                    <a:pt x="140" y="1153"/>
                    <a:pt x="142" y="1142"/>
                    <a:pt x="135" y="1136"/>
                  </a:cubicBezTo>
                  <a:cubicBezTo>
                    <a:pt x="98" y="1090"/>
                    <a:pt x="95" y="1086"/>
                    <a:pt x="92" y="1086"/>
                  </a:cubicBezTo>
                  <a:cubicBezTo>
                    <a:pt x="82" y="1073"/>
                    <a:pt x="82" y="1071"/>
                    <a:pt x="82" y="1069"/>
                  </a:cubicBezTo>
                  <a:cubicBezTo>
                    <a:pt x="44" y="1034"/>
                    <a:pt x="41" y="1030"/>
                    <a:pt x="39" y="1026"/>
                  </a:cubicBezTo>
                  <a:cubicBezTo>
                    <a:pt x="13" y="992"/>
                    <a:pt x="16" y="996"/>
                    <a:pt x="17" y="1000"/>
                  </a:cubicBezTo>
                  <a:cubicBezTo>
                    <a:pt x="48" y="1041"/>
                    <a:pt x="46" y="1053"/>
                    <a:pt x="55" y="1056"/>
                  </a:cubicBezTo>
                  <a:cubicBezTo>
                    <a:pt x="80" y="1083"/>
                    <a:pt x="81" y="1085"/>
                    <a:pt x="83" y="1087"/>
                  </a:cubicBezTo>
                  <a:cubicBezTo>
                    <a:pt x="89" y="1101"/>
                    <a:pt x="103" y="1099"/>
                    <a:pt x="97" y="1104"/>
                  </a:cubicBezTo>
                  <a:cubicBezTo>
                    <a:pt x="125" y="1140"/>
                    <a:pt x="131" y="1145"/>
                    <a:pt x="130" y="1149"/>
                  </a:cubicBezTo>
                  <a:cubicBezTo>
                    <a:pt x="93" y="1107"/>
                    <a:pt x="89" y="1106"/>
                    <a:pt x="86" y="1102"/>
                  </a:cubicBezTo>
                  <a:cubicBezTo>
                    <a:pt x="63" y="1079"/>
                    <a:pt x="59" y="1075"/>
                    <a:pt x="55" y="1073"/>
                  </a:cubicBezTo>
                  <a:cubicBezTo>
                    <a:pt x="0" y="1009"/>
                    <a:pt x="9" y="1016"/>
                    <a:pt x="8" y="1021"/>
                  </a:cubicBezTo>
                  <a:cubicBezTo>
                    <a:pt x="27" y="1050"/>
                    <a:pt x="29" y="1050"/>
                    <a:pt x="30" y="1052"/>
                  </a:cubicBezTo>
                  <a:cubicBezTo>
                    <a:pt x="33" y="1062"/>
                    <a:pt x="38" y="1060"/>
                    <a:pt x="41" y="1066"/>
                  </a:cubicBezTo>
                  <a:cubicBezTo>
                    <a:pt x="86" y="1110"/>
                    <a:pt x="90" y="1120"/>
                    <a:pt x="96" y="1122"/>
                  </a:cubicBezTo>
                  <a:cubicBezTo>
                    <a:pt x="118" y="1149"/>
                    <a:pt x="127" y="1163"/>
                    <a:pt x="137" y="1176"/>
                  </a:cubicBezTo>
                  <a:cubicBezTo>
                    <a:pt x="148" y="1204"/>
                    <a:pt x="162" y="1211"/>
                    <a:pt x="158" y="1215"/>
                  </a:cubicBezTo>
                  <a:cubicBezTo>
                    <a:pt x="165" y="1240"/>
                    <a:pt x="164" y="1234"/>
                    <a:pt x="163" y="1229"/>
                  </a:cubicBezTo>
                  <a:cubicBezTo>
                    <a:pt x="151" y="1205"/>
                    <a:pt x="144" y="1201"/>
                    <a:pt x="143" y="1199"/>
                  </a:cubicBezTo>
                  <a:cubicBezTo>
                    <a:pt x="118" y="1171"/>
                    <a:pt x="122" y="1166"/>
                    <a:pt x="116" y="1164"/>
                  </a:cubicBezTo>
                  <a:cubicBezTo>
                    <a:pt x="82" y="1123"/>
                    <a:pt x="68" y="1114"/>
                    <a:pt x="60" y="1107"/>
                  </a:cubicBezTo>
                  <a:cubicBezTo>
                    <a:pt x="19" y="1050"/>
                    <a:pt x="22" y="1042"/>
                    <a:pt x="13" y="1042"/>
                  </a:cubicBezTo>
                  <a:cubicBezTo>
                    <a:pt x="62" y="1117"/>
                    <a:pt x="74" y="1136"/>
                    <a:pt x="95" y="1152"/>
                  </a:cubicBezTo>
                  <a:cubicBezTo>
                    <a:pt x="135" y="1204"/>
                    <a:pt x="140" y="1211"/>
                    <a:pt x="145" y="1217"/>
                  </a:cubicBezTo>
                  <a:cubicBezTo>
                    <a:pt x="170" y="1269"/>
                    <a:pt x="166" y="1271"/>
                    <a:pt x="171" y="1274"/>
                  </a:cubicBezTo>
                  <a:cubicBezTo>
                    <a:pt x="178" y="1302"/>
                    <a:pt x="178" y="1304"/>
                    <a:pt x="177" y="1307"/>
                  </a:cubicBezTo>
                  <a:cubicBezTo>
                    <a:pt x="169" y="1297"/>
                    <a:pt x="173" y="1295"/>
                    <a:pt x="168" y="1291"/>
                  </a:cubicBezTo>
                  <a:cubicBezTo>
                    <a:pt x="133" y="1236"/>
                    <a:pt x="128" y="1228"/>
                    <a:pt x="116" y="1208"/>
                  </a:cubicBezTo>
                  <a:cubicBezTo>
                    <a:pt x="41" y="1115"/>
                    <a:pt x="40" y="1112"/>
                    <a:pt x="37" y="1109"/>
                  </a:cubicBezTo>
                  <a:cubicBezTo>
                    <a:pt x="25" y="1086"/>
                    <a:pt x="30" y="1079"/>
                    <a:pt x="24" y="1081"/>
                  </a:cubicBezTo>
                  <a:cubicBezTo>
                    <a:pt x="59" y="1159"/>
                    <a:pt x="64" y="1161"/>
                    <a:pt x="69" y="1166"/>
                  </a:cubicBezTo>
                  <a:cubicBezTo>
                    <a:pt x="116" y="1220"/>
                    <a:pt x="123" y="1241"/>
                    <a:pt x="133" y="1245"/>
                  </a:cubicBezTo>
                  <a:cubicBezTo>
                    <a:pt x="146" y="1275"/>
                    <a:pt x="149" y="1274"/>
                    <a:pt x="153" y="1283"/>
                  </a:cubicBezTo>
                  <a:cubicBezTo>
                    <a:pt x="167" y="1322"/>
                    <a:pt x="173" y="1328"/>
                    <a:pt x="172" y="1333"/>
                  </a:cubicBezTo>
                  <a:cubicBezTo>
                    <a:pt x="172" y="1344"/>
                    <a:pt x="171" y="1342"/>
                    <a:pt x="167" y="1341"/>
                  </a:cubicBezTo>
                  <a:cubicBezTo>
                    <a:pt x="163" y="1322"/>
                    <a:pt x="155" y="1318"/>
                    <a:pt x="159" y="1315"/>
                  </a:cubicBezTo>
                  <a:cubicBezTo>
                    <a:pt x="128" y="1261"/>
                    <a:pt x="129" y="1259"/>
                    <a:pt x="117" y="1247"/>
                  </a:cubicBezTo>
                  <a:cubicBezTo>
                    <a:pt x="67" y="1189"/>
                    <a:pt x="67" y="1186"/>
                    <a:pt x="62" y="1181"/>
                  </a:cubicBezTo>
                  <a:cubicBezTo>
                    <a:pt x="50" y="1165"/>
                    <a:pt x="47" y="1166"/>
                    <a:pt x="49" y="1163"/>
                  </a:cubicBezTo>
                  <a:cubicBezTo>
                    <a:pt x="12" y="1111"/>
                    <a:pt x="15" y="1107"/>
                    <a:pt x="9" y="1101"/>
                  </a:cubicBezTo>
                  <a:cubicBezTo>
                    <a:pt x="13" y="1122"/>
                    <a:pt x="19" y="1126"/>
                    <a:pt x="16" y="1128"/>
                  </a:cubicBezTo>
                  <a:cubicBezTo>
                    <a:pt x="47" y="1180"/>
                    <a:pt x="52" y="1178"/>
                    <a:pt x="54" y="1184"/>
                  </a:cubicBezTo>
                  <a:cubicBezTo>
                    <a:pt x="108" y="1249"/>
                    <a:pt x="110" y="1258"/>
                    <a:pt x="114" y="1257"/>
                  </a:cubicBezTo>
                  <a:cubicBezTo>
                    <a:pt x="108" y="1251"/>
                    <a:pt x="101" y="1249"/>
                    <a:pt x="97" y="1247"/>
                  </a:cubicBezTo>
                  <a:cubicBezTo>
                    <a:pt x="70" y="1217"/>
                    <a:pt x="67" y="1206"/>
                    <a:pt x="63" y="1203"/>
                  </a:cubicBezTo>
                  <a:cubicBezTo>
                    <a:pt x="43" y="1184"/>
                    <a:pt x="42" y="1180"/>
                    <a:pt x="40" y="1177"/>
                  </a:cubicBezTo>
                  <a:cubicBezTo>
                    <a:pt x="2" y="1139"/>
                    <a:pt x="9" y="1144"/>
                    <a:pt x="8" y="1147"/>
                  </a:cubicBezTo>
                  <a:cubicBezTo>
                    <a:pt x="31" y="1180"/>
                    <a:pt x="28" y="1183"/>
                    <a:pt x="34" y="1187"/>
                  </a:cubicBezTo>
                  <a:cubicBezTo>
                    <a:pt x="104" y="1266"/>
                    <a:pt x="106" y="1270"/>
                    <a:pt x="109" y="1273"/>
                  </a:cubicBezTo>
                  <a:cubicBezTo>
                    <a:pt x="130" y="1308"/>
                    <a:pt x="136" y="1314"/>
                    <a:pt x="138" y="1320"/>
                  </a:cubicBezTo>
                  <a:cubicBezTo>
                    <a:pt x="148" y="1353"/>
                    <a:pt x="160" y="1358"/>
                    <a:pt x="154" y="1360"/>
                  </a:cubicBezTo>
                  <a:cubicBezTo>
                    <a:pt x="143" y="1349"/>
                    <a:pt x="143" y="1342"/>
                    <a:pt x="136" y="1334"/>
                  </a:cubicBezTo>
                  <a:cubicBezTo>
                    <a:pt x="102" y="1286"/>
                    <a:pt x="93" y="1279"/>
                    <a:pt x="95" y="1275"/>
                  </a:cubicBezTo>
                  <a:cubicBezTo>
                    <a:pt x="30" y="1202"/>
                    <a:pt x="24" y="1194"/>
                    <a:pt x="18" y="1185"/>
                  </a:cubicBezTo>
                  <a:cubicBezTo>
                    <a:pt x="17" y="1202"/>
                    <a:pt x="20" y="1204"/>
                    <a:pt x="22" y="1205"/>
                  </a:cubicBezTo>
                  <a:cubicBezTo>
                    <a:pt x="28" y="1233"/>
                    <a:pt x="31" y="1245"/>
                    <a:pt x="36" y="1247"/>
                  </a:cubicBezTo>
                  <a:cubicBezTo>
                    <a:pt x="44" y="1265"/>
                    <a:pt x="42" y="1268"/>
                    <a:pt x="45" y="1267"/>
                  </a:cubicBezTo>
                  <a:cubicBezTo>
                    <a:pt x="78" y="1315"/>
                    <a:pt x="77" y="1317"/>
                    <a:pt x="84" y="1325"/>
                  </a:cubicBezTo>
                  <a:cubicBezTo>
                    <a:pt x="106" y="1353"/>
                    <a:pt x="114" y="1357"/>
                    <a:pt x="107" y="1360"/>
                  </a:cubicBezTo>
                  <a:cubicBezTo>
                    <a:pt x="74" y="1315"/>
                    <a:pt x="69" y="1314"/>
                    <a:pt x="66" y="1306"/>
                  </a:cubicBezTo>
                  <a:cubicBezTo>
                    <a:pt x="42" y="1273"/>
                    <a:pt x="39" y="1262"/>
                    <a:pt x="33" y="1256"/>
                  </a:cubicBezTo>
                  <a:cubicBezTo>
                    <a:pt x="26" y="1249"/>
                    <a:pt x="31" y="1241"/>
                    <a:pt x="27" y="1238"/>
                  </a:cubicBezTo>
                  <a:cubicBezTo>
                    <a:pt x="23" y="1255"/>
                    <a:pt x="30" y="1264"/>
                    <a:pt x="33" y="1273"/>
                  </a:cubicBezTo>
                  <a:cubicBezTo>
                    <a:pt x="72" y="1327"/>
                    <a:pt x="77" y="1337"/>
                    <a:pt x="86" y="1343"/>
                  </a:cubicBezTo>
                  <a:cubicBezTo>
                    <a:pt x="91" y="1356"/>
                    <a:pt x="95" y="1356"/>
                    <a:pt x="95" y="1356"/>
                  </a:cubicBezTo>
                  <a:cubicBezTo>
                    <a:pt x="113" y="1378"/>
                    <a:pt x="122" y="1391"/>
                    <a:pt x="131" y="1399"/>
                  </a:cubicBezTo>
                  <a:cubicBezTo>
                    <a:pt x="141" y="1414"/>
                    <a:pt x="144" y="1416"/>
                    <a:pt x="146" y="1420"/>
                  </a:cubicBezTo>
                  <a:cubicBezTo>
                    <a:pt x="142" y="1419"/>
                    <a:pt x="139" y="1422"/>
                    <a:pt x="137" y="1417"/>
                  </a:cubicBezTo>
                  <a:cubicBezTo>
                    <a:pt x="104" y="1393"/>
                    <a:pt x="99" y="1389"/>
                    <a:pt x="94" y="1389"/>
                  </a:cubicBezTo>
                  <a:cubicBezTo>
                    <a:pt x="39" y="1357"/>
                    <a:pt x="44" y="1357"/>
                    <a:pt x="47" y="1361"/>
                  </a:cubicBezTo>
                  <a:cubicBezTo>
                    <a:pt x="73" y="1381"/>
                    <a:pt x="77" y="1386"/>
                    <a:pt x="82" y="1385"/>
                  </a:cubicBezTo>
                  <a:cubicBezTo>
                    <a:pt x="123" y="1414"/>
                    <a:pt x="127" y="1423"/>
                    <a:pt x="131" y="1423"/>
                  </a:cubicBezTo>
                  <a:cubicBezTo>
                    <a:pt x="163" y="1460"/>
                    <a:pt x="167" y="1459"/>
                    <a:pt x="169" y="1462"/>
                  </a:cubicBezTo>
                  <a:cubicBezTo>
                    <a:pt x="183" y="1480"/>
                    <a:pt x="180" y="1489"/>
                    <a:pt x="185" y="1495"/>
                  </a:cubicBezTo>
                  <a:cubicBezTo>
                    <a:pt x="198" y="1470"/>
                    <a:pt x="199" y="1467"/>
                    <a:pt x="200" y="1465"/>
                  </a:cubicBezTo>
                  <a:cubicBezTo>
                    <a:pt x="239" y="1447"/>
                    <a:pt x="243" y="1445"/>
                    <a:pt x="246" y="1443"/>
                  </a:cubicBezTo>
                  <a:cubicBezTo>
                    <a:pt x="237" y="1440"/>
                    <a:pt x="233" y="1441"/>
                    <a:pt x="230" y="1441"/>
                  </a:cubicBezTo>
                  <a:cubicBezTo>
                    <a:pt x="214" y="1443"/>
                    <a:pt x="212" y="1436"/>
                    <a:pt x="217" y="1430"/>
                  </a:cubicBezTo>
                  <a:cubicBezTo>
                    <a:pt x="295" y="1389"/>
                    <a:pt x="303" y="1382"/>
                    <a:pt x="310" y="1385"/>
                  </a:cubicBezTo>
                  <a:cubicBezTo>
                    <a:pt x="381" y="1375"/>
                    <a:pt x="383" y="1379"/>
                    <a:pt x="388" y="1373"/>
                  </a:cubicBezTo>
                  <a:cubicBezTo>
                    <a:pt x="426" y="1368"/>
                    <a:pt x="430" y="1366"/>
                    <a:pt x="433" y="1365"/>
                  </a:cubicBezTo>
                  <a:cubicBezTo>
                    <a:pt x="449" y="1360"/>
                    <a:pt x="453" y="1363"/>
                    <a:pt x="457" y="1358"/>
                  </a:cubicBezTo>
                  <a:cubicBezTo>
                    <a:pt x="441" y="1356"/>
                    <a:pt x="440" y="1359"/>
                    <a:pt x="438" y="1359"/>
                  </a:cubicBezTo>
                  <a:cubicBezTo>
                    <a:pt x="426" y="1362"/>
                    <a:pt x="425" y="1358"/>
                    <a:pt x="421" y="1362"/>
                  </a:cubicBezTo>
                  <a:cubicBezTo>
                    <a:pt x="371" y="1366"/>
                    <a:pt x="364" y="1369"/>
                    <a:pt x="357" y="1369"/>
                  </a:cubicBezTo>
                  <a:cubicBezTo>
                    <a:pt x="338" y="1375"/>
                    <a:pt x="337" y="1371"/>
                    <a:pt x="335" y="1372"/>
                  </a:cubicBezTo>
                  <a:cubicBezTo>
                    <a:pt x="307" y="1376"/>
                    <a:pt x="306" y="1372"/>
                    <a:pt x="303" y="1376"/>
                  </a:cubicBezTo>
                  <a:cubicBezTo>
                    <a:pt x="270" y="1383"/>
                    <a:pt x="263" y="1389"/>
                    <a:pt x="258" y="1388"/>
                  </a:cubicBezTo>
                  <a:cubicBezTo>
                    <a:pt x="202" y="1433"/>
                    <a:pt x="200" y="1437"/>
                    <a:pt x="196" y="1441"/>
                  </a:cubicBezTo>
                  <a:cubicBezTo>
                    <a:pt x="185" y="1441"/>
                    <a:pt x="190" y="1433"/>
                    <a:pt x="197" y="1425"/>
                  </a:cubicBezTo>
                  <a:cubicBezTo>
                    <a:pt x="279" y="1366"/>
                    <a:pt x="282" y="1364"/>
                    <a:pt x="284" y="1362"/>
                  </a:cubicBezTo>
                  <a:cubicBezTo>
                    <a:pt x="315" y="1356"/>
                    <a:pt x="324" y="1356"/>
                    <a:pt x="334" y="1353"/>
                  </a:cubicBezTo>
                  <a:cubicBezTo>
                    <a:pt x="381" y="1350"/>
                    <a:pt x="385" y="1350"/>
                    <a:pt x="390" y="1350"/>
                  </a:cubicBezTo>
                  <a:cubicBezTo>
                    <a:pt x="436" y="1341"/>
                    <a:pt x="441" y="1339"/>
                    <a:pt x="446" y="1339"/>
                  </a:cubicBezTo>
                  <a:cubicBezTo>
                    <a:pt x="489" y="1324"/>
                    <a:pt x="486" y="1320"/>
                    <a:pt x="481" y="1326"/>
                  </a:cubicBezTo>
                  <a:cubicBezTo>
                    <a:pt x="445" y="1330"/>
                    <a:pt x="442" y="1333"/>
                    <a:pt x="438" y="1335"/>
                  </a:cubicBezTo>
                  <a:cubicBezTo>
                    <a:pt x="414" y="1334"/>
                    <a:pt x="409" y="1345"/>
                    <a:pt x="406" y="1338"/>
                  </a:cubicBezTo>
                  <a:cubicBezTo>
                    <a:pt x="436" y="1330"/>
                    <a:pt x="444" y="1327"/>
                    <a:pt x="451" y="1328"/>
                  </a:cubicBezTo>
                  <a:cubicBezTo>
                    <a:pt x="502" y="1292"/>
                    <a:pt x="500" y="1297"/>
                    <a:pt x="495" y="1301"/>
                  </a:cubicBezTo>
                  <a:cubicBezTo>
                    <a:pt x="463" y="1311"/>
                    <a:pt x="458" y="1319"/>
                    <a:pt x="455" y="1320"/>
                  </a:cubicBezTo>
                  <a:cubicBezTo>
                    <a:pt x="410" y="1329"/>
                    <a:pt x="405" y="1329"/>
                    <a:pt x="400" y="1333"/>
                  </a:cubicBezTo>
                  <a:cubicBezTo>
                    <a:pt x="380" y="1333"/>
                    <a:pt x="378" y="1331"/>
                    <a:pt x="376" y="1333"/>
                  </a:cubicBezTo>
                  <a:cubicBezTo>
                    <a:pt x="356" y="1334"/>
                    <a:pt x="353" y="1333"/>
                    <a:pt x="355" y="1331"/>
                  </a:cubicBezTo>
                  <a:cubicBezTo>
                    <a:pt x="400" y="1320"/>
                    <a:pt x="402" y="1322"/>
                    <a:pt x="405" y="1319"/>
                  </a:cubicBezTo>
                  <a:cubicBezTo>
                    <a:pt x="429" y="1309"/>
                    <a:pt x="438" y="1305"/>
                    <a:pt x="450" y="1297"/>
                  </a:cubicBezTo>
                  <a:cubicBezTo>
                    <a:pt x="498" y="1254"/>
                    <a:pt x="508" y="1256"/>
                    <a:pt x="503" y="1248"/>
                  </a:cubicBezTo>
                  <a:cubicBezTo>
                    <a:pt x="391" y="1316"/>
                    <a:pt x="387" y="1317"/>
                    <a:pt x="384" y="1317"/>
                  </a:cubicBezTo>
                  <a:cubicBezTo>
                    <a:pt x="365" y="1320"/>
                    <a:pt x="363" y="1321"/>
                    <a:pt x="360" y="1322"/>
                  </a:cubicBezTo>
                  <a:cubicBezTo>
                    <a:pt x="345" y="1324"/>
                    <a:pt x="344" y="1319"/>
                    <a:pt x="342" y="1323"/>
                  </a:cubicBezTo>
                  <a:cubicBezTo>
                    <a:pt x="303" y="1328"/>
                    <a:pt x="296" y="1326"/>
                    <a:pt x="290" y="1326"/>
                  </a:cubicBezTo>
                  <a:cubicBezTo>
                    <a:pt x="244" y="1332"/>
                    <a:pt x="240" y="1335"/>
                    <a:pt x="237" y="1335"/>
                  </a:cubicBezTo>
                  <a:cubicBezTo>
                    <a:pt x="200" y="1351"/>
                    <a:pt x="199" y="1362"/>
                    <a:pt x="193" y="1356"/>
                  </a:cubicBezTo>
                  <a:cubicBezTo>
                    <a:pt x="222" y="1332"/>
                    <a:pt x="227" y="1334"/>
                    <a:pt x="232" y="1328"/>
                  </a:cubicBezTo>
                  <a:cubicBezTo>
                    <a:pt x="257" y="1323"/>
                    <a:pt x="260" y="1322"/>
                    <a:pt x="262" y="1322"/>
                  </a:cubicBezTo>
                  <a:cubicBezTo>
                    <a:pt x="340" y="1309"/>
                    <a:pt x="350" y="1304"/>
                    <a:pt x="360" y="1305"/>
                  </a:cubicBezTo>
                  <a:cubicBezTo>
                    <a:pt x="414" y="1282"/>
                    <a:pt x="428" y="1278"/>
                    <a:pt x="443" y="1270"/>
                  </a:cubicBezTo>
                  <a:cubicBezTo>
                    <a:pt x="485" y="1238"/>
                    <a:pt x="488" y="1241"/>
                    <a:pt x="493" y="1236"/>
                  </a:cubicBezTo>
                  <a:cubicBezTo>
                    <a:pt x="503" y="1226"/>
                    <a:pt x="507" y="1224"/>
                    <a:pt x="512" y="1220"/>
                  </a:cubicBezTo>
                  <a:cubicBezTo>
                    <a:pt x="513" y="1206"/>
                    <a:pt x="509" y="1214"/>
                    <a:pt x="502" y="1222"/>
                  </a:cubicBezTo>
                  <a:cubicBezTo>
                    <a:pt x="460" y="1250"/>
                    <a:pt x="445" y="1261"/>
                    <a:pt x="435" y="1266"/>
                  </a:cubicBezTo>
                  <a:cubicBezTo>
                    <a:pt x="399" y="1282"/>
                    <a:pt x="395" y="1285"/>
                    <a:pt x="392" y="1284"/>
                  </a:cubicBezTo>
                  <a:cubicBezTo>
                    <a:pt x="323" y="1300"/>
                    <a:pt x="316" y="1303"/>
                    <a:pt x="308" y="1308"/>
                  </a:cubicBezTo>
                  <a:cubicBezTo>
                    <a:pt x="286" y="1307"/>
                    <a:pt x="284" y="1307"/>
                    <a:pt x="281" y="1308"/>
                  </a:cubicBezTo>
                  <a:cubicBezTo>
                    <a:pt x="265" y="1315"/>
                    <a:pt x="263" y="1313"/>
                    <a:pt x="260" y="1316"/>
                  </a:cubicBezTo>
                  <a:cubicBezTo>
                    <a:pt x="276" y="1302"/>
                    <a:pt x="278" y="1307"/>
                    <a:pt x="282" y="1305"/>
                  </a:cubicBezTo>
                  <a:cubicBezTo>
                    <a:pt x="318" y="1297"/>
                    <a:pt x="324" y="1295"/>
                    <a:pt x="330" y="1297"/>
                  </a:cubicBezTo>
                  <a:cubicBezTo>
                    <a:pt x="385" y="1284"/>
                    <a:pt x="390" y="1272"/>
                    <a:pt x="392" y="1277"/>
                  </a:cubicBezTo>
                  <a:cubicBezTo>
                    <a:pt x="458" y="1239"/>
                    <a:pt x="469" y="1229"/>
                    <a:pt x="477" y="1218"/>
                  </a:cubicBezTo>
                  <a:cubicBezTo>
                    <a:pt x="489" y="1197"/>
                    <a:pt x="479" y="1209"/>
                    <a:pt x="469" y="1221"/>
                  </a:cubicBezTo>
                  <a:cubicBezTo>
                    <a:pt x="433" y="1250"/>
                    <a:pt x="428" y="1253"/>
                    <a:pt x="424" y="1257"/>
                  </a:cubicBezTo>
                  <a:cubicBezTo>
                    <a:pt x="379" y="1272"/>
                    <a:pt x="373" y="1275"/>
                    <a:pt x="368" y="1275"/>
                  </a:cubicBezTo>
                  <a:cubicBezTo>
                    <a:pt x="317" y="1286"/>
                    <a:pt x="313" y="1290"/>
                    <a:pt x="308" y="1294"/>
                  </a:cubicBezTo>
                  <a:cubicBezTo>
                    <a:pt x="276" y="1296"/>
                    <a:pt x="268" y="1298"/>
                    <a:pt x="259" y="1301"/>
                  </a:cubicBezTo>
                  <a:cubicBezTo>
                    <a:pt x="226" y="1315"/>
                    <a:pt x="218" y="1314"/>
                    <a:pt x="210" y="1318"/>
                  </a:cubicBezTo>
                  <a:cubicBezTo>
                    <a:pt x="188" y="1324"/>
                    <a:pt x="198" y="1326"/>
                    <a:pt x="196" y="1323"/>
                  </a:cubicBezTo>
                  <a:cubicBezTo>
                    <a:pt x="245" y="1292"/>
                    <a:pt x="250" y="1296"/>
                    <a:pt x="257" y="1291"/>
                  </a:cubicBezTo>
                  <a:cubicBezTo>
                    <a:pt x="286" y="1281"/>
                    <a:pt x="297" y="1283"/>
                    <a:pt x="309" y="1278"/>
                  </a:cubicBezTo>
                  <a:cubicBezTo>
                    <a:pt x="360" y="1270"/>
                    <a:pt x="377" y="1254"/>
                    <a:pt x="392" y="1257"/>
                  </a:cubicBezTo>
                  <a:cubicBezTo>
                    <a:pt x="464" y="1216"/>
                    <a:pt x="478" y="1201"/>
                    <a:pt x="492" y="1188"/>
                  </a:cubicBezTo>
                  <a:cubicBezTo>
                    <a:pt x="510" y="1153"/>
                    <a:pt x="511" y="1156"/>
                    <a:pt x="505" y="1158"/>
                  </a:cubicBezTo>
                  <a:cubicBezTo>
                    <a:pt x="490" y="1176"/>
                    <a:pt x="487" y="1180"/>
                    <a:pt x="487" y="1184"/>
                  </a:cubicBezTo>
                  <a:cubicBezTo>
                    <a:pt x="443" y="1223"/>
                    <a:pt x="444" y="1226"/>
                    <a:pt x="442" y="1224"/>
                  </a:cubicBezTo>
                  <a:cubicBezTo>
                    <a:pt x="413" y="1237"/>
                    <a:pt x="407" y="1243"/>
                    <a:pt x="403" y="1242"/>
                  </a:cubicBezTo>
                  <a:cubicBezTo>
                    <a:pt x="325" y="1267"/>
                    <a:pt x="322" y="1265"/>
                    <a:pt x="318" y="1267"/>
                  </a:cubicBezTo>
                  <a:cubicBezTo>
                    <a:pt x="273" y="1273"/>
                    <a:pt x="263" y="1283"/>
                    <a:pt x="256" y="1279"/>
                  </a:cubicBezTo>
                  <a:cubicBezTo>
                    <a:pt x="295" y="1265"/>
                    <a:pt x="305" y="1261"/>
                    <a:pt x="314" y="1262"/>
                  </a:cubicBezTo>
                  <a:cubicBezTo>
                    <a:pt x="363" y="1241"/>
                    <a:pt x="375" y="1239"/>
                    <a:pt x="387" y="1234"/>
                  </a:cubicBezTo>
                  <a:cubicBezTo>
                    <a:pt x="479" y="1164"/>
                    <a:pt x="483" y="1161"/>
                    <a:pt x="485" y="1158"/>
                  </a:cubicBezTo>
                  <a:cubicBezTo>
                    <a:pt x="512" y="1124"/>
                    <a:pt x="513" y="1117"/>
                    <a:pt x="520" y="1111"/>
                  </a:cubicBezTo>
                  <a:cubicBezTo>
                    <a:pt x="509" y="1116"/>
                    <a:pt x="505" y="1120"/>
                    <a:pt x="502" y="1124"/>
                  </a:cubicBezTo>
                  <a:cubicBezTo>
                    <a:pt x="478" y="1160"/>
                    <a:pt x="470" y="1160"/>
                    <a:pt x="471" y="1166"/>
                  </a:cubicBezTo>
                  <a:cubicBezTo>
                    <a:pt x="431" y="1191"/>
                    <a:pt x="426" y="1200"/>
                    <a:pt x="421" y="1202"/>
                  </a:cubicBezTo>
                  <a:cubicBezTo>
                    <a:pt x="378" y="1227"/>
                    <a:pt x="371" y="1230"/>
                    <a:pt x="363" y="1234"/>
                  </a:cubicBezTo>
                  <a:cubicBezTo>
                    <a:pt x="322" y="1251"/>
                    <a:pt x="307" y="1250"/>
                    <a:pt x="290" y="1259"/>
                  </a:cubicBezTo>
                  <a:cubicBezTo>
                    <a:pt x="246" y="1271"/>
                    <a:pt x="237" y="1279"/>
                    <a:pt x="231" y="1275"/>
                  </a:cubicBezTo>
                  <a:cubicBezTo>
                    <a:pt x="290" y="1254"/>
                    <a:pt x="296" y="1241"/>
                    <a:pt x="298" y="1246"/>
                  </a:cubicBezTo>
                  <a:cubicBezTo>
                    <a:pt x="362" y="1221"/>
                    <a:pt x="377" y="1211"/>
                    <a:pt x="391" y="1204"/>
                  </a:cubicBezTo>
                  <a:cubicBezTo>
                    <a:pt x="515" y="1103"/>
                    <a:pt x="512" y="1098"/>
                    <a:pt x="518" y="1095"/>
                  </a:cubicBezTo>
                  <a:cubicBezTo>
                    <a:pt x="532" y="1075"/>
                    <a:pt x="536" y="1073"/>
                    <a:pt x="535" y="1071"/>
                  </a:cubicBezTo>
                  <a:cubicBezTo>
                    <a:pt x="539" y="1064"/>
                    <a:pt x="536" y="1067"/>
                    <a:pt x="532" y="1070"/>
                  </a:cubicBezTo>
                  <a:cubicBezTo>
                    <a:pt x="497" y="1109"/>
                    <a:pt x="495" y="1119"/>
                    <a:pt x="485" y="1121"/>
                  </a:cubicBezTo>
                  <a:cubicBezTo>
                    <a:pt x="453" y="1152"/>
                    <a:pt x="442" y="1160"/>
                    <a:pt x="431" y="1168"/>
                  </a:cubicBezTo>
                  <a:cubicBezTo>
                    <a:pt x="397" y="1193"/>
                    <a:pt x="389" y="1191"/>
                    <a:pt x="388" y="1197"/>
                  </a:cubicBezTo>
                  <a:cubicBezTo>
                    <a:pt x="367" y="1206"/>
                    <a:pt x="360" y="1215"/>
                    <a:pt x="356" y="1210"/>
                  </a:cubicBezTo>
                  <a:cubicBezTo>
                    <a:pt x="315" y="1230"/>
                    <a:pt x="305" y="1233"/>
                    <a:pt x="294" y="1240"/>
                  </a:cubicBezTo>
                  <a:cubicBezTo>
                    <a:pt x="262" y="1252"/>
                    <a:pt x="260" y="1251"/>
                    <a:pt x="257" y="1254"/>
                  </a:cubicBezTo>
                  <a:cubicBezTo>
                    <a:pt x="237" y="1263"/>
                    <a:pt x="233" y="1265"/>
                    <a:pt x="229" y="1267"/>
                  </a:cubicBezTo>
                  <a:cubicBezTo>
                    <a:pt x="218" y="1271"/>
                    <a:pt x="214" y="1278"/>
                    <a:pt x="211" y="1275"/>
                  </a:cubicBezTo>
                  <a:cubicBezTo>
                    <a:pt x="241" y="1245"/>
                    <a:pt x="262" y="1234"/>
                    <a:pt x="291" y="1222"/>
                  </a:cubicBezTo>
                  <a:cubicBezTo>
                    <a:pt x="352" y="1187"/>
                    <a:pt x="356" y="1194"/>
                    <a:pt x="360" y="1189"/>
                  </a:cubicBezTo>
                  <a:cubicBezTo>
                    <a:pt x="397" y="1173"/>
                    <a:pt x="401" y="1169"/>
                    <a:pt x="405" y="1169"/>
                  </a:cubicBezTo>
                  <a:cubicBezTo>
                    <a:pt x="461" y="1128"/>
                    <a:pt x="482" y="1115"/>
                    <a:pt x="495" y="1100"/>
                  </a:cubicBezTo>
                  <a:cubicBezTo>
                    <a:pt x="532" y="1063"/>
                    <a:pt x="536" y="1059"/>
                    <a:pt x="536" y="1055"/>
                  </a:cubicBezTo>
                  <a:cubicBezTo>
                    <a:pt x="492" y="1093"/>
                    <a:pt x="491" y="1097"/>
                    <a:pt x="486" y="1101"/>
                  </a:cubicBezTo>
                  <a:cubicBezTo>
                    <a:pt x="470" y="1111"/>
                    <a:pt x="468" y="1118"/>
                    <a:pt x="461" y="1121"/>
                  </a:cubicBezTo>
                  <a:cubicBezTo>
                    <a:pt x="441" y="1135"/>
                    <a:pt x="439" y="1138"/>
                    <a:pt x="438" y="1141"/>
                  </a:cubicBezTo>
                  <a:cubicBezTo>
                    <a:pt x="395" y="1165"/>
                    <a:pt x="389" y="1166"/>
                    <a:pt x="384" y="1167"/>
                  </a:cubicBezTo>
                  <a:cubicBezTo>
                    <a:pt x="366" y="1175"/>
                    <a:pt x="360" y="1181"/>
                    <a:pt x="354" y="1181"/>
                  </a:cubicBezTo>
                  <a:cubicBezTo>
                    <a:pt x="336" y="1190"/>
                    <a:pt x="330" y="1193"/>
                    <a:pt x="324" y="1196"/>
                  </a:cubicBezTo>
                  <a:cubicBezTo>
                    <a:pt x="289" y="1212"/>
                    <a:pt x="274" y="1219"/>
                    <a:pt x="259" y="1226"/>
                  </a:cubicBezTo>
                  <a:cubicBezTo>
                    <a:pt x="235" y="1240"/>
                    <a:pt x="227" y="1244"/>
                    <a:pt x="224" y="1249"/>
                  </a:cubicBezTo>
                  <a:cubicBezTo>
                    <a:pt x="202" y="1270"/>
                    <a:pt x="193" y="1272"/>
                    <a:pt x="192" y="1269"/>
                  </a:cubicBezTo>
                  <a:cubicBezTo>
                    <a:pt x="215" y="1249"/>
                    <a:pt x="212" y="1245"/>
                    <a:pt x="217" y="1243"/>
                  </a:cubicBezTo>
                  <a:cubicBezTo>
                    <a:pt x="243" y="1226"/>
                    <a:pt x="244" y="1223"/>
                    <a:pt x="250" y="1220"/>
                  </a:cubicBezTo>
                  <a:cubicBezTo>
                    <a:pt x="326" y="1181"/>
                    <a:pt x="340" y="1175"/>
                    <a:pt x="358" y="1169"/>
                  </a:cubicBezTo>
                  <a:cubicBezTo>
                    <a:pt x="494" y="1080"/>
                    <a:pt x="512" y="1077"/>
                    <a:pt x="512" y="1063"/>
                  </a:cubicBezTo>
                  <a:cubicBezTo>
                    <a:pt x="460" y="1106"/>
                    <a:pt x="454" y="1105"/>
                    <a:pt x="447" y="1112"/>
                  </a:cubicBezTo>
                  <a:cubicBezTo>
                    <a:pt x="401" y="1139"/>
                    <a:pt x="397" y="1141"/>
                    <a:pt x="392" y="1144"/>
                  </a:cubicBezTo>
                  <a:cubicBezTo>
                    <a:pt x="299" y="1182"/>
                    <a:pt x="278" y="1194"/>
                    <a:pt x="258" y="1204"/>
                  </a:cubicBezTo>
                  <a:cubicBezTo>
                    <a:pt x="222" y="1232"/>
                    <a:pt x="219" y="1228"/>
                    <a:pt x="215" y="1233"/>
                  </a:cubicBezTo>
                  <a:cubicBezTo>
                    <a:pt x="191" y="1248"/>
                    <a:pt x="198" y="1246"/>
                    <a:pt x="198" y="1243"/>
                  </a:cubicBezTo>
                  <a:cubicBezTo>
                    <a:pt x="210" y="1232"/>
                    <a:pt x="218" y="1227"/>
                    <a:pt x="221" y="1221"/>
                  </a:cubicBezTo>
                  <a:cubicBezTo>
                    <a:pt x="275" y="1187"/>
                    <a:pt x="293" y="1174"/>
                    <a:pt x="310" y="1167"/>
                  </a:cubicBezTo>
                  <a:cubicBezTo>
                    <a:pt x="378" y="1137"/>
                    <a:pt x="377" y="1130"/>
                    <a:pt x="382" y="1132"/>
                  </a:cubicBezTo>
                  <a:cubicBezTo>
                    <a:pt x="433" y="1103"/>
                    <a:pt x="436" y="1100"/>
                    <a:pt x="437" y="1102"/>
                  </a:cubicBezTo>
                  <a:cubicBezTo>
                    <a:pt x="461" y="1086"/>
                    <a:pt x="465" y="1087"/>
                    <a:pt x="471" y="1080"/>
                  </a:cubicBezTo>
                  <a:cubicBezTo>
                    <a:pt x="502" y="1058"/>
                    <a:pt x="506" y="1058"/>
                    <a:pt x="511" y="1054"/>
                  </a:cubicBezTo>
                  <a:cubicBezTo>
                    <a:pt x="567" y="1001"/>
                    <a:pt x="569" y="996"/>
                    <a:pt x="573" y="991"/>
                  </a:cubicBezTo>
                  <a:cubicBezTo>
                    <a:pt x="512" y="1042"/>
                    <a:pt x="492" y="1060"/>
                    <a:pt x="472" y="1069"/>
                  </a:cubicBezTo>
                  <a:cubicBezTo>
                    <a:pt x="445" y="1085"/>
                    <a:pt x="440" y="1093"/>
                    <a:pt x="436" y="1090"/>
                  </a:cubicBezTo>
                  <a:cubicBezTo>
                    <a:pt x="383" y="1123"/>
                    <a:pt x="380" y="1120"/>
                    <a:pt x="375" y="1125"/>
                  </a:cubicBezTo>
                  <a:cubicBezTo>
                    <a:pt x="301" y="1163"/>
                    <a:pt x="285" y="1166"/>
                    <a:pt x="266" y="1181"/>
                  </a:cubicBezTo>
                  <a:cubicBezTo>
                    <a:pt x="238" y="1199"/>
                    <a:pt x="226" y="1210"/>
                    <a:pt x="218" y="1211"/>
                  </a:cubicBezTo>
                  <a:cubicBezTo>
                    <a:pt x="195" y="1226"/>
                    <a:pt x="199" y="1221"/>
                    <a:pt x="198" y="1216"/>
                  </a:cubicBezTo>
                  <a:cubicBezTo>
                    <a:pt x="230" y="1183"/>
                    <a:pt x="233" y="1182"/>
                    <a:pt x="238" y="1177"/>
                  </a:cubicBezTo>
                  <a:cubicBezTo>
                    <a:pt x="319" y="1129"/>
                    <a:pt x="328" y="1123"/>
                    <a:pt x="336" y="1121"/>
                  </a:cubicBezTo>
                  <a:cubicBezTo>
                    <a:pt x="493" y="1012"/>
                    <a:pt x="511" y="1000"/>
                    <a:pt x="526" y="986"/>
                  </a:cubicBezTo>
                  <a:cubicBezTo>
                    <a:pt x="552" y="958"/>
                    <a:pt x="551" y="956"/>
                    <a:pt x="554" y="954"/>
                  </a:cubicBezTo>
                  <a:cubicBezTo>
                    <a:pt x="522" y="977"/>
                    <a:pt x="521" y="987"/>
                    <a:pt x="507" y="995"/>
                  </a:cubicBezTo>
                  <a:cubicBezTo>
                    <a:pt x="490" y="1009"/>
                    <a:pt x="487" y="1013"/>
                    <a:pt x="482" y="1018"/>
                  </a:cubicBezTo>
                  <a:cubicBezTo>
                    <a:pt x="358" y="1100"/>
                    <a:pt x="341" y="1103"/>
                    <a:pt x="333" y="1113"/>
                  </a:cubicBezTo>
                  <a:cubicBezTo>
                    <a:pt x="251" y="1161"/>
                    <a:pt x="227" y="1171"/>
                    <a:pt x="214" y="1187"/>
                  </a:cubicBezTo>
                  <a:cubicBezTo>
                    <a:pt x="211" y="1186"/>
                    <a:pt x="210" y="1183"/>
                    <a:pt x="213" y="1180"/>
                  </a:cubicBezTo>
                  <a:cubicBezTo>
                    <a:pt x="242" y="1151"/>
                    <a:pt x="248" y="1147"/>
                    <a:pt x="259" y="1137"/>
                  </a:cubicBezTo>
                  <a:cubicBezTo>
                    <a:pt x="360" y="1078"/>
                    <a:pt x="373" y="1070"/>
                    <a:pt x="393" y="1055"/>
                  </a:cubicBezTo>
                  <a:cubicBezTo>
                    <a:pt x="452" y="1010"/>
                    <a:pt x="460" y="1010"/>
                    <a:pt x="463" y="1005"/>
                  </a:cubicBezTo>
                  <a:cubicBezTo>
                    <a:pt x="524" y="947"/>
                    <a:pt x="530" y="944"/>
                    <a:pt x="532" y="940"/>
                  </a:cubicBezTo>
                  <a:cubicBezTo>
                    <a:pt x="561" y="903"/>
                    <a:pt x="566" y="896"/>
                    <a:pt x="574" y="890"/>
                  </a:cubicBezTo>
                  <a:cubicBezTo>
                    <a:pt x="547" y="899"/>
                    <a:pt x="543" y="903"/>
                    <a:pt x="537" y="907"/>
                  </a:cubicBezTo>
                  <a:cubicBezTo>
                    <a:pt x="522" y="918"/>
                    <a:pt x="523" y="921"/>
                    <a:pt x="519" y="922"/>
                  </a:cubicBezTo>
                  <a:cubicBezTo>
                    <a:pt x="491" y="945"/>
                    <a:pt x="485" y="954"/>
                    <a:pt x="474" y="962"/>
                  </a:cubicBezTo>
                  <a:cubicBezTo>
                    <a:pt x="396" y="1023"/>
                    <a:pt x="387" y="1030"/>
                    <a:pt x="378" y="1037"/>
                  </a:cubicBezTo>
                  <a:cubicBezTo>
                    <a:pt x="323" y="1067"/>
                    <a:pt x="317" y="1067"/>
                    <a:pt x="311" y="1070"/>
                  </a:cubicBezTo>
                  <a:cubicBezTo>
                    <a:pt x="262" y="1102"/>
                    <a:pt x="259" y="1103"/>
                    <a:pt x="256" y="1103"/>
                  </a:cubicBezTo>
                  <a:cubicBezTo>
                    <a:pt x="244" y="1115"/>
                    <a:pt x="236" y="1116"/>
                    <a:pt x="239" y="1120"/>
                  </a:cubicBezTo>
                  <a:cubicBezTo>
                    <a:pt x="222" y="1136"/>
                    <a:pt x="217" y="1144"/>
                    <a:pt x="214" y="1140"/>
                  </a:cubicBezTo>
                  <a:cubicBezTo>
                    <a:pt x="260" y="1090"/>
                    <a:pt x="271" y="1086"/>
                    <a:pt x="296" y="1066"/>
                  </a:cubicBezTo>
                  <a:cubicBezTo>
                    <a:pt x="418" y="989"/>
                    <a:pt x="425" y="977"/>
                    <a:pt x="430" y="979"/>
                  </a:cubicBezTo>
                  <a:cubicBezTo>
                    <a:pt x="451" y="961"/>
                    <a:pt x="456" y="956"/>
                    <a:pt x="465" y="947"/>
                  </a:cubicBezTo>
                  <a:cubicBezTo>
                    <a:pt x="540" y="892"/>
                    <a:pt x="549" y="886"/>
                    <a:pt x="560" y="878"/>
                  </a:cubicBezTo>
                  <a:cubicBezTo>
                    <a:pt x="587" y="870"/>
                    <a:pt x="592" y="858"/>
                    <a:pt x="594" y="863"/>
                  </a:cubicBezTo>
                  <a:cubicBezTo>
                    <a:pt x="625" y="848"/>
                    <a:pt x="636" y="854"/>
                    <a:pt x="633" y="845"/>
                  </a:cubicBezTo>
                  <a:cubicBezTo>
                    <a:pt x="574" y="858"/>
                    <a:pt x="566" y="857"/>
                    <a:pt x="557" y="863"/>
                  </a:cubicBezTo>
                  <a:cubicBezTo>
                    <a:pt x="523" y="876"/>
                    <a:pt x="515" y="880"/>
                    <a:pt x="508" y="884"/>
                  </a:cubicBezTo>
                  <a:cubicBezTo>
                    <a:pt x="420" y="945"/>
                    <a:pt x="411" y="951"/>
                    <a:pt x="402" y="958"/>
                  </a:cubicBezTo>
                  <a:cubicBezTo>
                    <a:pt x="299" y="1027"/>
                    <a:pt x="297" y="1029"/>
                    <a:pt x="295" y="1030"/>
                  </a:cubicBezTo>
                  <a:cubicBezTo>
                    <a:pt x="255" y="1062"/>
                    <a:pt x="252" y="1067"/>
                    <a:pt x="244" y="1072"/>
                  </a:cubicBezTo>
                  <a:cubicBezTo>
                    <a:pt x="230" y="1081"/>
                    <a:pt x="230" y="1077"/>
                    <a:pt x="232" y="1073"/>
                  </a:cubicBezTo>
                  <a:cubicBezTo>
                    <a:pt x="251" y="1057"/>
                    <a:pt x="253" y="1055"/>
                    <a:pt x="257" y="1053"/>
                  </a:cubicBezTo>
                  <a:cubicBezTo>
                    <a:pt x="293" y="1015"/>
                    <a:pt x="296" y="1017"/>
                    <a:pt x="300" y="1014"/>
                  </a:cubicBezTo>
                  <a:cubicBezTo>
                    <a:pt x="333" y="985"/>
                    <a:pt x="335" y="986"/>
                    <a:pt x="336" y="986"/>
                  </a:cubicBezTo>
                  <a:cubicBezTo>
                    <a:pt x="380" y="950"/>
                    <a:pt x="404" y="938"/>
                    <a:pt x="433" y="916"/>
                  </a:cubicBezTo>
                  <a:cubicBezTo>
                    <a:pt x="492" y="885"/>
                    <a:pt x="501" y="881"/>
                    <a:pt x="511" y="874"/>
                  </a:cubicBezTo>
                  <a:cubicBezTo>
                    <a:pt x="540" y="857"/>
                    <a:pt x="552" y="855"/>
                    <a:pt x="561" y="848"/>
                  </a:cubicBezTo>
                  <a:cubicBezTo>
                    <a:pt x="574" y="833"/>
                    <a:pt x="569" y="837"/>
                    <a:pt x="565" y="840"/>
                  </a:cubicBezTo>
                  <a:cubicBezTo>
                    <a:pt x="512" y="866"/>
                    <a:pt x="509" y="864"/>
                    <a:pt x="505" y="869"/>
                  </a:cubicBezTo>
                  <a:cubicBezTo>
                    <a:pt x="416" y="917"/>
                    <a:pt x="406" y="926"/>
                    <a:pt x="373" y="944"/>
                  </a:cubicBezTo>
                  <a:cubicBezTo>
                    <a:pt x="332" y="978"/>
                    <a:pt x="317" y="986"/>
                    <a:pt x="306" y="995"/>
                  </a:cubicBezTo>
                  <a:cubicBezTo>
                    <a:pt x="253" y="1040"/>
                    <a:pt x="256" y="1048"/>
                    <a:pt x="251" y="1045"/>
                  </a:cubicBezTo>
                  <a:cubicBezTo>
                    <a:pt x="235" y="1052"/>
                    <a:pt x="237" y="1048"/>
                    <a:pt x="241" y="1044"/>
                  </a:cubicBezTo>
                  <a:cubicBezTo>
                    <a:pt x="310" y="977"/>
                    <a:pt x="362" y="934"/>
                    <a:pt x="419" y="899"/>
                  </a:cubicBezTo>
                  <a:cubicBezTo>
                    <a:pt x="482" y="869"/>
                    <a:pt x="481" y="865"/>
                    <a:pt x="487" y="864"/>
                  </a:cubicBezTo>
                  <a:cubicBezTo>
                    <a:pt x="513" y="858"/>
                    <a:pt x="519" y="848"/>
                    <a:pt x="522" y="852"/>
                  </a:cubicBezTo>
                  <a:cubicBezTo>
                    <a:pt x="583" y="826"/>
                    <a:pt x="598" y="821"/>
                    <a:pt x="613" y="815"/>
                  </a:cubicBezTo>
                  <a:cubicBezTo>
                    <a:pt x="578" y="820"/>
                    <a:pt x="572" y="828"/>
                    <a:pt x="567" y="826"/>
                  </a:cubicBezTo>
                  <a:cubicBezTo>
                    <a:pt x="541" y="835"/>
                    <a:pt x="538" y="835"/>
                    <a:pt x="536" y="837"/>
                  </a:cubicBezTo>
                  <a:cubicBezTo>
                    <a:pt x="509" y="843"/>
                    <a:pt x="505" y="850"/>
                    <a:pt x="502" y="851"/>
                  </a:cubicBezTo>
                  <a:cubicBezTo>
                    <a:pt x="480" y="859"/>
                    <a:pt x="474" y="860"/>
                    <a:pt x="468" y="866"/>
                  </a:cubicBezTo>
                  <a:cubicBezTo>
                    <a:pt x="423" y="890"/>
                    <a:pt x="421" y="886"/>
                    <a:pt x="417" y="890"/>
                  </a:cubicBezTo>
                  <a:cubicBezTo>
                    <a:pt x="390" y="907"/>
                    <a:pt x="385" y="911"/>
                    <a:pt x="380" y="914"/>
                  </a:cubicBezTo>
                  <a:cubicBezTo>
                    <a:pt x="361" y="927"/>
                    <a:pt x="350" y="937"/>
                    <a:pt x="335" y="947"/>
                  </a:cubicBezTo>
                  <a:cubicBezTo>
                    <a:pt x="277" y="996"/>
                    <a:pt x="275" y="1001"/>
                    <a:pt x="266" y="1004"/>
                  </a:cubicBezTo>
                  <a:cubicBezTo>
                    <a:pt x="252" y="1019"/>
                    <a:pt x="249" y="1014"/>
                    <a:pt x="250" y="1013"/>
                  </a:cubicBezTo>
                  <a:cubicBezTo>
                    <a:pt x="261" y="1003"/>
                    <a:pt x="262" y="1003"/>
                    <a:pt x="262" y="1002"/>
                  </a:cubicBezTo>
                  <a:cubicBezTo>
                    <a:pt x="283" y="983"/>
                    <a:pt x="288" y="972"/>
                    <a:pt x="297" y="962"/>
                  </a:cubicBezTo>
                  <a:cubicBezTo>
                    <a:pt x="358" y="911"/>
                    <a:pt x="362" y="915"/>
                    <a:pt x="367" y="909"/>
                  </a:cubicBezTo>
                  <a:cubicBezTo>
                    <a:pt x="396" y="889"/>
                    <a:pt x="399" y="896"/>
                    <a:pt x="403" y="891"/>
                  </a:cubicBezTo>
                  <a:cubicBezTo>
                    <a:pt x="418" y="884"/>
                    <a:pt x="423" y="872"/>
                    <a:pt x="425" y="877"/>
                  </a:cubicBezTo>
                  <a:cubicBezTo>
                    <a:pt x="466" y="855"/>
                    <a:pt x="478" y="855"/>
                    <a:pt x="492" y="844"/>
                  </a:cubicBezTo>
                  <a:cubicBezTo>
                    <a:pt x="573" y="801"/>
                    <a:pt x="571" y="802"/>
                    <a:pt x="578" y="796"/>
                  </a:cubicBezTo>
                  <a:cubicBezTo>
                    <a:pt x="604" y="774"/>
                    <a:pt x="612" y="772"/>
                    <a:pt x="609" y="769"/>
                  </a:cubicBezTo>
                  <a:cubicBezTo>
                    <a:pt x="526" y="821"/>
                    <a:pt x="519" y="826"/>
                    <a:pt x="513" y="829"/>
                  </a:cubicBezTo>
                  <a:cubicBezTo>
                    <a:pt x="463" y="847"/>
                    <a:pt x="455" y="856"/>
                    <a:pt x="450" y="854"/>
                  </a:cubicBezTo>
                  <a:cubicBezTo>
                    <a:pt x="390" y="884"/>
                    <a:pt x="378" y="893"/>
                    <a:pt x="368" y="897"/>
                  </a:cubicBezTo>
                  <a:cubicBezTo>
                    <a:pt x="338" y="920"/>
                    <a:pt x="335" y="923"/>
                    <a:pt x="332" y="925"/>
                  </a:cubicBezTo>
                  <a:cubicBezTo>
                    <a:pt x="316" y="936"/>
                    <a:pt x="308" y="942"/>
                    <a:pt x="301" y="947"/>
                  </a:cubicBezTo>
                  <a:cubicBezTo>
                    <a:pt x="265" y="982"/>
                    <a:pt x="261" y="986"/>
                    <a:pt x="258" y="990"/>
                  </a:cubicBezTo>
                  <a:cubicBezTo>
                    <a:pt x="267" y="967"/>
                    <a:pt x="265" y="971"/>
                    <a:pt x="270" y="972"/>
                  </a:cubicBezTo>
                  <a:cubicBezTo>
                    <a:pt x="317" y="926"/>
                    <a:pt x="316" y="922"/>
                    <a:pt x="337" y="912"/>
                  </a:cubicBezTo>
                  <a:cubicBezTo>
                    <a:pt x="446" y="842"/>
                    <a:pt x="455" y="842"/>
                    <a:pt x="463" y="838"/>
                  </a:cubicBezTo>
                  <a:cubicBezTo>
                    <a:pt x="475" y="832"/>
                    <a:pt x="476" y="831"/>
                    <a:pt x="477" y="830"/>
                  </a:cubicBezTo>
                  <a:cubicBezTo>
                    <a:pt x="595" y="755"/>
                    <a:pt x="608" y="750"/>
                    <a:pt x="608" y="743"/>
                  </a:cubicBezTo>
                  <a:cubicBezTo>
                    <a:pt x="591" y="754"/>
                    <a:pt x="593" y="752"/>
                    <a:pt x="587" y="758"/>
                  </a:cubicBezTo>
                  <a:cubicBezTo>
                    <a:pt x="552" y="781"/>
                    <a:pt x="553" y="785"/>
                    <a:pt x="549" y="783"/>
                  </a:cubicBezTo>
                  <a:cubicBezTo>
                    <a:pt x="516" y="799"/>
                    <a:pt x="510" y="807"/>
                    <a:pt x="506" y="809"/>
                  </a:cubicBezTo>
                  <a:cubicBezTo>
                    <a:pt x="432" y="848"/>
                    <a:pt x="425" y="843"/>
                    <a:pt x="423" y="847"/>
                  </a:cubicBezTo>
                  <a:cubicBezTo>
                    <a:pt x="403" y="861"/>
                    <a:pt x="400" y="858"/>
                    <a:pt x="396" y="861"/>
                  </a:cubicBezTo>
                  <a:cubicBezTo>
                    <a:pt x="290" y="934"/>
                    <a:pt x="289" y="937"/>
                    <a:pt x="284" y="940"/>
                  </a:cubicBezTo>
                  <a:cubicBezTo>
                    <a:pt x="283" y="932"/>
                    <a:pt x="287" y="928"/>
                    <a:pt x="289" y="924"/>
                  </a:cubicBezTo>
                  <a:cubicBezTo>
                    <a:pt x="318" y="903"/>
                    <a:pt x="325" y="895"/>
                    <a:pt x="335" y="888"/>
                  </a:cubicBezTo>
                  <a:cubicBezTo>
                    <a:pt x="381" y="857"/>
                    <a:pt x="388" y="853"/>
                    <a:pt x="394" y="848"/>
                  </a:cubicBezTo>
                  <a:cubicBezTo>
                    <a:pt x="445" y="830"/>
                    <a:pt x="450" y="818"/>
                    <a:pt x="452" y="823"/>
                  </a:cubicBezTo>
                  <a:cubicBezTo>
                    <a:pt x="472" y="813"/>
                    <a:pt x="472" y="811"/>
                    <a:pt x="474" y="812"/>
                  </a:cubicBezTo>
                  <a:cubicBezTo>
                    <a:pt x="492" y="804"/>
                    <a:pt x="496" y="802"/>
                    <a:pt x="499" y="799"/>
                  </a:cubicBezTo>
                  <a:cubicBezTo>
                    <a:pt x="522" y="787"/>
                    <a:pt x="529" y="784"/>
                    <a:pt x="536" y="782"/>
                  </a:cubicBezTo>
                  <a:cubicBezTo>
                    <a:pt x="594" y="740"/>
                    <a:pt x="604" y="733"/>
                    <a:pt x="613" y="727"/>
                  </a:cubicBezTo>
                  <a:cubicBezTo>
                    <a:pt x="629" y="708"/>
                    <a:pt x="626" y="710"/>
                    <a:pt x="623" y="712"/>
                  </a:cubicBezTo>
                  <a:cubicBezTo>
                    <a:pt x="614" y="719"/>
                    <a:pt x="612" y="720"/>
                    <a:pt x="611" y="720"/>
                  </a:cubicBezTo>
                  <a:cubicBezTo>
                    <a:pt x="602" y="727"/>
                    <a:pt x="602" y="731"/>
                    <a:pt x="598" y="733"/>
                  </a:cubicBezTo>
                  <a:cubicBezTo>
                    <a:pt x="578" y="747"/>
                    <a:pt x="571" y="752"/>
                    <a:pt x="564" y="757"/>
                  </a:cubicBezTo>
                  <a:cubicBezTo>
                    <a:pt x="528" y="774"/>
                    <a:pt x="524" y="782"/>
                    <a:pt x="521" y="779"/>
                  </a:cubicBezTo>
                  <a:cubicBezTo>
                    <a:pt x="466" y="806"/>
                    <a:pt x="462" y="809"/>
                    <a:pt x="459" y="809"/>
                  </a:cubicBezTo>
                  <a:cubicBezTo>
                    <a:pt x="423" y="827"/>
                    <a:pt x="420" y="825"/>
                    <a:pt x="416" y="827"/>
                  </a:cubicBezTo>
                  <a:cubicBezTo>
                    <a:pt x="347" y="870"/>
                    <a:pt x="336" y="878"/>
                    <a:pt x="325" y="885"/>
                  </a:cubicBezTo>
                  <a:cubicBezTo>
                    <a:pt x="302" y="902"/>
                    <a:pt x="299" y="905"/>
                    <a:pt x="297" y="904"/>
                  </a:cubicBezTo>
                  <a:cubicBezTo>
                    <a:pt x="342" y="859"/>
                    <a:pt x="352" y="856"/>
                    <a:pt x="352" y="851"/>
                  </a:cubicBezTo>
                  <a:cubicBezTo>
                    <a:pt x="384" y="833"/>
                    <a:pt x="390" y="829"/>
                    <a:pt x="403" y="820"/>
                  </a:cubicBezTo>
                  <a:cubicBezTo>
                    <a:pt x="434" y="799"/>
                    <a:pt x="448" y="797"/>
                    <a:pt x="456" y="791"/>
                  </a:cubicBezTo>
                  <a:cubicBezTo>
                    <a:pt x="491" y="772"/>
                    <a:pt x="498" y="776"/>
                    <a:pt x="509" y="765"/>
                  </a:cubicBezTo>
                  <a:cubicBezTo>
                    <a:pt x="550" y="750"/>
                    <a:pt x="561" y="743"/>
                    <a:pt x="571" y="740"/>
                  </a:cubicBezTo>
                  <a:cubicBezTo>
                    <a:pt x="650" y="685"/>
                    <a:pt x="651" y="680"/>
                    <a:pt x="658" y="677"/>
                  </a:cubicBezTo>
                  <a:cubicBezTo>
                    <a:pt x="663" y="670"/>
                    <a:pt x="651" y="676"/>
                    <a:pt x="643" y="686"/>
                  </a:cubicBezTo>
                  <a:cubicBezTo>
                    <a:pt x="557" y="738"/>
                    <a:pt x="549" y="738"/>
                    <a:pt x="541" y="745"/>
                  </a:cubicBezTo>
                  <a:cubicBezTo>
                    <a:pt x="457" y="783"/>
                    <a:pt x="447" y="787"/>
                    <a:pt x="438" y="789"/>
                  </a:cubicBezTo>
                  <a:cubicBezTo>
                    <a:pt x="417" y="807"/>
                    <a:pt x="409" y="804"/>
                    <a:pt x="401" y="811"/>
                  </a:cubicBezTo>
                  <a:cubicBezTo>
                    <a:pt x="339" y="851"/>
                    <a:pt x="338" y="856"/>
                    <a:pt x="329" y="860"/>
                  </a:cubicBezTo>
                  <a:cubicBezTo>
                    <a:pt x="311" y="871"/>
                    <a:pt x="311" y="863"/>
                    <a:pt x="308" y="866"/>
                  </a:cubicBezTo>
                  <a:cubicBezTo>
                    <a:pt x="324" y="849"/>
                    <a:pt x="327" y="851"/>
                    <a:pt x="327" y="847"/>
                  </a:cubicBezTo>
                  <a:cubicBezTo>
                    <a:pt x="429" y="785"/>
                    <a:pt x="430" y="783"/>
                    <a:pt x="438" y="779"/>
                  </a:cubicBezTo>
                  <a:cubicBezTo>
                    <a:pt x="489" y="753"/>
                    <a:pt x="491" y="753"/>
                    <a:pt x="494" y="751"/>
                  </a:cubicBezTo>
                  <a:cubicBezTo>
                    <a:pt x="546" y="730"/>
                    <a:pt x="551" y="722"/>
                    <a:pt x="554" y="725"/>
                  </a:cubicBezTo>
                  <a:cubicBezTo>
                    <a:pt x="553" y="723"/>
                    <a:pt x="551" y="717"/>
                    <a:pt x="547" y="723"/>
                  </a:cubicBezTo>
                  <a:cubicBezTo>
                    <a:pt x="515" y="736"/>
                    <a:pt x="513" y="732"/>
                    <a:pt x="509" y="735"/>
                  </a:cubicBezTo>
                  <a:cubicBezTo>
                    <a:pt x="487" y="740"/>
                    <a:pt x="482" y="748"/>
                    <a:pt x="479" y="745"/>
                  </a:cubicBezTo>
                  <a:cubicBezTo>
                    <a:pt x="397" y="793"/>
                    <a:pt x="390" y="796"/>
                    <a:pt x="382" y="800"/>
                  </a:cubicBezTo>
                  <a:cubicBezTo>
                    <a:pt x="344" y="825"/>
                    <a:pt x="339" y="829"/>
                    <a:pt x="334" y="833"/>
                  </a:cubicBezTo>
                  <a:cubicBezTo>
                    <a:pt x="346" y="804"/>
                    <a:pt x="361" y="789"/>
                    <a:pt x="375" y="781"/>
                  </a:cubicBezTo>
                  <a:cubicBezTo>
                    <a:pt x="397" y="767"/>
                    <a:pt x="400" y="765"/>
                    <a:pt x="404" y="763"/>
                  </a:cubicBezTo>
                  <a:cubicBezTo>
                    <a:pt x="478" y="727"/>
                    <a:pt x="484" y="727"/>
                    <a:pt x="492" y="721"/>
                  </a:cubicBezTo>
                  <a:cubicBezTo>
                    <a:pt x="514" y="719"/>
                    <a:pt x="521" y="711"/>
                    <a:pt x="527" y="713"/>
                  </a:cubicBezTo>
                  <a:cubicBezTo>
                    <a:pt x="573" y="696"/>
                    <a:pt x="580" y="692"/>
                    <a:pt x="587" y="689"/>
                  </a:cubicBezTo>
                  <a:cubicBezTo>
                    <a:pt x="627" y="664"/>
                    <a:pt x="637" y="667"/>
                    <a:pt x="634" y="660"/>
                  </a:cubicBezTo>
                  <a:cubicBezTo>
                    <a:pt x="534" y="701"/>
                    <a:pt x="528" y="701"/>
                    <a:pt x="521" y="705"/>
                  </a:cubicBezTo>
                  <a:cubicBezTo>
                    <a:pt x="490" y="707"/>
                    <a:pt x="495" y="713"/>
                    <a:pt x="501" y="707"/>
                  </a:cubicBezTo>
                  <a:cubicBezTo>
                    <a:pt x="543" y="697"/>
                    <a:pt x="550" y="686"/>
                    <a:pt x="556" y="687"/>
                  </a:cubicBezTo>
                  <a:cubicBezTo>
                    <a:pt x="578" y="682"/>
                    <a:pt x="584" y="677"/>
                    <a:pt x="590" y="677"/>
                  </a:cubicBezTo>
                  <a:cubicBezTo>
                    <a:pt x="643" y="648"/>
                    <a:pt x="657" y="643"/>
                    <a:pt x="673" y="629"/>
                  </a:cubicBezTo>
                  <a:cubicBezTo>
                    <a:pt x="647" y="645"/>
                    <a:pt x="643" y="645"/>
                    <a:pt x="641" y="645"/>
                  </a:cubicBezTo>
                  <a:cubicBezTo>
                    <a:pt x="611" y="659"/>
                    <a:pt x="604" y="666"/>
                    <a:pt x="597" y="667"/>
                  </a:cubicBezTo>
                  <a:cubicBezTo>
                    <a:pt x="556" y="675"/>
                    <a:pt x="551" y="687"/>
                    <a:pt x="549" y="682"/>
                  </a:cubicBezTo>
                  <a:cubicBezTo>
                    <a:pt x="516" y="695"/>
                    <a:pt x="514" y="691"/>
                    <a:pt x="510" y="696"/>
                  </a:cubicBezTo>
                  <a:cubicBezTo>
                    <a:pt x="487" y="704"/>
                    <a:pt x="483" y="706"/>
                    <a:pt x="480" y="705"/>
                  </a:cubicBezTo>
                  <a:cubicBezTo>
                    <a:pt x="454" y="716"/>
                    <a:pt x="446" y="720"/>
                    <a:pt x="441" y="723"/>
                  </a:cubicBezTo>
                  <a:cubicBezTo>
                    <a:pt x="430" y="731"/>
                    <a:pt x="427" y="727"/>
                    <a:pt x="423" y="731"/>
                  </a:cubicBezTo>
                  <a:cubicBezTo>
                    <a:pt x="386" y="755"/>
                    <a:pt x="382" y="753"/>
                    <a:pt x="377" y="757"/>
                  </a:cubicBezTo>
                  <a:cubicBezTo>
                    <a:pt x="347" y="769"/>
                    <a:pt x="358" y="764"/>
                    <a:pt x="366" y="758"/>
                  </a:cubicBezTo>
                  <a:cubicBezTo>
                    <a:pt x="409" y="728"/>
                    <a:pt x="417" y="725"/>
                    <a:pt x="425" y="718"/>
                  </a:cubicBezTo>
                  <a:cubicBezTo>
                    <a:pt x="571" y="656"/>
                    <a:pt x="601" y="640"/>
                    <a:pt x="630" y="626"/>
                  </a:cubicBezTo>
                  <a:cubicBezTo>
                    <a:pt x="661" y="605"/>
                    <a:pt x="663" y="601"/>
                    <a:pt x="664" y="599"/>
                  </a:cubicBezTo>
                  <a:cubicBezTo>
                    <a:pt x="642" y="607"/>
                    <a:pt x="637" y="615"/>
                    <a:pt x="632" y="617"/>
                  </a:cubicBezTo>
                  <a:cubicBezTo>
                    <a:pt x="575" y="644"/>
                    <a:pt x="557" y="653"/>
                    <a:pt x="540" y="659"/>
                  </a:cubicBezTo>
                  <a:cubicBezTo>
                    <a:pt x="479" y="687"/>
                    <a:pt x="471" y="684"/>
                    <a:pt x="462" y="691"/>
                  </a:cubicBezTo>
                  <a:cubicBezTo>
                    <a:pt x="418" y="713"/>
                    <a:pt x="415" y="715"/>
                    <a:pt x="412" y="717"/>
                  </a:cubicBezTo>
                  <a:cubicBezTo>
                    <a:pt x="381" y="734"/>
                    <a:pt x="377" y="737"/>
                    <a:pt x="373" y="740"/>
                  </a:cubicBezTo>
                  <a:cubicBezTo>
                    <a:pt x="385" y="720"/>
                    <a:pt x="404" y="707"/>
                    <a:pt x="421" y="696"/>
                  </a:cubicBezTo>
                  <a:cubicBezTo>
                    <a:pt x="473" y="672"/>
                    <a:pt x="478" y="677"/>
                    <a:pt x="484" y="670"/>
                  </a:cubicBezTo>
                  <a:cubicBezTo>
                    <a:pt x="519" y="657"/>
                    <a:pt x="524" y="659"/>
                    <a:pt x="529" y="654"/>
                  </a:cubicBezTo>
                  <a:cubicBezTo>
                    <a:pt x="603" y="622"/>
                    <a:pt x="611" y="619"/>
                    <a:pt x="619" y="615"/>
                  </a:cubicBezTo>
                  <a:cubicBezTo>
                    <a:pt x="667" y="570"/>
                    <a:pt x="677" y="568"/>
                    <a:pt x="675" y="564"/>
                  </a:cubicBezTo>
                  <a:cubicBezTo>
                    <a:pt x="719" y="542"/>
                    <a:pt x="725" y="539"/>
                    <a:pt x="730" y="537"/>
                  </a:cubicBezTo>
                  <a:cubicBezTo>
                    <a:pt x="742" y="527"/>
                    <a:pt x="737" y="530"/>
                    <a:pt x="732" y="533"/>
                  </a:cubicBezTo>
                  <a:cubicBezTo>
                    <a:pt x="706" y="538"/>
                    <a:pt x="703" y="542"/>
                    <a:pt x="700" y="544"/>
                  </a:cubicBezTo>
                  <a:cubicBezTo>
                    <a:pt x="637" y="575"/>
                    <a:pt x="629" y="578"/>
                    <a:pt x="622" y="585"/>
                  </a:cubicBezTo>
                  <a:cubicBezTo>
                    <a:pt x="557" y="616"/>
                    <a:pt x="550" y="611"/>
                    <a:pt x="543" y="615"/>
                  </a:cubicBezTo>
                  <a:cubicBezTo>
                    <a:pt x="514" y="623"/>
                    <a:pt x="507" y="625"/>
                    <a:pt x="499" y="630"/>
                  </a:cubicBezTo>
                  <a:cubicBezTo>
                    <a:pt x="469" y="641"/>
                    <a:pt x="463" y="637"/>
                    <a:pt x="455" y="644"/>
                  </a:cubicBezTo>
                  <a:cubicBezTo>
                    <a:pt x="432" y="653"/>
                    <a:pt x="426" y="659"/>
                    <a:pt x="422" y="658"/>
                  </a:cubicBezTo>
                  <a:cubicBezTo>
                    <a:pt x="410" y="660"/>
                    <a:pt x="410" y="653"/>
                    <a:pt x="416" y="648"/>
                  </a:cubicBezTo>
                  <a:cubicBezTo>
                    <a:pt x="439" y="640"/>
                    <a:pt x="445" y="628"/>
                    <a:pt x="447" y="633"/>
                  </a:cubicBezTo>
                  <a:cubicBezTo>
                    <a:pt x="502" y="611"/>
                    <a:pt x="513" y="606"/>
                    <a:pt x="523" y="605"/>
                  </a:cubicBezTo>
                  <a:cubicBezTo>
                    <a:pt x="597" y="583"/>
                    <a:pt x="606" y="581"/>
                    <a:pt x="615" y="576"/>
                  </a:cubicBezTo>
                  <a:cubicBezTo>
                    <a:pt x="655" y="561"/>
                    <a:pt x="660" y="548"/>
                    <a:pt x="663" y="553"/>
                  </a:cubicBezTo>
                  <a:cubicBezTo>
                    <a:pt x="715" y="530"/>
                    <a:pt x="721" y="528"/>
                    <a:pt x="727" y="527"/>
                  </a:cubicBezTo>
                  <a:cubicBezTo>
                    <a:pt x="736" y="512"/>
                    <a:pt x="727" y="524"/>
                    <a:pt x="720" y="520"/>
                  </a:cubicBezTo>
                  <a:cubicBezTo>
                    <a:pt x="677" y="533"/>
                    <a:pt x="673" y="536"/>
                    <a:pt x="668" y="537"/>
                  </a:cubicBezTo>
                  <a:cubicBezTo>
                    <a:pt x="603" y="571"/>
                    <a:pt x="600" y="575"/>
                    <a:pt x="598" y="573"/>
                  </a:cubicBezTo>
                  <a:cubicBezTo>
                    <a:pt x="555" y="592"/>
                    <a:pt x="552" y="588"/>
                    <a:pt x="549" y="589"/>
                  </a:cubicBezTo>
                  <a:cubicBezTo>
                    <a:pt x="507" y="600"/>
                    <a:pt x="504" y="601"/>
                    <a:pt x="501" y="601"/>
                  </a:cubicBezTo>
                  <a:cubicBezTo>
                    <a:pt x="462" y="618"/>
                    <a:pt x="456" y="620"/>
                    <a:pt x="449" y="622"/>
                  </a:cubicBezTo>
                  <a:cubicBezTo>
                    <a:pt x="427" y="627"/>
                    <a:pt x="429" y="624"/>
                    <a:pt x="432" y="622"/>
                  </a:cubicBezTo>
                  <a:cubicBezTo>
                    <a:pt x="464" y="601"/>
                    <a:pt x="476" y="596"/>
                    <a:pt x="488" y="594"/>
                  </a:cubicBezTo>
                  <a:cubicBezTo>
                    <a:pt x="519" y="583"/>
                    <a:pt x="522" y="582"/>
                    <a:pt x="525" y="584"/>
                  </a:cubicBezTo>
                  <a:cubicBezTo>
                    <a:pt x="550" y="574"/>
                    <a:pt x="557" y="572"/>
                    <a:pt x="563" y="571"/>
                  </a:cubicBezTo>
                  <a:cubicBezTo>
                    <a:pt x="588" y="560"/>
                    <a:pt x="594" y="562"/>
                    <a:pt x="600" y="559"/>
                  </a:cubicBezTo>
                  <a:cubicBezTo>
                    <a:pt x="645" y="537"/>
                    <a:pt x="651" y="541"/>
                    <a:pt x="657" y="535"/>
                  </a:cubicBezTo>
                  <a:cubicBezTo>
                    <a:pt x="670" y="528"/>
                    <a:pt x="672" y="530"/>
                    <a:pt x="671" y="528"/>
                  </a:cubicBezTo>
                  <a:cubicBezTo>
                    <a:pt x="707" y="510"/>
                    <a:pt x="711" y="502"/>
                    <a:pt x="714" y="502"/>
                  </a:cubicBezTo>
                  <a:cubicBezTo>
                    <a:pt x="729" y="486"/>
                    <a:pt x="743" y="485"/>
                    <a:pt x="736" y="481"/>
                  </a:cubicBezTo>
                  <a:cubicBezTo>
                    <a:pt x="686" y="515"/>
                    <a:pt x="684" y="515"/>
                    <a:pt x="682" y="515"/>
                  </a:cubicBezTo>
                  <a:cubicBezTo>
                    <a:pt x="660" y="525"/>
                    <a:pt x="654" y="529"/>
                    <a:pt x="648" y="532"/>
                  </a:cubicBezTo>
                  <a:cubicBezTo>
                    <a:pt x="622" y="542"/>
                    <a:pt x="616" y="542"/>
                    <a:pt x="609" y="548"/>
                  </a:cubicBezTo>
                  <a:cubicBezTo>
                    <a:pt x="569" y="562"/>
                    <a:pt x="566" y="558"/>
                    <a:pt x="563" y="561"/>
                  </a:cubicBezTo>
                  <a:cubicBezTo>
                    <a:pt x="541" y="567"/>
                    <a:pt x="537" y="572"/>
                    <a:pt x="535" y="570"/>
                  </a:cubicBezTo>
                  <a:cubicBezTo>
                    <a:pt x="474" y="591"/>
                    <a:pt x="469" y="587"/>
                    <a:pt x="462" y="592"/>
                  </a:cubicBezTo>
                  <a:cubicBezTo>
                    <a:pt x="459" y="582"/>
                    <a:pt x="465" y="573"/>
                    <a:pt x="468" y="576"/>
                  </a:cubicBezTo>
                  <a:cubicBezTo>
                    <a:pt x="497" y="562"/>
                    <a:pt x="501" y="567"/>
                    <a:pt x="506" y="564"/>
                  </a:cubicBezTo>
                  <a:cubicBezTo>
                    <a:pt x="546" y="554"/>
                    <a:pt x="550" y="555"/>
                    <a:pt x="555" y="550"/>
                  </a:cubicBezTo>
                  <a:cubicBezTo>
                    <a:pt x="621" y="530"/>
                    <a:pt x="639" y="521"/>
                    <a:pt x="656" y="514"/>
                  </a:cubicBezTo>
                  <a:cubicBezTo>
                    <a:pt x="724" y="468"/>
                    <a:pt x="727" y="472"/>
                    <a:pt x="731" y="467"/>
                  </a:cubicBezTo>
                  <a:cubicBezTo>
                    <a:pt x="698" y="479"/>
                    <a:pt x="675" y="497"/>
                    <a:pt x="653" y="506"/>
                  </a:cubicBezTo>
                  <a:cubicBezTo>
                    <a:pt x="569" y="540"/>
                    <a:pt x="564" y="539"/>
                    <a:pt x="557" y="543"/>
                  </a:cubicBezTo>
                  <a:cubicBezTo>
                    <a:pt x="520" y="547"/>
                    <a:pt x="515" y="554"/>
                    <a:pt x="512" y="552"/>
                  </a:cubicBezTo>
                  <a:cubicBezTo>
                    <a:pt x="473" y="562"/>
                    <a:pt x="469" y="568"/>
                    <a:pt x="466" y="563"/>
                  </a:cubicBezTo>
                  <a:cubicBezTo>
                    <a:pt x="498" y="545"/>
                    <a:pt x="497" y="541"/>
                    <a:pt x="502" y="539"/>
                  </a:cubicBezTo>
                  <a:cubicBezTo>
                    <a:pt x="563" y="520"/>
                    <a:pt x="573" y="516"/>
                    <a:pt x="581" y="519"/>
                  </a:cubicBezTo>
                  <a:cubicBezTo>
                    <a:pt x="612" y="506"/>
                    <a:pt x="616" y="505"/>
                    <a:pt x="619" y="506"/>
                  </a:cubicBezTo>
                  <a:cubicBezTo>
                    <a:pt x="736" y="443"/>
                    <a:pt x="752" y="427"/>
                    <a:pt x="767" y="422"/>
                  </a:cubicBezTo>
                  <a:cubicBezTo>
                    <a:pt x="792" y="398"/>
                    <a:pt x="801" y="398"/>
                    <a:pt x="799" y="388"/>
                  </a:cubicBezTo>
                  <a:cubicBezTo>
                    <a:pt x="779" y="406"/>
                    <a:pt x="773" y="410"/>
                    <a:pt x="771" y="411"/>
                  </a:cubicBezTo>
                  <a:cubicBezTo>
                    <a:pt x="764" y="417"/>
                    <a:pt x="760" y="419"/>
                    <a:pt x="757" y="421"/>
                  </a:cubicBezTo>
                  <a:cubicBezTo>
                    <a:pt x="698" y="461"/>
                    <a:pt x="694" y="459"/>
                    <a:pt x="692" y="461"/>
                  </a:cubicBezTo>
                  <a:cubicBezTo>
                    <a:pt x="645" y="481"/>
                    <a:pt x="642" y="485"/>
                    <a:pt x="639" y="487"/>
                  </a:cubicBezTo>
                  <a:cubicBezTo>
                    <a:pt x="607" y="499"/>
                    <a:pt x="602" y="499"/>
                    <a:pt x="597" y="503"/>
                  </a:cubicBezTo>
                  <a:cubicBezTo>
                    <a:pt x="580" y="505"/>
                    <a:pt x="572" y="510"/>
                    <a:pt x="564" y="509"/>
                  </a:cubicBezTo>
                  <a:cubicBezTo>
                    <a:pt x="507" y="529"/>
                    <a:pt x="504" y="529"/>
                    <a:pt x="501" y="530"/>
                  </a:cubicBezTo>
                  <a:cubicBezTo>
                    <a:pt x="511" y="516"/>
                    <a:pt x="516" y="516"/>
                    <a:pt x="521" y="510"/>
                  </a:cubicBezTo>
                  <a:cubicBezTo>
                    <a:pt x="560" y="498"/>
                    <a:pt x="569" y="498"/>
                    <a:pt x="580" y="493"/>
                  </a:cubicBezTo>
                  <a:cubicBezTo>
                    <a:pt x="646" y="472"/>
                    <a:pt x="652" y="467"/>
                    <a:pt x="658" y="468"/>
                  </a:cubicBezTo>
                  <a:cubicBezTo>
                    <a:pt x="762" y="408"/>
                    <a:pt x="771" y="401"/>
                    <a:pt x="780" y="395"/>
                  </a:cubicBezTo>
                  <a:cubicBezTo>
                    <a:pt x="794" y="385"/>
                    <a:pt x="799" y="381"/>
                    <a:pt x="804" y="378"/>
                  </a:cubicBezTo>
                  <a:cubicBezTo>
                    <a:pt x="816" y="362"/>
                    <a:pt x="807" y="368"/>
                    <a:pt x="799" y="374"/>
                  </a:cubicBezTo>
                  <a:cubicBezTo>
                    <a:pt x="785" y="381"/>
                    <a:pt x="780" y="387"/>
                    <a:pt x="777" y="392"/>
                  </a:cubicBezTo>
                  <a:cubicBezTo>
                    <a:pt x="741" y="412"/>
                    <a:pt x="732" y="416"/>
                    <a:pt x="722" y="424"/>
                  </a:cubicBezTo>
                  <a:cubicBezTo>
                    <a:pt x="700" y="442"/>
                    <a:pt x="692" y="439"/>
                    <a:pt x="689" y="441"/>
                  </a:cubicBezTo>
                  <a:cubicBezTo>
                    <a:pt x="614" y="471"/>
                    <a:pt x="613" y="473"/>
                    <a:pt x="607" y="476"/>
                  </a:cubicBezTo>
                  <a:cubicBezTo>
                    <a:pt x="566" y="485"/>
                    <a:pt x="556" y="494"/>
                    <a:pt x="549" y="491"/>
                  </a:cubicBezTo>
                  <a:cubicBezTo>
                    <a:pt x="513" y="502"/>
                    <a:pt x="508" y="511"/>
                    <a:pt x="505" y="508"/>
                  </a:cubicBezTo>
                  <a:cubicBezTo>
                    <a:pt x="524" y="490"/>
                    <a:pt x="526" y="487"/>
                    <a:pt x="528" y="486"/>
                  </a:cubicBezTo>
                  <a:cubicBezTo>
                    <a:pt x="546" y="478"/>
                    <a:pt x="555" y="473"/>
                    <a:pt x="564" y="467"/>
                  </a:cubicBezTo>
                  <a:cubicBezTo>
                    <a:pt x="585" y="466"/>
                    <a:pt x="592" y="460"/>
                    <a:pt x="598" y="460"/>
                  </a:cubicBezTo>
                  <a:cubicBezTo>
                    <a:pt x="650" y="440"/>
                    <a:pt x="653" y="444"/>
                    <a:pt x="657" y="440"/>
                  </a:cubicBezTo>
                  <a:cubicBezTo>
                    <a:pt x="729" y="408"/>
                    <a:pt x="743" y="399"/>
                    <a:pt x="758" y="389"/>
                  </a:cubicBezTo>
                  <a:cubicBezTo>
                    <a:pt x="794" y="357"/>
                    <a:pt x="790" y="359"/>
                    <a:pt x="778" y="369"/>
                  </a:cubicBezTo>
                  <a:cubicBezTo>
                    <a:pt x="742" y="393"/>
                    <a:pt x="737" y="396"/>
                    <a:pt x="732" y="400"/>
                  </a:cubicBezTo>
                  <a:cubicBezTo>
                    <a:pt x="693" y="417"/>
                    <a:pt x="690" y="418"/>
                    <a:pt x="687" y="420"/>
                  </a:cubicBezTo>
                  <a:cubicBezTo>
                    <a:pt x="629" y="438"/>
                    <a:pt x="622" y="447"/>
                    <a:pt x="618" y="443"/>
                  </a:cubicBezTo>
                  <a:cubicBezTo>
                    <a:pt x="587" y="455"/>
                    <a:pt x="575" y="459"/>
                    <a:pt x="564" y="457"/>
                  </a:cubicBezTo>
                  <a:cubicBezTo>
                    <a:pt x="544" y="467"/>
                    <a:pt x="539" y="470"/>
                    <a:pt x="534" y="470"/>
                  </a:cubicBezTo>
                  <a:cubicBezTo>
                    <a:pt x="590" y="434"/>
                    <a:pt x="594" y="439"/>
                    <a:pt x="599" y="435"/>
                  </a:cubicBezTo>
                  <a:cubicBezTo>
                    <a:pt x="658" y="416"/>
                    <a:pt x="669" y="411"/>
                    <a:pt x="679" y="409"/>
                  </a:cubicBezTo>
                  <a:cubicBezTo>
                    <a:pt x="766" y="359"/>
                    <a:pt x="770" y="356"/>
                    <a:pt x="786" y="346"/>
                  </a:cubicBezTo>
                  <a:cubicBezTo>
                    <a:pt x="788" y="337"/>
                    <a:pt x="773" y="348"/>
                    <a:pt x="758" y="359"/>
                  </a:cubicBezTo>
                  <a:cubicBezTo>
                    <a:pt x="666" y="405"/>
                    <a:pt x="659" y="405"/>
                    <a:pt x="650" y="410"/>
                  </a:cubicBezTo>
                  <a:cubicBezTo>
                    <a:pt x="579" y="427"/>
                    <a:pt x="571" y="435"/>
                    <a:pt x="566" y="429"/>
                  </a:cubicBezTo>
                  <a:cubicBezTo>
                    <a:pt x="586" y="418"/>
                    <a:pt x="591" y="422"/>
                    <a:pt x="597" y="419"/>
                  </a:cubicBezTo>
                  <a:cubicBezTo>
                    <a:pt x="623" y="411"/>
                    <a:pt x="627" y="405"/>
                    <a:pt x="629" y="408"/>
                  </a:cubicBezTo>
                  <a:cubicBezTo>
                    <a:pt x="674" y="391"/>
                    <a:pt x="674" y="383"/>
                    <a:pt x="679" y="385"/>
                  </a:cubicBezTo>
                  <a:cubicBezTo>
                    <a:pt x="709" y="372"/>
                    <a:pt x="714" y="369"/>
                    <a:pt x="719" y="365"/>
                  </a:cubicBezTo>
                  <a:cubicBezTo>
                    <a:pt x="790" y="326"/>
                    <a:pt x="800" y="319"/>
                    <a:pt x="808" y="316"/>
                  </a:cubicBezTo>
                  <a:cubicBezTo>
                    <a:pt x="851" y="294"/>
                    <a:pt x="848" y="291"/>
                    <a:pt x="852" y="289"/>
                  </a:cubicBezTo>
                  <a:cubicBezTo>
                    <a:pt x="847" y="287"/>
                    <a:pt x="848" y="290"/>
                    <a:pt x="845" y="292"/>
                  </a:cubicBezTo>
                  <a:cubicBezTo>
                    <a:pt x="796" y="312"/>
                    <a:pt x="785" y="320"/>
                    <a:pt x="775" y="325"/>
                  </a:cubicBezTo>
                  <a:cubicBezTo>
                    <a:pt x="686" y="371"/>
                    <a:pt x="681" y="378"/>
                    <a:pt x="677" y="376"/>
                  </a:cubicBezTo>
                  <a:cubicBezTo>
                    <a:pt x="647" y="386"/>
                    <a:pt x="644" y="390"/>
                    <a:pt x="642" y="391"/>
                  </a:cubicBezTo>
                  <a:cubicBezTo>
                    <a:pt x="602" y="407"/>
                    <a:pt x="598" y="406"/>
                    <a:pt x="593" y="409"/>
                  </a:cubicBezTo>
                  <a:cubicBezTo>
                    <a:pt x="585" y="406"/>
                    <a:pt x="586" y="411"/>
                    <a:pt x="589" y="407"/>
                  </a:cubicBezTo>
                  <a:cubicBezTo>
                    <a:pt x="637" y="379"/>
                    <a:pt x="661" y="368"/>
                    <a:pt x="684" y="361"/>
                  </a:cubicBezTo>
                  <a:cubicBezTo>
                    <a:pt x="714" y="348"/>
                    <a:pt x="717" y="344"/>
                    <a:pt x="720" y="343"/>
                  </a:cubicBezTo>
                  <a:cubicBezTo>
                    <a:pt x="761" y="318"/>
                    <a:pt x="780" y="313"/>
                    <a:pt x="794" y="303"/>
                  </a:cubicBezTo>
                  <a:cubicBezTo>
                    <a:pt x="837" y="288"/>
                    <a:pt x="847" y="283"/>
                    <a:pt x="845" y="279"/>
                  </a:cubicBezTo>
                  <a:cubicBezTo>
                    <a:pt x="748" y="324"/>
                    <a:pt x="743" y="322"/>
                    <a:pt x="738" y="327"/>
                  </a:cubicBezTo>
                  <a:cubicBezTo>
                    <a:pt x="712" y="340"/>
                    <a:pt x="702" y="341"/>
                    <a:pt x="692" y="348"/>
                  </a:cubicBezTo>
                  <a:cubicBezTo>
                    <a:pt x="671" y="360"/>
                    <a:pt x="667" y="355"/>
                    <a:pt x="661" y="360"/>
                  </a:cubicBezTo>
                  <a:cubicBezTo>
                    <a:pt x="628" y="371"/>
                    <a:pt x="625" y="375"/>
                    <a:pt x="623" y="373"/>
                  </a:cubicBezTo>
                  <a:cubicBezTo>
                    <a:pt x="602" y="380"/>
                    <a:pt x="603" y="375"/>
                    <a:pt x="608" y="379"/>
                  </a:cubicBezTo>
                  <a:cubicBezTo>
                    <a:pt x="635" y="363"/>
                    <a:pt x="640" y="358"/>
                    <a:pt x="645" y="355"/>
                  </a:cubicBezTo>
                  <a:cubicBezTo>
                    <a:pt x="690" y="337"/>
                    <a:pt x="695" y="339"/>
                    <a:pt x="702" y="336"/>
                  </a:cubicBezTo>
                  <a:cubicBezTo>
                    <a:pt x="778" y="299"/>
                    <a:pt x="789" y="291"/>
                    <a:pt x="800" y="284"/>
                  </a:cubicBezTo>
                  <a:cubicBezTo>
                    <a:pt x="823" y="265"/>
                    <a:pt x="817" y="270"/>
                    <a:pt x="810" y="275"/>
                  </a:cubicBezTo>
                  <a:cubicBezTo>
                    <a:pt x="745" y="308"/>
                    <a:pt x="744" y="312"/>
                    <a:pt x="735" y="317"/>
                  </a:cubicBezTo>
                  <a:cubicBezTo>
                    <a:pt x="706" y="325"/>
                    <a:pt x="698" y="329"/>
                    <a:pt x="692" y="328"/>
                  </a:cubicBezTo>
                  <a:cubicBezTo>
                    <a:pt x="631" y="353"/>
                    <a:pt x="625" y="359"/>
                    <a:pt x="621" y="355"/>
                  </a:cubicBezTo>
                  <a:cubicBezTo>
                    <a:pt x="645" y="341"/>
                    <a:pt x="649" y="339"/>
                    <a:pt x="654" y="336"/>
                  </a:cubicBezTo>
                  <a:cubicBezTo>
                    <a:pt x="697" y="321"/>
                    <a:pt x="705" y="316"/>
                    <a:pt x="713" y="313"/>
                  </a:cubicBezTo>
                  <a:cubicBezTo>
                    <a:pt x="745" y="297"/>
                    <a:pt x="753" y="295"/>
                    <a:pt x="761" y="291"/>
                  </a:cubicBezTo>
                  <a:cubicBezTo>
                    <a:pt x="803" y="262"/>
                    <a:pt x="807" y="264"/>
                    <a:pt x="806" y="261"/>
                  </a:cubicBezTo>
                  <a:cubicBezTo>
                    <a:pt x="839" y="233"/>
                    <a:pt x="843" y="230"/>
                    <a:pt x="847" y="226"/>
                  </a:cubicBezTo>
                  <a:cubicBezTo>
                    <a:pt x="796" y="261"/>
                    <a:pt x="788" y="266"/>
                    <a:pt x="779" y="272"/>
                  </a:cubicBezTo>
                  <a:cubicBezTo>
                    <a:pt x="668" y="319"/>
                    <a:pt x="661" y="325"/>
                    <a:pt x="655" y="325"/>
                  </a:cubicBezTo>
                  <a:cubicBezTo>
                    <a:pt x="643" y="332"/>
                    <a:pt x="643" y="326"/>
                    <a:pt x="646" y="322"/>
                  </a:cubicBezTo>
                  <a:cubicBezTo>
                    <a:pt x="668" y="316"/>
                    <a:pt x="674" y="313"/>
                    <a:pt x="679" y="313"/>
                  </a:cubicBezTo>
                  <a:cubicBezTo>
                    <a:pt x="789" y="253"/>
                    <a:pt x="800" y="245"/>
                    <a:pt x="811" y="238"/>
                  </a:cubicBezTo>
                  <a:cubicBezTo>
                    <a:pt x="830" y="217"/>
                    <a:pt x="839" y="215"/>
                    <a:pt x="836" y="212"/>
                  </a:cubicBezTo>
                  <a:cubicBezTo>
                    <a:pt x="826" y="221"/>
                    <a:pt x="818" y="219"/>
                    <a:pt x="815" y="227"/>
                  </a:cubicBezTo>
                  <a:cubicBezTo>
                    <a:pt x="759" y="262"/>
                    <a:pt x="739" y="275"/>
                    <a:pt x="719" y="284"/>
                  </a:cubicBezTo>
                  <a:cubicBezTo>
                    <a:pt x="673" y="305"/>
                    <a:pt x="671" y="306"/>
                    <a:pt x="668" y="306"/>
                  </a:cubicBezTo>
                  <a:cubicBezTo>
                    <a:pt x="711" y="282"/>
                    <a:pt x="719" y="273"/>
                    <a:pt x="727" y="271"/>
                  </a:cubicBezTo>
                  <a:cubicBezTo>
                    <a:pt x="797" y="226"/>
                    <a:pt x="805" y="220"/>
                    <a:pt x="813" y="214"/>
                  </a:cubicBezTo>
                  <a:cubicBezTo>
                    <a:pt x="850" y="175"/>
                    <a:pt x="861" y="172"/>
                    <a:pt x="859" y="168"/>
                  </a:cubicBezTo>
                  <a:close/>
                  <a:moveTo>
                    <a:pt x="743" y="232"/>
                  </a:moveTo>
                  <a:cubicBezTo>
                    <a:pt x="748" y="239"/>
                    <a:pt x="733" y="238"/>
                    <a:pt x="728" y="246"/>
                  </a:cubicBezTo>
                  <a:cubicBezTo>
                    <a:pt x="725" y="238"/>
                    <a:pt x="737" y="240"/>
                    <a:pt x="743" y="232"/>
                  </a:cubicBezTo>
                  <a:close/>
                  <a:moveTo>
                    <a:pt x="723" y="245"/>
                  </a:moveTo>
                  <a:cubicBezTo>
                    <a:pt x="723" y="251"/>
                    <a:pt x="713" y="252"/>
                    <a:pt x="710" y="254"/>
                  </a:cubicBezTo>
                  <a:cubicBezTo>
                    <a:pt x="709" y="248"/>
                    <a:pt x="719" y="247"/>
                    <a:pt x="723" y="245"/>
                  </a:cubicBezTo>
                  <a:close/>
                  <a:moveTo>
                    <a:pt x="265" y="659"/>
                  </a:moveTo>
                  <a:cubicBezTo>
                    <a:pt x="262" y="656"/>
                    <a:pt x="263" y="654"/>
                    <a:pt x="262" y="651"/>
                  </a:cubicBezTo>
                  <a:cubicBezTo>
                    <a:pt x="260" y="649"/>
                    <a:pt x="256" y="646"/>
                    <a:pt x="259" y="644"/>
                  </a:cubicBezTo>
                  <a:cubicBezTo>
                    <a:pt x="256" y="643"/>
                    <a:pt x="254" y="641"/>
                    <a:pt x="252" y="638"/>
                  </a:cubicBezTo>
                  <a:cubicBezTo>
                    <a:pt x="252" y="636"/>
                    <a:pt x="252" y="634"/>
                    <a:pt x="250" y="635"/>
                  </a:cubicBezTo>
                  <a:cubicBezTo>
                    <a:pt x="248" y="631"/>
                    <a:pt x="248" y="627"/>
                    <a:pt x="243" y="623"/>
                  </a:cubicBezTo>
                  <a:cubicBezTo>
                    <a:pt x="245" y="617"/>
                    <a:pt x="243" y="617"/>
                    <a:pt x="239" y="613"/>
                  </a:cubicBezTo>
                  <a:cubicBezTo>
                    <a:pt x="241" y="610"/>
                    <a:pt x="236" y="605"/>
                    <a:pt x="236" y="601"/>
                  </a:cubicBezTo>
                  <a:cubicBezTo>
                    <a:pt x="231" y="592"/>
                    <a:pt x="230" y="592"/>
                    <a:pt x="223" y="581"/>
                  </a:cubicBezTo>
                  <a:cubicBezTo>
                    <a:pt x="215" y="572"/>
                    <a:pt x="216" y="564"/>
                    <a:pt x="207" y="555"/>
                  </a:cubicBezTo>
                  <a:cubicBezTo>
                    <a:pt x="203" y="545"/>
                    <a:pt x="204" y="543"/>
                    <a:pt x="195" y="532"/>
                  </a:cubicBezTo>
                  <a:cubicBezTo>
                    <a:pt x="199" y="528"/>
                    <a:pt x="191" y="523"/>
                    <a:pt x="193" y="519"/>
                  </a:cubicBezTo>
                  <a:cubicBezTo>
                    <a:pt x="188" y="514"/>
                    <a:pt x="192" y="510"/>
                    <a:pt x="188" y="505"/>
                  </a:cubicBezTo>
                  <a:cubicBezTo>
                    <a:pt x="187" y="496"/>
                    <a:pt x="184" y="487"/>
                    <a:pt x="181" y="478"/>
                  </a:cubicBezTo>
                  <a:cubicBezTo>
                    <a:pt x="189" y="478"/>
                    <a:pt x="185" y="488"/>
                    <a:pt x="189" y="492"/>
                  </a:cubicBezTo>
                  <a:cubicBezTo>
                    <a:pt x="191" y="498"/>
                    <a:pt x="194" y="504"/>
                    <a:pt x="193" y="509"/>
                  </a:cubicBezTo>
                  <a:cubicBezTo>
                    <a:pt x="200" y="517"/>
                    <a:pt x="199" y="523"/>
                    <a:pt x="207" y="531"/>
                  </a:cubicBezTo>
                  <a:cubicBezTo>
                    <a:pt x="210" y="535"/>
                    <a:pt x="208" y="538"/>
                    <a:pt x="209" y="541"/>
                  </a:cubicBezTo>
                  <a:cubicBezTo>
                    <a:pt x="213" y="542"/>
                    <a:pt x="214" y="546"/>
                    <a:pt x="213" y="549"/>
                  </a:cubicBezTo>
                  <a:cubicBezTo>
                    <a:pt x="220" y="554"/>
                    <a:pt x="218" y="557"/>
                    <a:pt x="224" y="565"/>
                  </a:cubicBezTo>
                  <a:cubicBezTo>
                    <a:pt x="227" y="574"/>
                    <a:pt x="233" y="584"/>
                    <a:pt x="237" y="593"/>
                  </a:cubicBezTo>
                  <a:cubicBezTo>
                    <a:pt x="239" y="596"/>
                    <a:pt x="241" y="598"/>
                    <a:pt x="243" y="601"/>
                  </a:cubicBezTo>
                  <a:cubicBezTo>
                    <a:pt x="243" y="603"/>
                    <a:pt x="243" y="605"/>
                    <a:pt x="245" y="604"/>
                  </a:cubicBezTo>
                  <a:cubicBezTo>
                    <a:pt x="246" y="609"/>
                    <a:pt x="245" y="613"/>
                    <a:pt x="250" y="618"/>
                  </a:cubicBezTo>
                  <a:cubicBezTo>
                    <a:pt x="253" y="627"/>
                    <a:pt x="261" y="637"/>
                    <a:pt x="263" y="646"/>
                  </a:cubicBezTo>
                  <a:cubicBezTo>
                    <a:pt x="271" y="655"/>
                    <a:pt x="270" y="664"/>
                    <a:pt x="275" y="673"/>
                  </a:cubicBezTo>
                  <a:cubicBezTo>
                    <a:pt x="268" y="673"/>
                    <a:pt x="271" y="663"/>
                    <a:pt x="265" y="659"/>
                  </a:cubicBezTo>
                  <a:close/>
                  <a:moveTo>
                    <a:pt x="279" y="685"/>
                  </a:moveTo>
                  <a:cubicBezTo>
                    <a:pt x="279" y="692"/>
                    <a:pt x="278" y="682"/>
                    <a:pt x="274" y="679"/>
                  </a:cubicBezTo>
                  <a:cubicBezTo>
                    <a:pt x="273" y="676"/>
                    <a:pt x="276" y="678"/>
                    <a:pt x="277" y="679"/>
                  </a:cubicBezTo>
                  <a:cubicBezTo>
                    <a:pt x="278" y="681"/>
                    <a:pt x="279" y="683"/>
                    <a:pt x="281" y="684"/>
                  </a:cubicBezTo>
                  <a:cubicBezTo>
                    <a:pt x="280" y="685"/>
                    <a:pt x="280" y="685"/>
                    <a:pt x="279" y="685"/>
                  </a:cubicBezTo>
                  <a:close/>
                  <a:moveTo>
                    <a:pt x="166" y="634"/>
                  </a:moveTo>
                  <a:cubicBezTo>
                    <a:pt x="162" y="637"/>
                    <a:pt x="166" y="630"/>
                    <a:pt x="161" y="628"/>
                  </a:cubicBezTo>
                  <a:cubicBezTo>
                    <a:pt x="168" y="628"/>
                    <a:pt x="168" y="638"/>
                    <a:pt x="172" y="642"/>
                  </a:cubicBezTo>
                  <a:cubicBezTo>
                    <a:pt x="168" y="645"/>
                    <a:pt x="166" y="636"/>
                    <a:pt x="166" y="634"/>
                  </a:cubicBezTo>
                  <a:close/>
                  <a:moveTo>
                    <a:pt x="192" y="691"/>
                  </a:moveTo>
                  <a:cubicBezTo>
                    <a:pt x="192" y="690"/>
                    <a:pt x="191" y="690"/>
                    <a:pt x="190" y="691"/>
                  </a:cubicBezTo>
                  <a:cubicBezTo>
                    <a:pt x="187" y="685"/>
                    <a:pt x="184" y="679"/>
                    <a:pt x="184" y="673"/>
                  </a:cubicBezTo>
                  <a:cubicBezTo>
                    <a:pt x="190" y="669"/>
                    <a:pt x="184" y="681"/>
                    <a:pt x="189" y="677"/>
                  </a:cubicBezTo>
                  <a:cubicBezTo>
                    <a:pt x="189" y="682"/>
                    <a:pt x="193" y="688"/>
                    <a:pt x="194" y="693"/>
                  </a:cubicBezTo>
                  <a:cubicBezTo>
                    <a:pt x="195" y="695"/>
                    <a:pt x="196" y="696"/>
                    <a:pt x="197" y="698"/>
                  </a:cubicBezTo>
                  <a:cubicBezTo>
                    <a:pt x="200" y="705"/>
                    <a:pt x="188" y="693"/>
                    <a:pt x="192" y="691"/>
                  </a:cubicBezTo>
                  <a:close/>
                  <a:moveTo>
                    <a:pt x="259" y="828"/>
                  </a:moveTo>
                  <a:cubicBezTo>
                    <a:pt x="258" y="824"/>
                    <a:pt x="255" y="820"/>
                    <a:pt x="256" y="817"/>
                  </a:cubicBezTo>
                  <a:cubicBezTo>
                    <a:pt x="247" y="810"/>
                    <a:pt x="247" y="797"/>
                    <a:pt x="241" y="789"/>
                  </a:cubicBezTo>
                  <a:cubicBezTo>
                    <a:pt x="233" y="777"/>
                    <a:pt x="228" y="766"/>
                    <a:pt x="224" y="755"/>
                  </a:cubicBezTo>
                  <a:cubicBezTo>
                    <a:pt x="220" y="751"/>
                    <a:pt x="217" y="746"/>
                    <a:pt x="214" y="742"/>
                  </a:cubicBezTo>
                  <a:cubicBezTo>
                    <a:pt x="212" y="737"/>
                    <a:pt x="211" y="732"/>
                    <a:pt x="208" y="727"/>
                  </a:cubicBezTo>
                  <a:cubicBezTo>
                    <a:pt x="206" y="724"/>
                    <a:pt x="208" y="722"/>
                    <a:pt x="205" y="719"/>
                  </a:cubicBezTo>
                  <a:cubicBezTo>
                    <a:pt x="202" y="720"/>
                    <a:pt x="204" y="715"/>
                    <a:pt x="201" y="717"/>
                  </a:cubicBezTo>
                  <a:cubicBezTo>
                    <a:pt x="203" y="712"/>
                    <a:pt x="194" y="705"/>
                    <a:pt x="199" y="701"/>
                  </a:cubicBezTo>
                  <a:cubicBezTo>
                    <a:pt x="207" y="710"/>
                    <a:pt x="207" y="720"/>
                    <a:pt x="217" y="725"/>
                  </a:cubicBezTo>
                  <a:cubicBezTo>
                    <a:pt x="214" y="728"/>
                    <a:pt x="222" y="733"/>
                    <a:pt x="220" y="736"/>
                  </a:cubicBezTo>
                  <a:cubicBezTo>
                    <a:pt x="220" y="739"/>
                    <a:pt x="227" y="743"/>
                    <a:pt x="224" y="745"/>
                  </a:cubicBezTo>
                  <a:cubicBezTo>
                    <a:pt x="228" y="751"/>
                    <a:pt x="231" y="757"/>
                    <a:pt x="232" y="763"/>
                  </a:cubicBezTo>
                  <a:cubicBezTo>
                    <a:pt x="242" y="777"/>
                    <a:pt x="242" y="783"/>
                    <a:pt x="252" y="798"/>
                  </a:cubicBezTo>
                  <a:cubicBezTo>
                    <a:pt x="255" y="807"/>
                    <a:pt x="256" y="808"/>
                    <a:pt x="261" y="817"/>
                  </a:cubicBezTo>
                  <a:cubicBezTo>
                    <a:pt x="258" y="822"/>
                    <a:pt x="264" y="829"/>
                    <a:pt x="265" y="836"/>
                  </a:cubicBezTo>
                  <a:cubicBezTo>
                    <a:pt x="259" y="838"/>
                    <a:pt x="262" y="830"/>
                    <a:pt x="259" y="828"/>
                  </a:cubicBezTo>
                  <a:close/>
                  <a:moveTo>
                    <a:pt x="195" y="1053"/>
                  </a:moveTo>
                  <a:cubicBezTo>
                    <a:pt x="187" y="1053"/>
                    <a:pt x="194" y="1042"/>
                    <a:pt x="195" y="1053"/>
                  </a:cubicBezTo>
                  <a:close/>
                  <a:moveTo>
                    <a:pt x="139" y="1162"/>
                  </a:moveTo>
                  <a:cubicBezTo>
                    <a:pt x="139" y="1162"/>
                    <a:pt x="135" y="1161"/>
                    <a:pt x="135" y="1160"/>
                  </a:cubicBezTo>
                  <a:cubicBezTo>
                    <a:pt x="135" y="1160"/>
                    <a:pt x="137" y="1159"/>
                    <a:pt x="137" y="1159"/>
                  </a:cubicBezTo>
                  <a:cubicBezTo>
                    <a:pt x="135" y="1156"/>
                    <a:pt x="134" y="1152"/>
                    <a:pt x="136" y="1155"/>
                  </a:cubicBezTo>
                  <a:cubicBezTo>
                    <a:pt x="138" y="1157"/>
                    <a:pt x="136" y="1158"/>
                    <a:pt x="137" y="1159"/>
                  </a:cubicBezTo>
                  <a:cubicBezTo>
                    <a:pt x="137" y="1159"/>
                    <a:pt x="146" y="1164"/>
                    <a:pt x="139" y="1162"/>
                  </a:cubicBezTo>
                  <a:close/>
                  <a:moveTo>
                    <a:pt x="157" y="1194"/>
                  </a:moveTo>
                  <a:cubicBezTo>
                    <a:pt x="156" y="1188"/>
                    <a:pt x="151" y="1181"/>
                    <a:pt x="146" y="1175"/>
                  </a:cubicBezTo>
                  <a:cubicBezTo>
                    <a:pt x="148" y="1173"/>
                    <a:pt x="150" y="1179"/>
                    <a:pt x="153" y="1177"/>
                  </a:cubicBezTo>
                  <a:cubicBezTo>
                    <a:pt x="149" y="1182"/>
                    <a:pt x="165" y="1190"/>
                    <a:pt x="157" y="1194"/>
                  </a:cubicBezTo>
                  <a:close/>
                  <a:moveTo>
                    <a:pt x="160" y="1194"/>
                  </a:moveTo>
                  <a:cubicBezTo>
                    <a:pt x="165" y="1194"/>
                    <a:pt x="164" y="1204"/>
                    <a:pt x="167" y="1208"/>
                  </a:cubicBezTo>
                  <a:cubicBezTo>
                    <a:pt x="161" y="1208"/>
                    <a:pt x="161" y="1198"/>
                    <a:pt x="160" y="1194"/>
                  </a:cubicBezTo>
                  <a:close/>
                  <a:moveTo>
                    <a:pt x="120" y="1272"/>
                  </a:moveTo>
                  <a:cubicBezTo>
                    <a:pt x="122" y="1271"/>
                    <a:pt x="129" y="1274"/>
                    <a:pt x="125" y="1275"/>
                  </a:cubicBezTo>
                  <a:cubicBezTo>
                    <a:pt x="136" y="1289"/>
                    <a:pt x="127" y="1283"/>
                    <a:pt x="120" y="1272"/>
                  </a:cubicBezTo>
                  <a:close/>
                  <a:moveTo>
                    <a:pt x="25" y="1215"/>
                  </a:moveTo>
                  <a:cubicBezTo>
                    <a:pt x="26" y="1214"/>
                    <a:pt x="27" y="1214"/>
                    <a:pt x="28" y="1213"/>
                  </a:cubicBezTo>
                  <a:cubicBezTo>
                    <a:pt x="29" y="1214"/>
                    <a:pt x="31" y="1216"/>
                    <a:pt x="32" y="1218"/>
                  </a:cubicBezTo>
                  <a:cubicBezTo>
                    <a:pt x="31" y="1218"/>
                    <a:pt x="30" y="1219"/>
                    <a:pt x="29" y="1220"/>
                  </a:cubicBezTo>
                  <a:cubicBezTo>
                    <a:pt x="27" y="1218"/>
                    <a:pt x="26" y="1217"/>
                    <a:pt x="25" y="1215"/>
                  </a:cubicBezTo>
                  <a:close/>
                  <a:moveTo>
                    <a:pt x="121" y="1375"/>
                  </a:moveTo>
                  <a:cubicBezTo>
                    <a:pt x="117" y="1370"/>
                    <a:pt x="114" y="1365"/>
                    <a:pt x="110" y="1360"/>
                  </a:cubicBezTo>
                  <a:cubicBezTo>
                    <a:pt x="113" y="1358"/>
                    <a:pt x="116" y="1360"/>
                    <a:pt x="118" y="1364"/>
                  </a:cubicBezTo>
                  <a:cubicBezTo>
                    <a:pt x="122" y="1365"/>
                    <a:pt x="127" y="1372"/>
                    <a:pt x="121" y="1375"/>
                  </a:cubicBezTo>
                  <a:close/>
                  <a:moveTo>
                    <a:pt x="156" y="1400"/>
                  </a:moveTo>
                  <a:cubicBezTo>
                    <a:pt x="154" y="1401"/>
                    <a:pt x="156" y="1399"/>
                    <a:pt x="154" y="1397"/>
                  </a:cubicBezTo>
                  <a:cubicBezTo>
                    <a:pt x="129" y="1364"/>
                    <a:pt x="125" y="1355"/>
                    <a:pt x="120" y="1353"/>
                  </a:cubicBezTo>
                  <a:cubicBezTo>
                    <a:pt x="103" y="1335"/>
                    <a:pt x="105" y="1329"/>
                    <a:pt x="98" y="1330"/>
                  </a:cubicBezTo>
                  <a:cubicBezTo>
                    <a:pt x="80" y="1305"/>
                    <a:pt x="82" y="1304"/>
                    <a:pt x="82" y="1304"/>
                  </a:cubicBezTo>
                  <a:cubicBezTo>
                    <a:pt x="72" y="1293"/>
                    <a:pt x="73" y="1290"/>
                    <a:pt x="72" y="1290"/>
                  </a:cubicBezTo>
                  <a:cubicBezTo>
                    <a:pt x="60" y="1278"/>
                    <a:pt x="63" y="1277"/>
                    <a:pt x="61" y="1275"/>
                  </a:cubicBezTo>
                  <a:cubicBezTo>
                    <a:pt x="44" y="1247"/>
                    <a:pt x="37" y="1241"/>
                    <a:pt x="37" y="1236"/>
                  </a:cubicBezTo>
                  <a:cubicBezTo>
                    <a:pt x="33" y="1223"/>
                    <a:pt x="41" y="1230"/>
                    <a:pt x="45" y="1233"/>
                  </a:cubicBezTo>
                  <a:cubicBezTo>
                    <a:pt x="83" y="1280"/>
                    <a:pt x="94" y="1291"/>
                    <a:pt x="101" y="1303"/>
                  </a:cubicBezTo>
                  <a:cubicBezTo>
                    <a:pt x="106" y="1310"/>
                    <a:pt x="104" y="1311"/>
                    <a:pt x="105" y="1312"/>
                  </a:cubicBezTo>
                  <a:cubicBezTo>
                    <a:pt x="117" y="1329"/>
                    <a:pt x="118" y="1327"/>
                    <a:pt x="119" y="1329"/>
                  </a:cubicBezTo>
                  <a:cubicBezTo>
                    <a:pt x="159" y="1413"/>
                    <a:pt x="159" y="1403"/>
                    <a:pt x="156" y="1400"/>
                  </a:cubicBezTo>
                  <a:close/>
                  <a:moveTo>
                    <a:pt x="217" y="1325"/>
                  </a:moveTo>
                  <a:cubicBezTo>
                    <a:pt x="220" y="1327"/>
                    <a:pt x="210" y="1334"/>
                    <a:pt x="210" y="1328"/>
                  </a:cubicBezTo>
                  <a:cubicBezTo>
                    <a:pt x="212" y="1325"/>
                    <a:pt x="214" y="1327"/>
                    <a:pt x="217" y="1325"/>
                  </a:cubicBezTo>
                  <a:close/>
                  <a:moveTo>
                    <a:pt x="182" y="1218"/>
                  </a:moveTo>
                  <a:cubicBezTo>
                    <a:pt x="188" y="1216"/>
                    <a:pt x="184" y="1224"/>
                    <a:pt x="189" y="1227"/>
                  </a:cubicBezTo>
                  <a:cubicBezTo>
                    <a:pt x="183" y="1229"/>
                    <a:pt x="184" y="1220"/>
                    <a:pt x="182" y="1218"/>
                  </a:cubicBezTo>
                  <a:close/>
                  <a:moveTo>
                    <a:pt x="339" y="1330"/>
                  </a:moveTo>
                  <a:cubicBezTo>
                    <a:pt x="343" y="1334"/>
                    <a:pt x="348" y="1326"/>
                    <a:pt x="351" y="1333"/>
                  </a:cubicBezTo>
                  <a:cubicBezTo>
                    <a:pt x="345" y="1334"/>
                    <a:pt x="340" y="1333"/>
                    <a:pt x="334" y="1333"/>
                  </a:cubicBezTo>
                  <a:cubicBezTo>
                    <a:pt x="333" y="1331"/>
                    <a:pt x="337" y="1333"/>
                    <a:pt x="339" y="1330"/>
                  </a:cubicBezTo>
                  <a:close/>
                  <a:moveTo>
                    <a:pt x="334" y="1341"/>
                  </a:moveTo>
                  <a:cubicBezTo>
                    <a:pt x="336" y="1340"/>
                    <a:pt x="338" y="1342"/>
                    <a:pt x="340" y="1342"/>
                  </a:cubicBezTo>
                  <a:cubicBezTo>
                    <a:pt x="342" y="1341"/>
                    <a:pt x="344" y="1342"/>
                    <a:pt x="346" y="1340"/>
                  </a:cubicBezTo>
                  <a:cubicBezTo>
                    <a:pt x="357" y="1342"/>
                    <a:pt x="367" y="1347"/>
                    <a:pt x="379" y="1338"/>
                  </a:cubicBezTo>
                  <a:cubicBezTo>
                    <a:pt x="387" y="1341"/>
                    <a:pt x="395" y="1339"/>
                    <a:pt x="403" y="1338"/>
                  </a:cubicBezTo>
                  <a:cubicBezTo>
                    <a:pt x="406" y="1343"/>
                    <a:pt x="399" y="1338"/>
                    <a:pt x="397" y="1342"/>
                  </a:cubicBezTo>
                  <a:cubicBezTo>
                    <a:pt x="395" y="1339"/>
                    <a:pt x="391" y="1345"/>
                    <a:pt x="389" y="1341"/>
                  </a:cubicBezTo>
                  <a:cubicBezTo>
                    <a:pt x="383" y="1345"/>
                    <a:pt x="378" y="1341"/>
                    <a:pt x="372" y="1345"/>
                  </a:cubicBezTo>
                  <a:cubicBezTo>
                    <a:pt x="367" y="1342"/>
                    <a:pt x="362" y="1346"/>
                    <a:pt x="357" y="1344"/>
                  </a:cubicBezTo>
                  <a:cubicBezTo>
                    <a:pt x="352" y="1342"/>
                    <a:pt x="346" y="1348"/>
                    <a:pt x="341" y="1343"/>
                  </a:cubicBezTo>
                  <a:cubicBezTo>
                    <a:pt x="335" y="1345"/>
                    <a:pt x="329" y="1350"/>
                    <a:pt x="324" y="1343"/>
                  </a:cubicBezTo>
                  <a:cubicBezTo>
                    <a:pt x="328" y="1342"/>
                    <a:pt x="330" y="1346"/>
                    <a:pt x="334" y="1341"/>
                  </a:cubicBezTo>
                  <a:close/>
                  <a:moveTo>
                    <a:pt x="321" y="1343"/>
                  </a:moveTo>
                  <a:cubicBezTo>
                    <a:pt x="321" y="1351"/>
                    <a:pt x="310" y="1347"/>
                    <a:pt x="306" y="1349"/>
                  </a:cubicBezTo>
                  <a:cubicBezTo>
                    <a:pt x="300" y="1351"/>
                    <a:pt x="295" y="1352"/>
                    <a:pt x="290" y="1353"/>
                  </a:cubicBezTo>
                  <a:cubicBezTo>
                    <a:pt x="284" y="1355"/>
                    <a:pt x="278" y="1355"/>
                    <a:pt x="272" y="1359"/>
                  </a:cubicBezTo>
                  <a:cubicBezTo>
                    <a:pt x="267" y="1360"/>
                    <a:pt x="265" y="1364"/>
                    <a:pt x="258" y="1364"/>
                  </a:cubicBezTo>
                  <a:cubicBezTo>
                    <a:pt x="249" y="1371"/>
                    <a:pt x="241" y="1374"/>
                    <a:pt x="233" y="1377"/>
                  </a:cubicBezTo>
                  <a:cubicBezTo>
                    <a:pt x="216" y="1388"/>
                    <a:pt x="203" y="1400"/>
                    <a:pt x="192" y="1412"/>
                  </a:cubicBezTo>
                  <a:cubicBezTo>
                    <a:pt x="191" y="1414"/>
                    <a:pt x="190" y="1415"/>
                    <a:pt x="191" y="1417"/>
                  </a:cubicBezTo>
                  <a:cubicBezTo>
                    <a:pt x="188" y="1420"/>
                    <a:pt x="186" y="1418"/>
                    <a:pt x="188" y="1417"/>
                  </a:cubicBezTo>
                  <a:cubicBezTo>
                    <a:pt x="190" y="1412"/>
                    <a:pt x="191" y="1406"/>
                    <a:pt x="196" y="1401"/>
                  </a:cubicBezTo>
                  <a:cubicBezTo>
                    <a:pt x="197" y="1396"/>
                    <a:pt x="204" y="1391"/>
                    <a:pt x="205" y="1385"/>
                  </a:cubicBezTo>
                  <a:cubicBezTo>
                    <a:pt x="211" y="1384"/>
                    <a:pt x="216" y="1375"/>
                    <a:pt x="225" y="1370"/>
                  </a:cubicBezTo>
                  <a:cubicBezTo>
                    <a:pt x="235" y="1364"/>
                    <a:pt x="236" y="1365"/>
                    <a:pt x="246" y="1358"/>
                  </a:cubicBezTo>
                  <a:cubicBezTo>
                    <a:pt x="248" y="1361"/>
                    <a:pt x="252" y="1355"/>
                    <a:pt x="255" y="1356"/>
                  </a:cubicBezTo>
                  <a:cubicBezTo>
                    <a:pt x="258" y="1356"/>
                    <a:pt x="261" y="1355"/>
                    <a:pt x="264" y="1352"/>
                  </a:cubicBezTo>
                  <a:cubicBezTo>
                    <a:pt x="267" y="1356"/>
                    <a:pt x="272" y="1352"/>
                    <a:pt x="275" y="1354"/>
                  </a:cubicBezTo>
                  <a:cubicBezTo>
                    <a:pt x="291" y="1345"/>
                    <a:pt x="306" y="1348"/>
                    <a:pt x="321" y="1343"/>
                  </a:cubicBezTo>
                  <a:close/>
                  <a:moveTo>
                    <a:pt x="193" y="1379"/>
                  </a:moveTo>
                  <a:cubicBezTo>
                    <a:pt x="192" y="1377"/>
                    <a:pt x="196" y="1374"/>
                    <a:pt x="198" y="1376"/>
                  </a:cubicBezTo>
                  <a:cubicBezTo>
                    <a:pt x="198" y="1371"/>
                    <a:pt x="203" y="1367"/>
                    <a:pt x="205" y="1363"/>
                  </a:cubicBezTo>
                  <a:cubicBezTo>
                    <a:pt x="211" y="1359"/>
                    <a:pt x="216" y="1355"/>
                    <a:pt x="221" y="1351"/>
                  </a:cubicBezTo>
                  <a:cubicBezTo>
                    <a:pt x="230" y="1347"/>
                    <a:pt x="237" y="1348"/>
                    <a:pt x="246" y="1341"/>
                  </a:cubicBezTo>
                  <a:cubicBezTo>
                    <a:pt x="251" y="1345"/>
                    <a:pt x="256" y="1336"/>
                    <a:pt x="262" y="1339"/>
                  </a:cubicBezTo>
                  <a:cubicBezTo>
                    <a:pt x="267" y="1334"/>
                    <a:pt x="271" y="1340"/>
                    <a:pt x="277" y="1336"/>
                  </a:cubicBezTo>
                  <a:cubicBezTo>
                    <a:pt x="286" y="1336"/>
                    <a:pt x="296" y="1336"/>
                    <a:pt x="305" y="1335"/>
                  </a:cubicBezTo>
                  <a:cubicBezTo>
                    <a:pt x="306" y="1338"/>
                    <a:pt x="303" y="1337"/>
                    <a:pt x="301" y="1338"/>
                  </a:cubicBezTo>
                  <a:cubicBezTo>
                    <a:pt x="298" y="1342"/>
                    <a:pt x="296" y="1337"/>
                    <a:pt x="293" y="1338"/>
                  </a:cubicBezTo>
                  <a:cubicBezTo>
                    <a:pt x="291" y="1341"/>
                    <a:pt x="290" y="1339"/>
                    <a:pt x="287" y="1340"/>
                  </a:cubicBezTo>
                  <a:cubicBezTo>
                    <a:pt x="284" y="1339"/>
                    <a:pt x="280" y="1341"/>
                    <a:pt x="275" y="1344"/>
                  </a:cubicBezTo>
                  <a:cubicBezTo>
                    <a:pt x="268" y="1341"/>
                    <a:pt x="260" y="1348"/>
                    <a:pt x="252" y="1346"/>
                  </a:cubicBezTo>
                  <a:cubicBezTo>
                    <a:pt x="250" y="1348"/>
                    <a:pt x="248" y="1349"/>
                    <a:pt x="246" y="1348"/>
                  </a:cubicBezTo>
                  <a:cubicBezTo>
                    <a:pt x="236" y="1354"/>
                    <a:pt x="235" y="1357"/>
                    <a:pt x="226" y="1357"/>
                  </a:cubicBezTo>
                  <a:cubicBezTo>
                    <a:pt x="224" y="1364"/>
                    <a:pt x="216" y="1364"/>
                    <a:pt x="214" y="1368"/>
                  </a:cubicBezTo>
                  <a:cubicBezTo>
                    <a:pt x="207" y="1371"/>
                    <a:pt x="208" y="1375"/>
                    <a:pt x="200" y="1376"/>
                  </a:cubicBezTo>
                  <a:cubicBezTo>
                    <a:pt x="199" y="1380"/>
                    <a:pt x="194" y="1384"/>
                    <a:pt x="191" y="1387"/>
                  </a:cubicBezTo>
                  <a:cubicBezTo>
                    <a:pt x="188" y="1384"/>
                    <a:pt x="189" y="1381"/>
                    <a:pt x="193" y="1379"/>
                  </a:cubicBezTo>
                  <a:close/>
                  <a:moveTo>
                    <a:pt x="199" y="1139"/>
                  </a:moveTo>
                  <a:cubicBezTo>
                    <a:pt x="195" y="1136"/>
                    <a:pt x="199" y="1133"/>
                    <a:pt x="194" y="1130"/>
                  </a:cubicBezTo>
                  <a:cubicBezTo>
                    <a:pt x="196" y="1124"/>
                    <a:pt x="191" y="1118"/>
                    <a:pt x="192" y="1112"/>
                  </a:cubicBezTo>
                  <a:cubicBezTo>
                    <a:pt x="172" y="1082"/>
                    <a:pt x="156" y="1052"/>
                    <a:pt x="135" y="1027"/>
                  </a:cubicBezTo>
                  <a:cubicBezTo>
                    <a:pt x="131" y="1022"/>
                    <a:pt x="125" y="1019"/>
                    <a:pt x="121" y="1011"/>
                  </a:cubicBezTo>
                  <a:cubicBezTo>
                    <a:pt x="118" y="1006"/>
                    <a:pt x="120" y="1008"/>
                    <a:pt x="116" y="1004"/>
                  </a:cubicBezTo>
                  <a:cubicBezTo>
                    <a:pt x="114" y="1002"/>
                    <a:pt x="115" y="999"/>
                    <a:pt x="113" y="997"/>
                  </a:cubicBezTo>
                  <a:cubicBezTo>
                    <a:pt x="111" y="993"/>
                    <a:pt x="107" y="991"/>
                    <a:pt x="105" y="988"/>
                  </a:cubicBezTo>
                  <a:cubicBezTo>
                    <a:pt x="105" y="989"/>
                    <a:pt x="106" y="986"/>
                    <a:pt x="105" y="985"/>
                  </a:cubicBezTo>
                  <a:cubicBezTo>
                    <a:pt x="105" y="985"/>
                    <a:pt x="99" y="984"/>
                    <a:pt x="100" y="982"/>
                  </a:cubicBezTo>
                  <a:cubicBezTo>
                    <a:pt x="102" y="976"/>
                    <a:pt x="85" y="961"/>
                    <a:pt x="80" y="952"/>
                  </a:cubicBezTo>
                  <a:cubicBezTo>
                    <a:pt x="80" y="951"/>
                    <a:pt x="78" y="949"/>
                    <a:pt x="78" y="948"/>
                  </a:cubicBezTo>
                  <a:cubicBezTo>
                    <a:pt x="79" y="945"/>
                    <a:pt x="77" y="947"/>
                    <a:pt x="75" y="943"/>
                  </a:cubicBezTo>
                  <a:cubicBezTo>
                    <a:pt x="75" y="943"/>
                    <a:pt x="76" y="942"/>
                    <a:pt x="75" y="941"/>
                  </a:cubicBezTo>
                  <a:cubicBezTo>
                    <a:pt x="70" y="932"/>
                    <a:pt x="58" y="920"/>
                    <a:pt x="53" y="907"/>
                  </a:cubicBezTo>
                  <a:cubicBezTo>
                    <a:pt x="58" y="904"/>
                    <a:pt x="61" y="910"/>
                    <a:pt x="64" y="915"/>
                  </a:cubicBezTo>
                  <a:cubicBezTo>
                    <a:pt x="65" y="919"/>
                    <a:pt x="73" y="924"/>
                    <a:pt x="70" y="927"/>
                  </a:cubicBezTo>
                  <a:cubicBezTo>
                    <a:pt x="77" y="930"/>
                    <a:pt x="83" y="943"/>
                    <a:pt x="90" y="947"/>
                  </a:cubicBezTo>
                  <a:cubicBezTo>
                    <a:pt x="93" y="952"/>
                    <a:pt x="96" y="956"/>
                    <a:pt x="99" y="960"/>
                  </a:cubicBezTo>
                  <a:cubicBezTo>
                    <a:pt x="97" y="963"/>
                    <a:pt x="100" y="962"/>
                    <a:pt x="101" y="963"/>
                  </a:cubicBezTo>
                  <a:cubicBezTo>
                    <a:pt x="101" y="966"/>
                    <a:pt x="102" y="968"/>
                    <a:pt x="104" y="967"/>
                  </a:cubicBezTo>
                  <a:cubicBezTo>
                    <a:pt x="107" y="969"/>
                    <a:pt x="109" y="979"/>
                    <a:pt x="114" y="977"/>
                  </a:cubicBezTo>
                  <a:cubicBezTo>
                    <a:pt x="113" y="980"/>
                    <a:pt x="116" y="984"/>
                    <a:pt x="119" y="985"/>
                  </a:cubicBezTo>
                  <a:cubicBezTo>
                    <a:pt x="124" y="994"/>
                    <a:pt x="128" y="995"/>
                    <a:pt x="134" y="1006"/>
                  </a:cubicBezTo>
                  <a:cubicBezTo>
                    <a:pt x="140" y="1014"/>
                    <a:pt x="146" y="1022"/>
                    <a:pt x="152" y="1030"/>
                  </a:cubicBezTo>
                  <a:cubicBezTo>
                    <a:pt x="154" y="1034"/>
                    <a:pt x="156" y="1034"/>
                    <a:pt x="158" y="1035"/>
                  </a:cubicBezTo>
                  <a:cubicBezTo>
                    <a:pt x="159" y="1040"/>
                    <a:pt x="167" y="1051"/>
                    <a:pt x="174" y="1061"/>
                  </a:cubicBezTo>
                  <a:cubicBezTo>
                    <a:pt x="180" y="1075"/>
                    <a:pt x="188" y="1090"/>
                    <a:pt x="193" y="1104"/>
                  </a:cubicBezTo>
                  <a:cubicBezTo>
                    <a:pt x="196" y="1111"/>
                    <a:pt x="198" y="1118"/>
                    <a:pt x="198" y="1125"/>
                  </a:cubicBezTo>
                  <a:cubicBezTo>
                    <a:pt x="203" y="1132"/>
                    <a:pt x="203" y="1139"/>
                    <a:pt x="203" y="1145"/>
                  </a:cubicBezTo>
                  <a:cubicBezTo>
                    <a:pt x="199" y="1148"/>
                    <a:pt x="199" y="1140"/>
                    <a:pt x="199" y="1139"/>
                  </a:cubicBezTo>
                  <a:close/>
                  <a:moveTo>
                    <a:pt x="228" y="1142"/>
                  </a:moveTo>
                  <a:cubicBezTo>
                    <a:pt x="236" y="1134"/>
                    <a:pt x="246" y="1126"/>
                    <a:pt x="252" y="1118"/>
                  </a:cubicBezTo>
                  <a:cubicBezTo>
                    <a:pt x="300" y="1093"/>
                    <a:pt x="301" y="1085"/>
                    <a:pt x="309" y="1081"/>
                  </a:cubicBezTo>
                  <a:cubicBezTo>
                    <a:pt x="462" y="985"/>
                    <a:pt x="471" y="976"/>
                    <a:pt x="485" y="967"/>
                  </a:cubicBezTo>
                  <a:cubicBezTo>
                    <a:pt x="503" y="945"/>
                    <a:pt x="507" y="947"/>
                    <a:pt x="510" y="941"/>
                  </a:cubicBezTo>
                  <a:cubicBezTo>
                    <a:pt x="557" y="905"/>
                    <a:pt x="553" y="907"/>
                    <a:pt x="551" y="909"/>
                  </a:cubicBezTo>
                  <a:cubicBezTo>
                    <a:pt x="517" y="950"/>
                    <a:pt x="499" y="964"/>
                    <a:pt x="486" y="978"/>
                  </a:cubicBezTo>
                  <a:cubicBezTo>
                    <a:pt x="437" y="1016"/>
                    <a:pt x="427" y="1019"/>
                    <a:pt x="415" y="1030"/>
                  </a:cubicBezTo>
                  <a:cubicBezTo>
                    <a:pt x="412" y="1032"/>
                    <a:pt x="412" y="1035"/>
                    <a:pt x="411" y="1035"/>
                  </a:cubicBezTo>
                  <a:cubicBezTo>
                    <a:pt x="371" y="1063"/>
                    <a:pt x="358" y="1069"/>
                    <a:pt x="346" y="1077"/>
                  </a:cubicBezTo>
                  <a:cubicBezTo>
                    <a:pt x="251" y="1133"/>
                    <a:pt x="244" y="1138"/>
                    <a:pt x="238" y="1142"/>
                  </a:cubicBezTo>
                  <a:cubicBezTo>
                    <a:pt x="217" y="1159"/>
                    <a:pt x="213" y="1164"/>
                    <a:pt x="208" y="1169"/>
                  </a:cubicBezTo>
                  <a:close/>
                  <a:moveTo>
                    <a:pt x="223" y="1067"/>
                  </a:moveTo>
                  <a:cubicBezTo>
                    <a:pt x="223" y="1065"/>
                    <a:pt x="223" y="1063"/>
                    <a:pt x="221" y="1061"/>
                  </a:cubicBezTo>
                  <a:cubicBezTo>
                    <a:pt x="226" y="1059"/>
                    <a:pt x="229" y="1064"/>
                    <a:pt x="223" y="1067"/>
                  </a:cubicBezTo>
                  <a:close/>
                  <a:moveTo>
                    <a:pt x="232" y="1100"/>
                  </a:moveTo>
                  <a:cubicBezTo>
                    <a:pt x="230" y="1094"/>
                    <a:pt x="242" y="1090"/>
                    <a:pt x="243" y="1085"/>
                  </a:cubicBezTo>
                  <a:cubicBezTo>
                    <a:pt x="362" y="999"/>
                    <a:pt x="360" y="990"/>
                    <a:pt x="366" y="989"/>
                  </a:cubicBezTo>
                  <a:cubicBezTo>
                    <a:pt x="390" y="969"/>
                    <a:pt x="398" y="972"/>
                    <a:pt x="400" y="969"/>
                  </a:cubicBezTo>
                  <a:cubicBezTo>
                    <a:pt x="434" y="942"/>
                    <a:pt x="438" y="946"/>
                    <a:pt x="443" y="940"/>
                  </a:cubicBezTo>
                  <a:cubicBezTo>
                    <a:pt x="503" y="895"/>
                    <a:pt x="520" y="886"/>
                    <a:pt x="537" y="875"/>
                  </a:cubicBezTo>
                  <a:cubicBezTo>
                    <a:pt x="594" y="856"/>
                    <a:pt x="595" y="858"/>
                    <a:pt x="592" y="860"/>
                  </a:cubicBezTo>
                  <a:cubicBezTo>
                    <a:pt x="575" y="865"/>
                    <a:pt x="573" y="867"/>
                    <a:pt x="571" y="865"/>
                  </a:cubicBezTo>
                  <a:cubicBezTo>
                    <a:pt x="463" y="940"/>
                    <a:pt x="448" y="949"/>
                    <a:pt x="432" y="965"/>
                  </a:cubicBezTo>
                  <a:cubicBezTo>
                    <a:pt x="322" y="1042"/>
                    <a:pt x="316" y="1041"/>
                    <a:pt x="309" y="1047"/>
                  </a:cubicBezTo>
                  <a:cubicBezTo>
                    <a:pt x="287" y="1062"/>
                    <a:pt x="287" y="1060"/>
                    <a:pt x="285" y="1062"/>
                  </a:cubicBezTo>
                  <a:cubicBezTo>
                    <a:pt x="261" y="1080"/>
                    <a:pt x="257" y="1087"/>
                    <a:pt x="255" y="1084"/>
                  </a:cubicBezTo>
                  <a:close/>
                  <a:moveTo>
                    <a:pt x="231" y="1037"/>
                  </a:moveTo>
                  <a:cubicBezTo>
                    <a:pt x="230" y="1036"/>
                    <a:pt x="229" y="1035"/>
                    <a:pt x="228" y="1034"/>
                  </a:cubicBezTo>
                  <a:cubicBezTo>
                    <a:pt x="230" y="1033"/>
                    <a:pt x="231" y="1032"/>
                    <a:pt x="232" y="1032"/>
                  </a:cubicBezTo>
                  <a:cubicBezTo>
                    <a:pt x="232" y="1033"/>
                    <a:pt x="233" y="1034"/>
                    <a:pt x="234" y="1035"/>
                  </a:cubicBezTo>
                  <a:cubicBezTo>
                    <a:pt x="233" y="1036"/>
                    <a:pt x="232" y="1036"/>
                    <a:pt x="231" y="1037"/>
                  </a:cubicBezTo>
                  <a:close/>
                  <a:moveTo>
                    <a:pt x="269" y="855"/>
                  </a:moveTo>
                  <a:cubicBezTo>
                    <a:pt x="270" y="855"/>
                    <a:pt x="267" y="849"/>
                    <a:pt x="267" y="849"/>
                  </a:cubicBezTo>
                  <a:cubicBezTo>
                    <a:pt x="269" y="847"/>
                    <a:pt x="275" y="856"/>
                    <a:pt x="269" y="855"/>
                  </a:cubicBezTo>
                  <a:close/>
                  <a:moveTo>
                    <a:pt x="301" y="886"/>
                  </a:moveTo>
                  <a:cubicBezTo>
                    <a:pt x="298" y="882"/>
                    <a:pt x="298" y="880"/>
                    <a:pt x="302" y="877"/>
                  </a:cubicBezTo>
                  <a:cubicBezTo>
                    <a:pt x="305" y="881"/>
                    <a:pt x="305" y="884"/>
                    <a:pt x="301" y="886"/>
                  </a:cubicBezTo>
                  <a:close/>
                  <a:moveTo>
                    <a:pt x="301" y="817"/>
                  </a:moveTo>
                  <a:cubicBezTo>
                    <a:pt x="301" y="815"/>
                    <a:pt x="302" y="814"/>
                    <a:pt x="301" y="812"/>
                  </a:cubicBezTo>
                  <a:cubicBezTo>
                    <a:pt x="300" y="808"/>
                    <a:pt x="305" y="812"/>
                    <a:pt x="303" y="813"/>
                  </a:cubicBezTo>
                  <a:cubicBezTo>
                    <a:pt x="305" y="816"/>
                    <a:pt x="303" y="818"/>
                    <a:pt x="306" y="821"/>
                  </a:cubicBezTo>
                  <a:cubicBezTo>
                    <a:pt x="305" y="825"/>
                    <a:pt x="306" y="829"/>
                    <a:pt x="308" y="834"/>
                  </a:cubicBezTo>
                  <a:cubicBezTo>
                    <a:pt x="300" y="833"/>
                    <a:pt x="306" y="822"/>
                    <a:pt x="301" y="817"/>
                  </a:cubicBezTo>
                  <a:close/>
                  <a:moveTo>
                    <a:pt x="481" y="717"/>
                  </a:moveTo>
                  <a:cubicBezTo>
                    <a:pt x="482" y="721"/>
                    <a:pt x="472" y="722"/>
                    <a:pt x="468" y="723"/>
                  </a:cubicBezTo>
                  <a:cubicBezTo>
                    <a:pt x="467" y="719"/>
                    <a:pt x="478" y="718"/>
                    <a:pt x="481" y="717"/>
                  </a:cubicBezTo>
                  <a:close/>
                  <a:moveTo>
                    <a:pt x="463" y="722"/>
                  </a:moveTo>
                  <a:cubicBezTo>
                    <a:pt x="465" y="726"/>
                    <a:pt x="456" y="728"/>
                    <a:pt x="455" y="728"/>
                  </a:cubicBezTo>
                  <a:cubicBezTo>
                    <a:pt x="452" y="724"/>
                    <a:pt x="461" y="722"/>
                    <a:pt x="463" y="722"/>
                  </a:cubicBezTo>
                  <a:close/>
                  <a:moveTo>
                    <a:pt x="356" y="782"/>
                  </a:moveTo>
                  <a:cubicBezTo>
                    <a:pt x="358" y="781"/>
                    <a:pt x="359" y="780"/>
                    <a:pt x="361" y="778"/>
                  </a:cubicBezTo>
                  <a:cubicBezTo>
                    <a:pt x="368" y="777"/>
                    <a:pt x="358" y="783"/>
                    <a:pt x="356" y="785"/>
                  </a:cubicBezTo>
                  <a:cubicBezTo>
                    <a:pt x="353" y="786"/>
                    <a:pt x="354" y="783"/>
                    <a:pt x="356" y="782"/>
                  </a:cubicBezTo>
                  <a:close/>
                  <a:moveTo>
                    <a:pt x="393" y="618"/>
                  </a:moveTo>
                  <a:cubicBezTo>
                    <a:pt x="387" y="621"/>
                    <a:pt x="392" y="614"/>
                    <a:pt x="388" y="612"/>
                  </a:cubicBezTo>
                  <a:cubicBezTo>
                    <a:pt x="392" y="609"/>
                    <a:pt x="392" y="617"/>
                    <a:pt x="393" y="618"/>
                  </a:cubicBezTo>
                  <a:close/>
                  <a:moveTo>
                    <a:pt x="407" y="682"/>
                  </a:moveTo>
                  <a:cubicBezTo>
                    <a:pt x="410" y="678"/>
                    <a:pt x="412" y="674"/>
                    <a:pt x="418" y="671"/>
                  </a:cubicBezTo>
                  <a:cubicBezTo>
                    <a:pt x="450" y="660"/>
                    <a:pt x="454" y="654"/>
                    <a:pt x="457" y="653"/>
                  </a:cubicBezTo>
                  <a:cubicBezTo>
                    <a:pt x="483" y="644"/>
                    <a:pt x="490" y="641"/>
                    <a:pt x="496" y="639"/>
                  </a:cubicBezTo>
                  <a:cubicBezTo>
                    <a:pt x="536" y="628"/>
                    <a:pt x="539" y="625"/>
                    <a:pt x="543" y="625"/>
                  </a:cubicBezTo>
                  <a:cubicBezTo>
                    <a:pt x="574" y="618"/>
                    <a:pt x="580" y="613"/>
                    <a:pt x="586" y="614"/>
                  </a:cubicBezTo>
                  <a:cubicBezTo>
                    <a:pt x="673" y="563"/>
                    <a:pt x="672" y="564"/>
                    <a:pt x="671" y="565"/>
                  </a:cubicBezTo>
                  <a:cubicBezTo>
                    <a:pt x="622" y="601"/>
                    <a:pt x="616" y="610"/>
                    <a:pt x="597" y="618"/>
                  </a:cubicBezTo>
                  <a:cubicBezTo>
                    <a:pt x="544" y="639"/>
                    <a:pt x="541" y="643"/>
                    <a:pt x="537" y="644"/>
                  </a:cubicBezTo>
                  <a:cubicBezTo>
                    <a:pt x="519" y="649"/>
                    <a:pt x="512" y="654"/>
                    <a:pt x="505" y="655"/>
                  </a:cubicBezTo>
                  <a:cubicBezTo>
                    <a:pt x="445" y="679"/>
                    <a:pt x="427" y="685"/>
                    <a:pt x="408" y="693"/>
                  </a:cubicBezTo>
                  <a:cubicBezTo>
                    <a:pt x="383" y="709"/>
                    <a:pt x="384" y="706"/>
                    <a:pt x="383" y="704"/>
                  </a:cubicBezTo>
                  <a:cubicBezTo>
                    <a:pt x="397" y="688"/>
                    <a:pt x="401" y="686"/>
                    <a:pt x="403" y="684"/>
                  </a:cubicBezTo>
                  <a:close/>
                  <a:moveTo>
                    <a:pt x="532" y="454"/>
                  </a:moveTo>
                  <a:cubicBezTo>
                    <a:pt x="532" y="450"/>
                    <a:pt x="531" y="447"/>
                    <a:pt x="535" y="444"/>
                  </a:cubicBezTo>
                  <a:cubicBezTo>
                    <a:pt x="538" y="448"/>
                    <a:pt x="536" y="451"/>
                    <a:pt x="532" y="454"/>
                  </a:cubicBezTo>
                  <a:close/>
                  <a:moveTo>
                    <a:pt x="627" y="333"/>
                  </a:moveTo>
                  <a:cubicBezTo>
                    <a:pt x="626" y="331"/>
                    <a:pt x="628" y="329"/>
                    <a:pt x="627" y="326"/>
                  </a:cubicBezTo>
                  <a:cubicBezTo>
                    <a:pt x="631" y="324"/>
                    <a:pt x="631" y="332"/>
                    <a:pt x="627" y="333"/>
                  </a:cubicBezTo>
                  <a:close/>
                  <a:moveTo>
                    <a:pt x="722" y="53"/>
                  </a:moveTo>
                  <a:cubicBezTo>
                    <a:pt x="723" y="56"/>
                    <a:pt x="721" y="59"/>
                    <a:pt x="718" y="61"/>
                  </a:cubicBezTo>
                  <a:cubicBezTo>
                    <a:pt x="713" y="58"/>
                    <a:pt x="719" y="56"/>
                    <a:pt x="722" y="53"/>
                  </a:cubicBezTo>
                  <a:close/>
                  <a:moveTo>
                    <a:pt x="670" y="251"/>
                  </a:moveTo>
                  <a:cubicBezTo>
                    <a:pt x="668" y="255"/>
                    <a:pt x="668" y="260"/>
                    <a:pt x="668" y="264"/>
                  </a:cubicBezTo>
                  <a:cubicBezTo>
                    <a:pt x="664" y="281"/>
                    <a:pt x="657" y="284"/>
                    <a:pt x="658" y="289"/>
                  </a:cubicBezTo>
                  <a:cubicBezTo>
                    <a:pt x="652" y="296"/>
                    <a:pt x="652" y="292"/>
                    <a:pt x="653" y="288"/>
                  </a:cubicBezTo>
                  <a:cubicBezTo>
                    <a:pt x="661" y="245"/>
                    <a:pt x="661" y="237"/>
                    <a:pt x="665" y="230"/>
                  </a:cubicBezTo>
                  <a:cubicBezTo>
                    <a:pt x="666" y="215"/>
                    <a:pt x="662" y="210"/>
                    <a:pt x="666" y="207"/>
                  </a:cubicBezTo>
                  <a:cubicBezTo>
                    <a:pt x="670" y="171"/>
                    <a:pt x="675" y="168"/>
                    <a:pt x="674" y="164"/>
                  </a:cubicBezTo>
                  <a:cubicBezTo>
                    <a:pt x="679" y="136"/>
                    <a:pt x="684" y="129"/>
                    <a:pt x="685" y="122"/>
                  </a:cubicBezTo>
                  <a:cubicBezTo>
                    <a:pt x="704" y="89"/>
                    <a:pt x="704" y="75"/>
                    <a:pt x="716" y="63"/>
                  </a:cubicBezTo>
                  <a:cubicBezTo>
                    <a:pt x="709" y="86"/>
                    <a:pt x="708" y="91"/>
                    <a:pt x="704" y="96"/>
                  </a:cubicBezTo>
                  <a:cubicBezTo>
                    <a:pt x="684" y="166"/>
                    <a:pt x="687" y="171"/>
                    <a:pt x="684" y="174"/>
                  </a:cubicBezTo>
                  <a:cubicBezTo>
                    <a:pt x="678" y="204"/>
                    <a:pt x="677" y="208"/>
                    <a:pt x="678" y="213"/>
                  </a:cubicBezTo>
                  <a:cubicBezTo>
                    <a:pt x="672" y="242"/>
                    <a:pt x="669" y="246"/>
                    <a:pt x="670" y="251"/>
                  </a:cubicBezTo>
                  <a:close/>
                </a:path>
              </a:pathLst>
            </a:custGeom>
            <a:solidFill>
              <a:srgbClr val="d0cdbb">
                <a:alpha val="50000"/>
              </a:srgbClr>
            </a:solidFill>
            <a:ln w="0">
              <a:noFill/>
            </a:ln>
          </p:spPr>
          <p:style>
            <a:lnRef idx="0"/>
            <a:fillRef idx="0"/>
            <a:effectRef idx="0"/>
            <a:fontRef idx="minor"/>
          </p:style>
          <p:txBody>
            <a:bodyPr tIns="91440" bIns="91440" anchor="ctr">
              <a:noAutofit/>
            </a:bodyPr>
            <a:p>
              <a:pPr>
                <a:lnSpc>
                  <a:spcPct val="100000"/>
                </a:lnSpc>
                <a:tabLst>
                  <a:tab algn="l" pos="0"/>
                </a:tabLst>
              </a:pPr>
              <a:endParaRPr b="0" lang="en-US" sz="1400" spc="-1" strike="noStrike">
                <a:solidFill>
                  <a:srgbClr val="000000"/>
                </a:solidFill>
                <a:latin typeface="Arial"/>
                <a:ea typeface="Arial"/>
              </a:endParaRPr>
            </a:p>
          </p:txBody>
        </p:sp>
      </p:grpSp>
      <p:cxnSp>
        <p:nvCxnSpPr>
          <p:cNvPr id="105" name="Google Shape;59;p13"/>
          <p:cNvCxnSpPr/>
          <p:nvPr/>
        </p:nvCxnSpPr>
        <p:spPr>
          <a:xfrm>
            <a:off x="2199960" y="1631880"/>
            <a:ext cx="6578280" cy="360"/>
          </a:xfrm>
          <a:prstGeom prst="straightConnector1">
            <a:avLst/>
          </a:prstGeom>
          <a:ln w="38100">
            <a:solidFill>
              <a:srgbClr val="79a8a4"/>
            </a:solidFill>
            <a:round/>
          </a:ln>
        </p:spPr>
      </p:cxnSp>
      <p:cxnSp>
        <p:nvCxnSpPr>
          <p:cNvPr id="106" name="Google Shape;60;p13"/>
          <p:cNvCxnSpPr/>
          <p:nvPr/>
        </p:nvCxnSpPr>
        <p:spPr>
          <a:xfrm>
            <a:off x="2199960" y="1631880"/>
            <a:ext cx="6578280" cy="360"/>
          </a:xfrm>
          <a:prstGeom prst="straightConnector1">
            <a:avLst/>
          </a:prstGeom>
          <a:ln w="38100">
            <a:solidFill>
              <a:srgbClr val="79a8a4"/>
            </a:solidFill>
            <a:round/>
          </a:ln>
        </p:spPr>
      </p:cxnSp>
      <p:sp>
        <p:nvSpPr>
          <p:cNvPr id="107" name="PlaceHolder 1"/>
          <p:cNvSpPr>
            <a:spLocks noGrp="1"/>
          </p:cNvSpPr>
          <p:nvPr>
            <p:ph type="title"/>
          </p:nvPr>
        </p:nvSpPr>
        <p:spPr>
          <a:xfrm>
            <a:off x="2104200" y="425160"/>
            <a:ext cx="6673680" cy="1172520"/>
          </a:xfrm>
          <a:prstGeom prst="rect">
            <a:avLst/>
          </a:prstGeom>
          <a:noFill/>
          <a:ln w="0">
            <a:noFill/>
          </a:ln>
        </p:spPr>
        <p:txBody>
          <a:bodyPr lIns="91440" rIns="91440" tIns="45720" bIns="45720" anchor="t">
            <a:normAutofit fontScale="99177" lnSpcReduction="10000"/>
          </a:bodyPr>
          <a:p>
            <a:pPr indent="0">
              <a:buNone/>
            </a:pPr>
            <a:r>
              <a:rPr b="0" lang="en-US" sz="3800" spc="-1" strike="noStrike">
                <a:solidFill>
                  <a:srgbClr val="000000"/>
                </a:solidFill>
                <a:latin typeface="Arial"/>
              </a:rPr>
              <a:t>Click to edit the title text format</a:t>
            </a:r>
            <a:endParaRPr b="0" lang="en-US" sz="3800" spc="-1" strike="noStrike">
              <a:solidFill>
                <a:srgbClr val="000000"/>
              </a:solidFill>
              <a:latin typeface="Arial"/>
            </a:endParaRPr>
          </a:p>
        </p:txBody>
      </p:sp>
      <p:sp>
        <p:nvSpPr>
          <p:cNvPr id="108" name="PlaceHolder 2"/>
          <p:cNvSpPr>
            <a:spLocks noGrp="1"/>
          </p:cNvSpPr>
          <p:nvPr>
            <p:ph type="body"/>
          </p:nvPr>
        </p:nvSpPr>
        <p:spPr>
          <a:xfrm>
            <a:off x="2200320" y="1842480"/>
            <a:ext cx="3135960" cy="617400"/>
          </a:xfrm>
          <a:prstGeom prst="rect">
            <a:avLst/>
          </a:prstGeom>
          <a:noFill/>
          <a:ln w="0">
            <a:noFill/>
          </a:ln>
        </p:spPr>
        <p:txBody>
          <a:bodyPr lIns="91440" rIns="91440" tIns="45720" bIns="45720" anchor="b">
            <a:normAutofit fontScale="1428"/>
          </a:bodyPr>
          <a:p>
            <a:pPr marL="432000" indent="-324000">
              <a:spcBef>
                <a:spcPts val="1417"/>
              </a:spcBef>
              <a:buClr>
                <a:srgbClr val="000000"/>
              </a:buClr>
              <a:buSzPct val="45000"/>
              <a:buFont typeface="Wingdings" charset="2"/>
              <a:buChar char=""/>
            </a:pPr>
            <a:r>
              <a:rPr b="0" lang="en-US" sz="2100" spc="-1" strike="noStrike">
                <a:solidFill>
                  <a:srgbClr val="000000"/>
                </a:solidFill>
                <a:latin typeface="Arial"/>
              </a:rPr>
              <a:t>Click to edit the outline text format</a:t>
            </a:r>
            <a:endParaRPr b="0" lang="en-US" sz="21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100" spc="-1" strike="noStrike">
                <a:solidFill>
                  <a:srgbClr val="000000"/>
                </a:solidFill>
                <a:latin typeface="Arial"/>
              </a:rPr>
              <a:t>Second Outline Level</a:t>
            </a:r>
            <a:endParaRPr b="0" lang="en-US" sz="21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100" spc="-1" strike="noStrike">
                <a:solidFill>
                  <a:srgbClr val="000000"/>
                </a:solidFill>
                <a:latin typeface="Arial"/>
              </a:rPr>
              <a:t>Third Outline Level</a:t>
            </a:r>
            <a:endParaRPr b="0" lang="en-US" sz="21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100" spc="-1" strike="noStrike">
                <a:solidFill>
                  <a:srgbClr val="000000"/>
                </a:solidFill>
                <a:latin typeface="Arial"/>
              </a:rPr>
              <a:t>Fourth Outline Level</a:t>
            </a:r>
            <a:endParaRPr b="0" lang="en-US" sz="21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100" spc="-1" strike="noStrike">
                <a:solidFill>
                  <a:srgbClr val="000000"/>
                </a:solidFill>
                <a:latin typeface="Arial"/>
              </a:rPr>
              <a:t>Fifth Outline Level</a:t>
            </a:r>
            <a:endParaRPr b="0" lang="en-US" sz="21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100" spc="-1" strike="noStrike">
                <a:solidFill>
                  <a:srgbClr val="000000"/>
                </a:solidFill>
                <a:latin typeface="Arial"/>
              </a:rPr>
              <a:t>Sixth Outline Level</a:t>
            </a:r>
            <a:endParaRPr b="0" lang="en-US" sz="21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100" spc="-1" strike="noStrike">
                <a:solidFill>
                  <a:srgbClr val="000000"/>
                </a:solidFill>
                <a:latin typeface="Arial"/>
              </a:rPr>
              <a:t>Seventh Outline Level</a:t>
            </a:r>
            <a:endParaRPr b="0" lang="en-US" sz="2100" spc="-1" strike="noStrike">
              <a:solidFill>
                <a:srgbClr val="000000"/>
              </a:solidFill>
              <a:latin typeface="Arial"/>
            </a:endParaRPr>
          </a:p>
        </p:txBody>
      </p:sp>
      <p:sp>
        <p:nvSpPr>
          <p:cNvPr id="109" name="PlaceHolder 3"/>
          <p:cNvSpPr>
            <a:spLocks noGrp="1"/>
          </p:cNvSpPr>
          <p:nvPr>
            <p:ph type="body"/>
          </p:nvPr>
        </p:nvSpPr>
        <p:spPr>
          <a:xfrm>
            <a:off x="2200320" y="2487600"/>
            <a:ext cx="3135960" cy="2084040"/>
          </a:xfrm>
          <a:prstGeom prst="rect">
            <a:avLst/>
          </a:prstGeom>
          <a:noFill/>
          <a:ln w="0">
            <a:noFill/>
          </a:ln>
        </p:spPr>
        <p:txBody>
          <a:bodyPr lIns="91440" rIns="91440" tIns="45720" bIns="45720" anchor="t">
            <a:normAutofit fontScale="18488" lnSpcReduction="10000"/>
          </a:bodyPr>
          <a:p>
            <a:pPr marL="432000" indent="-324000">
              <a:spcBef>
                <a:spcPts val="1417"/>
              </a:spcBef>
              <a:buClr>
                <a:srgbClr val="000000"/>
              </a:buClr>
              <a:buSzPct val="45000"/>
              <a:buFont typeface="Wingdings" charset="2"/>
              <a:buChar char=""/>
            </a:pPr>
            <a:r>
              <a:rPr b="0" lang="en-US" sz="2000" spc="-1" strike="noStrike">
                <a:solidFill>
                  <a:srgbClr val="000000"/>
                </a:solidFill>
                <a:latin typeface="Arial"/>
              </a:rPr>
              <a:t>Click to edit the outline text format</a:t>
            </a:r>
            <a:endParaRPr b="0" lang="en-US" sz="20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000" spc="-1" strike="noStrike">
                <a:solidFill>
                  <a:srgbClr val="000000"/>
                </a:solidFill>
                <a:latin typeface="Arial"/>
              </a:rPr>
              <a:t>Second Outline Level</a:t>
            </a:r>
            <a:endParaRPr b="0" lang="en-US" sz="20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000" spc="-1" strike="noStrike">
                <a:solidFill>
                  <a:srgbClr val="000000"/>
                </a:solidFill>
                <a:latin typeface="Arial"/>
              </a:rPr>
              <a:t>Third Outline Level</a:t>
            </a:r>
            <a:endParaRPr b="0" lang="en-US" sz="20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
        <p:nvSpPr>
          <p:cNvPr id="110" name="PlaceHolder 4"/>
          <p:cNvSpPr>
            <a:spLocks noGrp="1"/>
          </p:cNvSpPr>
          <p:nvPr>
            <p:ph type="body"/>
          </p:nvPr>
        </p:nvSpPr>
        <p:spPr>
          <a:xfrm>
            <a:off x="5641920" y="1842480"/>
            <a:ext cx="3135960" cy="617400"/>
          </a:xfrm>
          <a:prstGeom prst="rect">
            <a:avLst/>
          </a:prstGeom>
          <a:noFill/>
          <a:ln w="0">
            <a:noFill/>
          </a:ln>
        </p:spPr>
        <p:txBody>
          <a:bodyPr lIns="91440" rIns="91440" tIns="45720" bIns="45720" anchor="b">
            <a:normAutofit fontScale="1428"/>
          </a:bodyPr>
          <a:p>
            <a:pPr marL="432000" indent="-324000">
              <a:spcBef>
                <a:spcPts val="1417"/>
              </a:spcBef>
              <a:buClr>
                <a:srgbClr val="000000"/>
              </a:buClr>
              <a:buSzPct val="45000"/>
              <a:buFont typeface="Wingdings" charset="2"/>
              <a:buChar char=""/>
            </a:pPr>
            <a:r>
              <a:rPr b="0" lang="en-US" sz="2100" spc="-1" strike="noStrike">
                <a:solidFill>
                  <a:srgbClr val="000000"/>
                </a:solidFill>
                <a:latin typeface="Arial"/>
              </a:rPr>
              <a:t>Click to edit the outline text format</a:t>
            </a:r>
            <a:endParaRPr b="0" lang="en-US" sz="21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100" spc="-1" strike="noStrike">
                <a:solidFill>
                  <a:srgbClr val="000000"/>
                </a:solidFill>
                <a:latin typeface="Arial"/>
              </a:rPr>
              <a:t>Second Outline Level</a:t>
            </a:r>
            <a:endParaRPr b="0" lang="en-US" sz="21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100" spc="-1" strike="noStrike">
                <a:solidFill>
                  <a:srgbClr val="000000"/>
                </a:solidFill>
                <a:latin typeface="Arial"/>
              </a:rPr>
              <a:t>Third Outline Level</a:t>
            </a:r>
            <a:endParaRPr b="0" lang="en-US" sz="21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100" spc="-1" strike="noStrike">
                <a:solidFill>
                  <a:srgbClr val="000000"/>
                </a:solidFill>
                <a:latin typeface="Arial"/>
              </a:rPr>
              <a:t>Fourth Outline Level</a:t>
            </a:r>
            <a:endParaRPr b="0" lang="en-US" sz="21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100" spc="-1" strike="noStrike">
                <a:solidFill>
                  <a:srgbClr val="000000"/>
                </a:solidFill>
                <a:latin typeface="Arial"/>
              </a:rPr>
              <a:t>Fifth Outline Level</a:t>
            </a:r>
            <a:endParaRPr b="0" lang="en-US" sz="21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100" spc="-1" strike="noStrike">
                <a:solidFill>
                  <a:srgbClr val="000000"/>
                </a:solidFill>
                <a:latin typeface="Arial"/>
              </a:rPr>
              <a:t>Sixth Outline Level</a:t>
            </a:r>
            <a:endParaRPr b="0" lang="en-US" sz="21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100" spc="-1" strike="noStrike">
                <a:solidFill>
                  <a:srgbClr val="000000"/>
                </a:solidFill>
                <a:latin typeface="Arial"/>
              </a:rPr>
              <a:t>Seventh Outline Level</a:t>
            </a:r>
            <a:endParaRPr b="0" lang="en-US" sz="2100" spc="-1" strike="noStrike">
              <a:solidFill>
                <a:srgbClr val="000000"/>
              </a:solidFill>
              <a:latin typeface="Arial"/>
            </a:endParaRPr>
          </a:p>
        </p:txBody>
      </p:sp>
      <p:sp>
        <p:nvSpPr>
          <p:cNvPr id="111" name="PlaceHolder 5"/>
          <p:cNvSpPr>
            <a:spLocks noGrp="1"/>
          </p:cNvSpPr>
          <p:nvPr>
            <p:ph type="body"/>
          </p:nvPr>
        </p:nvSpPr>
        <p:spPr>
          <a:xfrm>
            <a:off x="5641920" y="2487600"/>
            <a:ext cx="3135960" cy="2084040"/>
          </a:xfrm>
          <a:prstGeom prst="rect">
            <a:avLst/>
          </a:prstGeom>
          <a:noFill/>
          <a:ln w="0">
            <a:noFill/>
          </a:ln>
        </p:spPr>
        <p:txBody>
          <a:bodyPr lIns="91440" rIns="91440" tIns="45720" bIns="45720" anchor="t">
            <a:normAutofit fontScale="18488" lnSpcReduction="10000"/>
          </a:bodyPr>
          <a:p>
            <a:pPr marL="432000" indent="-324000">
              <a:spcBef>
                <a:spcPts val="1417"/>
              </a:spcBef>
              <a:buClr>
                <a:srgbClr val="000000"/>
              </a:buClr>
              <a:buSzPct val="45000"/>
              <a:buFont typeface="Wingdings" charset="2"/>
              <a:buChar char=""/>
            </a:pPr>
            <a:r>
              <a:rPr b="0" lang="en-US" sz="2000" spc="-1" strike="noStrike">
                <a:solidFill>
                  <a:srgbClr val="000000"/>
                </a:solidFill>
                <a:latin typeface="Arial"/>
              </a:rPr>
              <a:t>Click to edit the outline text format</a:t>
            </a:r>
            <a:endParaRPr b="0" lang="en-US" sz="20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000" spc="-1" strike="noStrike">
                <a:solidFill>
                  <a:srgbClr val="000000"/>
                </a:solidFill>
                <a:latin typeface="Arial"/>
              </a:rPr>
              <a:t>Second Outline Level</a:t>
            </a:r>
            <a:endParaRPr b="0" lang="en-US" sz="20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000" spc="-1" strike="noStrike">
                <a:solidFill>
                  <a:srgbClr val="000000"/>
                </a:solidFill>
                <a:latin typeface="Arial"/>
              </a:rPr>
              <a:t>Third Outline Level</a:t>
            </a:r>
            <a:endParaRPr b="0" lang="en-US" sz="20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
        <p:nvSpPr>
          <p:cNvPr id="112" name="PlaceHolder 6"/>
          <p:cNvSpPr>
            <a:spLocks noGrp="1"/>
          </p:cNvSpPr>
          <p:nvPr>
            <p:ph type="dt" idx="22"/>
          </p:nvPr>
        </p:nvSpPr>
        <p:spPr>
          <a:xfrm>
            <a:off x="6720840" y="4722480"/>
            <a:ext cx="2057040" cy="27360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113" name="PlaceHolder 7"/>
          <p:cNvSpPr>
            <a:spLocks noGrp="1"/>
          </p:cNvSpPr>
          <p:nvPr>
            <p:ph type="ftr" idx="23"/>
          </p:nvPr>
        </p:nvSpPr>
        <p:spPr>
          <a:xfrm>
            <a:off x="2200320" y="4722480"/>
            <a:ext cx="425016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14" name="PlaceHolder 8"/>
          <p:cNvSpPr>
            <a:spLocks noGrp="1"/>
          </p:cNvSpPr>
          <p:nvPr>
            <p:ph type="sldNum" idx="24"/>
          </p:nvPr>
        </p:nvSpPr>
        <p:spPr>
          <a:xfrm>
            <a:off x="285840" y="470880"/>
            <a:ext cx="1413000" cy="4528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 sz="3800" spc="-1" strike="noStrike">
                <a:solidFill>
                  <a:srgbClr val="464b56"/>
                </a:solidFill>
                <a:latin typeface="Century Schoolbook"/>
                <a:ea typeface="Century Schoolbook"/>
              </a:defRPr>
            </a:lvl1pPr>
          </a:lstStyle>
          <a:p>
            <a:pPr indent="0" algn="r">
              <a:lnSpc>
                <a:spcPct val="100000"/>
              </a:lnSpc>
              <a:buNone/>
              <a:tabLst>
                <a:tab algn="l" pos="0"/>
              </a:tabLst>
            </a:pPr>
            <a:fld id="{0E1A03CA-EC94-413A-BE03-C143E01226D4}" type="slidenum">
              <a:rPr b="0" lang="en" sz="3800" spc="-1" strike="noStrike">
                <a:solidFill>
                  <a:srgbClr val="464b56"/>
                </a:solidFill>
                <a:latin typeface="Century Schoolbook"/>
                <a:ea typeface="Century Schoolbook"/>
              </a:rPr>
              <a:t>&lt;number&gt;</a:t>
            </a:fld>
            <a:endParaRPr b="0" lang="en-US" sz="3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2"/>
        </a:solidFill>
      </p:bgPr>
    </p:bg>
    <p:spTree>
      <p:nvGrpSpPr>
        <p:cNvPr id="1" name=""/>
        <p:cNvGrpSpPr/>
        <p:nvPr/>
      </p:nvGrpSpPr>
      <p:grpSpPr>
        <a:xfrm>
          <a:off x="0" y="0"/>
          <a:ext cx="0" cy="0"/>
          <a:chOff x="0" y="0"/>
          <a:chExt cx="0" cy="0"/>
        </a:xfrm>
      </p:grpSpPr>
      <p:grpSp>
        <p:nvGrpSpPr>
          <p:cNvPr id="115" name="Google Shape;51;p13"/>
          <p:cNvGrpSpPr/>
          <p:nvPr/>
        </p:nvGrpSpPr>
        <p:grpSpPr>
          <a:xfrm>
            <a:off x="242280" y="542520"/>
            <a:ext cx="3173400" cy="4223520"/>
            <a:chOff x="242280" y="542520"/>
            <a:chExt cx="3173400" cy="4223520"/>
          </a:xfrm>
        </p:grpSpPr>
        <p:sp>
          <p:nvSpPr>
            <p:cNvPr id="116" name="Google Shape;52;p13"/>
            <p:cNvSpPr/>
            <p:nvPr/>
          </p:nvSpPr>
          <p:spPr>
            <a:xfrm>
              <a:off x="242280" y="542520"/>
              <a:ext cx="2013480" cy="4223520"/>
            </a:xfrm>
            <a:custGeom>
              <a:avLst/>
              <a:gdLst>
                <a:gd name="textAreaLeft" fmla="*/ 0 w 2013480"/>
                <a:gd name="textAreaRight" fmla="*/ 2013840 w 2013480"/>
                <a:gd name="textAreaTop" fmla="*/ 0 h 4223520"/>
                <a:gd name="textAreaBottom" fmla="*/ 4223880 h 4223520"/>
              </a:gdLst>
              <a:ahLst/>
              <a:rect l="textAreaLeft" t="textAreaTop" r="textAreaRight" b="textAreaBottom"/>
              <a:pathLst>
                <a:path w="697" h="1954">
                  <a:moveTo>
                    <a:pt x="251" y="1472"/>
                  </a:moveTo>
                  <a:cubicBezTo>
                    <a:pt x="258" y="1472"/>
                    <a:pt x="252" y="1463"/>
                    <a:pt x="251" y="1462"/>
                  </a:cubicBezTo>
                  <a:cubicBezTo>
                    <a:pt x="248" y="1422"/>
                    <a:pt x="241" y="1424"/>
                    <a:pt x="241" y="1419"/>
                  </a:cubicBezTo>
                  <a:cubicBezTo>
                    <a:pt x="227" y="1388"/>
                    <a:pt x="226" y="1380"/>
                    <a:pt x="221" y="1376"/>
                  </a:cubicBezTo>
                  <a:cubicBezTo>
                    <a:pt x="209" y="1355"/>
                    <a:pt x="209" y="1347"/>
                    <a:pt x="203" y="1344"/>
                  </a:cubicBezTo>
                  <a:cubicBezTo>
                    <a:pt x="169" y="1285"/>
                    <a:pt x="162" y="1275"/>
                    <a:pt x="156" y="1263"/>
                  </a:cubicBezTo>
                  <a:cubicBezTo>
                    <a:pt x="144" y="1242"/>
                    <a:pt x="141" y="1236"/>
                    <a:pt x="138" y="1231"/>
                  </a:cubicBezTo>
                  <a:cubicBezTo>
                    <a:pt x="107" y="1177"/>
                    <a:pt x="108" y="1168"/>
                    <a:pt x="103" y="1165"/>
                  </a:cubicBezTo>
                  <a:cubicBezTo>
                    <a:pt x="90" y="1142"/>
                    <a:pt x="83" y="1131"/>
                    <a:pt x="82" y="1127"/>
                  </a:cubicBezTo>
                  <a:cubicBezTo>
                    <a:pt x="66" y="1090"/>
                    <a:pt x="67" y="1081"/>
                    <a:pt x="62" y="1077"/>
                  </a:cubicBezTo>
                  <a:cubicBezTo>
                    <a:pt x="57" y="1049"/>
                    <a:pt x="51" y="1046"/>
                    <a:pt x="52" y="1037"/>
                  </a:cubicBezTo>
                  <a:cubicBezTo>
                    <a:pt x="48" y="1016"/>
                    <a:pt x="44" y="1007"/>
                    <a:pt x="42" y="1002"/>
                  </a:cubicBezTo>
                  <a:cubicBezTo>
                    <a:pt x="32" y="970"/>
                    <a:pt x="24" y="961"/>
                    <a:pt x="22" y="946"/>
                  </a:cubicBezTo>
                  <a:cubicBezTo>
                    <a:pt x="13" y="922"/>
                    <a:pt x="11" y="916"/>
                    <a:pt x="9" y="909"/>
                  </a:cubicBezTo>
                  <a:cubicBezTo>
                    <a:pt x="5" y="889"/>
                    <a:pt x="11" y="888"/>
                    <a:pt x="9" y="896"/>
                  </a:cubicBezTo>
                  <a:cubicBezTo>
                    <a:pt x="25" y="935"/>
                    <a:pt x="22" y="943"/>
                    <a:pt x="27" y="944"/>
                  </a:cubicBezTo>
                  <a:cubicBezTo>
                    <a:pt x="47" y="979"/>
                    <a:pt x="44" y="987"/>
                    <a:pt x="45" y="992"/>
                  </a:cubicBezTo>
                  <a:cubicBezTo>
                    <a:pt x="78" y="1045"/>
                    <a:pt x="85" y="1060"/>
                    <a:pt x="95" y="1072"/>
                  </a:cubicBezTo>
                  <a:cubicBezTo>
                    <a:pt x="141" y="1130"/>
                    <a:pt x="141" y="1136"/>
                    <a:pt x="140" y="1142"/>
                  </a:cubicBezTo>
                  <a:cubicBezTo>
                    <a:pt x="159" y="1162"/>
                    <a:pt x="156" y="1170"/>
                    <a:pt x="160" y="1170"/>
                  </a:cubicBezTo>
                  <a:cubicBezTo>
                    <a:pt x="198" y="1238"/>
                    <a:pt x="204" y="1243"/>
                    <a:pt x="206" y="1251"/>
                  </a:cubicBezTo>
                  <a:cubicBezTo>
                    <a:pt x="218" y="1278"/>
                    <a:pt x="219" y="1288"/>
                    <a:pt x="226" y="1291"/>
                  </a:cubicBezTo>
                  <a:cubicBezTo>
                    <a:pt x="231" y="1298"/>
                    <a:pt x="231" y="1292"/>
                    <a:pt x="228" y="1288"/>
                  </a:cubicBezTo>
                  <a:cubicBezTo>
                    <a:pt x="196" y="1218"/>
                    <a:pt x="198" y="1206"/>
                    <a:pt x="191" y="1203"/>
                  </a:cubicBezTo>
                  <a:cubicBezTo>
                    <a:pt x="168" y="1159"/>
                    <a:pt x="164" y="1153"/>
                    <a:pt x="160" y="1147"/>
                  </a:cubicBezTo>
                  <a:cubicBezTo>
                    <a:pt x="114" y="1068"/>
                    <a:pt x="104" y="1068"/>
                    <a:pt x="105" y="1057"/>
                  </a:cubicBezTo>
                  <a:cubicBezTo>
                    <a:pt x="67" y="1000"/>
                    <a:pt x="58" y="1000"/>
                    <a:pt x="57" y="992"/>
                  </a:cubicBezTo>
                  <a:cubicBezTo>
                    <a:pt x="80" y="1011"/>
                    <a:pt x="81" y="1021"/>
                    <a:pt x="87" y="1024"/>
                  </a:cubicBezTo>
                  <a:cubicBezTo>
                    <a:pt x="103" y="1041"/>
                    <a:pt x="100" y="1049"/>
                    <a:pt x="105" y="1049"/>
                  </a:cubicBezTo>
                  <a:cubicBezTo>
                    <a:pt x="129" y="1079"/>
                    <a:pt x="130" y="1087"/>
                    <a:pt x="135" y="1092"/>
                  </a:cubicBezTo>
                  <a:cubicBezTo>
                    <a:pt x="163" y="1128"/>
                    <a:pt x="159" y="1136"/>
                    <a:pt x="163" y="1137"/>
                  </a:cubicBezTo>
                  <a:cubicBezTo>
                    <a:pt x="199" y="1191"/>
                    <a:pt x="204" y="1205"/>
                    <a:pt x="211" y="1218"/>
                  </a:cubicBezTo>
                  <a:cubicBezTo>
                    <a:pt x="232" y="1237"/>
                    <a:pt x="226" y="1238"/>
                    <a:pt x="228" y="1230"/>
                  </a:cubicBezTo>
                  <a:cubicBezTo>
                    <a:pt x="202" y="1163"/>
                    <a:pt x="196" y="1163"/>
                    <a:pt x="198" y="1155"/>
                  </a:cubicBezTo>
                  <a:cubicBezTo>
                    <a:pt x="171" y="1106"/>
                    <a:pt x="167" y="1104"/>
                    <a:pt x="165" y="1100"/>
                  </a:cubicBezTo>
                  <a:cubicBezTo>
                    <a:pt x="140" y="1062"/>
                    <a:pt x="138" y="1052"/>
                    <a:pt x="133" y="1047"/>
                  </a:cubicBezTo>
                  <a:cubicBezTo>
                    <a:pt x="76" y="924"/>
                    <a:pt x="76" y="918"/>
                    <a:pt x="75" y="913"/>
                  </a:cubicBezTo>
                  <a:cubicBezTo>
                    <a:pt x="53" y="840"/>
                    <a:pt x="56" y="836"/>
                    <a:pt x="57" y="830"/>
                  </a:cubicBezTo>
                  <a:cubicBezTo>
                    <a:pt x="36" y="706"/>
                    <a:pt x="30" y="721"/>
                    <a:pt x="34" y="725"/>
                  </a:cubicBezTo>
                  <a:cubicBezTo>
                    <a:pt x="45" y="767"/>
                    <a:pt x="46" y="774"/>
                    <a:pt x="49" y="778"/>
                  </a:cubicBezTo>
                  <a:cubicBezTo>
                    <a:pt x="70" y="833"/>
                    <a:pt x="67" y="843"/>
                    <a:pt x="72" y="846"/>
                  </a:cubicBezTo>
                  <a:cubicBezTo>
                    <a:pt x="94" y="887"/>
                    <a:pt x="97" y="899"/>
                    <a:pt x="102" y="908"/>
                  </a:cubicBezTo>
                  <a:cubicBezTo>
                    <a:pt x="143" y="980"/>
                    <a:pt x="154" y="992"/>
                    <a:pt x="160" y="1007"/>
                  </a:cubicBezTo>
                  <a:cubicBezTo>
                    <a:pt x="212" y="1106"/>
                    <a:pt x="218" y="1122"/>
                    <a:pt x="223" y="1137"/>
                  </a:cubicBezTo>
                  <a:cubicBezTo>
                    <a:pt x="218" y="1115"/>
                    <a:pt x="222" y="1106"/>
                    <a:pt x="221" y="1102"/>
                  </a:cubicBezTo>
                  <a:cubicBezTo>
                    <a:pt x="210" y="1080"/>
                    <a:pt x="213" y="1072"/>
                    <a:pt x="208" y="1072"/>
                  </a:cubicBezTo>
                  <a:cubicBezTo>
                    <a:pt x="195" y="1023"/>
                    <a:pt x="188" y="1020"/>
                    <a:pt x="188" y="1012"/>
                  </a:cubicBezTo>
                  <a:cubicBezTo>
                    <a:pt x="149" y="930"/>
                    <a:pt x="144" y="927"/>
                    <a:pt x="145" y="918"/>
                  </a:cubicBezTo>
                  <a:cubicBezTo>
                    <a:pt x="125" y="876"/>
                    <a:pt x="120" y="873"/>
                    <a:pt x="117" y="868"/>
                  </a:cubicBezTo>
                  <a:cubicBezTo>
                    <a:pt x="102" y="832"/>
                    <a:pt x="100" y="833"/>
                    <a:pt x="100" y="830"/>
                  </a:cubicBezTo>
                  <a:cubicBezTo>
                    <a:pt x="80" y="793"/>
                    <a:pt x="77" y="788"/>
                    <a:pt x="75" y="783"/>
                  </a:cubicBezTo>
                  <a:cubicBezTo>
                    <a:pt x="45" y="730"/>
                    <a:pt x="43" y="716"/>
                    <a:pt x="34" y="710"/>
                  </a:cubicBezTo>
                  <a:cubicBezTo>
                    <a:pt x="25" y="678"/>
                    <a:pt x="34" y="684"/>
                    <a:pt x="32" y="690"/>
                  </a:cubicBezTo>
                  <a:cubicBezTo>
                    <a:pt x="50" y="733"/>
                    <a:pt x="60" y="733"/>
                    <a:pt x="59" y="745"/>
                  </a:cubicBezTo>
                  <a:cubicBezTo>
                    <a:pt x="80" y="780"/>
                    <a:pt x="81" y="783"/>
                    <a:pt x="85" y="785"/>
                  </a:cubicBezTo>
                  <a:cubicBezTo>
                    <a:pt x="113" y="833"/>
                    <a:pt x="115" y="842"/>
                    <a:pt x="117" y="851"/>
                  </a:cubicBezTo>
                  <a:cubicBezTo>
                    <a:pt x="147" y="899"/>
                    <a:pt x="151" y="907"/>
                    <a:pt x="153" y="916"/>
                  </a:cubicBezTo>
                  <a:cubicBezTo>
                    <a:pt x="168" y="945"/>
                    <a:pt x="171" y="952"/>
                    <a:pt x="173" y="961"/>
                  </a:cubicBezTo>
                  <a:cubicBezTo>
                    <a:pt x="190" y="999"/>
                    <a:pt x="200" y="1010"/>
                    <a:pt x="203" y="1029"/>
                  </a:cubicBezTo>
                  <a:cubicBezTo>
                    <a:pt x="198" y="998"/>
                    <a:pt x="198" y="994"/>
                    <a:pt x="196" y="994"/>
                  </a:cubicBezTo>
                  <a:cubicBezTo>
                    <a:pt x="175" y="911"/>
                    <a:pt x="168" y="909"/>
                    <a:pt x="170" y="898"/>
                  </a:cubicBezTo>
                  <a:cubicBezTo>
                    <a:pt x="131" y="811"/>
                    <a:pt x="131" y="802"/>
                    <a:pt x="125" y="800"/>
                  </a:cubicBezTo>
                  <a:cubicBezTo>
                    <a:pt x="105" y="747"/>
                    <a:pt x="103" y="742"/>
                    <a:pt x="100" y="740"/>
                  </a:cubicBezTo>
                  <a:cubicBezTo>
                    <a:pt x="82" y="701"/>
                    <a:pt x="78" y="699"/>
                    <a:pt x="77" y="695"/>
                  </a:cubicBezTo>
                  <a:cubicBezTo>
                    <a:pt x="67" y="672"/>
                    <a:pt x="60" y="674"/>
                    <a:pt x="62" y="667"/>
                  </a:cubicBezTo>
                  <a:cubicBezTo>
                    <a:pt x="44" y="641"/>
                    <a:pt x="39" y="635"/>
                    <a:pt x="34" y="629"/>
                  </a:cubicBezTo>
                  <a:cubicBezTo>
                    <a:pt x="21" y="597"/>
                    <a:pt x="29" y="609"/>
                    <a:pt x="37" y="622"/>
                  </a:cubicBezTo>
                  <a:cubicBezTo>
                    <a:pt x="75" y="681"/>
                    <a:pt x="85" y="681"/>
                    <a:pt x="85" y="692"/>
                  </a:cubicBezTo>
                  <a:cubicBezTo>
                    <a:pt x="108" y="731"/>
                    <a:pt x="109" y="735"/>
                    <a:pt x="110" y="740"/>
                  </a:cubicBezTo>
                  <a:cubicBezTo>
                    <a:pt x="123" y="777"/>
                    <a:pt x="130" y="775"/>
                    <a:pt x="130" y="780"/>
                  </a:cubicBezTo>
                  <a:cubicBezTo>
                    <a:pt x="151" y="822"/>
                    <a:pt x="153" y="840"/>
                    <a:pt x="163" y="851"/>
                  </a:cubicBezTo>
                  <a:cubicBezTo>
                    <a:pt x="179" y="903"/>
                    <a:pt x="184" y="907"/>
                    <a:pt x="185" y="916"/>
                  </a:cubicBezTo>
                  <a:cubicBezTo>
                    <a:pt x="203" y="963"/>
                    <a:pt x="199" y="973"/>
                    <a:pt x="201" y="976"/>
                  </a:cubicBezTo>
                  <a:cubicBezTo>
                    <a:pt x="236" y="1076"/>
                    <a:pt x="226" y="1071"/>
                    <a:pt x="228" y="1064"/>
                  </a:cubicBezTo>
                  <a:cubicBezTo>
                    <a:pt x="218" y="972"/>
                    <a:pt x="212" y="965"/>
                    <a:pt x="213" y="951"/>
                  </a:cubicBezTo>
                  <a:cubicBezTo>
                    <a:pt x="185" y="862"/>
                    <a:pt x="181" y="854"/>
                    <a:pt x="178" y="845"/>
                  </a:cubicBezTo>
                  <a:cubicBezTo>
                    <a:pt x="145" y="767"/>
                    <a:pt x="139" y="762"/>
                    <a:pt x="135" y="755"/>
                  </a:cubicBezTo>
                  <a:cubicBezTo>
                    <a:pt x="119" y="717"/>
                    <a:pt x="114" y="719"/>
                    <a:pt x="112" y="717"/>
                  </a:cubicBezTo>
                  <a:cubicBezTo>
                    <a:pt x="92" y="686"/>
                    <a:pt x="92" y="676"/>
                    <a:pt x="87" y="669"/>
                  </a:cubicBezTo>
                  <a:cubicBezTo>
                    <a:pt x="56" y="621"/>
                    <a:pt x="53" y="614"/>
                    <a:pt x="49" y="607"/>
                  </a:cubicBezTo>
                  <a:cubicBezTo>
                    <a:pt x="41" y="564"/>
                    <a:pt x="41" y="578"/>
                    <a:pt x="47" y="586"/>
                  </a:cubicBezTo>
                  <a:cubicBezTo>
                    <a:pt x="72" y="633"/>
                    <a:pt x="77" y="635"/>
                    <a:pt x="77" y="642"/>
                  </a:cubicBezTo>
                  <a:cubicBezTo>
                    <a:pt x="117" y="700"/>
                    <a:pt x="120" y="711"/>
                    <a:pt x="125" y="720"/>
                  </a:cubicBezTo>
                  <a:cubicBezTo>
                    <a:pt x="136" y="738"/>
                    <a:pt x="138" y="743"/>
                    <a:pt x="143" y="745"/>
                  </a:cubicBezTo>
                  <a:cubicBezTo>
                    <a:pt x="165" y="796"/>
                    <a:pt x="169" y="801"/>
                    <a:pt x="173" y="805"/>
                  </a:cubicBezTo>
                  <a:cubicBezTo>
                    <a:pt x="198" y="877"/>
                    <a:pt x="205" y="880"/>
                    <a:pt x="206" y="888"/>
                  </a:cubicBezTo>
                  <a:cubicBezTo>
                    <a:pt x="210" y="912"/>
                    <a:pt x="215" y="915"/>
                    <a:pt x="216" y="923"/>
                  </a:cubicBezTo>
                  <a:cubicBezTo>
                    <a:pt x="239" y="982"/>
                    <a:pt x="234" y="967"/>
                    <a:pt x="238" y="961"/>
                  </a:cubicBezTo>
                  <a:cubicBezTo>
                    <a:pt x="220" y="890"/>
                    <a:pt x="217" y="886"/>
                    <a:pt x="218" y="876"/>
                  </a:cubicBezTo>
                  <a:cubicBezTo>
                    <a:pt x="175" y="774"/>
                    <a:pt x="176" y="763"/>
                    <a:pt x="173" y="755"/>
                  </a:cubicBezTo>
                  <a:cubicBezTo>
                    <a:pt x="155" y="729"/>
                    <a:pt x="156" y="717"/>
                    <a:pt x="150" y="712"/>
                  </a:cubicBezTo>
                  <a:cubicBezTo>
                    <a:pt x="123" y="663"/>
                    <a:pt x="122" y="653"/>
                    <a:pt x="115" y="649"/>
                  </a:cubicBezTo>
                  <a:cubicBezTo>
                    <a:pt x="86" y="590"/>
                    <a:pt x="85" y="586"/>
                    <a:pt x="85" y="581"/>
                  </a:cubicBezTo>
                  <a:cubicBezTo>
                    <a:pt x="60" y="516"/>
                    <a:pt x="65" y="519"/>
                    <a:pt x="64" y="528"/>
                  </a:cubicBezTo>
                  <a:cubicBezTo>
                    <a:pt x="82" y="567"/>
                    <a:pt x="89" y="567"/>
                    <a:pt x="87" y="576"/>
                  </a:cubicBezTo>
                  <a:cubicBezTo>
                    <a:pt x="102" y="603"/>
                    <a:pt x="102" y="606"/>
                    <a:pt x="105" y="606"/>
                  </a:cubicBezTo>
                  <a:cubicBezTo>
                    <a:pt x="133" y="652"/>
                    <a:pt x="128" y="663"/>
                    <a:pt x="135" y="662"/>
                  </a:cubicBezTo>
                  <a:cubicBezTo>
                    <a:pt x="162" y="716"/>
                    <a:pt x="168" y="721"/>
                    <a:pt x="170" y="730"/>
                  </a:cubicBezTo>
                  <a:cubicBezTo>
                    <a:pt x="201" y="805"/>
                    <a:pt x="206" y="810"/>
                    <a:pt x="208" y="818"/>
                  </a:cubicBezTo>
                  <a:cubicBezTo>
                    <a:pt x="243" y="905"/>
                    <a:pt x="235" y="893"/>
                    <a:pt x="233" y="888"/>
                  </a:cubicBezTo>
                  <a:cubicBezTo>
                    <a:pt x="221" y="836"/>
                    <a:pt x="220" y="828"/>
                    <a:pt x="216" y="823"/>
                  </a:cubicBezTo>
                  <a:cubicBezTo>
                    <a:pt x="173" y="707"/>
                    <a:pt x="173" y="697"/>
                    <a:pt x="170" y="689"/>
                  </a:cubicBezTo>
                  <a:cubicBezTo>
                    <a:pt x="157" y="663"/>
                    <a:pt x="154" y="657"/>
                    <a:pt x="150" y="652"/>
                  </a:cubicBezTo>
                  <a:cubicBezTo>
                    <a:pt x="119" y="602"/>
                    <a:pt x="122" y="594"/>
                    <a:pt x="117" y="594"/>
                  </a:cubicBezTo>
                  <a:cubicBezTo>
                    <a:pt x="119" y="590"/>
                    <a:pt x="124" y="592"/>
                    <a:pt x="125" y="596"/>
                  </a:cubicBezTo>
                  <a:cubicBezTo>
                    <a:pt x="159" y="641"/>
                    <a:pt x="154" y="651"/>
                    <a:pt x="163" y="649"/>
                  </a:cubicBezTo>
                  <a:cubicBezTo>
                    <a:pt x="185" y="694"/>
                    <a:pt x="183" y="708"/>
                    <a:pt x="190" y="712"/>
                  </a:cubicBezTo>
                  <a:cubicBezTo>
                    <a:pt x="211" y="753"/>
                    <a:pt x="208" y="762"/>
                    <a:pt x="213" y="762"/>
                  </a:cubicBezTo>
                  <a:cubicBezTo>
                    <a:pt x="237" y="847"/>
                    <a:pt x="238" y="850"/>
                    <a:pt x="238" y="853"/>
                  </a:cubicBezTo>
                  <a:cubicBezTo>
                    <a:pt x="246" y="870"/>
                    <a:pt x="242" y="860"/>
                    <a:pt x="243" y="855"/>
                  </a:cubicBezTo>
                  <a:cubicBezTo>
                    <a:pt x="231" y="791"/>
                    <a:pt x="232" y="779"/>
                    <a:pt x="228" y="757"/>
                  </a:cubicBezTo>
                  <a:cubicBezTo>
                    <a:pt x="212" y="721"/>
                    <a:pt x="215" y="712"/>
                    <a:pt x="210" y="712"/>
                  </a:cubicBezTo>
                  <a:cubicBezTo>
                    <a:pt x="190" y="661"/>
                    <a:pt x="188" y="652"/>
                    <a:pt x="183" y="647"/>
                  </a:cubicBezTo>
                  <a:cubicBezTo>
                    <a:pt x="162" y="617"/>
                    <a:pt x="161" y="598"/>
                    <a:pt x="150" y="589"/>
                  </a:cubicBezTo>
                  <a:cubicBezTo>
                    <a:pt x="126" y="540"/>
                    <a:pt x="121" y="535"/>
                    <a:pt x="117" y="528"/>
                  </a:cubicBezTo>
                  <a:cubicBezTo>
                    <a:pt x="101" y="492"/>
                    <a:pt x="98" y="489"/>
                    <a:pt x="97" y="486"/>
                  </a:cubicBezTo>
                  <a:cubicBezTo>
                    <a:pt x="80" y="432"/>
                    <a:pt x="73" y="429"/>
                    <a:pt x="74" y="418"/>
                  </a:cubicBezTo>
                  <a:cubicBezTo>
                    <a:pt x="93" y="455"/>
                    <a:pt x="94" y="458"/>
                    <a:pt x="94" y="463"/>
                  </a:cubicBezTo>
                  <a:cubicBezTo>
                    <a:pt x="143" y="547"/>
                    <a:pt x="140" y="555"/>
                    <a:pt x="145" y="556"/>
                  </a:cubicBezTo>
                  <a:cubicBezTo>
                    <a:pt x="164" y="593"/>
                    <a:pt x="170" y="599"/>
                    <a:pt x="173" y="606"/>
                  </a:cubicBezTo>
                  <a:cubicBezTo>
                    <a:pt x="191" y="642"/>
                    <a:pt x="200" y="654"/>
                    <a:pt x="205" y="669"/>
                  </a:cubicBezTo>
                  <a:cubicBezTo>
                    <a:pt x="228" y="720"/>
                    <a:pt x="226" y="733"/>
                    <a:pt x="233" y="737"/>
                  </a:cubicBezTo>
                  <a:cubicBezTo>
                    <a:pt x="244" y="794"/>
                    <a:pt x="247" y="802"/>
                    <a:pt x="246" y="815"/>
                  </a:cubicBezTo>
                  <a:cubicBezTo>
                    <a:pt x="257" y="840"/>
                    <a:pt x="255" y="834"/>
                    <a:pt x="256" y="830"/>
                  </a:cubicBezTo>
                  <a:cubicBezTo>
                    <a:pt x="249" y="738"/>
                    <a:pt x="244" y="737"/>
                    <a:pt x="243" y="732"/>
                  </a:cubicBezTo>
                  <a:cubicBezTo>
                    <a:pt x="217" y="655"/>
                    <a:pt x="208" y="642"/>
                    <a:pt x="203" y="624"/>
                  </a:cubicBezTo>
                  <a:cubicBezTo>
                    <a:pt x="179" y="566"/>
                    <a:pt x="170" y="562"/>
                    <a:pt x="170" y="551"/>
                  </a:cubicBezTo>
                  <a:cubicBezTo>
                    <a:pt x="156" y="511"/>
                    <a:pt x="145" y="501"/>
                    <a:pt x="142" y="483"/>
                  </a:cubicBezTo>
                  <a:cubicBezTo>
                    <a:pt x="140" y="458"/>
                    <a:pt x="142" y="465"/>
                    <a:pt x="145" y="471"/>
                  </a:cubicBezTo>
                  <a:cubicBezTo>
                    <a:pt x="163" y="523"/>
                    <a:pt x="171" y="533"/>
                    <a:pt x="175" y="546"/>
                  </a:cubicBezTo>
                  <a:cubicBezTo>
                    <a:pt x="196" y="591"/>
                    <a:pt x="206" y="598"/>
                    <a:pt x="208" y="614"/>
                  </a:cubicBezTo>
                  <a:cubicBezTo>
                    <a:pt x="231" y="662"/>
                    <a:pt x="236" y="674"/>
                    <a:pt x="241" y="687"/>
                  </a:cubicBezTo>
                  <a:cubicBezTo>
                    <a:pt x="252" y="718"/>
                    <a:pt x="249" y="725"/>
                    <a:pt x="253" y="725"/>
                  </a:cubicBezTo>
                  <a:cubicBezTo>
                    <a:pt x="268" y="760"/>
                    <a:pt x="259" y="754"/>
                    <a:pt x="261" y="750"/>
                  </a:cubicBezTo>
                  <a:cubicBezTo>
                    <a:pt x="260" y="703"/>
                    <a:pt x="254" y="700"/>
                    <a:pt x="258" y="692"/>
                  </a:cubicBezTo>
                  <a:cubicBezTo>
                    <a:pt x="248" y="658"/>
                    <a:pt x="249" y="652"/>
                    <a:pt x="246" y="652"/>
                  </a:cubicBezTo>
                  <a:cubicBezTo>
                    <a:pt x="229" y="597"/>
                    <a:pt x="228" y="593"/>
                    <a:pt x="228" y="589"/>
                  </a:cubicBezTo>
                  <a:cubicBezTo>
                    <a:pt x="211" y="547"/>
                    <a:pt x="207" y="538"/>
                    <a:pt x="203" y="528"/>
                  </a:cubicBezTo>
                  <a:cubicBezTo>
                    <a:pt x="186" y="481"/>
                    <a:pt x="179" y="480"/>
                    <a:pt x="180" y="473"/>
                  </a:cubicBezTo>
                  <a:cubicBezTo>
                    <a:pt x="156" y="407"/>
                    <a:pt x="153" y="397"/>
                    <a:pt x="150" y="387"/>
                  </a:cubicBezTo>
                  <a:cubicBezTo>
                    <a:pt x="147" y="345"/>
                    <a:pt x="152" y="348"/>
                    <a:pt x="150" y="357"/>
                  </a:cubicBezTo>
                  <a:cubicBezTo>
                    <a:pt x="176" y="446"/>
                    <a:pt x="183" y="456"/>
                    <a:pt x="188" y="468"/>
                  </a:cubicBezTo>
                  <a:cubicBezTo>
                    <a:pt x="206" y="507"/>
                    <a:pt x="205" y="512"/>
                    <a:pt x="205" y="516"/>
                  </a:cubicBezTo>
                  <a:cubicBezTo>
                    <a:pt x="224" y="553"/>
                    <a:pt x="228" y="566"/>
                    <a:pt x="233" y="579"/>
                  </a:cubicBezTo>
                  <a:cubicBezTo>
                    <a:pt x="232" y="555"/>
                    <a:pt x="229" y="552"/>
                    <a:pt x="228" y="546"/>
                  </a:cubicBezTo>
                  <a:cubicBezTo>
                    <a:pt x="212" y="499"/>
                    <a:pt x="215" y="491"/>
                    <a:pt x="210" y="491"/>
                  </a:cubicBezTo>
                  <a:cubicBezTo>
                    <a:pt x="198" y="374"/>
                    <a:pt x="193" y="371"/>
                    <a:pt x="198" y="360"/>
                  </a:cubicBezTo>
                  <a:cubicBezTo>
                    <a:pt x="209" y="429"/>
                    <a:pt x="211" y="465"/>
                    <a:pt x="223" y="491"/>
                  </a:cubicBezTo>
                  <a:cubicBezTo>
                    <a:pt x="280" y="680"/>
                    <a:pt x="276" y="677"/>
                    <a:pt x="276" y="674"/>
                  </a:cubicBezTo>
                  <a:cubicBezTo>
                    <a:pt x="265" y="621"/>
                    <a:pt x="263" y="596"/>
                    <a:pt x="256" y="576"/>
                  </a:cubicBezTo>
                  <a:cubicBezTo>
                    <a:pt x="238" y="489"/>
                    <a:pt x="237" y="484"/>
                    <a:pt x="233" y="481"/>
                  </a:cubicBezTo>
                  <a:cubicBezTo>
                    <a:pt x="229" y="441"/>
                    <a:pt x="223" y="426"/>
                    <a:pt x="223" y="415"/>
                  </a:cubicBezTo>
                  <a:cubicBezTo>
                    <a:pt x="215" y="326"/>
                    <a:pt x="215" y="313"/>
                    <a:pt x="215" y="299"/>
                  </a:cubicBezTo>
                  <a:cubicBezTo>
                    <a:pt x="216" y="264"/>
                    <a:pt x="215" y="246"/>
                    <a:pt x="215" y="229"/>
                  </a:cubicBezTo>
                  <a:cubicBezTo>
                    <a:pt x="220" y="243"/>
                    <a:pt x="217" y="244"/>
                    <a:pt x="220" y="252"/>
                  </a:cubicBezTo>
                  <a:cubicBezTo>
                    <a:pt x="227" y="394"/>
                    <a:pt x="231" y="403"/>
                    <a:pt x="230" y="418"/>
                  </a:cubicBezTo>
                  <a:cubicBezTo>
                    <a:pt x="241" y="471"/>
                    <a:pt x="249" y="489"/>
                    <a:pt x="253" y="511"/>
                  </a:cubicBezTo>
                  <a:cubicBezTo>
                    <a:pt x="269" y="599"/>
                    <a:pt x="275" y="599"/>
                    <a:pt x="273" y="606"/>
                  </a:cubicBezTo>
                  <a:cubicBezTo>
                    <a:pt x="283" y="651"/>
                    <a:pt x="286" y="652"/>
                    <a:pt x="286" y="672"/>
                  </a:cubicBezTo>
                  <a:cubicBezTo>
                    <a:pt x="296" y="620"/>
                    <a:pt x="298" y="608"/>
                    <a:pt x="293" y="589"/>
                  </a:cubicBezTo>
                  <a:cubicBezTo>
                    <a:pt x="280" y="509"/>
                    <a:pt x="286" y="493"/>
                    <a:pt x="281" y="488"/>
                  </a:cubicBezTo>
                  <a:cubicBezTo>
                    <a:pt x="267" y="299"/>
                    <a:pt x="263" y="266"/>
                    <a:pt x="268" y="241"/>
                  </a:cubicBezTo>
                  <a:cubicBezTo>
                    <a:pt x="274" y="196"/>
                    <a:pt x="264" y="191"/>
                    <a:pt x="270" y="186"/>
                  </a:cubicBezTo>
                  <a:cubicBezTo>
                    <a:pt x="277" y="197"/>
                    <a:pt x="273" y="206"/>
                    <a:pt x="273" y="216"/>
                  </a:cubicBezTo>
                  <a:cubicBezTo>
                    <a:pt x="276" y="229"/>
                    <a:pt x="273" y="230"/>
                    <a:pt x="273" y="239"/>
                  </a:cubicBezTo>
                  <a:cubicBezTo>
                    <a:pt x="284" y="423"/>
                    <a:pt x="283" y="439"/>
                    <a:pt x="286" y="453"/>
                  </a:cubicBezTo>
                  <a:cubicBezTo>
                    <a:pt x="292" y="522"/>
                    <a:pt x="304" y="540"/>
                    <a:pt x="303" y="574"/>
                  </a:cubicBezTo>
                  <a:cubicBezTo>
                    <a:pt x="306" y="533"/>
                    <a:pt x="306" y="521"/>
                    <a:pt x="306" y="508"/>
                  </a:cubicBezTo>
                  <a:cubicBezTo>
                    <a:pt x="292" y="325"/>
                    <a:pt x="289" y="308"/>
                    <a:pt x="291" y="292"/>
                  </a:cubicBezTo>
                  <a:cubicBezTo>
                    <a:pt x="285" y="226"/>
                    <a:pt x="289" y="223"/>
                    <a:pt x="288" y="209"/>
                  </a:cubicBezTo>
                  <a:cubicBezTo>
                    <a:pt x="293" y="131"/>
                    <a:pt x="295" y="122"/>
                    <a:pt x="296" y="111"/>
                  </a:cubicBezTo>
                  <a:cubicBezTo>
                    <a:pt x="296" y="107"/>
                    <a:pt x="305" y="125"/>
                    <a:pt x="298" y="126"/>
                  </a:cubicBezTo>
                  <a:cubicBezTo>
                    <a:pt x="292" y="226"/>
                    <a:pt x="298" y="243"/>
                    <a:pt x="296" y="259"/>
                  </a:cubicBezTo>
                  <a:cubicBezTo>
                    <a:pt x="303" y="366"/>
                    <a:pt x="309" y="397"/>
                    <a:pt x="308" y="435"/>
                  </a:cubicBezTo>
                  <a:cubicBezTo>
                    <a:pt x="323" y="474"/>
                    <a:pt x="314" y="470"/>
                    <a:pt x="316" y="465"/>
                  </a:cubicBezTo>
                  <a:cubicBezTo>
                    <a:pt x="318" y="444"/>
                    <a:pt x="318" y="439"/>
                    <a:pt x="318" y="435"/>
                  </a:cubicBezTo>
                  <a:cubicBezTo>
                    <a:pt x="316" y="396"/>
                    <a:pt x="316" y="392"/>
                    <a:pt x="316" y="387"/>
                  </a:cubicBezTo>
                  <a:cubicBezTo>
                    <a:pt x="315" y="330"/>
                    <a:pt x="313" y="324"/>
                    <a:pt x="313" y="319"/>
                  </a:cubicBezTo>
                  <a:cubicBezTo>
                    <a:pt x="318" y="200"/>
                    <a:pt x="323" y="199"/>
                    <a:pt x="321" y="191"/>
                  </a:cubicBezTo>
                  <a:cubicBezTo>
                    <a:pt x="325" y="160"/>
                    <a:pt x="320" y="150"/>
                    <a:pt x="326" y="151"/>
                  </a:cubicBezTo>
                  <a:cubicBezTo>
                    <a:pt x="333" y="137"/>
                    <a:pt x="331" y="147"/>
                    <a:pt x="328" y="156"/>
                  </a:cubicBezTo>
                  <a:cubicBezTo>
                    <a:pt x="322" y="246"/>
                    <a:pt x="326" y="266"/>
                    <a:pt x="321" y="277"/>
                  </a:cubicBezTo>
                  <a:cubicBezTo>
                    <a:pt x="324" y="351"/>
                    <a:pt x="322" y="357"/>
                    <a:pt x="326" y="357"/>
                  </a:cubicBezTo>
                  <a:cubicBezTo>
                    <a:pt x="328" y="453"/>
                    <a:pt x="326" y="458"/>
                    <a:pt x="326" y="463"/>
                  </a:cubicBezTo>
                  <a:cubicBezTo>
                    <a:pt x="338" y="484"/>
                    <a:pt x="338" y="481"/>
                    <a:pt x="339" y="478"/>
                  </a:cubicBezTo>
                  <a:cubicBezTo>
                    <a:pt x="339" y="467"/>
                    <a:pt x="338" y="461"/>
                    <a:pt x="339" y="453"/>
                  </a:cubicBezTo>
                  <a:cubicBezTo>
                    <a:pt x="339" y="390"/>
                    <a:pt x="345" y="391"/>
                    <a:pt x="344" y="385"/>
                  </a:cubicBezTo>
                  <a:cubicBezTo>
                    <a:pt x="344" y="252"/>
                    <a:pt x="346" y="241"/>
                    <a:pt x="346" y="229"/>
                  </a:cubicBezTo>
                  <a:cubicBezTo>
                    <a:pt x="373" y="110"/>
                    <a:pt x="371" y="102"/>
                    <a:pt x="374" y="98"/>
                  </a:cubicBezTo>
                  <a:cubicBezTo>
                    <a:pt x="379" y="60"/>
                    <a:pt x="385" y="60"/>
                    <a:pt x="384" y="53"/>
                  </a:cubicBezTo>
                  <a:cubicBezTo>
                    <a:pt x="397" y="11"/>
                    <a:pt x="405" y="24"/>
                    <a:pt x="399" y="22"/>
                  </a:cubicBezTo>
                  <a:cubicBezTo>
                    <a:pt x="374" y="102"/>
                    <a:pt x="383" y="117"/>
                    <a:pt x="376" y="116"/>
                  </a:cubicBezTo>
                  <a:cubicBezTo>
                    <a:pt x="367" y="192"/>
                    <a:pt x="355" y="232"/>
                    <a:pt x="351" y="272"/>
                  </a:cubicBezTo>
                  <a:cubicBezTo>
                    <a:pt x="351" y="359"/>
                    <a:pt x="355" y="369"/>
                    <a:pt x="354" y="372"/>
                  </a:cubicBezTo>
                  <a:cubicBezTo>
                    <a:pt x="351" y="399"/>
                    <a:pt x="351" y="403"/>
                    <a:pt x="351" y="407"/>
                  </a:cubicBezTo>
                  <a:cubicBezTo>
                    <a:pt x="362" y="364"/>
                    <a:pt x="358" y="351"/>
                    <a:pt x="364" y="347"/>
                  </a:cubicBezTo>
                  <a:cubicBezTo>
                    <a:pt x="368" y="321"/>
                    <a:pt x="368" y="314"/>
                    <a:pt x="371" y="314"/>
                  </a:cubicBezTo>
                  <a:cubicBezTo>
                    <a:pt x="390" y="172"/>
                    <a:pt x="402" y="149"/>
                    <a:pt x="404" y="116"/>
                  </a:cubicBezTo>
                  <a:cubicBezTo>
                    <a:pt x="432" y="41"/>
                    <a:pt x="427" y="40"/>
                    <a:pt x="429" y="48"/>
                  </a:cubicBezTo>
                  <a:cubicBezTo>
                    <a:pt x="403" y="151"/>
                    <a:pt x="400" y="182"/>
                    <a:pt x="396" y="221"/>
                  </a:cubicBezTo>
                  <a:cubicBezTo>
                    <a:pt x="369" y="402"/>
                    <a:pt x="368" y="392"/>
                    <a:pt x="374" y="387"/>
                  </a:cubicBezTo>
                  <a:cubicBezTo>
                    <a:pt x="381" y="362"/>
                    <a:pt x="384" y="355"/>
                    <a:pt x="386" y="347"/>
                  </a:cubicBezTo>
                  <a:cubicBezTo>
                    <a:pt x="421" y="286"/>
                    <a:pt x="421" y="276"/>
                    <a:pt x="426" y="272"/>
                  </a:cubicBezTo>
                  <a:cubicBezTo>
                    <a:pt x="463" y="190"/>
                    <a:pt x="470" y="184"/>
                    <a:pt x="472" y="173"/>
                  </a:cubicBezTo>
                  <a:cubicBezTo>
                    <a:pt x="478" y="175"/>
                    <a:pt x="469" y="199"/>
                    <a:pt x="462" y="224"/>
                  </a:cubicBezTo>
                  <a:cubicBezTo>
                    <a:pt x="446" y="260"/>
                    <a:pt x="442" y="261"/>
                    <a:pt x="442" y="261"/>
                  </a:cubicBezTo>
                  <a:cubicBezTo>
                    <a:pt x="417" y="299"/>
                    <a:pt x="417" y="319"/>
                    <a:pt x="406" y="329"/>
                  </a:cubicBezTo>
                  <a:cubicBezTo>
                    <a:pt x="393" y="372"/>
                    <a:pt x="394" y="370"/>
                    <a:pt x="396" y="370"/>
                  </a:cubicBezTo>
                  <a:cubicBezTo>
                    <a:pt x="423" y="330"/>
                    <a:pt x="433" y="319"/>
                    <a:pt x="437" y="302"/>
                  </a:cubicBezTo>
                  <a:cubicBezTo>
                    <a:pt x="464" y="262"/>
                    <a:pt x="464" y="255"/>
                    <a:pt x="467" y="251"/>
                  </a:cubicBezTo>
                  <a:cubicBezTo>
                    <a:pt x="504" y="170"/>
                    <a:pt x="509" y="151"/>
                    <a:pt x="512" y="128"/>
                  </a:cubicBezTo>
                  <a:cubicBezTo>
                    <a:pt x="522" y="92"/>
                    <a:pt x="522" y="99"/>
                    <a:pt x="522" y="105"/>
                  </a:cubicBezTo>
                  <a:cubicBezTo>
                    <a:pt x="496" y="217"/>
                    <a:pt x="493" y="220"/>
                    <a:pt x="492" y="224"/>
                  </a:cubicBezTo>
                  <a:cubicBezTo>
                    <a:pt x="470" y="268"/>
                    <a:pt x="468" y="270"/>
                    <a:pt x="467" y="274"/>
                  </a:cubicBezTo>
                  <a:cubicBezTo>
                    <a:pt x="460" y="300"/>
                    <a:pt x="449" y="294"/>
                    <a:pt x="452" y="302"/>
                  </a:cubicBezTo>
                  <a:cubicBezTo>
                    <a:pt x="426" y="346"/>
                    <a:pt x="419" y="348"/>
                    <a:pt x="419" y="357"/>
                  </a:cubicBezTo>
                  <a:cubicBezTo>
                    <a:pt x="377" y="415"/>
                    <a:pt x="378" y="425"/>
                    <a:pt x="369" y="425"/>
                  </a:cubicBezTo>
                  <a:cubicBezTo>
                    <a:pt x="358" y="467"/>
                    <a:pt x="351" y="467"/>
                    <a:pt x="354" y="475"/>
                  </a:cubicBezTo>
                  <a:cubicBezTo>
                    <a:pt x="367" y="453"/>
                    <a:pt x="377" y="450"/>
                    <a:pt x="379" y="438"/>
                  </a:cubicBezTo>
                  <a:cubicBezTo>
                    <a:pt x="409" y="380"/>
                    <a:pt x="416" y="379"/>
                    <a:pt x="417" y="372"/>
                  </a:cubicBezTo>
                  <a:cubicBezTo>
                    <a:pt x="432" y="354"/>
                    <a:pt x="437" y="346"/>
                    <a:pt x="442" y="337"/>
                  </a:cubicBezTo>
                  <a:cubicBezTo>
                    <a:pt x="466" y="307"/>
                    <a:pt x="467" y="295"/>
                    <a:pt x="477" y="292"/>
                  </a:cubicBezTo>
                  <a:cubicBezTo>
                    <a:pt x="499" y="244"/>
                    <a:pt x="508" y="247"/>
                    <a:pt x="507" y="239"/>
                  </a:cubicBezTo>
                  <a:cubicBezTo>
                    <a:pt x="524" y="202"/>
                    <a:pt x="526" y="190"/>
                    <a:pt x="532" y="183"/>
                  </a:cubicBezTo>
                  <a:cubicBezTo>
                    <a:pt x="548" y="92"/>
                    <a:pt x="554" y="90"/>
                    <a:pt x="550" y="85"/>
                  </a:cubicBezTo>
                  <a:cubicBezTo>
                    <a:pt x="558" y="74"/>
                    <a:pt x="553" y="90"/>
                    <a:pt x="555" y="113"/>
                  </a:cubicBezTo>
                  <a:cubicBezTo>
                    <a:pt x="542" y="172"/>
                    <a:pt x="541" y="178"/>
                    <a:pt x="537" y="181"/>
                  </a:cubicBezTo>
                  <a:cubicBezTo>
                    <a:pt x="505" y="263"/>
                    <a:pt x="501" y="266"/>
                    <a:pt x="499" y="271"/>
                  </a:cubicBezTo>
                  <a:cubicBezTo>
                    <a:pt x="484" y="295"/>
                    <a:pt x="484" y="297"/>
                    <a:pt x="482" y="297"/>
                  </a:cubicBezTo>
                  <a:cubicBezTo>
                    <a:pt x="457" y="329"/>
                    <a:pt x="455" y="341"/>
                    <a:pt x="447" y="347"/>
                  </a:cubicBezTo>
                  <a:cubicBezTo>
                    <a:pt x="407" y="407"/>
                    <a:pt x="403" y="417"/>
                    <a:pt x="399" y="428"/>
                  </a:cubicBezTo>
                  <a:cubicBezTo>
                    <a:pt x="366" y="495"/>
                    <a:pt x="355" y="497"/>
                    <a:pt x="354" y="511"/>
                  </a:cubicBezTo>
                  <a:cubicBezTo>
                    <a:pt x="335" y="549"/>
                    <a:pt x="325" y="553"/>
                    <a:pt x="326" y="569"/>
                  </a:cubicBezTo>
                  <a:cubicBezTo>
                    <a:pt x="362" y="513"/>
                    <a:pt x="363" y="500"/>
                    <a:pt x="369" y="493"/>
                  </a:cubicBezTo>
                  <a:cubicBezTo>
                    <a:pt x="404" y="438"/>
                    <a:pt x="412" y="433"/>
                    <a:pt x="414" y="423"/>
                  </a:cubicBezTo>
                  <a:cubicBezTo>
                    <a:pt x="432" y="393"/>
                    <a:pt x="442" y="397"/>
                    <a:pt x="439" y="387"/>
                  </a:cubicBezTo>
                  <a:cubicBezTo>
                    <a:pt x="476" y="345"/>
                    <a:pt x="475" y="336"/>
                    <a:pt x="482" y="334"/>
                  </a:cubicBezTo>
                  <a:cubicBezTo>
                    <a:pt x="503" y="295"/>
                    <a:pt x="509" y="292"/>
                    <a:pt x="512" y="287"/>
                  </a:cubicBezTo>
                  <a:cubicBezTo>
                    <a:pt x="539" y="245"/>
                    <a:pt x="539" y="228"/>
                    <a:pt x="547" y="219"/>
                  </a:cubicBezTo>
                  <a:cubicBezTo>
                    <a:pt x="562" y="165"/>
                    <a:pt x="567" y="153"/>
                    <a:pt x="570" y="138"/>
                  </a:cubicBezTo>
                  <a:cubicBezTo>
                    <a:pt x="577" y="72"/>
                    <a:pt x="586" y="67"/>
                    <a:pt x="585" y="57"/>
                  </a:cubicBezTo>
                  <a:cubicBezTo>
                    <a:pt x="585" y="94"/>
                    <a:pt x="579" y="99"/>
                    <a:pt x="580" y="110"/>
                  </a:cubicBezTo>
                  <a:cubicBezTo>
                    <a:pt x="567" y="189"/>
                    <a:pt x="560" y="188"/>
                    <a:pt x="562" y="196"/>
                  </a:cubicBezTo>
                  <a:cubicBezTo>
                    <a:pt x="550" y="239"/>
                    <a:pt x="538" y="250"/>
                    <a:pt x="535" y="269"/>
                  </a:cubicBezTo>
                  <a:cubicBezTo>
                    <a:pt x="506" y="321"/>
                    <a:pt x="500" y="322"/>
                    <a:pt x="500" y="329"/>
                  </a:cubicBezTo>
                  <a:cubicBezTo>
                    <a:pt x="467" y="374"/>
                    <a:pt x="461" y="376"/>
                    <a:pt x="457" y="380"/>
                  </a:cubicBezTo>
                  <a:cubicBezTo>
                    <a:pt x="427" y="424"/>
                    <a:pt x="425" y="427"/>
                    <a:pt x="424" y="430"/>
                  </a:cubicBezTo>
                  <a:cubicBezTo>
                    <a:pt x="401" y="471"/>
                    <a:pt x="394" y="474"/>
                    <a:pt x="391" y="480"/>
                  </a:cubicBezTo>
                  <a:cubicBezTo>
                    <a:pt x="381" y="509"/>
                    <a:pt x="381" y="506"/>
                    <a:pt x="381" y="503"/>
                  </a:cubicBezTo>
                  <a:cubicBezTo>
                    <a:pt x="415" y="463"/>
                    <a:pt x="421" y="454"/>
                    <a:pt x="429" y="448"/>
                  </a:cubicBezTo>
                  <a:cubicBezTo>
                    <a:pt x="442" y="427"/>
                    <a:pt x="447" y="428"/>
                    <a:pt x="447" y="425"/>
                  </a:cubicBezTo>
                  <a:cubicBezTo>
                    <a:pt x="472" y="394"/>
                    <a:pt x="479" y="387"/>
                    <a:pt x="484" y="380"/>
                  </a:cubicBezTo>
                  <a:cubicBezTo>
                    <a:pt x="504" y="353"/>
                    <a:pt x="508" y="349"/>
                    <a:pt x="512" y="347"/>
                  </a:cubicBezTo>
                  <a:cubicBezTo>
                    <a:pt x="538" y="309"/>
                    <a:pt x="541" y="301"/>
                    <a:pt x="545" y="294"/>
                  </a:cubicBezTo>
                  <a:cubicBezTo>
                    <a:pt x="559" y="253"/>
                    <a:pt x="562" y="251"/>
                    <a:pt x="567" y="251"/>
                  </a:cubicBezTo>
                  <a:cubicBezTo>
                    <a:pt x="523" y="343"/>
                    <a:pt x="520" y="354"/>
                    <a:pt x="512" y="360"/>
                  </a:cubicBezTo>
                  <a:cubicBezTo>
                    <a:pt x="483" y="397"/>
                    <a:pt x="482" y="399"/>
                    <a:pt x="482" y="402"/>
                  </a:cubicBezTo>
                  <a:cubicBezTo>
                    <a:pt x="463" y="420"/>
                    <a:pt x="460" y="424"/>
                    <a:pt x="459" y="430"/>
                  </a:cubicBezTo>
                  <a:cubicBezTo>
                    <a:pt x="433" y="460"/>
                    <a:pt x="432" y="462"/>
                    <a:pt x="429" y="463"/>
                  </a:cubicBezTo>
                  <a:cubicBezTo>
                    <a:pt x="403" y="503"/>
                    <a:pt x="395" y="502"/>
                    <a:pt x="394" y="508"/>
                  </a:cubicBezTo>
                  <a:cubicBezTo>
                    <a:pt x="360" y="548"/>
                    <a:pt x="356" y="558"/>
                    <a:pt x="351" y="566"/>
                  </a:cubicBezTo>
                  <a:cubicBezTo>
                    <a:pt x="315" y="653"/>
                    <a:pt x="316" y="649"/>
                    <a:pt x="319" y="649"/>
                  </a:cubicBezTo>
                  <a:cubicBezTo>
                    <a:pt x="332" y="628"/>
                    <a:pt x="333" y="622"/>
                    <a:pt x="336" y="619"/>
                  </a:cubicBezTo>
                  <a:cubicBezTo>
                    <a:pt x="367" y="582"/>
                    <a:pt x="371" y="575"/>
                    <a:pt x="376" y="568"/>
                  </a:cubicBezTo>
                  <a:cubicBezTo>
                    <a:pt x="394" y="542"/>
                    <a:pt x="402" y="543"/>
                    <a:pt x="402" y="536"/>
                  </a:cubicBezTo>
                  <a:cubicBezTo>
                    <a:pt x="438" y="505"/>
                    <a:pt x="438" y="494"/>
                    <a:pt x="447" y="490"/>
                  </a:cubicBezTo>
                  <a:cubicBezTo>
                    <a:pt x="471" y="464"/>
                    <a:pt x="471" y="452"/>
                    <a:pt x="479" y="448"/>
                  </a:cubicBezTo>
                  <a:cubicBezTo>
                    <a:pt x="500" y="419"/>
                    <a:pt x="504" y="411"/>
                    <a:pt x="510" y="405"/>
                  </a:cubicBezTo>
                  <a:cubicBezTo>
                    <a:pt x="544" y="340"/>
                    <a:pt x="544" y="334"/>
                    <a:pt x="547" y="332"/>
                  </a:cubicBezTo>
                  <a:cubicBezTo>
                    <a:pt x="576" y="260"/>
                    <a:pt x="573" y="249"/>
                    <a:pt x="577" y="244"/>
                  </a:cubicBezTo>
                  <a:cubicBezTo>
                    <a:pt x="586" y="197"/>
                    <a:pt x="588" y="164"/>
                    <a:pt x="595" y="135"/>
                  </a:cubicBezTo>
                  <a:cubicBezTo>
                    <a:pt x="594" y="196"/>
                    <a:pt x="589" y="206"/>
                    <a:pt x="590" y="224"/>
                  </a:cubicBezTo>
                  <a:cubicBezTo>
                    <a:pt x="572" y="286"/>
                    <a:pt x="575" y="297"/>
                    <a:pt x="570" y="299"/>
                  </a:cubicBezTo>
                  <a:cubicBezTo>
                    <a:pt x="537" y="378"/>
                    <a:pt x="533" y="389"/>
                    <a:pt x="525" y="397"/>
                  </a:cubicBezTo>
                  <a:cubicBezTo>
                    <a:pt x="506" y="431"/>
                    <a:pt x="503" y="431"/>
                    <a:pt x="502" y="435"/>
                  </a:cubicBezTo>
                  <a:cubicBezTo>
                    <a:pt x="485" y="464"/>
                    <a:pt x="476" y="464"/>
                    <a:pt x="477" y="473"/>
                  </a:cubicBezTo>
                  <a:cubicBezTo>
                    <a:pt x="452" y="503"/>
                    <a:pt x="446" y="505"/>
                    <a:pt x="442" y="508"/>
                  </a:cubicBezTo>
                  <a:cubicBezTo>
                    <a:pt x="424" y="523"/>
                    <a:pt x="427" y="534"/>
                    <a:pt x="419" y="533"/>
                  </a:cubicBezTo>
                  <a:cubicBezTo>
                    <a:pt x="337" y="645"/>
                    <a:pt x="338" y="641"/>
                    <a:pt x="341" y="641"/>
                  </a:cubicBezTo>
                  <a:cubicBezTo>
                    <a:pt x="357" y="630"/>
                    <a:pt x="354" y="622"/>
                    <a:pt x="359" y="621"/>
                  </a:cubicBezTo>
                  <a:cubicBezTo>
                    <a:pt x="419" y="562"/>
                    <a:pt x="442" y="543"/>
                    <a:pt x="459" y="518"/>
                  </a:cubicBezTo>
                  <a:cubicBezTo>
                    <a:pt x="475" y="496"/>
                    <a:pt x="482" y="498"/>
                    <a:pt x="482" y="493"/>
                  </a:cubicBezTo>
                  <a:cubicBezTo>
                    <a:pt x="501" y="474"/>
                    <a:pt x="503" y="471"/>
                    <a:pt x="505" y="468"/>
                  </a:cubicBezTo>
                  <a:cubicBezTo>
                    <a:pt x="547" y="407"/>
                    <a:pt x="552" y="402"/>
                    <a:pt x="557" y="397"/>
                  </a:cubicBezTo>
                  <a:cubicBezTo>
                    <a:pt x="585" y="334"/>
                    <a:pt x="592" y="336"/>
                    <a:pt x="590" y="329"/>
                  </a:cubicBezTo>
                  <a:cubicBezTo>
                    <a:pt x="604" y="294"/>
                    <a:pt x="606" y="286"/>
                    <a:pt x="610" y="281"/>
                  </a:cubicBezTo>
                  <a:cubicBezTo>
                    <a:pt x="629" y="217"/>
                    <a:pt x="627" y="222"/>
                    <a:pt x="628" y="226"/>
                  </a:cubicBezTo>
                  <a:cubicBezTo>
                    <a:pt x="614" y="259"/>
                    <a:pt x="624" y="266"/>
                    <a:pt x="618" y="269"/>
                  </a:cubicBezTo>
                  <a:cubicBezTo>
                    <a:pt x="600" y="334"/>
                    <a:pt x="592" y="341"/>
                    <a:pt x="590" y="354"/>
                  </a:cubicBezTo>
                  <a:cubicBezTo>
                    <a:pt x="569" y="389"/>
                    <a:pt x="569" y="396"/>
                    <a:pt x="565" y="400"/>
                  </a:cubicBezTo>
                  <a:cubicBezTo>
                    <a:pt x="539" y="449"/>
                    <a:pt x="528" y="446"/>
                    <a:pt x="530" y="455"/>
                  </a:cubicBezTo>
                  <a:cubicBezTo>
                    <a:pt x="494" y="498"/>
                    <a:pt x="491" y="501"/>
                    <a:pt x="487" y="505"/>
                  </a:cubicBezTo>
                  <a:cubicBezTo>
                    <a:pt x="467" y="523"/>
                    <a:pt x="465" y="536"/>
                    <a:pt x="454" y="541"/>
                  </a:cubicBezTo>
                  <a:cubicBezTo>
                    <a:pt x="435" y="560"/>
                    <a:pt x="434" y="562"/>
                    <a:pt x="434" y="566"/>
                  </a:cubicBezTo>
                  <a:cubicBezTo>
                    <a:pt x="409" y="593"/>
                    <a:pt x="397" y="589"/>
                    <a:pt x="399" y="599"/>
                  </a:cubicBezTo>
                  <a:cubicBezTo>
                    <a:pt x="371" y="623"/>
                    <a:pt x="367" y="627"/>
                    <a:pt x="364" y="631"/>
                  </a:cubicBezTo>
                  <a:cubicBezTo>
                    <a:pt x="347" y="653"/>
                    <a:pt x="344" y="654"/>
                    <a:pt x="341" y="654"/>
                  </a:cubicBezTo>
                  <a:cubicBezTo>
                    <a:pt x="306" y="715"/>
                    <a:pt x="304" y="720"/>
                    <a:pt x="301" y="722"/>
                  </a:cubicBezTo>
                  <a:cubicBezTo>
                    <a:pt x="296" y="747"/>
                    <a:pt x="297" y="745"/>
                    <a:pt x="299" y="745"/>
                  </a:cubicBezTo>
                  <a:cubicBezTo>
                    <a:pt x="318" y="708"/>
                    <a:pt x="325" y="704"/>
                    <a:pt x="329" y="697"/>
                  </a:cubicBezTo>
                  <a:cubicBezTo>
                    <a:pt x="354" y="669"/>
                    <a:pt x="351" y="661"/>
                    <a:pt x="356" y="662"/>
                  </a:cubicBezTo>
                  <a:cubicBezTo>
                    <a:pt x="380" y="634"/>
                    <a:pt x="389" y="622"/>
                    <a:pt x="399" y="611"/>
                  </a:cubicBezTo>
                  <a:cubicBezTo>
                    <a:pt x="461" y="555"/>
                    <a:pt x="469" y="552"/>
                    <a:pt x="472" y="543"/>
                  </a:cubicBezTo>
                  <a:cubicBezTo>
                    <a:pt x="512" y="507"/>
                    <a:pt x="513" y="503"/>
                    <a:pt x="520" y="503"/>
                  </a:cubicBezTo>
                  <a:cubicBezTo>
                    <a:pt x="550" y="469"/>
                    <a:pt x="557" y="461"/>
                    <a:pt x="565" y="455"/>
                  </a:cubicBezTo>
                  <a:cubicBezTo>
                    <a:pt x="598" y="394"/>
                    <a:pt x="603" y="386"/>
                    <a:pt x="610" y="380"/>
                  </a:cubicBezTo>
                  <a:cubicBezTo>
                    <a:pt x="617" y="354"/>
                    <a:pt x="618" y="350"/>
                    <a:pt x="623" y="349"/>
                  </a:cubicBezTo>
                  <a:cubicBezTo>
                    <a:pt x="643" y="301"/>
                    <a:pt x="640" y="315"/>
                    <a:pt x="638" y="317"/>
                  </a:cubicBezTo>
                  <a:cubicBezTo>
                    <a:pt x="614" y="376"/>
                    <a:pt x="614" y="391"/>
                    <a:pt x="605" y="397"/>
                  </a:cubicBezTo>
                  <a:cubicBezTo>
                    <a:pt x="571" y="455"/>
                    <a:pt x="568" y="462"/>
                    <a:pt x="565" y="470"/>
                  </a:cubicBezTo>
                  <a:cubicBezTo>
                    <a:pt x="543" y="489"/>
                    <a:pt x="545" y="498"/>
                    <a:pt x="537" y="495"/>
                  </a:cubicBezTo>
                  <a:cubicBezTo>
                    <a:pt x="520" y="516"/>
                    <a:pt x="516" y="518"/>
                    <a:pt x="512" y="521"/>
                  </a:cubicBezTo>
                  <a:cubicBezTo>
                    <a:pt x="488" y="541"/>
                    <a:pt x="485" y="549"/>
                    <a:pt x="477" y="553"/>
                  </a:cubicBezTo>
                  <a:cubicBezTo>
                    <a:pt x="451" y="584"/>
                    <a:pt x="445" y="583"/>
                    <a:pt x="444" y="589"/>
                  </a:cubicBezTo>
                  <a:cubicBezTo>
                    <a:pt x="416" y="615"/>
                    <a:pt x="402" y="624"/>
                    <a:pt x="392" y="636"/>
                  </a:cubicBezTo>
                  <a:cubicBezTo>
                    <a:pt x="369" y="660"/>
                    <a:pt x="366" y="668"/>
                    <a:pt x="359" y="672"/>
                  </a:cubicBezTo>
                  <a:cubicBezTo>
                    <a:pt x="326" y="726"/>
                    <a:pt x="315" y="734"/>
                    <a:pt x="309" y="747"/>
                  </a:cubicBezTo>
                  <a:cubicBezTo>
                    <a:pt x="299" y="770"/>
                    <a:pt x="301" y="766"/>
                    <a:pt x="304" y="762"/>
                  </a:cubicBezTo>
                  <a:cubicBezTo>
                    <a:pt x="323" y="737"/>
                    <a:pt x="326" y="734"/>
                    <a:pt x="329" y="730"/>
                  </a:cubicBezTo>
                  <a:cubicBezTo>
                    <a:pt x="353" y="695"/>
                    <a:pt x="356" y="695"/>
                    <a:pt x="359" y="694"/>
                  </a:cubicBezTo>
                  <a:cubicBezTo>
                    <a:pt x="373" y="674"/>
                    <a:pt x="377" y="671"/>
                    <a:pt x="379" y="667"/>
                  </a:cubicBezTo>
                  <a:cubicBezTo>
                    <a:pt x="427" y="618"/>
                    <a:pt x="427" y="612"/>
                    <a:pt x="432" y="611"/>
                  </a:cubicBezTo>
                  <a:cubicBezTo>
                    <a:pt x="465" y="583"/>
                    <a:pt x="468" y="575"/>
                    <a:pt x="477" y="573"/>
                  </a:cubicBezTo>
                  <a:cubicBezTo>
                    <a:pt x="532" y="525"/>
                    <a:pt x="537" y="523"/>
                    <a:pt x="540" y="521"/>
                  </a:cubicBezTo>
                  <a:cubicBezTo>
                    <a:pt x="572" y="493"/>
                    <a:pt x="577" y="488"/>
                    <a:pt x="583" y="483"/>
                  </a:cubicBezTo>
                  <a:cubicBezTo>
                    <a:pt x="603" y="467"/>
                    <a:pt x="601" y="462"/>
                    <a:pt x="603" y="460"/>
                  </a:cubicBezTo>
                  <a:cubicBezTo>
                    <a:pt x="640" y="421"/>
                    <a:pt x="644" y="403"/>
                    <a:pt x="656" y="392"/>
                  </a:cubicBezTo>
                  <a:cubicBezTo>
                    <a:pt x="677" y="336"/>
                    <a:pt x="684" y="332"/>
                    <a:pt x="686" y="322"/>
                  </a:cubicBezTo>
                  <a:cubicBezTo>
                    <a:pt x="694" y="312"/>
                    <a:pt x="693" y="316"/>
                    <a:pt x="691" y="319"/>
                  </a:cubicBezTo>
                  <a:cubicBezTo>
                    <a:pt x="672" y="371"/>
                    <a:pt x="672" y="380"/>
                    <a:pt x="666" y="385"/>
                  </a:cubicBezTo>
                  <a:cubicBezTo>
                    <a:pt x="638" y="427"/>
                    <a:pt x="637" y="437"/>
                    <a:pt x="630" y="440"/>
                  </a:cubicBezTo>
                  <a:cubicBezTo>
                    <a:pt x="614" y="466"/>
                    <a:pt x="617" y="473"/>
                    <a:pt x="613" y="473"/>
                  </a:cubicBezTo>
                  <a:cubicBezTo>
                    <a:pt x="599" y="501"/>
                    <a:pt x="588" y="506"/>
                    <a:pt x="585" y="521"/>
                  </a:cubicBezTo>
                  <a:cubicBezTo>
                    <a:pt x="536" y="580"/>
                    <a:pt x="527" y="580"/>
                    <a:pt x="527" y="589"/>
                  </a:cubicBezTo>
                  <a:cubicBezTo>
                    <a:pt x="498" y="618"/>
                    <a:pt x="489" y="617"/>
                    <a:pt x="490" y="626"/>
                  </a:cubicBezTo>
                  <a:cubicBezTo>
                    <a:pt x="455" y="659"/>
                    <a:pt x="447" y="668"/>
                    <a:pt x="437" y="674"/>
                  </a:cubicBezTo>
                  <a:cubicBezTo>
                    <a:pt x="408" y="701"/>
                    <a:pt x="406" y="706"/>
                    <a:pt x="404" y="709"/>
                  </a:cubicBezTo>
                  <a:cubicBezTo>
                    <a:pt x="384" y="728"/>
                    <a:pt x="380" y="730"/>
                    <a:pt x="377" y="732"/>
                  </a:cubicBezTo>
                  <a:cubicBezTo>
                    <a:pt x="365" y="749"/>
                    <a:pt x="359" y="754"/>
                    <a:pt x="354" y="760"/>
                  </a:cubicBezTo>
                  <a:cubicBezTo>
                    <a:pt x="309" y="824"/>
                    <a:pt x="309" y="830"/>
                    <a:pt x="304" y="830"/>
                  </a:cubicBezTo>
                  <a:cubicBezTo>
                    <a:pt x="289" y="858"/>
                    <a:pt x="285" y="858"/>
                    <a:pt x="286" y="863"/>
                  </a:cubicBezTo>
                  <a:cubicBezTo>
                    <a:pt x="270" y="881"/>
                    <a:pt x="270" y="888"/>
                    <a:pt x="266" y="891"/>
                  </a:cubicBezTo>
                  <a:cubicBezTo>
                    <a:pt x="252" y="942"/>
                    <a:pt x="260" y="953"/>
                    <a:pt x="253" y="961"/>
                  </a:cubicBezTo>
                  <a:cubicBezTo>
                    <a:pt x="275" y="924"/>
                    <a:pt x="276" y="916"/>
                    <a:pt x="281" y="913"/>
                  </a:cubicBezTo>
                  <a:cubicBezTo>
                    <a:pt x="296" y="889"/>
                    <a:pt x="296" y="885"/>
                    <a:pt x="296" y="881"/>
                  </a:cubicBezTo>
                  <a:cubicBezTo>
                    <a:pt x="328" y="826"/>
                    <a:pt x="337" y="820"/>
                    <a:pt x="341" y="808"/>
                  </a:cubicBezTo>
                  <a:cubicBezTo>
                    <a:pt x="391" y="746"/>
                    <a:pt x="402" y="741"/>
                    <a:pt x="407" y="730"/>
                  </a:cubicBezTo>
                  <a:cubicBezTo>
                    <a:pt x="466" y="676"/>
                    <a:pt x="464" y="669"/>
                    <a:pt x="472" y="672"/>
                  </a:cubicBezTo>
                  <a:cubicBezTo>
                    <a:pt x="497" y="651"/>
                    <a:pt x="495" y="644"/>
                    <a:pt x="500" y="644"/>
                  </a:cubicBezTo>
                  <a:cubicBezTo>
                    <a:pt x="524" y="614"/>
                    <a:pt x="532" y="607"/>
                    <a:pt x="540" y="599"/>
                  </a:cubicBezTo>
                  <a:cubicBezTo>
                    <a:pt x="560" y="577"/>
                    <a:pt x="562" y="575"/>
                    <a:pt x="563" y="578"/>
                  </a:cubicBezTo>
                  <a:cubicBezTo>
                    <a:pt x="532" y="621"/>
                    <a:pt x="526" y="621"/>
                    <a:pt x="525" y="626"/>
                  </a:cubicBezTo>
                  <a:cubicBezTo>
                    <a:pt x="515" y="645"/>
                    <a:pt x="502" y="643"/>
                    <a:pt x="502" y="654"/>
                  </a:cubicBezTo>
                  <a:cubicBezTo>
                    <a:pt x="477" y="678"/>
                    <a:pt x="473" y="681"/>
                    <a:pt x="467" y="682"/>
                  </a:cubicBezTo>
                  <a:cubicBezTo>
                    <a:pt x="440" y="699"/>
                    <a:pt x="454" y="709"/>
                    <a:pt x="442" y="707"/>
                  </a:cubicBezTo>
                  <a:cubicBezTo>
                    <a:pt x="411" y="729"/>
                    <a:pt x="426" y="737"/>
                    <a:pt x="417" y="737"/>
                  </a:cubicBezTo>
                  <a:cubicBezTo>
                    <a:pt x="405" y="760"/>
                    <a:pt x="394" y="754"/>
                    <a:pt x="397" y="762"/>
                  </a:cubicBezTo>
                  <a:cubicBezTo>
                    <a:pt x="340" y="837"/>
                    <a:pt x="330" y="837"/>
                    <a:pt x="331" y="848"/>
                  </a:cubicBezTo>
                  <a:cubicBezTo>
                    <a:pt x="298" y="899"/>
                    <a:pt x="301" y="909"/>
                    <a:pt x="294" y="911"/>
                  </a:cubicBezTo>
                  <a:cubicBezTo>
                    <a:pt x="276" y="946"/>
                    <a:pt x="271" y="948"/>
                    <a:pt x="271" y="956"/>
                  </a:cubicBezTo>
                  <a:cubicBezTo>
                    <a:pt x="289" y="939"/>
                    <a:pt x="287" y="927"/>
                    <a:pt x="294" y="923"/>
                  </a:cubicBezTo>
                  <a:cubicBezTo>
                    <a:pt x="324" y="876"/>
                    <a:pt x="325" y="872"/>
                    <a:pt x="329" y="871"/>
                  </a:cubicBezTo>
                  <a:cubicBezTo>
                    <a:pt x="345" y="847"/>
                    <a:pt x="350" y="842"/>
                    <a:pt x="351" y="833"/>
                  </a:cubicBezTo>
                  <a:cubicBezTo>
                    <a:pt x="391" y="775"/>
                    <a:pt x="403" y="777"/>
                    <a:pt x="404" y="767"/>
                  </a:cubicBezTo>
                  <a:cubicBezTo>
                    <a:pt x="425" y="740"/>
                    <a:pt x="432" y="742"/>
                    <a:pt x="434" y="740"/>
                  </a:cubicBezTo>
                  <a:cubicBezTo>
                    <a:pt x="450" y="719"/>
                    <a:pt x="452" y="717"/>
                    <a:pt x="455" y="714"/>
                  </a:cubicBezTo>
                  <a:cubicBezTo>
                    <a:pt x="479" y="688"/>
                    <a:pt x="486" y="686"/>
                    <a:pt x="490" y="682"/>
                  </a:cubicBezTo>
                  <a:cubicBezTo>
                    <a:pt x="517" y="654"/>
                    <a:pt x="523" y="652"/>
                    <a:pt x="525" y="646"/>
                  </a:cubicBezTo>
                  <a:cubicBezTo>
                    <a:pt x="547" y="627"/>
                    <a:pt x="547" y="624"/>
                    <a:pt x="548" y="621"/>
                  </a:cubicBezTo>
                  <a:cubicBezTo>
                    <a:pt x="574" y="586"/>
                    <a:pt x="584" y="581"/>
                    <a:pt x="588" y="571"/>
                  </a:cubicBezTo>
                  <a:cubicBezTo>
                    <a:pt x="602" y="554"/>
                    <a:pt x="603" y="558"/>
                    <a:pt x="603" y="561"/>
                  </a:cubicBezTo>
                  <a:cubicBezTo>
                    <a:pt x="564" y="608"/>
                    <a:pt x="562" y="624"/>
                    <a:pt x="553" y="631"/>
                  </a:cubicBezTo>
                  <a:cubicBezTo>
                    <a:pt x="533" y="653"/>
                    <a:pt x="531" y="655"/>
                    <a:pt x="527" y="656"/>
                  </a:cubicBezTo>
                  <a:cubicBezTo>
                    <a:pt x="489" y="688"/>
                    <a:pt x="491" y="694"/>
                    <a:pt x="487" y="694"/>
                  </a:cubicBezTo>
                  <a:cubicBezTo>
                    <a:pt x="459" y="725"/>
                    <a:pt x="455" y="729"/>
                    <a:pt x="450" y="732"/>
                  </a:cubicBezTo>
                  <a:cubicBezTo>
                    <a:pt x="414" y="777"/>
                    <a:pt x="409" y="779"/>
                    <a:pt x="404" y="782"/>
                  </a:cubicBezTo>
                  <a:cubicBezTo>
                    <a:pt x="368" y="827"/>
                    <a:pt x="367" y="833"/>
                    <a:pt x="364" y="838"/>
                  </a:cubicBezTo>
                  <a:cubicBezTo>
                    <a:pt x="347" y="861"/>
                    <a:pt x="347" y="865"/>
                    <a:pt x="344" y="865"/>
                  </a:cubicBezTo>
                  <a:cubicBezTo>
                    <a:pt x="316" y="902"/>
                    <a:pt x="318" y="908"/>
                    <a:pt x="314" y="908"/>
                  </a:cubicBezTo>
                  <a:cubicBezTo>
                    <a:pt x="297" y="944"/>
                    <a:pt x="292" y="947"/>
                    <a:pt x="289" y="951"/>
                  </a:cubicBezTo>
                  <a:cubicBezTo>
                    <a:pt x="272" y="991"/>
                    <a:pt x="265" y="999"/>
                    <a:pt x="264" y="1012"/>
                  </a:cubicBezTo>
                  <a:cubicBezTo>
                    <a:pt x="246" y="1070"/>
                    <a:pt x="247" y="1080"/>
                    <a:pt x="243" y="1084"/>
                  </a:cubicBezTo>
                  <a:cubicBezTo>
                    <a:pt x="275" y="1031"/>
                    <a:pt x="275" y="1019"/>
                    <a:pt x="281" y="1014"/>
                  </a:cubicBezTo>
                  <a:cubicBezTo>
                    <a:pt x="300" y="980"/>
                    <a:pt x="306" y="968"/>
                    <a:pt x="311" y="956"/>
                  </a:cubicBezTo>
                  <a:cubicBezTo>
                    <a:pt x="329" y="925"/>
                    <a:pt x="336" y="929"/>
                    <a:pt x="334" y="921"/>
                  </a:cubicBezTo>
                  <a:cubicBezTo>
                    <a:pt x="370" y="883"/>
                    <a:pt x="367" y="872"/>
                    <a:pt x="377" y="873"/>
                  </a:cubicBezTo>
                  <a:cubicBezTo>
                    <a:pt x="395" y="849"/>
                    <a:pt x="404" y="842"/>
                    <a:pt x="412" y="833"/>
                  </a:cubicBezTo>
                  <a:cubicBezTo>
                    <a:pt x="432" y="811"/>
                    <a:pt x="434" y="810"/>
                    <a:pt x="434" y="808"/>
                  </a:cubicBezTo>
                  <a:cubicBezTo>
                    <a:pt x="468" y="774"/>
                    <a:pt x="473" y="764"/>
                    <a:pt x="482" y="757"/>
                  </a:cubicBezTo>
                  <a:cubicBezTo>
                    <a:pt x="518" y="710"/>
                    <a:pt x="527" y="711"/>
                    <a:pt x="525" y="702"/>
                  </a:cubicBezTo>
                  <a:cubicBezTo>
                    <a:pt x="512" y="725"/>
                    <a:pt x="513" y="729"/>
                    <a:pt x="512" y="732"/>
                  </a:cubicBezTo>
                  <a:cubicBezTo>
                    <a:pt x="497" y="756"/>
                    <a:pt x="486" y="759"/>
                    <a:pt x="482" y="767"/>
                  </a:cubicBezTo>
                  <a:cubicBezTo>
                    <a:pt x="463" y="791"/>
                    <a:pt x="457" y="793"/>
                    <a:pt x="452" y="795"/>
                  </a:cubicBezTo>
                  <a:cubicBezTo>
                    <a:pt x="362" y="908"/>
                    <a:pt x="358" y="911"/>
                    <a:pt x="354" y="913"/>
                  </a:cubicBezTo>
                  <a:cubicBezTo>
                    <a:pt x="338" y="944"/>
                    <a:pt x="330" y="941"/>
                    <a:pt x="331" y="948"/>
                  </a:cubicBezTo>
                  <a:cubicBezTo>
                    <a:pt x="305" y="988"/>
                    <a:pt x="305" y="994"/>
                    <a:pt x="301" y="996"/>
                  </a:cubicBezTo>
                  <a:cubicBezTo>
                    <a:pt x="313" y="984"/>
                    <a:pt x="317" y="981"/>
                    <a:pt x="319" y="976"/>
                  </a:cubicBezTo>
                  <a:cubicBezTo>
                    <a:pt x="362" y="938"/>
                    <a:pt x="357" y="928"/>
                    <a:pt x="364" y="928"/>
                  </a:cubicBezTo>
                  <a:cubicBezTo>
                    <a:pt x="379" y="903"/>
                    <a:pt x="390" y="907"/>
                    <a:pt x="389" y="901"/>
                  </a:cubicBezTo>
                  <a:cubicBezTo>
                    <a:pt x="416" y="869"/>
                    <a:pt x="427" y="873"/>
                    <a:pt x="424" y="865"/>
                  </a:cubicBezTo>
                  <a:cubicBezTo>
                    <a:pt x="450" y="844"/>
                    <a:pt x="454" y="836"/>
                    <a:pt x="462" y="833"/>
                  </a:cubicBezTo>
                  <a:cubicBezTo>
                    <a:pt x="510" y="785"/>
                    <a:pt x="513" y="782"/>
                    <a:pt x="515" y="780"/>
                  </a:cubicBezTo>
                  <a:cubicBezTo>
                    <a:pt x="536" y="752"/>
                    <a:pt x="545" y="755"/>
                    <a:pt x="543" y="747"/>
                  </a:cubicBezTo>
                  <a:cubicBezTo>
                    <a:pt x="566" y="714"/>
                    <a:pt x="568" y="710"/>
                    <a:pt x="570" y="707"/>
                  </a:cubicBezTo>
                  <a:cubicBezTo>
                    <a:pt x="591" y="657"/>
                    <a:pt x="601" y="647"/>
                    <a:pt x="605" y="631"/>
                  </a:cubicBezTo>
                  <a:cubicBezTo>
                    <a:pt x="597" y="662"/>
                    <a:pt x="596" y="668"/>
                    <a:pt x="595" y="674"/>
                  </a:cubicBezTo>
                  <a:cubicBezTo>
                    <a:pt x="577" y="704"/>
                    <a:pt x="573" y="716"/>
                    <a:pt x="568" y="727"/>
                  </a:cubicBezTo>
                  <a:cubicBezTo>
                    <a:pt x="537" y="772"/>
                    <a:pt x="532" y="774"/>
                    <a:pt x="528" y="777"/>
                  </a:cubicBezTo>
                  <a:cubicBezTo>
                    <a:pt x="516" y="796"/>
                    <a:pt x="509" y="797"/>
                    <a:pt x="507" y="802"/>
                  </a:cubicBezTo>
                  <a:cubicBezTo>
                    <a:pt x="475" y="834"/>
                    <a:pt x="473" y="835"/>
                    <a:pt x="472" y="838"/>
                  </a:cubicBezTo>
                  <a:cubicBezTo>
                    <a:pt x="458" y="853"/>
                    <a:pt x="452" y="855"/>
                    <a:pt x="447" y="858"/>
                  </a:cubicBezTo>
                  <a:cubicBezTo>
                    <a:pt x="430" y="871"/>
                    <a:pt x="434" y="882"/>
                    <a:pt x="424" y="881"/>
                  </a:cubicBezTo>
                  <a:cubicBezTo>
                    <a:pt x="388" y="922"/>
                    <a:pt x="381" y="923"/>
                    <a:pt x="379" y="928"/>
                  </a:cubicBezTo>
                  <a:cubicBezTo>
                    <a:pt x="356" y="958"/>
                    <a:pt x="346" y="955"/>
                    <a:pt x="347" y="964"/>
                  </a:cubicBezTo>
                  <a:cubicBezTo>
                    <a:pt x="311" y="1003"/>
                    <a:pt x="313" y="1013"/>
                    <a:pt x="306" y="1014"/>
                  </a:cubicBezTo>
                  <a:cubicBezTo>
                    <a:pt x="282" y="1051"/>
                    <a:pt x="281" y="1054"/>
                    <a:pt x="281" y="1057"/>
                  </a:cubicBezTo>
                  <a:cubicBezTo>
                    <a:pt x="263" y="1076"/>
                    <a:pt x="266" y="1095"/>
                    <a:pt x="256" y="1100"/>
                  </a:cubicBezTo>
                  <a:cubicBezTo>
                    <a:pt x="251" y="1150"/>
                    <a:pt x="250" y="1138"/>
                    <a:pt x="256" y="1135"/>
                  </a:cubicBezTo>
                  <a:cubicBezTo>
                    <a:pt x="289" y="1070"/>
                    <a:pt x="297" y="1067"/>
                    <a:pt x="299" y="1059"/>
                  </a:cubicBezTo>
                  <a:cubicBezTo>
                    <a:pt x="316" y="1029"/>
                    <a:pt x="323" y="1031"/>
                    <a:pt x="321" y="1024"/>
                  </a:cubicBezTo>
                  <a:cubicBezTo>
                    <a:pt x="338" y="1004"/>
                    <a:pt x="340" y="996"/>
                    <a:pt x="344" y="991"/>
                  </a:cubicBezTo>
                  <a:cubicBezTo>
                    <a:pt x="361" y="971"/>
                    <a:pt x="363" y="965"/>
                    <a:pt x="369" y="961"/>
                  </a:cubicBezTo>
                  <a:cubicBezTo>
                    <a:pt x="436" y="888"/>
                    <a:pt x="448" y="891"/>
                    <a:pt x="447" y="880"/>
                  </a:cubicBezTo>
                  <a:cubicBezTo>
                    <a:pt x="469" y="858"/>
                    <a:pt x="474" y="859"/>
                    <a:pt x="475" y="855"/>
                  </a:cubicBezTo>
                  <a:cubicBezTo>
                    <a:pt x="505" y="824"/>
                    <a:pt x="511" y="822"/>
                    <a:pt x="512" y="815"/>
                  </a:cubicBezTo>
                  <a:cubicBezTo>
                    <a:pt x="568" y="753"/>
                    <a:pt x="565" y="741"/>
                    <a:pt x="573" y="739"/>
                  </a:cubicBezTo>
                  <a:cubicBezTo>
                    <a:pt x="584" y="730"/>
                    <a:pt x="582" y="734"/>
                    <a:pt x="580" y="737"/>
                  </a:cubicBezTo>
                  <a:cubicBezTo>
                    <a:pt x="561" y="775"/>
                    <a:pt x="553" y="785"/>
                    <a:pt x="545" y="795"/>
                  </a:cubicBezTo>
                  <a:cubicBezTo>
                    <a:pt x="516" y="828"/>
                    <a:pt x="510" y="830"/>
                    <a:pt x="507" y="838"/>
                  </a:cubicBezTo>
                  <a:cubicBezTo>
                    <a:pt x="443" y="909"/>
                    <a:pt x="435" y="906"/>
                    <a:pt x="435" y="911"/>
                  </a:cubicBezTo>
                  <a:cubicBezTo>
                    <a:pt x="419" y="924"/>
                    <a:pt x="417" y="927"/>
                    <a:pt x="417" y="931"/>
                  </a:cubicBezTo>
                  <a:cubicBezTo>
                    <a:pt x="381" y="966"/>
                    <a:pt x="371" y="974"/>
                    <a:pt x="364" y="986"/>
                  </a:cubicBezTo>
                  <a:cubicBezTo>
                    <a:pt x="347" y="1005"/>
                    <a:pt x="346" y="1013"/>
                    <a:pt x="339" y="1014"/>
                  </a:cubicBezTo>
                  <a:cubicBezTo>
                    <a:pt x="294" y="1085"/>
                    <a:pt x="293" y="1095"/>
                    <a:pt x="286" y="1100"/>
                  </a:cubicBezTo>
                  <a:cubicBezTo>
                    <a:pt x="259" y="1148"/>
                    <a:pt x="259" y="1154"/>
                    <a:pt x="256" y="1157"/>
                  </a:cubicBezTo>
                  <a:cubicBezTo>
                    <a:pt x="241" y="1199"/>
                    <a:pt x="246" y="1208"/>
                    <a:pt x="241" y="1218"/>
                  </a:cubicBezTo>
                  <a:cubicBezTo>
                    <a:pt x="260" y="1178"/>
                    <a:pt x="260" y="1172"/>
                    <a:pt x="264" y="1170"/>
                  </a:cubicBezTo>
                  <a:cubicBezTo>
                    <a:pt x="290" y="1114"/>
                    <a:pt x="297" y="1109"/>
                    <a:pt x="301" y="1102"/>
                  </a:cubicBezTo>
                  <a:cubicBezTo>
                    <a:pt x="336" y="1056"/>
                    <a:pt x="339" y="1048"/>
                    <a:pt x="344" y="1042"/>
                  </a:cubicBezTo>
                  <a:cubicBezTo>
                    <a:pt x="367" y="1006"/>
                    <a:pt x="373" y="1006"/>
                    <a:pt x="374" y="1001"/>
                  </a:cubicBezTo>
                  <a:cubicBezTo>
                    <a:pt x="410" y="964"/>
                    <a:pt x="416" y="964"/>
                    <a:pt x="417" y="959"/>
                  </a:cubicBezTo>
                  <a:cubicBezTo>
                    <a:pt x="453" y="919"/>
                    <a:pt x="467" y="910"/>
                    <a:pt x="475" y="896"/>
                  </a:cubicBezTo>
                  <a:cubicBezTo>
                    <a:pt x="505" y="865"/>
                    <a:pt x="517" y="863"/>
                    <a:pt x="520" y="850"/>
                  </a:cubicBezTo>
                  <a:cubicBezTo>
                    <a:pt x="554" y="810"/>
                    <a:pt x="558" y="807"/>
                    <a:pt x="560" y="802"/>
                  </a:cubicBezTo>
                  <a:cubicBezTo>
                    <a:pt x="584" y="766"/>
                    <a:pt x="596" y="762"/>
                    <a:pt x="598" y="750"/>
                  </a:cubicBezTo>
                  <a:cubicBezTo>
                    <a:pt x="627" y="704"/>
                    <a:pt x="632" y="702"/>
                    <a:pt x="633" y="697"/>
                  </a:cubicBezTo>
                  <a:cubicBezTo>
                    <a:pt x="623" y="720"/>
                    <a:pt x="626" y="728"/>
                    <a:pt x="621" y="727"/>
                  </a:cubicBezTo>
                  <a:cubicBezTo>
                    <a:pt x="597" y="761"/>
                    <a:pt x="596" y="771"/>
                    <a:pt x="588" y="772"/>
                  </a:cubicBezTo>
                  <a:cubicBezTo>
                    <a:pt x="575" y="802"/>
                    <a:pt x="566" y="803"/>
                    <a:pt x="565" y="812"/>
                  </a:cubicBezTo>
                  <a:cubicBezTo>
                    <a:pt x="538" y="856"/>
                    <a:pt x="525" y="854"/>
                    <a:pt x="525" y="865"/>
                  </a:cubicBezTo>
                  <a:cubicBezTo>
                    <a:pt x="510" y="886"/>
                    <a:pt x="501" y="883"/>
                    <a:pt x="500" y="888"/>
                  </a:cubicBezTo>
                  <a:cubicBezTo>
                    <a:pt x="481" y="905"/>
                    <a:pt x="479" y="907"/>
                    <a:pt x="477" y="911"/>
                  </a:cubicBezTo>
                  <a:cubicBezTo>
                    <a:pt x="449" y="935"/>
                    <a:pt x="452" y="943"/>
                    <a:pt x="447" y="943"/>
                  </a:cubicBezTo>
                  <a:cubicBezTo>
                    <a:pt x="429" y="962"/>
                    <a:pt x="427" y="963"/>
                    <a:pt x="425" y="966"/>
                  </a:cubicBezTo>
                  <a:cubicBezTo>
                    <a:pt x="401" y="992"/>
                    <a:pt x="398" y="995"/>
                    <a:pt x="394" y="996"/>
                  </a:cubicBezTo>
                  <a:cubicBezTo>
                    <a:pt x="379" y="1017"/>
                    <a:pt x="373" y="1015"/>
                    <a:pt x="374" y="1021"/>
                  </a:cubicBezTo>
                  <a:cubicBezTo>
                    <a:pt x="331" y="1077"/>
                    <a:pt x="326" y="1081"/>
                    <a:pt x="324" y="1089"/>
                  </a:cubicBezTo>
                  <a:cubicBezTo>
                    <a:pt x="309" y="1105"/>
                    <a:pt x="309" y="1109"/>
                    <a:pt x="309" y="1112"/>
                  </a:cubicBezTo>
                  <a:cubicBezTo>
                    <a:pt x="293" y="1133"/>
                    <a:pt x="293" y="1139"/>
                    <a:pt x="289" y="1142"/>
                  </a:cubicBezTo>
                  <a:cubicBezTo>
                    <a:pt x="272" y="1170"/>
                    <a:pt x="273" y="1176"/>
                    <a:pt x="271" y="1180"/>
                  </a:cubicBezTo>
                  <a:cubicBezTo>
                    <a:pt x="246" y="1241"/>
                    <a:pt x="246" y="1250"/>
                    <a:pt x="246" y="1258"/>
                  </a:cubicBezTo>
                  <a:cubicBezTo>
                    <a:pt x="257" y="1254"/>
                    <a:pt x="254" y="1246"/>
                    <a:pt x="259" y="1246"/>
                  </a:cubicBezTo>
                  <a:cubicBezTo>
                    <a:pt x="274" y="1211"/>
                    <a:pt x="275" y="1207"/>
                    <a:pt x="279" y="1205"/>
                  </a:cubicBezTo>
                  <a:cubicBezTo>
                    <a:pt x="320" y="1146"/>
                    <a:pt x="319" y="1135"/>
                    <a:pt x="327" y="1132"/>
                  </a:cubicBezTo>
                  <a:cubicBezTo>
                    <a:pt x="353" y="1085"/>
                    <a:pt x="363" y="1084"/>
                    <a:pt x="364" y="1074"/>
                  </a:cubicBezTo>
                  <a:cubicBezTo>
                    <a:pt x="392" y="1044"/>
                    <a:pt x="389" y="1036"/>
                    <a:pt x="394" y="1037"/>
                  </a:cubicBezTo>
                  <a:cubicBezTo>
                    <a:pt x="409" y="1021"/>
                    <a:pt x="409" y="1018"/>
                    <a:pt x="409" y="1016"/>
                  </a:cubicBezTo>
                  <a:cubicBezTo>
                    <a:pt x="421" y="1005"/>
                    <a:pt x="423" y="1003"/>
                    <a:pt x="427" y="1001"/>
                  </a:cubicBezTo>
                  <a:cubicBezTo>
                    <a:pt x="466" y="955"/>
                    <a:pt x="477" y="948"/>
                    <a:pt x="485" y="938"/>
                  </a:cubicBezTo>
                  <a:cubicBezTo>
                    <a:pt x="518" y="914"/>
                    <a:pt x="515" y="906"/>
                    <a:pt x="520" y="906"/>
                  </a:cubicBezTo>
                  <a:cubicBezTo>
                    <a:pt x="551" y="882"/>
                    <a:pt x="558" y="873"/>
                    <a:pt x="568" y="865"/>
                  </a:cubicBezTo>
                  <a:cubicBezTo>
                    <a:pt x="556" y="886"/>
                    <a:pt x="553" y="888"/>
                    <a:pt x="548" y="888"/>
                  </a:cubicBezTo>
                  <a:cubicBezTo>
                    <a:pt x="519" y="917"/>
                    <a:pt x="514" y="922"/>
                    <a:pt x="508" y="926"/>
                  </a:cubicBezTo>
                  <a:cubicBezTo>
                    <a:pt x="486" y="947"/>
                    <a:pt x="481" y="952"/>
                    <a:pt x="477" y="958"/>
                  </a:cubicBezTo>
                  <a:cubicBezTo>
                    <a:pt x="437" y="1004"/>
                    <a:pt x="435" y="1006"/>
                    <a:pt x="432" y="1009"/>
                  </a:cubicBezTo>
                  <a:cubicBezTo>
                    <a:pt x="378" y="1069"/>
                    <a:pt x="375" y="1086"/>
                    <a:pt x="362" y="1094"/>
                  </a:cubicBezTo>
                  <a:cubicBezTo>
                    <a:pt x="324" y="1152"/>
                    <a:pt x="326" y="1159"/>
                    <a:pt x="319" y="1157"/>
                  </a:cubicBezTo>
                  <a:cubicBezTo>
                    <a:pt x="305" y="1192"/>
                    <a:pt x="293" y="1190"/>
                    <a:pt x="294" y="1200"/>
                  </a:cubicBezTo>
                  <a:cubicBezTo>
                    <a:pt x="266" y="1260"/>
                    <a:pt x="259" y="1258"/>
                    <a:pt x="259" y="1263"/>
                  </a:cubicBezTo>
                  <a:cubicBezTo>
                    <a:pt x="251" y="1298"/>
                    <a:pt x="251" y="1292"/>
                    <a:pt x="246" y="1291"/>
                  </a:cubicBezTo>
                  <a:cubicBezTo>
                    <a:pt x="271" y="1295"/>
                    <a:pt x="258" y="1283"/>
                    <a:pt x="271" y="1283"/>
                  </a:cubicBezTo>
                  <a:cubicBezTo>
                    <a:pt x="326" y="1167"/>
                    <a:pt x="332" y="1165"/>
                    <a:pt x="334" y="1160"/>
                  </a:cubicBezTo>
                  <a:cubicBezTo>
                    <a:pt x="350" y="1123"/>
                    <a:pt x="361" y="1126"/>
                    <a:pt x="359" y="1117"/>
                  </a:cubicBezTo>
                  <a:cubicBezTo>
                    <a:pt x="387" y="1084"/>
                    <a:pt x="394" y="1076"/>
                    <a:pt x="399" y="1067"/>
                  </a:cubicBezTo>
                  <a:cubicBezTo>
                    <a:pt x="475" y="1001"/>
                    <a:pt x="472" y="992"/>
                    <a:pt x="480" y="994"/>
                  </a:cubicBezTo>
                  <a:cubicBezTo>
                    <a:pt x="497" y="981"/>
                    <a:pt x="502" y="975"/>
                    <a:pt x="510" y="971"/>
                  </a:cubicBezTo>
                  <a:cubicBezTo>
                    <a:pt x="532" y="952"/>
                    <a:pt x="534" y="948"/>
                    <a:pt x="540" y="948"/>
                  </a:cubicBezTo>
                  <a:cubicBezTo>
                    <a:pt x="553" y="931"/>
                    <a:pt x="556" y="931"/>
                    <a:pt x="558" y="931"/>
                  </a:cubicBezTo>
                  <a:cubicBezTo>
                    <a:pt x="594" y="891"/>
                    <a:pt x="607" y="882"/>
                    <a:pt x="613" y="865"/>
                  </a:cubicBezTo>
                  <a:cubicBezTo>
                    <a:pt x="599" y="896"/>
                    <a:pt x="595" y="896"/>
                    <a:pt x="596" y="901"/>
                  </a:cubicBezTo>
                  <a:cubicBezTo>
                    <a:pt x="577" y="920"/>
                    <a:pt x="574" y="924"/>
                    <a:pt x="568" y="926"/>
                  </a:cubicBezTo>
                  <a:cubicBezTo>
                    <a:pt x="544" y="951"/>
                    <a:pt x="537" y="951"/>
                    <a:pt x="538" y="958"/>
                  </a:cubicBezTo>
                  <a:cubicBezTo>
                    <a:pt x="508" y="985"/>
                    <a:pt x="498" y="990"/>
                    <a:pt x="490" y="996"/>
                  </a:cubicBezTo>
                  <a:cubicBezTo>
                    <a:pt x="458" y="1014"/>
                    <a:pt x="462" y="1026"/>
                    <a:pt x="455" y="1026"/>
                  </a:cubicBezTo>
                  <a:cubicBezTo>
                    <a:pt x="438" y="1046"/>
                    <a:pt x="433" y="1046"/>
                    <a:pt x="432" y="1049"/>
                  </a:cubicBezTo>
                  <a:cubicBezTo>
                    <a:pt x="398" y="1090"/>
                    <a:pt x="392" y="1088"/>
                    <a:pt x="392" y="1092"/>
                  </a:cubicBezTo>
                  <a:cubicBezTo>
                    <a:pt x="371" y="1115"/>
                    <a:pt x="368" y="1120"/>
                    <a:pt x="367" y="1127"/>
                  </a:cubicBezTo>
                  <a:cubicBezTo>
                    <a:pt x="343" y="1159"/>
                    <a:pt x="343" y="1167"/>
                    <a:pt x="339" y="1170"/>
                  </a:cubicBezTo>
                  <a:cubicBezTo>
                    <a:pt x="304" y="1239"/>
                    <a:pt x="296" y="1239"/>
                    <a:pt x="296" y="1248"/>
                  </a:cubicBezTo>
                  <a:cubicBezTo>
                    <a:pt x="278" y="1277"/>
                    <a:pt x="287" y="1279"/>
                    <a:pt x="281" y="1281"/>
                  </a:cubicBezTo>
                  <a:cubicBezTo>
                    <a:pt x="246" y="1371"/>
                    <a:pt x="256" y="1372"/>
                    <a:pt x="254" y="1386"/>
                  </a:cubicBezTo>
                  <a:cubicBezTo>
                    <a:pt x="266" y="1357"/>
                    <a:pt x="266" y="1353"/>
                    <a:pt x="266" y="1349"/>
                  </a:cubicBezTo>
                  <a:cubicBezTo>
                    <a:pt x="293" y="1281"/>
                    <a:pt x="296" y="1281"/>
                    <a:pt x="299" y="1281"/>
                  </a:cubicBezTo>
                  <a:cubicBezTo>
                    <a:pt x="308" y="1258"/>
                    <a:pt x="314" y="1259"/>
                    <a:pt x="312" y="1251"/>
                  </a:cubicBezTo>
                  <a:cubicBezTo>
                    <a:pt x="332" y="1226"/>
                    <a:pt x="333" y="1221"/>
                    <a:pt x="334" y="1215"/>
                  </a:cubicBezTo>
                  <a:cubicBezTo>
                    <a:pt x="360" y="1186"/>
                    <a:pt x="360" y="1174"/>
                    <a:pt x="367" y="1170"/>
                  </a:cubicBezTo>
                  <a:cubicBezTo>
                    <a:pt x="400" y="1124"/>
                    <a:pt x="404" y="1118"/>
                    <a:pt x="410" y="1112"/>
                  </a:cubicBezTo>
                  <a:cubicBezTo>
                    <a:pt x="423" y="1096"/>
                    <a:pt x="424" y="1094"/>
                    <a:pt x="427" y="1094"/>
                  </a:cubicBezTo>
                  <a:cubicBezTo>
                    <a:pt x="449" y="1060"/>
                    <a:pt x="460" y="1065"/>
                    <a:pt x="457" y="1057"/>
                  </a:cubicBezTo>
                  <a:cubicBezTo>
                    <a:pt x="497" y="1018"/>
                    <a:pt x="528" y="1004"/>
                    <a:pt x="548" y="979"/>
                  </a:cubicBezTo>
                  <a:cubicBezTo>
                    <a:pt x="588" y="940"/>
                    <a:pt x="590" y="931"/>
                    <a:pt x="596" y="926"/>
                  </a:cubicBezTo>
                  <a:cubicBezTo>
                    <a:pt x="623" y="900"/>
                    <a:pt x="616" y="899"/>
                    <a:pt x="618" y="906"/>
                  </a:cubicBezTo>
                  <a:cubicBezTo>
                    <a:pt x="606" y="925"/>
                    <a:pt x="604" y="927"/>
                    <a:pt x="601" y="928"/>
                  </a:cubicBezTo>
                  <a:cubicBezTo>
                    <a:pt x="563" y="980"/>
                    <a:pt x="555" y="982"/>
                    <a:pt x="553" y="989"/>
                  </a:cubicBezTo>
                  <a:cubicBezTo>
                    <a:pt x="513" y="1021"/>
                    <a:pt x="511" y="1023"/>
                    <a:pt x="508" y="1024"/>
                  </a:cubicBezTo>
                  <a:cubicBezTo>
                    <a:pt x="476" y="1056"/>
                    <a:pt x="471" y="1060"/>
                    <a:pt x="465" y="1062"/>
                  </a:cubicBezTo>
                  <a:cubicBezTo>
                    <a:pt x="439" y="1098"/>
                    <a:pt x="432" y="1100"/>
                    <a:pt x="427" y="1104"/>
                  </a:cubicBezTo>
                  <a:cubicBezTo>
                    <a:pt x="413" y="1124"/>
                    <a:pt x="407" y="1124"/>
                    <a:pt x="407" y="1132"/>
                  </a:cubicBezTo>
                  <a:cubicBezTo>
                    <a:pt x="374" y="1182"/>
                    <a:pt x="363" y="1186"/>
                    <a:pt x="359" y="1198"/>
                  </a:cubicBezTo>
                  <a:cubicBezTo>
                    <a:pt x="344" y="1221"/>
                    <a:pt x="342" y="1223"/>
                    <a:pt x="342" y="1225"/>
                  </a:cubicBezTo>
                  <a:cubicBezTo>
                    <a:pt x="314" y="1273"/>
                    <a:pt x="309" y="1276"/>
                    <a:pt x="309" y="1283"/>
                  </a:cubicBezTo>
                  <a:cubicBezTo>
                    <a:pt x="299" y="1304"/>
                    <a:pt x="294" y="1306"/>
                    <a:pt x="294" y="1313"/>
                  </a:cubicBezTo>
                  <a:cubicBezTo>
                    <a:pt x="281" y="1340"/>
                    <a:pt x="281" y="1342"/>
                    <a:pt x="279" y="1341"/>
                  </a:cubicBezTo>
                  <a:cubicBezTo>
                    <a:pt x="272" y="1377"/>
                    <a:pt x="264" y="1384"/>
                    <a:pt x="266" y="1402"/>
                  </a:cubicBezTo>
                  <a:cubicBezTo>
                    <a:pt x="266" y="1422"/>
                    <a:pt x="267" y="1407"/>
                    <a:pt x="274" y="1399"/>
                  </a:cubicBezTo>
                  <a:cubicBezTo>
                    <a:pt x="295" y="1345"/>
                    <a:pt x="300" y="1321"/>
                    <a:pt x="314" y="1306"/>
                  </a:cubicBezTo>
                  <a:cubicBezTo>
                    <a:pt x="332" y="1263"/>
                    <a:pt x="339" y="1255"/>
                    <a:pt x="347" y="1248"/>
                  </a:cubicBezTo>
                  <a:cubicBezTo>
                    <a:pt x="384" y="1190"/>
                    <a:pt x="386" y="1184"/>
                    <a:pt x="392" y="1182"/>
                  </a:cubicBezTo>
                  <a:cubicBezTo>
                    <a:pt x="430" y="1138"/>
                    <a:pt x="434" y="1127"/>
                    <a:pt x="445" y="1122"/>
                  </a:cubicBezTo>
                  <a:cubicBezTo>
                    <a:pt x="500" y="1074"/>
                    <a:pt x="508" y="1067"/>
                    <a:pt x="515" y="1059"/>
                  </a:cubicBezTo>
                  <a:cubicBezTo>
                    <a:pt x="543" y="1027"/>
                    <a:pt x="554" y="1024"/>
                    <a:pt x="558" y="1014"/>
                  </a:cubicBezTo>
                  <a:cubicBezTo>
                    <a:pt x="546" y="1032"/>
                    <a:pt x="548" y="1039"/>
                    <a:pt x="545" y="1041"/>
                  </a:cubicBezTo>
                  <a:cubicBezTo>
                    <a:pt x="519" y="1066"/>
                    <a:pt x="517" y="1068"/>
                    <a:pt x="515" y="1072"/>
                  </a:cubicBezTo>
                  <a:cubicBezTo>
                    <a:pt x="498" y="1090"/>
                    <a:pt x="490" y="1087"/>
                    <a:pt x="490" y="1092"/>
                  </a:cubicBezTo>
                  <a:cubicBezTo>
                    <a:pt x="467" y="1109"/>
                    <a:pt x="464" y="1117"/>
                    <a:pt x="457" y="1120"/>
                  </a:cubicBezTo>
                  <a:cubicBezTo>
                    <a:pt x="439" y="1141"/>
                    <a:pt x="434" y="1146"/>
                    <a:pt x="430" y="1152"/>
                  </a:cubicBezTo>
                  <a:cubicBezTo>
                    <a:pt x="407" y="1180"/>
                    <a:pt x="396" y="1189"/>
                    <a:pt x="389" y="1203"/>
                  </a:cubicBezTo>
                  <a:cubicBezTo>
                    <a:pt x="340" y="1277"/>
                    <a:pt x="340" y="1283"/>
                    <a:pt x="334" y="1283"/>
                  </a:cubicBezTo>
                  <a:cubicBezTo>
                    <a:pt x="311" y="1324"/>
                    <a:pt x="312" y="1337"/>
                    <a:pt x="304" y="1341"/>
                  </a:cubicBezTo>
                  <a:cubicBezTo>
                    <a:pt x="283" y="1403"/>
                    <a:pt x="280" y="1411"/>
                    <a:pt x="276" y="1419"/>
                  </a:cubicBezTo>
                  <a:cubicBezTo>
                    <a:pt x="267" y="1456"/>
                    <a:pt x="262" y="1466"/>
                    <a:pt x="264" y="1469"/>
                  </a:cubicBezTo>
                  <a:cubicBezTo>
                    <a:pt x="279" y="1429"/>
                    <a:pt x="286" y="1428"/>
                    <a:pt x="284" y="1419"/>
                  </a:cubicBezTo>
                  <a:cubicBezTo>
                    <a:pt x="311" y="1363"/>
                    <a:pt x="316" y="1353"/>
                    <a:pt x="322" y="1344"/>
                  </a:cubicBezTo>
                  <a:cubicBezTo>
                    <a:pt x="341" y="1299"/>
                    <a:pt x="344" y="1299"/>
                    <a:pt x="347" y="1298"/>
                  </a:cubicBezTo>
                  <a:cubicBezTo>
                    <a:pt x="377" y="1253"/>
                    <a:pt x="377" y="1246"/>
                    <a:pt x="382" y="1243"/>
                  </a:cubicBezTo>
                  <a:cubicBezTo>
                    <a:pt x="470" y="1149"/>
                    <a:pt x="469" y="1136"/>
                    <a:pt x="480" y="1135"/>
                  </a:cubicBezTo>
                  <a:cubicBezTo>
                    <a:pt x="514" y="1093"/>
                    <a:pt x="525" y="1097"/>
                    <a:pt x="523" y="1089"/>
                  </a:cubicBezTo>
                  <a:cubicBezTo>
                    <a:pt x="569" y="1039"/>
                    <a:pt x="577" y="1036"/>
                    <a:pt x="581" y="1029"/>
                  </a:cubicBezTo>
                  <a:cubicBezTo>
                    <a:pt x="617" y="976"/>
                    <a:pt x="617" y="985"/>
                    <a:pt x="613" y="989"/>
                  </a:cubicBezTo>
                  <a:cubicBezTo>
                    <a:pt x="598" y="1018"/>
                    <a:pt x="597" y="1023"/>
                    <a:pt x="596" y="1029"/>
                  </a:cubicBezTo>
                  <a:cubicBezTo>
                    <a:pt x="570" y="1050"/>
                    <a:pt x="572" y="1056"/>
                    <a:pt x="568" y="1057"/>
                  </a:cubicBezTo>
                  <a:cubicBezTo>
                    <a:pt x="549" y="1084"/>
                    <a:pt x="545" y="1084"/>
                    <a:pt x="545" y="1089"/>
                  </a:cubicBezTo>
                  <a:cubicBezTo>
                    <a:pt x="517" y="1111"/>
                    <a:pt x="509" y="1114"/>
                    <a:pt x="505" y="1122"/>
                  </a:cubicBezTo>
                  <a:cubicBezTo>
                    <a:pt x="448" y="1187"/>
                    <a:pt x="435" y="1186"/>
                    <a:pt x="435" y="1198"/>
                  </a:cubicBezTo>
                  <a:cubicBezTo>
                    <a:pt x="358" y="1294"/>
                    <a:pt x="359" y="1303"/>
                    <a:pt x="352" y="1303"/>
                  </a:cubicBezTo>
                  <a:cubicBezTo>
                    <a:pt x="338" y="1342"/>
                    <a:pt x="332" y="1344"/>
                    <a:pt x="329" y="1349"/>
                  </a:cubicBezTo>
                  <a:cubicBezTo>
                    <a:pt x="294" y="1419"/>
                    <a:pt x="294" y="1435"/>
                    <a:pt x="287" y="1442"/>
                  </a:cubicBezTo>
                  <a:cubicBezTo>
                    <a:pt x="275" y="1485"/>
                    <a:pt x="278" y="1489"/>
                    <a:pt x="279" y="1495"/>
                  </a:cubicBezTo>
                  <a:cubicBezTo>
                    <a:pt x="284" y="1538"/>
                    <a:pt x="280" y="1529"/>
                    <a:pt x="282" y="1525"/>
                  </a:cubicBezTo>
                  <a:cubicBezTo>
                    <a:pt x="295" y="1474"/>
                    <a:pt x="302" y="1461"/>
                    <a:pt x="307" y="1447"/>
                  </a:cubicBezTo>
                  <a:cubicBezTo>
                    <a:pt x="319" y="1424"/>
                    <a:pt x="316" y="1416"/>
                    <a:pt x="319" y="1414"/>
                  </a:cubicBezTo>
                  <a:cubicBezTo>
                    <a:pt x="344" y="1364"/>
                    <a:pt x="347" y="1363"/>
                    <a:pt x="347" y="1359"/>
                  </a:cubicBezTo>
                  <a:cubicBezTo>
                    <a:pt x="359" y="1339"/>
                    <a:pt x="361" y="1336"/>
                    <a:pt x="362" y="1334"/>
                  </a:cubicBezTo>
                  <a:cubicBezTo>
                    <a:pt x="386" y="1299"/>
                    <a:pt x="387" y="1292"/>
                    <a:pt x="392" y="1288"/>
                  </a:cubicBezTo>
                  <a:cubicBezTo>
                    <a:pt x="420" y="1249"/>
                    <a:pt x="427" y="1239"/>
                    <a:pt x="435" y="1230"/>
                  </a:cubicBezTo>
                  <a:cubicBezTo>
                    <a:pt x="468" y="1194"/>
                    <a:pt x="469" y="1191"/>
                    <a:pt x="473" y="1190"/>
                  </a:cubicBezTo>
                  <a:cubicBezTo>
                    <a:pt x="499" y="1158"/>
                    <a:pt x="504" y="1154"/>
                    <a:pt x="508" y="1150"/>
                  </a:cubicBezTo>
                  <a:cubicBezTo>
                    <a:pt x="538" y="1112"/>
                    <a:pt x="545" y="1102"/>
                    <a:pt x="553" y="1092"/>
                  </a:cubicBezTo>
                  <a:cubicBezTo>
                    <a:pt x="577" y="1069"/>
                    <a:pt x="569" y="1068"/>
                    <a:pt x="568" y="1074"/>
                  </a:cubicBezTo>
                  <a:cubicBezTo>
                    <a:pt x="540" y="1125"/>
                    <a:pt x="527" y="1138"/>
                    <a:pt x="518" y="1152"/>
                  </a:cubicBezTo>
                  <a:cubicBezTo>
                    <a:pt x="491" y="1186"/>
                    <a:pt x="486" y="1188"/>
                    <a:pt x="483" y="1190"/>
                  </a:cubicBezTo>
                  <a:cubicBezTo>
                    <a:pt x="445" y="1238"/>
                    <a:pt x="436" y="1241"/>
                    <a:pt x="432" y="1250"/>
                  </a:cubicBezTo>
                  <a:cubicBezTo>
                    <a:pt x="381" y="1320"/>
                    <a:pt x="378" y="1330"/>
                    <a:pt x="372" y="1336"/>
                  </a:cubicBezTo>
                  <a:cubicBezTo>
                    <a:pt x="342" y="1391"/>
                    <a:pt x="337" y="1398"/>
                    <a:pt x="332" y="1404"/>
                  </a:cubicBezTo>
                  <a:cubicBezTo>
                    <a:pt x="297" y="1512"/>
                    <a:pt x="299" y="1511"/>
                    <a:pt x="297" y="1517"/>
                  </a:cubicBezTo>
                  <a:cubicBezTo>
                    <a:pt x="285" y="1562"/>
                    <a:pt x="292" y="1562"/>
                    <a:pt x="292" y="1570"/>
                  </a:cubicBezTo>
                  <a:cubicBezTo>
                    <a:pt x="308" y="1526"/>
                    <a:pt x="315" y="1528"/>
                    <a:pt x="312" y="1520"/>
                  </a:cubicBezTo>
                  <a:cubicBezTo>
                    <a:pt x="334" y="1475"/>
                    <a:pt x="332" y="1464"/>
                    <a:pt x="339" y="1462"/>
                  </a:cubicBezTo>
                  <a:cubicBezTo>
                    <a:pt x="371" y="1397"/>
                    <a:pt x="376" y="1392"/>
                    <a:pt x="380" y="1386"/>
                  </a:cubicBezTo>
                  <a:cubicBezTo>
                    <a:pt x="418" y="1328"/>
                    <a:pt x="420" y="1321"/>
                    <a:pt x="425" y="1316"/>
                  </a:cubicBezTo>
                  <a:cubicBezTo>
                    <a:pt x="441" y="1283"/>
                    <a:pt x="447" y="1285"/>
                    <a:pt x="447" y="1281"/>
                  </a:cubicBezTo>
                  <a:cubicBezTo>
                    <a:pt x="479" y="1240"/>
                    <a:pt x="484" y="1230"/>
                    <a:pt x="493" y="1225"/>
                  </a:cubicBezTo>
                  <a:cubicBezTo>
                    <a:pt x="510" y="1208"/>
                    <a:pt x="509" y="1213"/>
                    <a:pt x="513" y="1213"/>
                  </a:cubicBezTo>
                  <a:cubicBezTo>
                    <a:pt x="523" y="1194"/>
                    <a:pt x="525" y="1193"/>
                    <a:pt x="525" y="1190"/>
                  </a:cubicBezTo>
                  <a:cubicBezTo>
                    <a:pt x="562" y="1144"/>
                    <a:pt x="564" y="1140"/>
                    <a:pt x="563" y="1135"/>
                  </a:cubicBezTo>
                  <a:cubicBezTo>
                    <a:pt x="582" y="1095"/>
                    <a:pt x="589" y="1084"/>
                    <a:pt x="596" y="1072"/>
                  </a:cubicBezTo>
                  <a:cubicBezTo>
                    <a:pt x="579" y="1116"/>
                    <a:pt x="576" y="1130"/>
                    <a:pt x="571" y="1142"/>
                  </a:cubicBezTo>
                  <a:cubicBezTo>
                    <a:pt x="549" y="1177"/>
                    <a:pt x="552" y="1188"/>
                    <a:pt x="545" y="1190"/>
                  </a:cubicBezTo>
                  <a:cubicBezTo>
                    <a:pt x="519" y="1245"/>
                    <a:pt x="511" y="1246"/>
                    <a:pt x="513" y="1255"/>
                  </a:cubicBezTo>
                  <a:cubicBezTo>
                    <a:pt x="489" y="1289"/>
                    <a:pt x="487" y="1295"/>
                    <a:pt x="485" y="1301"/>
                  </a:cubicBezTo>
                  <a:cubicBezTo>
                    <a:pt x="460" y="1334"/>
                    <a:pt x="463" y="1345"/>
                    <a:pt x="458" y="1349"/>
                  </a:cubicBezTo>
                  <a:cubicBezTo>
                    <a:pt x="437" y="1384"/>
                    <a:pt x="437" y="1392"/>
                    <a:pt x="432" y="1396"/>
                  </a:cubicBezTo>
                  <a:cubicBezTo>
                    <a:pt x="427" y="1433"/>
                    <a:pt x="425" y="1426"/>
                    <a:pt x="427" y="1424"/>
                  </a:cubicBezTo>
                  <a:cubicBezTo>
                    <a:pt x="443" y="1405"/>
                    <a:pt x="440" y="1397"/>
                    <a:pt x="445" y="1396"/>
                  </a:cubicBezTo>
                  <a:cubicBezTo>
                    <a:pt x="475" y="1348"/>
                    <a:pt x="476" y="1344"/>
                    <a:pt x="475" y="1338"/>
                  </a:cubicBezTo>
                  <a:cubicBezTo>
                    <a:pt x="497" y="1313"/>
                    <a:pt x="494" y="1305"/>
                    <a:pt x="498" y="1303"/>
                  </a:cubicBezTo>
                  <a:cubicBezTo>
                    <a:pt x="497" y="1315"/>
                    <a:pt x="494" y="1322"/>
                    <a:pt x="490" y="1328"/>
                  </a:cubicBezTo>
                  <a:cubicBezTo>
                    <a:pt x="462" y="1378"/>
                    <a:pt x="460" y="1382"/>
                    <a:pt x="460" y="1386"/>
                  </a:cubicBezTo>
                  <a:cubicBezTo>
                    <a:pt x="425" y="1445"/>
                    <a:pt x="428" y="1453"/>
                    <a:pt x="425" y="1454"/>
                  </a:cubicBezTo>
                  <a:cubicBezTo>
                    <a:pt x="405" y="1499"/>
                    <a:pt x="398" y="1512"/>
                    <a:pt x="392" y="1525"/>
                  </a:cubicBezTo>
                  <a:cubicBezTo>
                    <a:pt x="371" y="1599"/>
                    <a:pt x="365" y="1598"/>
                    <a:pt x="367" y="1605"/>
                  </a:cubicBezTo>
                  <a:cubicBezTo>
                    <a:pt x="354" y="1641"/>
                    <a:pt x="358" y="1653"/>
                    <a:pt x="352" y="1656"/>
                  </a:cubicBezTo>
                  <a:cubicBezTo>
                    <a:pt x="346" y="1759"/>
                    <a:pt x="343" y="1757"/>
                    <a:pt x="342" y="1754"/>
                  </a:cubicBezTo>
                  <a:cubicBezTo>
                    <a:pt x="349" y="1713"/>
                    <a:pt x="354" y="1702"/>
                    <a:pt x="357" y="1691"/>
                  </a:cubicBezTo>
                  <a:cubicBezTo>
                    <a:pt x="378" y="1637"/>
                    <a:pt x="375" y="1627"/>
                    <a:pt x="380" y="1625"/>
                  </a:cubicBezTo>
                  <a:cubicBezTo>
                    <a:pt x="393" y="1579"/>
                    <a:pt x="398" y="1569"/>
                    <a:pt x="402" y="1560"/>
                  </a:cubicBezTo>
                  <a:cubicBezTo>
                    <a:pt x="415" y="1520"/>
                    <a:pt x="417" y="1514"/>
                    <a:pt x="422" y="1512"/>
                  </a:cubicBezTo>
                  <a:cubicBezTo>
                    <a:pt x="438" y="1477"/>
                    <a:pt x="435" y="1466"/>
                    <a:pt x="440" y="1464"/>
                  </a:cubicBezTo>
                  <a:cubicBezTo>
                    <a:pt x="491" y="1374"/>
                    <a:pt x="493" y="1369"/>
                    <a:pt x="493" y="1361"/>
                  </a:cubicBezTo>
                  <a:cubicBezTo>
                    <a:pt x="533" y="1307"/>
                    <a:pt x="537" y="1281"/>
                    <a:pt x="551" y="1265"/>
                  </a:cubicBezTo>
                  <a:cubicBezTo>
                    <a:pt x="567" y="1213"/>
                    <a:pt x="572" y="1200"/>
                    <a:pt x="576" y="1187"/>
                  </a:cubicBezTo>
                  <a:cubicBezTo>
                    <a:pt x="570" y="1224"/>
                    <a:pt x="567" y="1232"/>
                    <a:pt x="566" y="1243"/>
                  </a:cubicBezTo>
                  <a:cubicBezTo>
                    <a:pt x="527" y="1322"/>
                    <a:pt x="522" y="1329"/>
                    <a:pt x="520" y="1338"/>
                  </a:cubicBezTo>
                  <a:cubicBezTo>
                    <a:pt x="499" y="1364"/>
                    <a:pt x="499" y="1376"/>
                    <a:pt x="493" y="1381"/>
                  </a:cubicBezTo>
                  <a:cubicBezTo>
                    <a:pt x="498" y="1392"/>
                    <a:pt x="498" y="1398"/>
                    <a:pt x="498" y="1404"/>
                  </a:cubicBezTo>
                  <a:cubicBezTo>
                    <a:pt x="532" y="1330"/>
                    <a:pt x="532" y="1345"/>
                    <a:pt x="528" y="1343"/>
                  </a:cubicBezTo>
                  <a:cubicBezTo>
                    <a:pt x="511" y="1391"/>
                    <a:pt x="508" y="1400"/>
                    <a:pt x="505" y="1409"/>
                  </a:cubicBezTo>
                  <a:cubicBezTo>
                    <a:pt x="497" y="1445"/>
                    <a:pt x="494" y="1455"/>
                    <a:pt x="493" y="1467"/>
                  </a:cubicBezTo>
                  <a:cubicBezTo>
                    <a:pt x="496" y="1535"/>
                    <a:pt x="492" y="1549"/>
                    <a:pt x="490" y="1567"/>
                  </a:cubicBezTo>
                  <a:cubicBezTo>
                    <a:pt x="476" y="1593"/>
                    <a:pt x="479" y="1606"/>
                    <a:pt x="473" y="1610"/>
                  </a:cubicBezTo>
                  <a:cubicBezTo>
                    <a:pt x="427" y="1706"/>
                    <a:pt x="422" y="1720"/>
                    <a:pt x="413" y="1731"/>
                  </a:cubicBezTo>
                  <a:cubicBezTo>
                    <a:pt x="408" y="1755"/>
                    <a:pt x="414" y="1746"/>
                    <a:pt x="415" y="1744"/>
                  </a:cubicBezTo>
                  <a:cubicBezTo>
                    <a:pt x="452" y="1724"/>
                    <a:pt x="461" y="1714"/>
                    <a:pt x="468" y="1718"/>
                  </a:cubicBezTo>
                  <a:cubicBezTo>
                    <a:pt x="439" y="1738"/>
                    <a:pt x="429" y="1744"/>
                    <a:pt x="423" y="1754"/>
                  </a:cubicBezTo>
                  <a:cubicBezTo>
                    <a:pt x="390" y="1807"/>
                    <a:pt x="394" y="1818"/>
                    <a:pt x="390" y="1819"/>
                  </a:cubicBezTo>
                  <a:cubicBezTo>
                    <a:pt x="387" y="1852"/>
                    <a:pt x="390" y="1857"/>
                    <a:pt x="393" y="1864"/>
                  </a:cubicBezTo>
                  <a:cubicBezTo>
                    <a:pt x="395" y="1893"/>
                    <a:pt x="401" y="1904"/>
                    <a:pt x="405" y="1917"/>
                  </a:cubicBezTo>
                  <a:cubicBezTo>
                    <a:pt x="418" y="1937"/>
                    <a:pt x="423" y="1944"/>
                    <a:pt x="418" y="1950"/>
                  </a:cubicBezTo>
                  <a:cubicBezTo>
                    <a:pt x="398" y="1927"/>
                    <a:pt x="390" y="1922"/>
                    <a:pt x="388" y="1912"/>
                  </a:cubicBezTo>
                  <a:cubicBezTo>
                    <a:pt x="371" y="1883"/>
                    <a:pt x="363" y="1883"/>
                    <a:pt x="357" y="1880"/>
                  </a:cubicBezTo>
                  <a:cubicBezTo>
                    <a:pt x="325" y="1849"/>
                    <a:pt x="317" y="1848"/>
                    <a:pt x="315" y="1842"/>
                  </a:cubicBezTo>
                  <a:cubicBezTo>
                    <a:pt x="284" y="1820"/>
                    <a:pt x="288" y="1832"/>
                    <a:pt x="299" y="1829"/>
                  </a:cubicBezTo>
                  <a:cubicBezTo>
                    <a:pt x="296" y="1823"/>
                    <a:pt x="286" y="1823"/>
                    <a:pt x="282" y="1817"/>
                  </a:cubicBezTo>
                  <a:cubicBezTo>
                    <a:pt x="235" y="1800"/>
                    <a:pt x="246" y="1796"/>
                    <a:pt x="252" y="1802"/>
                  </a:cubicBezTo>
                  <a:cubicBezTo>
                    <a:pt x="301" y="1810"/>
                    <a:pt x="324" y="1818"/>
                    <a:pt x="342" y="1829"/>
                  </a:cubicBezTo>
                  <a:cubicBezTo>
                    <a:pt x="332" y="1811"/>
                    <a:pt x="328" y="1807"/>
                    <a:pt x="325" y="1802"/>
                  </a:cubicBezTo>
                  <a:cubicBezTo>
                    <a:pt x="300" y="1767"/>
                    <a:pt x="291" y="1768"/>
                    <a:pt x="292" y="1759"/>
                  </a:cubicBezTo>
                  <a:cubicBezTo>
                    <a:pt x="254" y="1707"/>
                    <a:pt x="246" y="1698"/>
                    <a:pt x="239" y="1688"/>
                  </a:cubicBezTo>
                  <a:cubicBezTo>
                    <a:pt x="214" y="1649"/>
                    <a:pt x="204" y="1642"/>
                    <a:pt x="201" y="1628"/>
                  </a:cubicBezTo>
                  <a:cubicBezTo>
                    <a:pt x="178" y="1567"/>
                    <a:pt x="173" y="1562"/>
                    <a:pt x="168" y="1558"/>
                  </a:cubicBezTo>
                  <a:cubicBezTo>
                    <a:pt x="153" y="1520"/>
                    <a:pt x="151" y="1514"/>
                    <a:pt x="146" y="1512"/>
                  </a:cubicBezTo>
                  <a:cubicBezTo>
                    <a:pt x="133" y="1472"/>
                    <a:pt x="123" y="1469"/>
                    <a:pt x="123" y="1457"/>
                  </a:cubicBezTo>
                  <a:cubicBezTo>
                    <a:pt x="108" y="1419"/>
                    <a:pt x="98" y="1416"/>
                    <a:pt x="100" y="1402"/>
                  </a:cubicBezTo>
                  <a:cubicBezTo>
                    <a:pt x="109" y="1417"/>
                    <a:pt x="115" y="1416"/>
                    <a:pt x="113" y="1424"/>
                  </a:cubicBezTo>
                  <a:cubicBezTo>
                    <a:pt x="141" y="1468"/>
                    <a:pt x="143" y="1471"/>
                    <a:pt x="146" y="1475"/>
                  </a:cubicBezTo>
                  <a:cubicBezTo>
                    <a:pt x="184" y="1527"/>
                    <a:pt x="192" y="1530"/>
                    <a:pt x="196" y="1537"/>
                  </a:cubicBezTo>
                  <a:cubicBezTo>
                    <a:pt x="219" y="1559"/>
                    <a:pt x="223" y="1568"/>
                    <a:pt x="231" y="1573"/>
                  </a:cubicBezTo>
                  <a:cubicBezTo>
                    <a:pt x="246" y="1588"/>
                    <a:pt x="247" y="1590"/>
                    <a:pt x="249" y="1590"/>
                  </a:cubicBezTo>
                  <a:cubicBezTo>
                    <a:pt x="274" y="1624"/>
                    <a:pt x="278" y="1626"/>
                    <a:pt x="282" y="1628"/>
                  </a:cubicBezTo>
                  <a:cubicBezTo>
                    <a:pt x="265" y="1589"/>
                    <a:pt x="257" y="1590"/>
                    <a:pt x="259" y="1580"/>
                  </a:cubicBezTo>
                  <a:cubicBezTo>
                    <a:pt x="203" y="1511"/>
                    <a:pt x="196" y="1509"/>
                    <a:pt x="193" y="1502"/>
                  </a:cubicBezTo>
                  <a:cubicBezTo>
                    <a:pt x="172" y="1477"/>
                    <a:pt x="168" y="1477"/>
                    <a:pt x="168" y="1472"/>
                  </a:cubicBezTo>
                  <a:cubicBezTo>
                    <a:pt x="147" y="1441"/>
                    <a:pt x="145" y="1442"/>
                    <a:pt x="146" y="1439"/>
                  </a:cubicBezTo>
                  <a:cubicBezTo>
                    <a:pt x="127" y="1411"/>
                    <a:pt x="130" y="1404"/>
                    <a:pt x="125" y="1404"/>
                  </a:cubicBezTo>
                  <a:cubicBezTo>
                    <a:pt x="102" y="1363"/>
                    <a:pt x="100" y="1355"/>
                    <a:pt x="95" y="1351"/>
                  </a:cubicBezTo>
                  <a:cubicBezTo>
                    <a:pt x="61" y="1229"/>
                    <a:pt x="62" y="1234"/>
                    <a:pt x="62" y="1241"/>
                  </a:cubicBezTo>
                  <a:cubicBezTo>
                    <a:pt x="80" y="1283"/>
                    <a:pt x="77" y="1293"/>
                    <a:pt x="83" y="1293"/>
                  </a:cubicBezTo>
                  <a:cubicBezTo>
                    <a:pt x="100" y="1336"/>
                    <a:pt x="98" y="1345"/>
                    <a:pt x="105" y="1344"/>
                  </a:cubicBezTo>
                  <a:cubicBezTo>
                    <a:pt x="128" y="1387"/>
                    <a:pt x="129" y="1398"/>
                    <a:pt x="135" y="1404"/>
                  </a:cubicBezTo>
                  <a:cubicBezTo>
                    <a:pt x="148" y="1422"/>
                    <a:pt x="148" y="1425"/>
                    <a:pt x="148" y="1427"/>
                  </a:cubicBezTo>
                  <a:cubicBezTo>
                    <a:pt x="176" y="1460"/>
                    <a:pt x="173" y="1469"/>
                    <a:pt x="178" y="1470"/>
                  </a:cubicBezTo>
                  <a:cubicBezTo>
                    <a:pt x="203" y="1506"/>
                    <a:pt x="213" y="1502"/>
                    <a:pt x="211" y="1510"/>
                  </a:cubicBezTo>
                  <a:cubicBezTo>
                    <a:pt x="240" y="1542"/>
                    <a:pt x="244" y="1544"/>
                    <a:pt x="244" y="1550"/>
                  </a:cubicBezTo>
                  <a:cubicBezTo>
                    <a:pt x="270" y="1548"/>
                    <a:pt x="267" y="1546"/>
                    <a:pt x="264" y="1545"/>
                  </a:cubicBezTo>
                  <a:cubicBezTo>
                    <a:pt x="251" y="1520"/>
                    <a:pt x="247" y="1516"/>
                    <a:pt x="249" y="1507"/>
                  </a:cubicBezTo>
                  <a:cubicBezTo>
                    <a:pt x="229" y="1481"/>
                    <a:pt x="225" y="1479"/>
                    <a:pt x="221" y="1477"/>
                  </a:cubicBezTo>
                  <a:cubicBezTo>
                    <a:pt x="196" y="1426"/>
                    <a:pt x="189" y="1427"/>
                    <a:pt x="188" y="1422"/>
                  </a:cubicBezTo>
                  <a:cubicBezTo>
                    <a:pt x="166" y="1386"/>
                    <a:pt x="161" y="1384"/>
                    <a:pt x="161" y="1379"/>
                  </a:cubicBezTo>
                  <a:cubicBezTo>
                    <a:pt x="153" y="1363"/>
                    <a:pt x="149" y="1362"/>
                    <a:pt x="151" y="1354"/>
                  </a:cubicBezTo>
                  <a:cubicBezTo>
                    <a:pt x="119" y="1295"/>
                    <a:pt x="118" y="1290"/>
                    <a:pt x="113" y="1288"/>
                  </a:cubicBezTo>
                  <a:cubicBezTo>
                    <a:pt x="97" y="1255"/>
                    <a:pt x="100" y="1245"/>
                    <a:pt x="95" y="1243"/>
                  </a:cubicBezTo>
                  <a:cubicBezTo>
                    <a:pt x="70" y="1172"/>
                    <a:pt x="70" y="1159"/>
                    <a:pt x="62" y="1153"/>
                  </a:cubicBezTo>
                  <a:cubicBezTo>
                    <a:pt x="55" y="1121"/>
                    <a:pt x="45" y="1115"/>
                    <a:pt x="52" y="1112"/>
                  </a:cubicBezTo>
                  <a:cubicBezTo>
                    <a:pt x="42" y="1090"/>
                    <a:pt x="43" y="1087"/>
                    <a:pt x="42" y="1085"/>
                  </a:cubicBezTo>
                  <a:cubicBezTo>
                    <a:pt x="59" y="1118"/>
                    <a:pt x="61" y="1122"/>
                    <a:pt x="60" y="1127"/>
                  </a:cubicBezTo>
                  <a:cubicBezTo>
                    <a:pt x="83" y="1168"/>
                    <a:pt x="78" y="1179"/>
                    <a:pt x="85" y="1178"/>
                  </a:cubicBezTo>
                  <a:cubicBezTo>
                    <a:pt x="124" y="1262"/>
                    <a:pt x="134" y="1265"/>
                    <a:pt x="135" y="1276"/>
                  </a:cubicBezTo>
                  <a:cubicBezTo>
                    <a:pt x="156" y="1299"/>
                    <a:pt x="155" y="1305"/>
                    <a:pt x="161" y="1306"/>
                  </a:cubicBezTo>
                  <a:cubicBezTo>
                    <a:pt x="182" y="1344"/>
                    <a:pt x="191" y="1353"/>
                    <a:pt x="196" y="1366"/>
                  </a:cubicBezTo>
                  <a:cubicBezTo>
                    <a:pt x="224" y="1410"/>
                    <a:pt x="227" y="1424"/>
                    <a:pt x="236" y="1434"/>
                  </a:cubicBezTo>
                  <a:close/>
                  <a:moveTo>
                    <a:pt x="176" y="1565"/>
                  </a:moveTo>
                  <a:cubicBezTo>
                    <a:pt x="182" y="1568"/>
                    <a:pt x="180" y="1578"/>
                    <a:pt x="186" y="1580"/>
                  </a:cubicBezTo>
                  <a:cubicBezTo>
                    <a:pt x="184" y="1591"/>
                    <a:pt x="194" y="1591"/>
                    <a:pt x="194" y="1600"/>
                  </a:cubicBezTo>
                  <a:cubicBezTo>
                    <a:pt x="200" y="1612"/>
                    <a:pt x="206" y="1624"/>
                    <a:pt x="214" y="1633"/>
                  </a:cubicBezTo>
                  <a:cubicBezTo>
                    <a:pt x="215" y="1640"/>
                    <a:pt x="219" y="1645"/>
                    <a:pt x="224" y="1648"/>
                  </a:cubicBezTo>
                  <a:cubicBezTo>
                    <a:pt x="223" y="1658"/>
                    <a:pt x="232" y="1658"/>
                    <a:pt x="234" y="1666"/>
                  </a:cubicBezTo>
                  <a:cubicBezTo>
                    <a:pt x="240" y="1679"/>
                    <a:pt x="253" y="1684"/>
                    <a:pt x="257" y="1699"/>
                  </a:cubicBezTo>
                  <a:cubicBezTo>
                    <a:pt x="263" y="1700"/>
                    <a:pt x="262" y="1710"/>
                    <a:pt x="269" y="1711"/>
                  </a:cubicBezTo>
                  <a:cubicBezTo>
                    <a:pt x="268" y="1721"/>
                    <a:pt x="280" y="1719"/>
                    <a:pt x="279" y="1729"/>
                  </a:cubicBezTo>
                  <a:cubicBezTo>
                    <a:pt x="290" y="1736"/>
                    <a:pt x="296" y="1747"/>
                    <a:pt x="304" y="1756"/>
                  </a:cubicBezTo>
                  <a:cubicBezTo>
                    <a:pt x="310" y="1768"/>
                    <a:pt x="321" y="1775"/>
                    <a:pt x="327" y="1787"/>
                  </a:cubicBezTo>
                  <a:cubicBezTo>
                    <a:pt x="332" y="1791"/>
                    <a:pt x="334" y="1798"/>
                    <a:pt x="340" y="1802"/>
                  </a:cubicBezTo>
                  <a:cubicBezTo>
                    <a:pt x="340" y="1806"/>
                    <a:pt x="342" y="1808"/>
                    <a:pt x="345" y="1809"/>
                  </a:cubicBezTo>
                  <a:cubicBezTo>
                    <a:pt x="344" y="1812"/>
                    <a:pt x="352" y="1818"/>
                    <a:pt x="352" y="1812"/>
                  </a:cubicBezTo>
                  <a:cubicBezTo>
                    <a:pt x="345" y="1803"/>
                    <a:pt x="341" y="1791"/>
                    <a:pt x="337" y="1779"/>
                  </a:cubicBezTo>
                  <a:cubicBezTo>
                    <a:pt x="333" y="1767"/>
                    <a:pt x="322" y="1762"/>
                    <a:pt x="319" y="1749"/>
                  </a:cubicBezTo>
                  <a:cubicBezTo>
                    <a:pt x="311" y="1741"/>
                    <a:pt x="309" y="1727"/>
                    <a:pt x="299" y="1721"/>
                  </a:cubicBezTo>
                  <a:cubicBezTo>
                    <a:pt x="294" y="1710"/>
                    <a:pt x="284" y="1703"/>
                    <a:pt x="282" y="1688"/>
                  </a:cubicBezTo>
                  <a:cubicBezTo>
                    <a:pt x="273" y="1689"/>
                    <a:pt x="274" y="1681"/>
                    <a:pt x="269" y="1678"/>
                  </a:cubicBezTo>
                  <a:cubicBezTo>
                    <a:pt x="267" y="1672"/>
                    <a:pt x="260" y="1670"/>
                    <a:pt x="256" y="1666"/>
                  </a:cubicBezTo>
                  <a:cubicBezTo>
                    <a:pt x="257" y="1662"/>
                    <a:pt x="255" y="1660"/>
                    <a:pt x="254" y="1658"/>
                  </a:cubicBezTo>
                  <a:cubicBezTo>
                    <a:pt x="254" y="1654"/>
                    <a:pt x="248" y="1656"/>
                    <a:pt x="249" y="1651"/>
                  </a:cubicBezTo>
                  <a:cubicBezTo>
                    <a:pt x="242" y="1650"/>
                    <a:pt x="245" y="1640"/>
                    <a:pt x="236" y="1641"/>
                  </a:cubicBezTo>
                  <a:cubicBezTo>
                    <a:pt x="236" y="1638"/>
                    <a:pt x="236" y="1635"/>
                    <a:pt x="231" y="1636"/>
                  </a:cubicBezTo>
                  <a:cubicBezTo>
                    <a:pt x="231" y="1631"/>
                    <a:pt x="229" y="1629"/>
                    <a:pt x="226" y="1628"/>
                  </a:cubicBezTo>
                  <a:cubicBezTo>
                    <a:pt x="223" y="1623"/>
                    <a:pt x="218" y="1620"/>
                    <a:pt x="216" y="1613"/>
                  </a:cubicBezTo>
                  <a:cubicBezTo>
                    <a:pt x="209" y="1604"/>
                    <a:pt x="202" y="1595"/>
                    <a:pt x="196" y="1585"/>
                  </a:cubicBezTo>
                  <a:cubicBezTo>
                    <a:pt x="189" y="1576"/>
                    <a:pt x="185" y="1565"/>
                    <a:pt x="176" y="1558"/>
                  </a:cubicBezTo>
                  <a:cubicBezTo>
                    <a:pt x="176" y="1560"/>
                    <a:pt x="176" y="1563"/>
                    <a:pt x="176" y="1565"/>
                  </a:cubicBezTo>
                  <a:close/>
                  <a:moveTo>
                    <a:pt x="301" y="820"/>
                  </a:moveTo>
                  <a:cubicBezTo>
                    <a:pt x="302" y="810"/>
                    <a:pt x="310" y="806"/>
                    <a:pt x="311" y="795"/>
                  </a:cubicBezTo>
                  <a:cubicBezTo>
                    <a:pt x="358" y="743"/>
                    <a:pt x="361" y="735"/>
                    <a:pt x="366" y="730"/>
                  </a:cubicBezTo>
                  <a:cubicBezTo>
                    <a:pt x="397" y="702"/>
                    <a:pt x="399" y="697"/>
                    <a:pt x="402" y="694"/>
                  </a:cubicBezTo>
                  <a:cubicBezTo>
                    <a:pt x="437" y="662"/>
                    <a:pt x="439" y="659"/>
                    <a:pt x="442" y="657"/>
                  </a:cubicBezTo>
                  <a:cubicBezTo>
                    <a:pt x="480" y="626"/>
                    <a:pt x="475" y="615"/>
                    <a:pt x="485" y="619"/>
                  </a:cubicBezTo>
                  <a:cubicBezTo>
                    <a:pt x="521" y="575"/>
                    <a:pt x="530" y="573"/>
                    <a:pt x="535" y="566"/>
                  </a:cubicBezTo>
                  <a:cubicBezTo>
                    <a:pt x="554" y="538"/>
                    <a:pt x="566" y="538"/>
                    <a:pt x="568" y="528"/>
                  </a:cubicBezTo>
                  <a:cubicBezTo>
                    <a:pt x="581" y="513"/>
                    <a:pt x="584" y="512"/>
                    <a:pt x="583" y="508"/>
                  </a:cubicBezTo>
                  <a:cubicBezTo>
                    <a:pt x="609" y="476"/>
                    <a:pt x="605" y="465"/>
                    <a:pt x="613" y="468"/>
                  </a:cubicBezTo>
                  <a:cubicBezTo>
                    <a:pt x="604" y="479"/>
                    <a:pt x="593" y="475"/>
                    <a:pt x="595" y="483"/>
                  </a:cubicBezTo>
                  <a:cubicBezTo>
                    <a:pt x="573" y="503"/>
                    <a:pt x="570" y="506"/>
                    <a:pt x="568" y="510"/>
                  </a:cubicBezTo>
                  <a:cubicBezTo>
                    <a:pt x="482" y="577"/>
                    <a:pt x="482" y="583"/>
                    <a:pt x="477" y="584"/>
                  </a:cubicBezTo>
                  <a:cubicBezTo>
                    <a:pt x="464" y="596"/>
                    <a:pt x="458" y="596"/>
                    <a:pt x="457" y="601"/>
                  </a:cubicBezTo>
                  <a:cubicBezTo>
                    <a:pt x="421" y="633"/>
                    <a:pt x="418" y="642"/>
                    <a:pt x="412" y="649"/>
                  </a:cubicBezTo>
                  <a:cubicBezTo>
                    <a:pt x="371" y="689"/>
                    <a:pt x="369" y="694"/>
                    <a:pt x="366" y="697"/>
                  </a:cubicBezTo>
                  <a:cubicBezTo>
                    <a:pt x="338" y="737"/>
                    <a:pt x="331" y="742"/>
                    <a:pt x="326" y="750"/>
                  </a:cubicBezTo>
                  <a:cubicBezTo>
                    <a:pt x="309" y="785"/>
                    <a:pt x="297" y="788"/>
                    <a:pt x="296" y="803"/>
                  </a:cubicBezTo>
                  <a:cubicBezTo>
                    <a:pt x="266" y="851"/>
                    <a:pt x="266" y="857"/>
                    <a:pt x="266" y="863"/>
                  </a:cubicBezTo>
                  <a:close/>
                  <a:moveTo>
                    <a:pt x="318" y="526"/>
                  </a:moveTo>
                  <a:cubicBezTo>
                    <a:pt x="319" y="522"/>
                    <a:pt x="318" y="516"/>
                    <a:pt x="316" y="521"/>
                  </a:cubicBezTo>
                  <a:cubicBezTo>
                    <a:pt x="316" y="524"/>
                    <a:pt x="317" y="530"/>
                    <a:pt x="318" y="526"/>
                  </a:cubicBezTo>
                  <a:close/>
                  <a:moveTo>
                    <a:pt x="321" y="662"/>
                  </a:moveTo>
                  <a:cubicBezTo>
                    <a:pt x="322" y="667"/>
                    <a:pt x="309" y="673"/>
                    <a:pt x="316" y="677"/>
                  </a:cubicBezTo>
                  <a:cubicBezTo>
                    <a:pt x="320" y="673"/>
                    <a:pt x="322" y="665"/>
                    <a:pt x="326" y="662"/>
                  </a:cubicBezTo>
                  <a:cubicBezTo>
                    <a:pt x="326" y="656"/>
                    <a:pt x="338" y="651"/>
                    <a:pt x="331" y="647"/>
                  </a:cubicBezTo>
                  <a:cubicBezTo>
                    <a:pt x="328" y="652"/>
                    <a:pt x="325" y="658"/>
                    <a:pt x="321" y="662"/>
                  </a:cubicBezTo>
                  <a:close/>
                  <a:moveTo>
                    <a:pt x="276" y="745"/>
                  </a:moveTo>
                  <a:cubicBezTo>
                    <a:pt x="274" y="736"/>
                    <a:pt x="283" y="730"/>
                    <a:pt x="273" y="727"/>
                  </a:cubicBezTo>
                  <a:cubicBezTo>
                    <a:pt x="275" y="732"/>
                    <a:pt x="270" y="744"/>
                    <a:pt x="276" y="745"/>
                  </a:cubicBezTo>
                  <a:close/>
                  <a:moveTo>
                    <a:pt x="276" y="793"/>
                  </a:moveTo>
                  <a:cubicBezTo>
                    <a:pt x="277" y="785"/>
                    <a:pt x="285" y="771"/>
                    <a:pt x="278" y="765"/>
                  </a:cubicBezTo>
                  <a:cubicBezTo>
                    <a:pt x="281" y="776"/>
                    <a:pt x="270" y="787"/>
                    <a:pt x="276" y="793"/>
                  </a:cubicBezTo>
                  <a:close/>
                  <a:moveTo>
                    <a:pt x="271" y="830"/>
                  </a:moveTo>
                  <a:cubicBezTo>
                    <a:pt x="268" y="819"/>
                    <a:pt x="285" y="812"/>
                    <a:pt x="273" y="808"/>
                  </a:cubicBezTo>
                  <a:cubicBezTo>
                    <a:pt x="277" y="818"/>
                    <a:pt x="262" y="823"/>
                    <a:pt x="271" y="830"/>
                  </a:cubicBezTo>
                  <a:close/>
                  <a:moveTo>
                    <a:pt x="70" y="883"/>
                  </a:moveTo>
                  <a:cubicBezTo>
                    <a:pt x="75" y="887"/>
                    <a:pt x="73" y="896"/>
                    <a:pt x="77" y="901"/>
                  </a:cubicBezTo>
                  <a:cubicBezTo>
                    <a:pt x="117" y="1000"/>
                    <a:pt x="122" y="1004"/>
                    <a:pt x="123" y="1012"/>
                  </a:cubicBezTo>
                  <a:cubicBezTo>
                    <a:pt x="141" y="1040"/>
                    <a:pt x="140" y="1043"/>
                    <a:pt x="140" y="1044"/>
                  </a:cubicBezTo>
                  <a:cubicBezTo>
                    <a:pt x="173" y="1100"/>
                    <a:pt x="181" y="1101"/>
                    <a:pt x="181" y="1110"/>
                  </a:cubicBezTo>
                  <a:cubicBezTo>
                    <a:pt x="212" y="1160"/>
                    <a:pt x="210" y="1167"/>
                    <a:pt x="213" y="1168"/>
                  </a:cubicBezTo>
                  <a:cubicBezTo>
                    <a:pt x="227" y="1183"/>
                    <a:pt x="222" y="1175"/>
                    <a:pt x="218" y="1168"/>
                  </a:cubicBezTo>
                  <a:cubicBezTo>
                    <a:pt x="214" y="1136"/>
                    <a:pt x="209" y="1137"/>
                    <a:pt x="211" y="1130"/>
                  </a:cubicBezTo>
                  <a:cubicBezTo>
                    <a:pt x="190" y="1087"/>
                    <a:pt x="191" y="1077"/>
                    <a:pt x="186" y="1072"/>
                  </a:cubicBezTo>
                  <a:cubicBezTo>
                    <a:pt x="164" y="1046"/>
                    <a:pt x="172" y="1032"/>
                    <a:pt x="165" y="1034"/>
                  </a:cubicBezTo>
                  <a:cubicBezTo>
                    <a:pt x="130" y="971"/>
                    <a:pt x="123" y="968"/>
                    <a:pt x="123" y="959"/>
                  </a:cubicBezTo>
                  <a:cubicBezTo>
                    <a:pt x="98" y="914"/>
                    <a:pt x="92" y="910"/>
                    <a:pt x="90" y="903"/>
                  </a:cubicBezTo>
                  <a:cubicBezTo>
                    <a:pt x="61" y="859"/>
                    <a:pt x="68" y="868"/>
                    <a:pt x="70" y="883"/>
                  </a:cubicBezTo>
                  <a:close/>
                  <a:moveTo>
                    <a:pt x="266" y="976"/>
                  </a:moveTo>
                  <a:cubicBezTo>
                    <a:pt x="265" y="972"/>
                    <a:pt x="269" y="971"/>
                    <a:pt x="269" y="966"/>
                  </a:cubicBezTo>
                  <a:cubicBezTo>
                    <a:pt x="272" y="966"/>
                    <a:pt x="270" y="959"/>
                    <a:pt x="269" y="964"/>
                  </a:cubicBezTo>
                  <a:cubicBezTo>
                    <a:pt x="266" y="966"/>
                    <a:pt x="260" y="982"/>
                    <a:pt x="266" y="976"/>
                  </a:cubicBezTo>
                  <a:close/>
                  <a:moveTo>
                    <a:pt x="246" y="996"/>
                  </a:moveTo>
                  <a:cubicBezTo>
                    <a:pt x="243" y="988"/>
                    <a:pt x="256" y="983"/>
                    <a:pt x="248" y="979"/>
                  </a:cubicBezTo>
                  <a:cubicBezTo>
                    <a:pt x="246" y="981"/>
                    <a:pt x="239" y="993"/>
                    <a:pt x="246" y="996"/>
                  </a:cubicBezTo>
                  <a:close/>
                  <a:moveTo>
                    <a:pt x="62" y="1039"/>
                  </a:moveTo>
                  <a:cubicBezTo>
                    <a:pt x="61" y="1036"/>
                    <a:pt x="60" y="1034"/>
                    <a:pt x="57" y="1032"/>
                  </a:cubicBezTo>
                  <a:cubicBezTo>
                    <a:pt x="57" y="1035"/>
                    <a:pt x="61" y="1046"/>
                    <a:pt x="62" y="1039"/>
                  </a:cubicBezTo>
                  <a:close/>
                  <a:moveTo>
                    <a:pt x="77" y="1095"/>
                  </a:moveTo>
                  <a:cubicBezTo>
                    <a:pt x="82" y="1101"/>
                    <a:pt x="83" y="1111"/>
                    <a:pt x="87" y="1117"/>
                  </a:cubicBezTo>
                  <a:cubicBezTo>
                    <a:pt x="124" y="1184"/>
                    <a:pt x="126" y="1187"/>
                    <a:pt x="128" y="1190"/>
                  </a:cubicBezTo>
                  <a:cubicBezTo>
                    <a:pt x="146" y="1213"/>
                    <a:pt x="141" y="1224"/>
                    <a:pt x="145" y="1225"/>
                  </a:cubicBezTo>
                  <a:cubicBezTo>
                    <a:pt x="170" y="1271"/>
                    <a:pt x="171" y="1275"/>
                    <a:pt x="176" y="1276"/>
                  </a:cubicBezTo>
                  <a:cubicBezTo>
                    <a:pt x="198" y="1315"/>
                    <a:pt x="204" y="1320"/>
                    <a:pt x="206" y="1329"/>
                  </a:cubicBezTo>
                  <a:cubicBezTo>
                    <a:pt x="220" y="1358"/>
                    <a:pt x="231" y="1358"/>
                    <a:pt x="229" y="1371"/>
                  </a:cubicBezTo>
                  <a:cubicBezTo>
                    <a:pt x="241" y="1386"/>
                    <a:pt x="240" y="1376"/>
                    <a:pt x="239" y="1366"/>
                  </a:cubicBezTo>
                  <a:cubicBezTo>
                    <a:pt x="220" y="1308"/>
                    <a:pt x="214" y="1302"/>
                    <a:pt x="213" y="1291"/>
                  </a:cubicBezTo>
                  <a:cubicBezTo>
                    <a:pt x="199" y="1268"/>
                    <a:pt x="202" y="1260"/>
                    <a:pt x="198" y="1258"/>
                  </a:cubicBezTo>
                  <a:cubicBezTo>
                    <a:pt x="180" y="1215"/>
                    <a:pt x="168" y="1215"/>
                    <a:pt x="168" y="1203"/>
                  </a:cubicBezTo>
                  <a:cubicBezTo>
                    <a:pt x="145" y="1172"/>
                    <a:pt x="150" y="1162"/>
                    <a:pt x="143" y="1163"/>
                  </a:cubicBezTo>
                  <a:cubicBezTo>
                    <a:pt x="113" y="1114"/>
                    <a:pt x="107" y="1108"/>
                    <a:pt x="105" y="1100"/>
                  </a:cubicBezTo>
                  <a:cubicBezTo>
                    <a:pt x="89" y="1081"/>
                    <a:pt x="86" y="1078"/>
                    <a:pt x="85" y="1075"/>
                  </a:cubicBezTo>
                  <a:cubicBezTo>
                    <a:pt x="71" y="1059"/>
                    <a:pt x="73" y="1055"/>
                    <a:pt x="70" y="1054"/>
                  </a:cubicBezTo>
                  <a:close/>
                  <a:moveTo>
                    <a:pt x="332" y="1623"/>
                  </a:moveTo>
                  <a:cubicBezTo>
                    <a:pt x="339" y="1624"/>
                    <a:pt x="330" y="1609"/>
                    <a:pt x="337" y="1610"/>
                  </a:cubicBezTo>
                  <a:cubicBezTo>
                    <a:pt x="359" y="1560"/>
                    <a:pt x="356" y="1544"/>
                    <a:pt x="365" y="1540"/>
                  </a:cubicBezTo>
                  <a:cubicBezTo>
                    <a:pt x="401" y="1455"/>
                    <a:pt x="401" y="1449"/>
                    <a:pt x="402" y="1444"/>
                  </a:cubicBezTo>
                  <a:cubicBezTo>
                    <a:pt x="418" y="1396"/>
                    <a:pt x="424" y="1396"/>
                    <a:pt x="425" y="1391"/>
                  </a:cubicBezTo>
                  <a:cubicBezTo>
                    <a:pt x="450" y="1344"/>
                    <a:pt x="454" y="1335"/>
                    <a:pt x="458" y="1326"/>
                  </a:cubicBezTo>
                  <a:cubicBezTo>
                    <a:pt x="490" y="1276"/>
                    <a:pt x="490" y="1269"/>
                    <a:pt x="493" y="1265"/>
                  </a:cubicBezTo>
                  <a:cubicBezTo>
                    <a:pt x="508" y="1240"/>
                    <a:pt x="511" y="1239"/>
                    <a:pt x="513" y="1238"/>
                  </a:cubicBezTo>
                  <a:cubicBezTo>
                    <a:pt x="521" y="1225"/>
                    <a:pt x="520" y="1221"/>
                    <a:pt x="523" y="1220"/>
                  </a:cubicBezTo>
                  <a:cubicBezTo>
                    <a:pt x="527" y="1215"/>
                    <a:pt x="518" y="1212"/>
                    <a:pt x="520" y="1220"/>
                  </a:cubicBezTo>
                  <a:cubicBezTo>
                    <a:pt x="481" y="1266"/>
                    <a:pt x="469" y="1280"/>
                    <a:pt x="460" y="1296"/>
                  </a:cubicBezTo>
                  <a:cubicBezTo>
                    <a:pt x="412" y="1376"/>
                    <a:pt x="407" y="1384"/>
                    <a:pt x="405" y="1394"/>
                  </a:cubicBezTo>
                  <a:cubicBezTo>
                    <a:pt x="376" y="1447"/>
                    <a:pt x="378" y="1450"/>
                    <a:pt x="377" y="1452"/>
                  </a:cubicBezTo>
                  <a:cubicBezTo>
                    <a:pt x="371" y="1467"/>
                    <a:pt x="366" y="1465"/>
                    <a:pt x="367" y="1472"/>
                  </a:cubicBezTo>
                  <a:cubicBezTo>
                    <a:pt x="344" y="1511"/>
                    <a:pt x="348" y="1521"/>
                    <a:pt x="342" y="1522"/>
                  </a:cubicBezTo>
                  <a:cubicBezTo>
                    <a:pt x="323" y="1591"/>
                    <a:pt x="318" y="1593"/>
                    <a:pt x="317" y="1598"/>
                  </a:cubicBezTo>
                  <a:cubicBezTo>
                    <a:pt x="309" y="1646"/>
                    <a:pt x="309" y="1656"/>
                    <a:pt x="309" y="1666"/>
                  </a:cubicBezTo>
                  <a:close/>
                  <a:moveTo>
                    <a:pt x="115" y="1273"/>
                  </a:moveTo>
                  <a:cubicBezTo>
                    <a:pt x="122" y="1281"/>
                    <a:pt x="126" y="1292"/>
                    <a:pt x="130" y="1301"/>
                  </a:cubicBezTo>
                  <a:cubicBezTo>
                    <a:pt x="136" y="1302"/>
                    <a:pt x="130" y="1315"/>
                    <a:pt x="138" y="1314"/>
                  </a:cubicBezTo>
                  <a:cubicBezTo>
                    <a:pt x="137" y="1322"/>
                    <a:pt x="142" y="1324"/>
                    <a:pt x="145" y="1329"/>
                  </a:cubicBezTo>
                  <a:cubicBezTo>
                    <a:pt x="152" y="1351"/>
                    <a:pt x="166" y="1365"/>
                    <a:pt x="176" y="1384"/>
                  </a:cubicBezTo>
                  <a:cubicBezTo>
                    <a:pt x="182" y="1392"/>
                    <a:pt x="186" y="1402"/>
                    <a:pt x="193" y="1409"/>
                  </a:cubicBezTo>
                  <a:cubicBezTo>
                    <a:pt x="198" y="1412"/>
                    <a:pt x="198" y="1418"/>
                    <a:pt x="201" y="1422"/>
                  </a:cubicBezTo>
                  <a:cubicBezTo>
                    <a:pt x="204" y="1426"/>
                    <a:pt x="207" y="1431"/>
                    <a:pt x="211" y="1434"/>
                  </a:cubicBezTo>
                  <a:cubicBezTo>
                    <a:pt x="214" y="1446"/>
                    <a:pt x="223" y="1451"/>
                    <a:pt x="226" y="1462"/>
                  </a:cubicBezTo>
                  <a:cubicBezTo>
                    <a:pt x="229" y="1467"/>
                    <a:pt x="233" y="1470"/>
                    <a:pt x="236" y="1475"/>
                  </a:cubicBezTo>
                  <a:cubicBezTo>
                    <a:pt x="241" y="1475"/>
                    <a:pt x="241" y="1491"/>
                    <a:pt x="246" y="1482"/>
                  </a:cubicBezTo>
                  <a:cubicBezTo>
                    <a:pt x="241" y="1479"/>
                    <a:pt x="241" y="1471"/>
                    <a:pt x="239" y="1464"/>
                  </a:cubicBezTo>
                  <a:cubicBezTo>
                    <a:pt x="234" y="1460"/>
                    <a:pt x="231" y="1455"/>
                    <a:pt x="229" y="1449"/>
                  </a:cubicBezTo>
                  <a:cubicBezTo>
                    <a:pt x="229" y="1447"/>
                    <a:pt x="229" y="1444"/>
                    <a:pt x="229" y="1442"/>
                  </a:cubicBezTo>
                  <a:cubicBezTo>
                    <a:pt x="221" y="1436"/>
                    <a:pt x="220" y="1425"/>
                    <a:pt x="214" y="1419"/>
                  </a:cubicBezTo>
                  <a:cubicBezTo>
                    <a:pt x="216" y="1411"/>
                    <a:pt x="210" y="1411"/>
                    <a:pt x="208" y="1407"/>
                  </a:cubicBezTo>
                  <a:cubicBezTo>
                    <a:pt x="205" y="1404"/>
                    <a:pt x="205" y="1397"/>
                    <a:pt x="201" y="1394"/>
                  </a:cubicBezTo>
                  <a:cubicBezTo>
                    <a:pt x="197" y="1385"/>
                    <a:pt x="194" y="1376"/>
                    <a:pt x="186" y="1371"/>
                  </a:cubicBezTo>
                  <a:cubicBezTo>
                    <a:pt x="182" y="1362"/>
                    <a:pt x="179" y="1352"/>
                    <a:pt x="171" y="1346"/>
                  </a:cubicBezTo>
                  <a:cubicBezTo>
                    <a:pt x="166" y="1338"/>
                    <a:pt x="163" y="1329"/>
                    <a:pt x="156" y="1324"/>
                  </a:cubicBezTo>
                  <a:cubicBezTo>
                    <a:pt x="157" y="1316"/>
                    <a:pt x="149" y="1319"/>
                    <a:pt x="151" y="1311"/>
                  </a:cubicBezTo>
                  <a:cubicBezTo>
                    <a:pt x="147" y="1311"/>
                    <a:pt x="145" y="1310"/>
                    <a:pt x="145" y="1306"/>
                  </a:cubicBezTo>
                  <a:cubicBezTo>
                    <a:pt x="145" y="1303"/>
                    <a:pt x="141" y="1304"/>
                    <a:pt x="140" y="1301"/>
                  </a:cubicBezTo>
                  <a:cubicBezTo>
                    <a:pt x="139" y="1290"/>
                    <a:pt x="129" y="1287"/>
                    <a:pt x="128" y="1276"/>
                  </a:cubicBezTo>
                  <a:cubicBezTo>
                    <a:pt x="119" y="1278"/>
                    <a:pt x="126" y="1265"/>
                    <a:pt x="118" y="1266"/>
                  </a:cubicBezTo>
                  <a:cubicBezTo>
                    <a:pt x="118" y="1262"/>
                    <a:pt x="117" y="1260"/>
                    <a:pt x="115" y="1258"/>
                  </a:cubicBezTo>
                  <a:cubicBezTo>
                    <a:pt x="112" y="1258"/>
                    <a:pt x="111" y="1255"/>
                    <a:pt x="110" y="1258"/>
                  </a:cubicBezTo>
                  <a:cubicBezTo>
                    <a:pt x="114" y="1261"/>
                    <a:pt x="115" y="1267"/>
                    <a:pt x="115" y="1273"/>
                  </a:cubicBezTo>
                  <a:close/>
                  <a:moveTo>
                    <a:pt x="427" y="1331"/>
                  </a:moveTo>
                  <a:cubicBezTo>
                    <a:pt x="427" y="1327"/>
                    <a:pt x="436" y="1326"/>
                    <a:pt x="430" y="1323"/>
                  </a:cubicBezTo>
                  <a:cubicBezTo>
                    <a:pt x="422" y="1329"/>
                    <a:pt x="427" y="1338"/>
                    <a:pt x="427" y="1331"/>
                  </a:cubicBezTo>
                  <a:close/>
                  <a:moveTo>
                    <a:pt x="402" y="1371"/>
                  </a:moveTo>
                  <a:cubicBezTo>
                    <a:pt x="394" y="1377"/>
                    <a:pt x="392" y="1390"/>
                    <a:pt x="385" y="1396"/>
                  </a:cubicBezTo>
                  <a:cubicBezTo>
                    <a:pt x="374" y="1414"/>
                    <a:pt x="363" y="1432"/>
                    <a:pt x="357" y="1454"/>
                  </a:cubicBezTo>
                  <a:cubicBezTo>
                    <a:pt x="353" y="1459"/>
                    <a:pt x="347" y="1461"/>
                    <a:pt x="347" y="1469"/>
                  </a:cubicBezTo>
                  <a:cubicBezTo>
                    <a:pt x="342" y="1473"/>
                    <a:pt x="341" y="1480"/>
                    <a:pt x="337" y="1485"/>
                  </a:cubicBezTo>
                  <a:cubicBezTo>
                    <a:pt x="333" y="1498"/>
                    <a:pt x="325" y="1508"/>
                    <a:pt x="322" y="1522"/>
                  </a:cubicBezTo>
                  <a:cubicBezTo>
                    <a:pt x="321" y="1526"/>
                    <a:pt x="319" y="1527"/>
                    <a:pt x="322" y="1530"/>
                  </a:cubicBezTo>
                  <a:cubicBezTo>
                    <a:pt x="319" y="1531"/>
                    <a:pt x="317" y="1533"/>
                    <a:pt x="317" y="1537"/>
                  </a:cubicBezTo>
                  <a:cubicBezTo>
                    <a:pt x="313" y="1542"/>
                    <a:pt x="314" y="1551"/>
                    <a:pt x="309" y="1555"/>
                  </a:cubicBezTo>
                  <a:cubicBezTo>
                    <a:pt x="307" y="1561"/>
                    <a:pt x="308" y="1570"/>
                    <a:pt x="304" y="1575"/>
                  </a:cubicBezTo>
                  <a:cubicBezTo>
                    <a:pt x="303" y="1580"/>
                    <a:pt x="298" y="1594"/>
                    <a:pt x="304" y="1598"/>
                  </a:cubicBezTo>
                  <a:cubicBezTo>
                    <a:pt x="320" y="1574"/>
                    <a:pt x="321" y="1536"/>
                    <a:pt x="337" y="1512"/>
                  </a:cubicBezTo>
                  <a:cubicBezTo>
                    <a:pt x="341" y="1497"/>
                    <a:pt x="349" y="1486"/>
                    <a:pt x="354" y="1472"/>
                  </a:cubicBezTo>
                  <a:cubicBezTo>
                    <a:pt x="359" y="1472"/>
                    <a:pt x="356" y="1463"/>
                    <a:pt x="359" y="1462"/>
                  </a:cubicBezTo>
                  <a:cubicBezTo>
                    <a:pt x="361" y="1458"/>
                    <a:pt x="363" y="1456"/>
                    <a:pt x="365" y="1452"/>
                  </a:cubicBezTo>
                  <a:cubicBezTo>
                    <a:pt x="369" y="1446"/>
                    <a:pt x="371" y="1438"/>
                    <a:pt x="372" y="1429"/>
                  </a:cubicBezTo>
                  <a:cubicBezTo>
                    <a:pt x="377" y="1429"/>
                    <a:pt x="374" y="1421"/>
                    <a:pt x="380" y="1422"/>
                  </a:cubicBezTo>
                  <a:cubicBezTo>
                    <a:pt x="381" y="1417"/>
                    <a:pt x="381" y="1411"/>
                    <a:pt x="385" y="1409"/>
                  </a:cubicBezTo>
                  <a:cubicBezTo>
                    <a:pt x="388" y="1401"/>
                    <a:pt x="392" y="1393"/>
                    <a:pt x="395" y="1384"/>
                  </a:cubicBezTo>
                  <a:cubicBezTo>
                    <a:pt x="401" y="1379"/>
                    <a:pt x="404" y="1371"/>
                    <a:pt x="407" y="1364"/>
                  </a:cubicBezTo>
                  <a:cubicBezTo>
                    <a:pt x="411" y="1361"/>
                    <a:pt x="412" y="1357"/>
                    <a:pt x="415" y="1354"/>
                  </a:cubicBezTo>
                  <a:cubicBezTo>
                    <a:pt x="414" y="1350"/>
                    <a:pt x="423" y="1344"/>
                    <a:pt x="417" y="1344"/>
                  </a:cubicBezTo>
                  <a:cubicBezTo>
                    <a:pt x="414" y="1355"/>
                    <a:pt x="403" y="1358"/>
                    <a:pt x="402" y="1371"/>
                  </a:cubicBezTo>
                  <a:close/>
                  <a:moveTo>
                    <a:pt x="483" y="1406"/>
                  </a:moveTo>
                  <a:cubicBezTo>
                    <a:pt x="475" y="1408"/>
                    <a:pt x="479" y="1423"/>
                    <a:pt x="470" y="1424"/>
                  </a:cubicBezTo>
                  <a:cubicBezTo>
                    <a:pt x="466" y="1429"/>
                    <a:pt x="467" y="1440"/>
                    <a:pt x="460" y="1442"/>
                  </a:cubicBezTo>
                  <a:cubicBezTo>
                    <a:pt x="460" y="1452"/>
                    <a:pt x="454" y="1456"/>
                    <a:pt x="450" y="1462"/>
                  </a:cubicBezTo>
                  <a:cubicBezTo>
                    <a:pt x="449" y="1483"/>
                    <a:pt x="435" y="1492"/>
                    <a:pt x="433" y="1512"/>
                  </a:cubicBezTo>
                  <a:cubicBezTo>
                    <a:pt x="425" y="1516"/>
                    <a:pt x="426" y="1527"/>
                    <a:pt x="422" y="1535"/>
                  </a:cubicBezTo>
                  <a:cubicBezTo>
                    <a:pt x="425" y="1543"/>
                    <a:pt x="419" y="1543"/>
                    <a:pt x="417" y="1547"/>
                  </a:cubicBezTo>
                  <a:cubicBezTo>
                    <a:pt x="425" y="1550"/>
                    <a:pt x="412" y="1551"/>
                    <a:pt x="415" y="1557"/>
                  </a:cubicBezTo>
                  <a:cubicBezTo>
                    <a:pt x="410" y="1558"/>
                    <a:pt x="413" y="1566"/>
                    <a:pt x="410" y="1568"/>
                  </a:cubicBezTo>
                  <a:cubicBezTo>
                    <a:pt x="412" y="1575"/>
                    <a:pt x="403" y="1572"/>
                    <a:pt x="405" y="1580"/>
                  </a:cubicBezTo>
                  <a:cubicBezTo>
                    <a:pt x="402" y="1583"/>
                    <a:pt x="402" y="1589"/>
                    <a:pt x="400" y="1593"/>
                  </a:cubicBezTo>
                  <a:cubicBezTo>
                    <a:pt x="398" y="1597"/>
                    <a:pt x="399" y="1603"/>
                    <a:pt x="395" y="1605"/>
                  </a:cubicBezTo>
                  <a:cubicBezTo>
                    <a:pt x="395" y="1616"/>
                    <a:pt x="389" y="1621"/>
                    <a:pt x="387" y="1630"/>
                  </a:cubicBezTo>
                  <a:cubicBezTo>
                    <a:pt x="386" y="1635"/>
                    <a:pt x="386" y="1641"/>
                    <a:pt x="382" y="1643"/>
                  </a:cubicBezTo>
                  <a:cubicBezTo>
                    <a:pt x="384" y="1648"/>
                    <a:pt x="375" y="1654"/>
                    <a:pt x="382" y="1656"/>
                  </a:cubicBezTo>
                  <a:cubicBezTo>
                    <a:pt x="386" y="1646"/>
                    <a:pt x="390" y="1637"/>
                    <a:pt x="395" y="1628"/>
                  </a:cubicBezTo>
                  <a:cubicBezTo>
                    <a:pt x="397" y="1623"/>
                    <a:pt x="401" y="1621"/>
                    <a:pt x="402" y="1615"/>
                  </a:cubicBezTo>
                  <a:cubicBezTo>
                    <a:pt x="402" y="1608"/>
                    <a:pt x="410" y="1608"/>
                    <a:pt x="407" y="1598"/>
                  </a:cubicBezTo>
                  <a:cubicBezTo>
                    <a:pt x="417" y="1594"/>
                    <a:pt x="412" y="1576"/>
                    <a:pt x="422" y="1573"/>
                  </a:cubicBezTo>
                  <a:cubicBezTo>
                    <a:pt x="425" y="1568"/>
                    <a:pt x="422" y="1559"/>
                    <a:pt x="430" y="1560"/>
                  </a:cubicBezTo>
                  <a:cubicBezTo>
                    <a:pt x="430" y="1552"/>
                    <a:pt x="430" y="1545"/>
                    <a:pt x="438" y="1545"/>
                  </a:cubicBezTo>
                  <a:cubicBezTo>
                    <a:pt x="436" y="1537"/>
                    <a:pt x="439" y="1533"/>
                    <a:pt x="440" y="1527"/>
                  </a:cubicBezTo>
                  <a:cubicBezTo>
                    <a:pt x="446" y="1526"/>
                    <a:pt x="443" y="1516"/>
                    <a:pt x="448" y="1515"/>
                  </a:cubicBezTo>
                  <a:cubicBezTo>
                    <a:pt x="450" y="1503"/>
                    <a:pt x="457" y="1495"/>
                    <a:pt x="460" y="1484"/>
                  </a:cubicBezTo>
                  <a:cubicBezTo>
                    <a:pt x="465" y="1483"/>
                    <a:pt x="462" y="1473"/>
                    <a:pt x="468" y="1472"/>
                  </a:cubicBezTo>
                  <a:cubicBezTo>
                    <a:pt x="469" y="1465"/>
                    <a:pt x="471" y="1460"/>
                    <a:pt x="475" y="1457"/>
                  </a:cubicBezTo>
                  <a:cubicBezTo>
                    <a:pt x="478" y="1446"/>
                    <a:pt x="485" y="1438"/>
                    <a:pt x="488" y="1427"/>
                  </a:cubicBezTo>
                  <a:cubicBezTo>
                    <a:pt x="492" y="1421"/>
                    <a:pt x="490" y="1410"/>
                    <a:pt x="493" y="1404"/>
                  </a:cubicBezTo>
                  <a:cubicBezTo>
                    <a:pt x="491" y="1399"/>
                    <a:pt x="496" y="1387"/>
                    <a:pt x="490" y="1386"/>
                  </a:cubicBezTo>
                  <a:cubicBezTo>
                    <a:pt x="490" y="1395"/>
                    <a:pt x="483" y="1398"/>
                    <a:pt x="483" y="1406"/>
                  </a:cubicBezTo>
                  <a:close/>
                  <a:moveTo>
                    <a:pt x="415" y="1444"/>
                  </a:moveTo>
                  <a:cubicBezTo>
                    <a:pt x="417" y="1454"/>
                    <a:pt x="421" y="1430"/>
                    <a:pt x="417" y="1439"/>
                  </a:cubicBezTo>
                  <a:cubicBezTo>
                    <a:pt x="417" y="1441"/>
                    <a:pt x="414" y="1440"/>
                    <a:pt x="415" y="1444"/>
                  </a:cubicBezTo>
                  <a:close/>
                  <a:moveTo>
                    <a:pt x="402" y="1477"/>
                  </a:moveTo>
                  <a:cubicBezTo>
                    <a:pt x="397" y="1479"/>
                    <a:pt x="396" y="1484"/>
                    <a:pt x="395" y="1490"/>
                  </a:cubicBezTo>
                  <a:cubicBezTo>
                    <a:pt x="400" y="1488"/>
                    <a:pt x="398" y="1478"/>
                    <a:pt x="405" y="1477"/>
                  </a:cubicBezTo>
                  <a:cubicBezTo>
                    <a:pt x="403" y="1470"/>
                    <a:pt x="408" y="1470"/>
                    <a:pt x="407" y="1464"/>
                  </a:cubicBezTo>
                  <a:cubicBezTo>
                    <a:pt x="409" y="1464"/>
                    <a:pt x="410" y="1462"/>
                    <a:pt x="410" y="1459"/>
                  </a:cubicBezTo>
                  <a:cubicBezTo>
                    <a:pt x="410" y="1456"/>
                    <a:pt x="413" y="1455"/>
                    <a:pt x="410" y="1454"/>
                  </a:cubicBezTo>
                  <a:cubicBezTo>
                    <a:pt x="407" y="1461"/>
                    <a:pt x="402" y="1467"/>
                    <a:pt x="402" y="1477"/>
                  </a:cubicBezTo>
                  <a:close/>
                  <a:moveTo>
                    <a:pt x="470" y="1484"/>
                  </a:moveTo>
                  <a:cubicBezTo>
                    <a:pt x="470" y="1498"/>
                    <a:pt x="461" y="1502"/>
                    <a:pt x="460" y="1515"/>
                  </a:cubicBezTo>
                  <a:cubicBezTo>
                    <a:pt x="437" y="1576"/>
                    <a:pt x="431" y="1575"/>
                    <a:pt x="430" y="1580"/>
                  </a:cubicBezTo>
                  <a:cubicBezTo>
                    <a:pt x="411" y="1635"/>
                    <a:pt x="400" y="1637"/>
                    <a:pt x="397" y="1648"/>
                  </a:cubicBezTo>
                  <a:cubicBezTo>
                    <a:pt x="386" y="1684"/>
                    <a:pt x="383" y="1687"/>
                    <a:pt x="382" y="1693"/>
                  </a:cubicBezTo>
                  <a:cubicBezTo>
                    <a:pt x="371" y="1730"/>
                    <a:pt x="371" y="1738"/>
                    <a:pt x="367" y="1741"/>
                  </a:cubicBezTo>
                  <a:cubicBezTo>
                    <a:pt x="361" y="1788"/>
                    <a:pt x="357" y="1799"/>
                    <a:pt x="362" y="1799"/>
                  </a:cubicBezTo>
                  <a:cubicBezTo>
                    <a:pt x="379" y="1754"/>
                    <a:pt x="376" y="1747"/>
                    <a:pt x="380" y="1746"/>
                  </a:cubicBezTo>
                  <a:cubicBezTo>
                    <a:pt x="391" y="1697"/>
                    <a:pt x="403" y="1699"/>
                    <a:pt x="400" y="1688"/>
                  </a:cubicBezTo>
                  <a:cubicBezTo>
                    <a:pt x="430" y="1632"/>
                    <a:pt x="427" y="1621"/>
                    <a:pt x="433" y="1618"/>
                  </a:cubicBezTo>
                  <a:cubicBezTo>
                    <a:pt x="459" y="1557"/>
                    <a:pt x="462" y="1552"/>
                    <a:pt x="465" y="1547"/>
                  </a:cubicBezTo>
                  <a:cubicBezTo>
                    <a:pt x="482" y="1493"/>
                    <a:pt x="477" y="1484"/>
                    <a:pt x="483" y="1484"/>
                  </a:cubicBezTo>
                  <a:close/>
                  <a:moveTo>
                    <a:pt x="166" y="1522"/>
                  </a:moveTo>
                  <a:cubicBezTo>
                    <a:pt x="169" y="1533"/>
                    <a:pt x="177" y="1538"/>
                    <a:pt x="181" y="1548"/>
                  </a:cubicBezTo>
                  <a:cubicBezTo>
                    <a:pt x="187" y="1555"/>
                    <a:pt x="191" y="1564"/>
                    <a:pt x="199" y="1570"/>
                  </a:cubicBezTo>
                  <a:cubicBezTo>
                    <a:pt x="197" y="1578"/>
                    <a:pt x="205" y="1577"/>
                    <a:pt x="206" y="1583"/>
                  </a:cubicBezTo>
                  <a:cubicBezTo>
                    <a:pt x="209" y="1583"/>
                    <a:pt x="208" y="1587"/>
                    <a:pt x="211" y="1588"/>
                  </a:cubicBezTo>
                  <a:cubicBezTo>
                    <a:pt x="210" y="1593"/>
                    <a:pt x="215" y="1593"/>
                    <a:pt x="216" y="1595"/>
                  </a:cubicBezTo>
                  <a:cubicBezTo>
                    <a:pt x="220" y="1604"/>
                    <a:pt x="227" y="1611"/>
                    <a:pt x="234" y="1618"/>
                  </a:cubicBezTo>
                  <a:cubicBezTo>
                    <a:pt x="240" y="1626"/>
                    <a:pt x="247" y="1633"/>
                    <a:pt x="254" y="1641"/>
                  </a:cubicBezTo>
                  <a:cubicBezTo>
                    <a:pt x="260" y="1648"/>
                    <a:pt x="265" y="1657"/>
                    <a:pt x="272" y="1663"/>
                  </a:cubicBezTo>
                  <a:cubicBezTo>
                    <a:pt x="275" y="1667"/>
                    <a:pt x="278" y="1670"/>
                    <a:pt x="282" y="1673"/>
                  </a:cubicBezTo>
                  <a:cubicBezTo>
                    <a:pt x="283" y="1680"/>
                    <a:pt x="288" y="1682"/>
                    <a:pt x="292" y="1686"/>
                  </a:cubicBezTo>
                  <a:cubicBezTo>
                    <a:pt x="293" y="1695"/>
                    <a:pt x="300" y="1698"/>
                    <a:pt x="302" y="1706"/>
                  </a:cubicBezTo>
                  <a:cubicBezTo>
                    <a:pt x="309" y="1709"/>
                    <a:pt x="309" y="1719"/>
                    <a:pt x="317" y="1721"/>
                  </a:cubicBezTo>
                  <a:cubicBezTo>
                    <a:pt x="317" y="1715"/>
                    <a:pt x="317" y="1709"/>
                    <a:pt x="314" y="1706"/>
                  </a:cubicBezTo>
                  <a:cubicBezTo>
                    <a:pt x="311" y="1705"/>
                    <a:pt x="313" y="1703"/>
                    <a:pt x="314" y="1701"/>
                  </a:cubicBezTo>
                  <a:cubicBezTo>
                    <a:pt x="311" y="1701"/>
                    <a:pt x="312" y="1697"/>
                    <a:pt x="312" y="1693"/>
                  </a:cubicBezTo>
                  <a:cubicBezTo>
                    <a:pt x="303" y="1693"/>
                    <a:pt x="307" y="1680"/>
                    <a:pt x="299" y="1678"/>
                  </a:cubicBezTo>
                  <a:cubicBezTo>
                    <a:pt x="302" y="1670"/>
                    <a:pt x="291" y="1676"/>
                    <a:pt x="294" y="1668"/>
                  </a:cubicBezTo>
                  <a:cubicBezTo>
                    <a:pt x="293" y="1665"/>
                    <a:pt x="290" y="1662"/>
                    <a:pt x="287" y="1661"/>
                  </a:cubicBezTo>
                  <a:cubicBezTo>
                    <a:pt x="281" y="1646"/>
                    <a:pt x="269" y="1638"/>
                    <a:pt x="264" y="1623"/>
                  </a:cubicBezTo>
                  <a:cubicBezTo>
                    <a:pt x="254" y="1618"/>
                    <a:pt x="249" y="1607"/>
                    <a:pt x="241" y="1600"/>
                  </a:cubicBezTo>
                  <a:cubicBezTo>
                    <a:pt x="239" y="1595"/>
                    <a:pt x="235" y="1592"/>
                    <a:pt x="231" y="1588"/>
                  </a:cubicBezTo>
                  <a:cubicBezTo>
                    <a:pt x="227" y="1584"/>
                    <a:pt x="225" y="1577"/>
                    <a:pt x="219" y="1575"/>
                  </a:cubicBezTo>
                  <a:cubicBezTo>
                    <a:pt x="215" y="1571"/>
                    <a:pt x="210" y="1568"/>
                    <a:pt x="209" y="1563"/>
                  </a:cubicBezTo>
                  <a:cubicBezTo>
                    <a:pt x="203" y="1560"/>
                    <a:pt x="199" y="1555"/>
                    <a:pt x="196" y="1550"/>
                  </a:cubicBezTo>
                  <a:cubicBezTo>
                    <a:pt x="188" y="1542"/>
                    <a:pt x="180" y="1534"/>
                    <a:pt x="171" y="1527"/>
                  </a:cubicBezTo>
                  <a:cubicBezTo>
                    <a:pt x="171" y="1518"/>
                    <a:pt x="164" y="1516"/>
                    <a:pt x="161" y="1510"/>
                  </a:cubicBezTo>
                  <a:cubicBezTo>
                    <a:pt x="160" y="1506"/>
                    <a:pt x="157" y="1506"/>
                    <a:pt x="156" y="1502"/>
                  </a:cubicBezTo>
                  <a:cubicBezTo>
                    <a:pt x="152" y="1504"/>
                    <a:pt x="150" y="1492"/>
                    <a:pt x="148" y="1500"/>
                  </a:cubicBezTo>
                  <a:cubicBezTo>
                    <a:pt x="157" y="1504"/>
                    <a:pt x="157" y="1518"/>
                    <a:pt x="166" y="1522"/>
                  </a:cubicBezTo>
                  <a:close/>
                  <a:moveTo>
                    <a:pt x="465" y="1575"/>
                  </a:moveTo>
                  <a:cubicBezTo>
                    <a:pt x="457" y="1583"/>
                    <a:pt x="454" y="1598"/>
                    <a:pt x="448" y="1608"/>
                  </a:cubicBezTo>
                  <a:cubicBezTo>
                    <a:pt x="445" y="1613"/>
                    <a:pt x="444" y="1620"/>
                    <a:pt x="440" y="1625"/>
                  </a:cubicBezTo>
                  <a:cubicBezTo>
                    <a:pt x="437" y="1631"/>
                    <a:pt x="440" y="1642"/>
                    <a:pt x="433" y="1643"/>
                  </a:cubicBezTo>
                  <a:cubicBezTo>
                    <a:pt x="434" y="1653"/>
                    <a:pt x="426" y="1653"/>
                    <a:pt x="425" y="1661"/>
                  </a:cubicBezTo>
                  <a:cubicBezTo>
                    <a:pt x="424" y="1668"/>
                    <a:pt x="419" y="1671"/>
                    <a:pt x="418" y="1678"/>
                  </a:cubicBezTo>
                  <a:cubicBezTo>
                    <a:pt x="414" y="1683"/>
                    <a:pt x="413" y="1690"/>
                    <a:pt x="410" y="1696"/>
                  </a:cubicBezTo>
                  <a:cubicBezTo>
                    <a:pt x="405" y="1696"/>
                    <a:pt x="411" y="1700"/>
                    <a:pt x="407" y="1701"/>
                  </a:cubicBezTo>
                  <a:cubicBezTo>
                    <a:pt x="407" y="1704"/>
                    <a:pt x="404" y="1705"/>
                    <a:pt x="407" y="1708"/>
                  </a:cubicBezTo>
                  <a:cubicBezTo>
                    <a:pt x="401" y="1710"/>
                    <a:pt x="401" y="1719"/>
                    <a:pt x="397" y="1724"/>
                  </a:cubicBezTo>
                  <a:cubicBezTo>
                    <a:pt x="399" y="1734"/>
                    <a:pt x="389" y="1732"/>
                    <a:pt x="392" y="1744"/>
                  </a:cubicBezTo>
                  <a:cubicBezTo>
                    <a:pt x="390" y="1749"/>
                    <a:pt x="388" y="1756"/>
                    <a:pt x="385" y="1761"/>
                  </a:cubicBezTo>
                  <a:cubicBezTo>
                    <a:pt x="384" y="1766"/>
                    <a:pt x="376" y="1775"/>
                    <a:pt x="382" y="1779"/>
                  </a:cubicBezTo>
                  <a:cubicBezTo>
                    <a:pt x="389" y="1772"/>
                    <a:pt x="391" y="1760"/>
                    <a:pt x="395" y="1751"/>
                  </a:cubicBezTo>
                  <a:cubicBezTo>
                    <a:pt x="398" y="1741"/>
                    <a:pt x="404" y="1733"/>
                    <a:pt x="405" y="1721"/>
                  </a:cubicBezTo>
                  <a:cubicBezTo>
                    <a:pt x="421" y="1704"/>
                    <a:pt x="428" y="1679"/>
                    <a:pt x="443" y="1661"/>
                  </a:cubicBezTo>
                  <a:cubicBezTo>
                    <a:pt x="445" y="1648"/>
                    <a:pt x="451" y="1638"/>
                    <a:pt x="455" y="1628"/>
                  </a:cubicBezTo>
                  <a:cubicBezTo>
                    <a:pt x="459" y="1624"/>
                    <a:pt x="459" y="1616"/>
                    <a:pt x="463" y="1613"/>
                  </a:cubicBezTo>
                  <a:cubicBezTo>
                    <a:pt x="463" y="1609"/>
                    <a:pt x="464" y="1607"/>
                    <a:pt x="465" y="1605"/>
                  </a:cubicBezTo>
                  <a:cubicBezTo>
                    <a:pt x="469" y="1605"/>
                    <a:pt x="467" y="1598"/>
                    <a:pt x="470" y="1598"/>
                  </a:cubicBezTo>
                  <a:cubicBezTo>
                    <a:pt x="468" y="1588"/>
                    <a:pt x="478" y="1590"/>
                    <a:pt x="475" y="1580"/>
                  </a:cubicBezTo>
                  <a:cubicBezTo>
                    <a:pt x="476" y="1573"/>
                    <a:pt x="480" y="1570"/>
                    <a:pt x="480" y="1562"/>
                  </a:cubicBezTo>
                  <a:cubicBezTo>
                    <a:pt x="485" y="1559"/>
                    <a:pt x="482" y="1549"/>
                    <a:pt x="485" y="1545"/>
                  </a:cubicBezTo>
                  <a:cubicBezTo>
                    <a:pt x="489" y="1540"/>
                    <a:pt x="488" y="1530"/>
                    <a:pt x="490" y="1525"/>
                  </a:cubicBezTo>
                  <a:cubicBezTo>
                    <a:pt x="490" y="1522"/>
                    <a:pt x="490" y="1520"/>
                    <a:pt x="490" y="1517"/>
                  </a:cubicBezTo>
                  <a:cubicBezTo>
                    <a:pt x="490" y="1514"/>
                    <a:pt x="494" y="1513"/>
                    <a:pt x="490" y="1512"/>
                  </a:cubicBezTo>
                  <a:cubicBezTo>
                    <a:pt x="489" y="1508"/>
                    <a:pt x="493" y="1497"/>
                    <a:pt x="488" y="1497"/>
                  </a:cubicBezTo>
                  <a:cubicBezTo>
                    <a:pt x="484" y="1527"/>
                    <a:pt x="474" y="1550"/>
                    <a:pt x="465" y="1575"/>
                  </a:cubicBezTo>
                  <a:close/>
                  <a:moveTo>
                    <a:pt x="337" y="1693"/>
                  </a:moveTo>
                  <a:cubicBezTo>
                    <a:pt x="336" y="1689"/>
                    <a:pt x="340" y="1688"/>
                    <a:pt x="340" y="1683"/>
                  </a:cubicBezTo>
                  <a:cubicBezTo>
                    <a:pt x="340" y="1680"/>
                    <a:pt x="339" y="1674"/>
                    <a:pt x="342" y="1673"/>
                  </a:cubicBezTo>
                  <a:cubicBezTo>
                    <a:pt x="337" y="1663"/>
                    <a:pt x="347" y="1649"/>
                    <a:pt x="347" y="1636"/>
                  </a:cubicBezTo>
                  <a:cubicBezTo>
                    <a:pt x="350" y="1635"/>
                    <a:pt x="350" y="1632"/>
                    <a:pt x="350" y="1628"/>
                  </a:cubicBezTo>
                  <a:cubicBezTo>
                    <a:pt x="350" y="1625"/>
                    <a:pt x="353" y="1623"/>
                    <a:pt x="352" y="1618"/>
                  </a:cubicBezTo>
                  <a:cubicBezTo>
                    <a:pt x="356" y="1613"/>
                    <a:pt x="354" y="1604"/>
                    <a:pt x="357" y="1598"/>
                  </a:cubicBezTo>
                  <a:cubicBezTo>
                    <a:pt x="359" y="1591"/>
                    <a:pt x="360" y="1584"/>
                    <a:pt x="365" y="1580"/>
                  </a:cubicBezTo>
                  <a:cubicBezTo>
                    <a:pt x="369" y="1576"/>
                    <a:pt x="366" y="1565"/>
                    <a:pt x="372" y="1563"/>
                  </a:cubicBezTo>
                  <a:cubicBezTo>
                    <a:pt x="372" y="1557"/>
                    <a:pt x="372" y="1552"/>
                    <a:pt x="372" y="1547"/>
                  </a:cubicBezTo>
                  <a:cubicBezTo>
                    <a:pt x="380" y="1547"/>
                    <a:pt x="370" y="1537"/>
                    <a:pt x="372" y="1547"/>
                  </a:cubicBezTo>
                  <a:cubicBezTo>
                    <a:pt x="368" y="1551"/>
                    <a:pt x="369" y="1560"/>
                    <a:pt x="365" y="1563"/>
                  </a:cubicBezTo>
                  <a:cubicBezTo>
                    <a:pt x="363" y="1568"/>
                    <a:pt x="362" y="1575"/>
                    <a:pt x="360" y="1580"/>
                  </a:cubicBezTo>
                  <a:cubicBezTo>
                    <a:pt x="356" y="1584"/>
                    <a:pt x="357" y="1593"/>
                    <a:pt x="352" y="1595"/>
                  </a:cubicBezTo>
                  <a:cubicBezTo>
                    <a:pt x="352" y="1604"/>
                    <a:pt x="349" y="1609"/>
                    <a:pt x="345" y="1613"/>
                  </a:cubicBezTo>
                  <a:cubicBezTo>
                    <a:pt x="342" y="1647"/>
                    <a:pt x="327" y="1669"/>
                    <a:pt x="330" y="1708"/>
                  </a:cubicBezTo>
                  <a:cubicBezTo>
                    <a:pt x="338" y="1709"/>
                    <a:pt x="334" y="1698"/>
                    <a:pt x="337" y="1693"/>
                  </a:cubicBezTo>
                  <a:close/>
                  <a:moveTo>
                    <a:pt x="299" y="1623"/>
                  </a:moveTo>
                  <a:cubicBezTo>
                    <a:pt x="299" y="1618"/>
                    <a:pt x="306" y="1608"/>
                    <a:pt x="299" y="1605"/>
                  </a:cubicBezTo>
                  <a:cubicBezTo>
                    <a:pt x="299" y="1610"/>
                    <a:pt x="292" y="1620"/>
                    <a:pt x="299" y="1623"/>
                  </a:cubicBezTo>
                  <a:close/>
                  <a:moveTo>
                    <a:pt x="372" y="1678"/>
                  </a:moveTo>
                  <a:cubicBezTo>
                    <a:pt x="367" y="1681"/>
                    <a:pt x="371" y="1692"/>
                    <a:pt x="365" y="1693"/>
                  </a:cubicBezTo>
                  <a:cubicBezTo>
                    <a:pt x="366" y="1702"/>
                    <a:pt x="363" y="1705"/>
                    <a:pt x="362" y="1711"/>
                  </a:cubicBezTo>
                  <a:cubicBezTo>
                    <a:pt x="363" y="1715"/>
                    <a:pt x="355" y="1724"/>
                    <a:pt x="362" y="1726"/>
                  </a:cubicBezTo>
                  <a:cubicBezTo>
                    <a:pt x="367" y="1717"/>
                    <a:pt x="364" y="1701"/>
                    <a:pt x="372" y="1696"/>
                  </a:cubicBezTo>
                  <a:cubicBezTo>
                    <a:pt x="370" y="1686"/>
                    <a:pt x="375" y="1684"/>
                    <a:pt x="375" y="1676"/>
                  </a:cubicBezTo>
                  <a:cubicBezTo>
                    <a:pt x="375" y="1672"/>
                    <a:pt x="386" y="1660"/>
                    <a:pt x="375" y="1661"/>
                  </a:cubicBezTo>
                  <a:cubicBezTo>
                    <a:pt x="376" y="1669"/>
                    <a:pt x="370" y="1670"/>
                    <a:pt x="372" y="1678"/>
                  </a:cubicBezTo>
                  <a:close/>
                  <a:moveTo>
                    <a:pt x="352" y="1776"/>
                  </a:moveTo>
                  <a:cubicBezTo>
                    <a:pt x="352" y="1773"/>
                    <a:pt x="352" y="1770"/>
                    <a:pt x="352" y="1766"/>
                  </a:cubicBezTo>
                  <a:cubicBezTo>
                    <a:pt x="350" y="1766"/>
                    <a:pt x="347" y="1766"/>
                    <a:pt x="345" y="1766"/>
                  </a:cubicBezTo>
                  <a:cubicBezTo>
                    <a:pt x="346" y="1771"/>
                    <a:pt x="346" y="1777"/>
                    <a:pt x="352" y="1776"/>
                  </a:cubicBezTo>
                  <a:close/>
                  <a:moveTo>
                    <a:pt x="375" y="1804"/>
                  </a:moveTo>
                  <a:cubicBezTo>
                    <a:pt x="376" y="1799"/>
                    <a:pt x="383" y="1788"/>
                    <a:pt x="377" y="1784"/>
                  </a:cubicBezTo>
                  <a:cubicBezTo>
                    <a:pt x="378" y="1791"/>
                    <a:pt x="368" y="1799"/>
                    <a:pt x="375" y="1804"/>
                  </a:cubicBezTo>
                  <a:close/>
                </a:path>
              </a:pathLst>
            </a:custGeom>
            <a:solidFill>
              <a:srgbClr val="d0cdbb">
                <a:alpha val="75000"/>
              </a:srgbClr>
            </a:solidFill>
            <a:ln w="0">
              <a:noFill/>
            </a:ln>
          </p:spPr>
          <p:style>
            <a:lnRef idx="0"/>
            <a:fillRef idx="0"/>
            <a:effectRef idx="0"/>
            <a:fontRef idx="minor"/>
          </p:style>
          <p:txBody>
            <a:bodyPr tIns="91440" bIns="91440" anchor="ctr">
              <a:noAutofit/>
            </a:bodyPr>
            <a:p>
              <a:pPr>
                <a:lnSpc>
                  <a:spcPct val="100000"/>
                </a:lnSpc>
                <a:tabLst>
                  <a:tab algn="l" pos="0"/>
                </a:tabLst>
              </a:pPr>
              <a:endParaRPr b="0" lang="en-US" sz="1400" spc="-1" strike="noStrike">
                <a:solidFill>
                  <a:srgbClr val="000000"/>
                </a:solidFill>
                <a:latin typeface="Arial"/>
                <a:ea typeface="Arial"/>
              </a:endParaRPr>
            </a:p>
          </p:txBody>
        </p:sp>
        <p:sp>
          <p:nvSpPr>
            <p:cNvPr id="117" name="Google Shape;53;p13"/>
            <p:cNvSpPr/>
            <p:nvPr/>
          </p:nvSpPr>
          <p:spPr>
            <a:xfrm>
              <a:off x="907920" y="1528200"/>
              <a:ext cx="2507760" cy="3231000"/>
            </a:xfrm>
            <a:custGeom>
              <a:avLst/>
              <a:gdLst>
                <a:gd name="textAreaLeft" fmla="*/ 0 w 2507760"/>
                <a:gd name="textAreaRight" fmla="*/ 2508120 w 2507760"/>
                <a:gd name="textAreaTop" fmla="*/ 0 h 3231000"/>
                <a:gd name="textAreaBottom" fmla="*/ 3231360 h 3231000"/>
              </a:gdLst>
              <a:ahLst/>
              <a:rect l="textAreaLeft" t="textAreaTop" r="textAreaRight" b="textAreaBottom"/>
              <a:pathLst>
                <a:path w="869" h="1495">
                  <a:moveTo>
                    <a:pt x="865" y="156"/>
                  </a:moveTo>
                  <a:cubicBezTo>
                    <a:pt x="856" y="165"/>
                    <a:pt x="851" y="173"/>
                    <a:pt x="844" y="182"/>
                  </a:cubicBezTo>
                  <a:cubicBezTo>
                    <a:pt x="804" y="216"/>
                    <a:pt x="802" y="216"/>
                    <a:pt x="800" y="216"/>
                  </a:cubicBezTo>
                  <a:cubicBezTo>
                    <a:pt x="775" y="232"/>
                    <a:pt x="768" y="237"/>
                    <a:pt x="760" y="239"/>
                  </a:cubicBezTo>
                  <a:cubicBezTo>
                    <a:pt x="699" y="279"/>
                    <a:pt x="696" y="275"/>
                    <a:pt x="693" y="278"/>
                  </a:cubicBezTo>
                  <a:cubicBezTo>
                    <a:pt x="706" y="270"/>
                    <a:pt x="707" y="266"/>
                    <a:pt x="714" y="263"/>
                  </a:cubicBezTo>
                  <a:cubicBezTo>
                    <a:pt x="766" y="230"/>
                    <a:pt x="774" y="225"/>
                    <a:pt x="782" y="219"/>
                  </a:cubicBezTo>
                  <a:cubicBezTo>
                    <a:pt x="830" y="181"/>
                    <a:pt x="830" y="177"/>
                    <a:pt x="834" y="174"/>
                  </a:cubicBezTo>
                  <a:cubicBezTo>
                    <a:pt x="831" y="170"/>
                    <a:pt x="831" y="178"/>
                    <a:pt x="827" y="175"/>
                  </a:cubicBezTo>
                  <a:cubicBezTo>
                    <a:pt x="792" y="205"/>
                    <a:pt x="784" y="209"/>
                    <a:pt x="783" y="213"/>
                  </a:cubicBezTo>
                  <a:cubicBezTo>
                    <a:pt x="763" y="227"/>
                    <a:pt x="760" y="223"/>
                    <a:pt x="757" y="227"/>
                  </a:cubicBezTo>
                  <a:cubicBezTo>
                    <a:pt x="776" y="212"/>
                    <a:pt x="774" y="208"/>
                    <a:pt x="780" y="206"/>
                  </a:cubicBezTo>
                  <a:cubicBezTo>
                    <a:pt x="824" y="164"/>
                    <a:pt x="830" y="160"/>
                    <a:pt x="833" y="155"/>
                  </a:cubicBezTo>
                  <a:cubicBezTo>
                    <a:pt x="806" y="176"/>
                    <a:pt x="797" y="184"/>
                    <a:pt x="788" y="193"/>
                  </a:cubicBezTo>
                  <a:cubicBezTo>
                    <a:pt x="731" y="226"/>
                    <a:pt x="724" y="237"/>
                    <a:pt x="720" y="234"/>
                  </a:cubicBezTo>
                  <a:cubicBezTo>
                    <a:pt x="766" y="194"/>
                    <a:pt x="786" y="180"/>
                    <a:pt x="803" y="159"/>
                  </a:cubicBezTo>
                  <a:cubicBezTo>
                    <a:pt x="785" y="170"/>
                    <a:pt x="775" y="180"/>
                    <a:pt x="763" y="188"/>
                  </a:cubicBezTo>
                  <a:cubicBezTo>
                    <a:pt x="736" y="208"/>
                    <a:pt x="735" y="202"/>
                    <a:pt x="737" y="200"/>
                  </a:cubicBezTo>
                  <a:cubicBezTo>
                    <a:pt x="749" y="181"/>
                    <a:pt x="754" y="177"/>
                    <a:pt x="756" y="172"/>
                  </a:cubicBezTo>
                  <a:cubicBezTo>
                    <a:pt x="787" y="134"/>
                    <a:pt x="791" y="136"/>
                    <a:pt x="790" y="130"/>
                  </a:cubicBezTo>
                  <a:cubicBezTo>
                    <a:pt x="769" y="150"/>
                    <a:pt x="765" y="152"/>
                    <a:pt x="766" y="155"/>
                  </a:cubicBezTo>
                  <a:cubicBezTo>
                    <a:pt x="746" y="174"/>
                    <a:pt x="746" y="170"/>
                    <a:pt x="746" y="169"/>
                  </a:cubicBezTo>
                  <a:cubicBezTo>
                    <a:pt x="748" y="164"/>
                    <a:pt x="752" y="160"/>
                    <a:pt x="752" y="160"/>
                  </a:cubicBezTo>
                  <a:cubicBezTo>
                    <a:pt x="764" y="139"/>
                    <a:pt x="770" y="129"/>
                    <a:pt x="777" y="119"/>
                  </a:cubicBezTo>
                  <a:cubicBezTo>
                    <a:pt x="800" y="82"/>
                    <a:pt x="812" y="81"/>
                    <a:pt x="808" y="77"/>
                  </a:cubicBezTo>
                  <a:cubicBezTo>
                    <a:pt x="770" y="123"/>
                    <a:pt x="765" y="125"/>
                    <a:pt x="763" y="127"/>
                  </a:cubicBezTo>
                  <a:cubicBezTo>
                    <a:pt x="747" y="156"/>
                    <a:pt x="743" y="161"/>
                    <a:pt x="740" y="166"/>
                  </a:cubicBezTo>
                  <a:cubicBezTo>
                    <a:pt x="744" y="144"/>
                    <a:pt x="749" y="134"/>
                    <a:pt x="753" y="124"/>
                  </a:cubicBezTo>
                  <a:cubicBezTo>
                    <a:pt x="782" y="79"/>
                    <a:pt x="781" y="77"/>
                    <a:pt x="784" y="75"/>
                  </a:cubicBezTo>
                  <a:cubicBezTo>
                    <a:pt x="769" y="89"/>
                    <a:pt x="765" y="92"/>
                    <a:pt x="765" y="96"/>
                  </a:cubicBezTo>
                  <a:cubicBezTo>
                    <a:pt x="728" y="162"/>
                    <a:pt x="722" y="177"/>
                    <a:pt x="718" y="191"/>
                  </a:cubicBezTo>
                  <a:cubicBezTo>
                    <a:pt x="710" y="205"/>
                    <a:pt x="719" y="210"/>
                    <a:pt x="712" y="213"/>
                  </a:cubicBezTo>
                  <a:cubicBezTo>
                    <a:pt x="703" y="240"/>
                    <a:pt x="708" y="247"/>
                    <a:pt x="697" y="251"/>
                  </a:cubicBezTo>
                  <a:cubicBezTo>
                    <a:pt x="699" y="232"/>
                    <a:pt x="702" y="230"/>
                    <a:pt x="701" y="228"/>
                  </a:cubicBezTo>
                  <a:cubicBezTo>
                    <a:pt x="714" y="177"/>
                    <a:pt x="714" y="170"/>
                    <a:pt x="714" y="162"/>
                  </a:cubicBezTo>
                  <a:cubicBezTo>
                    <a:pt x="735" y="103"/>
                    <a:pt x="740" y="88"/>
                    <a:pt x="749" y="73"/>
                  </a:cubicBezTo>
                  <a:cubicBezTo>
                    <a:pt x="757" y="53"/>
                    <a:pt x="753" y="62"/>
                    <a:pt x="744" y="70"/>
                  </a:cubicBezTo>
                  <a:cubicBezTo>
                    <a:pt x="727" y="107"/>
                    <a:pt x="722" y="112"/>
                    <a:pt x="722" y="118"/>
                  </a:cubicBezTo>
                  <a:cubicBezTo>
                    <a:pt x="706" y="172"/>
                    <a:pt x="705" y="175"/>
                    <a:pt x="703" y="177"/>
                  </a:cubicBezTo>
                  <a:cubicBezTo>
                    <a:pt x="696" y="206"/>
                    <a:pt x="696" y="209"/>
                    <a:pt x="696" y="212"/>
                  </a:cubicBezTo>
                  <a:cubicBezTo>
                    <a:pt x="687" y="247"/>
                    <a:pt x="685" y="253"/>
                    <a:pt x="684" y="260"/>
                  </a:cubicBezTo>
                  <a:cubicBezTo>
                    <a:pt x="671" y="275"/>
                    <a:pt x="673" y="272"/>
                    <a:pt x="677" y="270"/>
                  </a:cubicBezTo>
                  <a:cubicBezTo>
                    <a:pt x="682" y="240"/>
                    <a:pt x="681" y="234"/>
                    <a:pt x="684" y="229"/>
                  </a:cubicBezTo>
                  <a:cubicBezTo>
                    <a:pt x="694" y="189"/>
                    <a:pt x="690" y="182"/>
                    <a:pt x="693" y="177"/>
                  </a:cubicBezTo>
                  <a:cubicBezTo>
                    <a:pt x="706" y="119"/>
                    <a:pt x="707" y="113"/>
                    <a:pt x="709" y="107"/>
                  </a:cubicBezTo>
                  <a:cubicBezTo>
                    <a:pt x="721" y="64"/>
                    <a:pt x="727" y="59"/>
                    <a:pt x="729" y="53"/>
                  </a:cubicBezTo>
                  <a:cubicBezTo>
                    <a:pt x="751" y="15"/>
                    <a:pt x="760" y="13"/>
                    <a:pt x="759" y="10"/>
                  </a:cubicBezTo>
                  <a:cubicBezTo>
                    <a:pt x="752" y="12"/>
                    <a:pt x="750" y="14"/>
                    <a:pt x="749" y="17"/>
                  </a:cubicBezTo>
                  <a:cubicBezTo>
                    <a:pt x="722" y="50"/>
                    <a:pt x="719" y="46"/>
                    <a:pt x="715" y="51"/>
                  </a:cubicBezTo>
                  <a:cubicBezTo>
                    <a:pt x="696" y="86"/>
                    <a:pt x="689" y="94"/>
                    <a:pt x="687" y="103"/>
                  </a:cubicBezTo>
                  <a:cubicBezTo>
                    <a:pt x="667" y="145"/>
                    <a:pt x="670" y="146"/>
                    <a:pt x="670" y="148"/>
                  </a:cubicBezTo>
                  <a:cubicBezTo>
                    <a:pt x="662" y="166"/>
                    <a:pt x="660" y="175"/>
                    <a:pt x="659" y="185"/>
                  </a:cubicBezTo>
                  <a:cubicBezTo>
                    <a:pt x="655" y="217"/>
                    <a:pt x="655" y="222"/>
                    <a:pt x="653" y="226"/>
                  </a:cubicBezTo>
                  <a:cubicBezTo>
                    <a:pt x="646" y="259"/>
                    <a:pt x="650" y="265"/>
                    <a:pt x="650" y="270"/>
                  </a:cubicBezTo>
                  <a:cubicBezTo>
                    <a:pt x="632" y="316"/>
                    <a:pt x="637" y="319"/>
                    <a:pt x="630" y="321"/>
                  </a:cubicBezTo>
                  <a:cubicBezTo>
                    <a:pt x="630" y="285"/>
                    <a:pt x="633" y="283"/>
                    <a:pt x="633" y="280"/>
                  </a:cubicBezTo>
                  <a:cubicBezTo>
                    <a:pt x="637" y="248"/>
                    <a:pt x="637" y="243"/>
                    <a:pt x="639" y="238"/>
                  </a:cubicBezTo>
                  <a:cubicBezTo>
                    <a:pt x="639" y="222"/>
                    <a:pt x="641" y="220"/>
                    <a:pt x="641" y="217"/>
                  </a:cubicBezTo>
                  <a:cubicBezTo>
                    <a:pt x="649" y="175"/>
                    <a:pt x="652" y="166"/>
                    <a:pt x="654" y="157"/>
                  </a:cubicBezTo>
                  <a:cubicBezTo>
                    <a:pt x="673" y="112"/>
                    <a:pt x="670" y="107"/>
                    <a:pt x="677" y="103"/>
                  </a:cubicBezTo>
                  <a:cubicBezTo>
                    <a:pt x="690" y="65"/>
                    <a:pt x="699" y="63"/>
                    <a:pt x="694" y="59"/>
                  </a:cubicBezTo>
                  <a:cubicBezTo>
                    <a:pt x="663" y="118"/>
                    <a:pt x="658" y="124"/>
                    <a:pt x="654" y="130"/>
                  </a:cubicBezTo>
                  <a:cubicBezTo>
                    <a:pt x="644" y="160"/>
                    <a:pt x="640" y="163"/>
                    <a:pt x="644" y="166"/>
                  </a:cubicBezTo>
                  <a:cubicBezTo>
                    <a:pt x="632" y="198"/>
                    <a:pt x="638" y="202"/>
                    <a:pt x="632" y="204"/>
                  </a:cubicBezTo>
                  <a:cubicBezTo>
                    <a:pt x="630" y="226"/>
                    <a:pt x="628" y="229"/>
                    <a:pt x="630" y="233"/>
                  </a:cubicBezTo>
                  <a:cubicBezTo>
                    <a:pt x="624" y="286"/>
                    <a:pt x="621" y="292"/>
                    <a:pt x="621" y="298"/>
                  </a:cubicBezTo>
                  <a:cubicBezTo>
                    <a:pt x="622" y="314"/>
                    <a:pt x="617" y="316"/>
                    <a:pt x="621" y="318"/>
                  </a:cubicBezTo>
                  <a:cubicBezTo>
                    <a:pt x="615" y="341"/>
                    <a:pt x="613" y="344"/>
                    <a:pt x="612" y="347"/>
                  </a:cubicBezTo>
                  <a:cubicBezTo>
                    <a:pt x="610" y="337"/>
                    <a:pt x="612" y="332"/>
                    <a:pt x="615" y="327"/>
                  </a:cubicBezTo>
                  <a:cubicBezTo>
                    <a:pt x="612" y="290"/>
                    <a:pt x="621" y="286"/>
                    <a:pt x="616" y="280"/>
                  </a:cubicBezTo>
                  <a:cubicBezTo>
                    <a:pt x="615" y="259"/>
                    <a:pt x="621" y="255"/>
                    <a:pt x="620" y="250"/>
                  </a:cubicBezTo>
                  <a:cubicBezTo>
                    <a:pt x="624" y="201"/>
                    <a:pt x="625" y="198"/>
                    <a:pt x="626" y="196"/>
                  </a:cubicBezTo>
                  <a:cubicBezTo>
                    <a:pt x="635" y="171"/>
                    <a:pt x="633" y="168"/>
                    <a:pt x="634" y="166"/>
                  </a:cubicBezTo>
                  <a:cubicBezTo>
                    <a:pt x="642" y="141"/>
                    <a:pt x="642" y="139"/>
                    <a:pt x="642" y="136"/>
                  </a:cubicBezTo>
                  <a:cubicBezTo>
                    <a:pt x="655" y="109"/>
                    <a:pt x="657" y="104"/>
                    <a:pt x="662" y="99"/>
                  </a:cubicBezTo>
                  <a:cubicBezTo>
                    <a:pt x="645" y="113"/>
                    <a:pt x="645" y="122"/>
                    <a:pt x="637" y="130"/>
                  </a:cubicBezTo>
                  <a:cubicBezTo>
                    <a:pt x="617" y="197"/>
                    <a:pt x="614" y="202"/>
                    <a:pt x="614" y="207"/>
                  </a:cubicBezTo>
                  <a:cubicBezTo>
                    <a:pt x="613" y="227"/>
                    <a:pt x="609" y="228"/>
                    <a:pt x="612" y="231"/>
                  </a:cubicBezTo>
                  <a:cubicBezTo>
                    <a:pt x="612" y="251"/>
                    <a:pt x="612" y="254"/>
                    <a:pt x="608" y="256"/>
                  </a:cubicBezTo>
                  <a:cubicBezTo>
                    <a:pt x="608" y="278"/>
                    <a:pt x="607" y="283"/>
                    <a:pt x="607" y="289"/>
                  </a:cubicBezTo>
                  <a:cubicBezTo>
                    <a:pt x="595" y="363"/>
                    <a:pt x="592" y="374"/>
                    <a:pt x="587" y="384"/>
                  </a:cubicBezTo>
                  <a:cubicBezTo>
                    <a:pt x="589" y="326"/>
                    <a:pt x="592" y="323"/>
                    <a:pt x="592" y="319"/>
                  </a:cubicBezTo>
                  <a:cubicBezTo>
                    <a:pt x="594" y="243"/>
                    <a:pt x="593" y="240"/>
                    <a:pt x="594" y="237"/>
                  </a:cubicBezTo>
                  <a:cubicBezTo>
                    <a:pt x="597" y="223"/>
                    <a:pt x="596" y="219"/>
                    <a:pt x="596" y="216"/>
                  </a:cubicBezTo>
                  <a:cubicBezTo>
                    <a:pt x="608" y="177"/>
                    <a:pt x="610" y="170"/>
                    <a:pt x="614" y="163"/>
                  </a:cubicBezTo>
                  <a:cubicBezTo>
                    <a:pt x="624" y="125"/>
                    <a:pt x="623" y="130"/>
                    <a:pt x="621" y="134"/>
                  </a:cubicBezTo>
                  <a:cubicBezTo>
                    <a:pt x="598" y="185"/>
                    <a:pt x="595" y="190"/>
                    <a:pt x="594" y="195"/>
                  </a:cubicBezTo>
                  <a:cubicBezTo>
                    <a:pt x="583" y="227"/>
                    <a:pt x="590" y="232"/>
                    <a:pt x="586" y="235"/>
                  </a:cubicBezTo>
                  <a:cubicBezTo>
                    <a:pt x="585" y="269"/>
                    <a:pt x="583" y="276"/>
                    <a:pt x="584" y="284"/>
                  </a:cubicBezTo>
                  <a:cubicBezTo>
                    <a:pt x="583" y="334"/>
                    <a:pt x="581" y="338"/>
                    <a:pt x="584" y="342"/>
                  </a:cubicBezTo>
                  <a:cubicBezTo>
                    <a:pt x="578" y="377"/>
                    <a:pt x="579" y="381"/>
                    <a:pt x="575" y="384"/>
                  </a:cubicBezTo>
                  <a:cubicBezTo>
                    <a:pt x="572" y="368"/>
                    <a:pt x="578" y="365"/>
                    <a:pt x="575" y="361"/>
                  </a:cubicBezTo>
                  <a:cubicBezTo>
                    <a:pt x="580" y="316"/>
                    <a:pt x="571" y="307"/>
                    <a:pt x="578" y="300"/>
                  </a:cubicBezTo>
                  <a:cubicBezTo>
                    <a:pt x="572" y="220"/>
                    <a:pt x="574" y="213"/>
                    <a:pt x="573" y="205"/>
                  </a:cubicBezTo>
                  <a:cubicBezTo>
                    <a:pt x="581" y="177"/>
                    <a:pt x="576" y="169"/>
                    <a:pt x="580" y="163"/>
                  </a:cubicBezTo>
                  <a:cubicBezTo>
                    <a:pt x="594" y="117"/>
                    <a:pt x="601" y="111"/>
                    <a:pt x="598" y="103"/>
                  </a:cubicBezTo>
                  <a:cubicBezTo>
                    <a:pt x="577" y="151"/>
                    <a:pt x="576" y="154"/>
                    <a:pt x="573" y="156"/>
                  </a:cubicBezTo>
                  <a:cubicBezTo>
                    <a:pt x="562" y="241"/>
                    <a:pt x="563" y="252"/>
                    <a:pt x="564" y="263"/>
                  </a:cubicBezTo>
                  <a:cubicBezTo>
                    <a:pt x="569" y="302"/>
                    <a:pt x="564" y="307"/>
                    <a:pt x="568" y="312"/>
                  </a:cubicBezTo>
                  <a:cubicBezTo>
                    <a:pt x="566" y="341"/>
                    <a:pt x="565" y="352"/>
                    <a:pt x="568" y="364"/>
                  </a:cubicBezTo>
                  <a:cubicBezTo>
                    <a:pt x="553" y="423"/>
                    <a:pt x="553" y="420"/>
                    <a:pt x="555" y="417"/>
                  </a:cubicBezTo>
                  <a:cubicBezTo>
                    <a:pt x="556" y="394"/>
                    <a:pt x="560" y="392"/>
                    <a:pt x="558" y="388"/>
                  </a:cubicBezTo>
                  <a:cubicBezTo>
                    <a:pt x="561" y="333"/>
                    <a:pt x="563" y="331"/>
                    <a:pt x="562" y="329"/>
                  </a:cubicBezTo>
                  <a:cubicBezTo>
                    <a:pt x="559" y="274"/>
                    <a:pt x="553" y="255"/>
                    <a:pt x="554" y="236"/>
                  </a:cubicBezTo>
                  <a:cubicBezTo>
                    <a:pt x="554" y="218"/>
                    <a:pt x="555" y="214"/>
                    <a:pt x="554" y="209"/>
                  </a:cubicBezTo>
                  <a:cubicBezTo>
                    <a:pt x="559" y="193"/>
                    <a:pt x="557" y="190"/>
                    <a:pt x="559" y="188"/>
                  </a:cubicBezTo>
                  <a:cubicBezTo>
                    <a:pt x="569" y="145"/>
                    <a:pt x="573" y="136"/>
                    <a:pt x="573" y="126"/>
                  </a:cubicBezTo>
                  <a:cubicBezTo>
                    <a:pt x="557" y="167"/>
                    <a:pt x="554" y="173"/>
                    <a:pt x="555" y="179"/>
                  </a:cubicBezTo>
                  <a:cubicBezTo>
                    <a:pt x="548" y="204"/>
                    <a:pt x="545" y="211"/>
                    <a:pt x="547" y="219"/>
                  </a:cubicBezTo>
                  <a:cubicBezTo>
                    <a:pt x="545" y="249"/>
                    <a:pt x="547" y="257"/>
                    <a:pt x="548" y="265"/>
                  </a:cubicBezTo>
                  <a:cubicBezTo>
                    <a:pt x="553" y="302"/>
                    <a:pt x="551" y="305"/>
                    <a:pt x="550" y="308"/>
                  </a:cubicBezTo>
                  <a:cubicBezTo>
                    <a:pt x="556" y="350"/>
                    <a:pt x="553" y="352"/>
                    <a:pt x="554" y="354"/>
                  </a:cubicBezTo>
                  <a:cubicBezTo>
                    <a:pt x="551" y="391"/>
                    <a:pt x="544" y="394"/>
                    <a:pt x="549" y="399"/>
                  </a:cubicBezTo>
                  <a:cubicBezTo>
                    <a:pt x="548" y="423"/>
                    <a:pt x="541" y="425"/>
                    <a:pt x="543" y="428"/>
                  </a:cubicBezTo>
                  <a:cubicBezTo>
                    <a:pt x="534" y="435"/>
                    <a:pt x="534" y="428"/>
                    <a:pt x="538" y="422"/>
                  </a:cubicBezTo>
                  <a:cubicBezTo>
                    <a:pt x="537" y="386"/>
                    <a:pt x="541" y="383"/>
                    <a:pt x="540" y="379"/>
                  </a:cubicBezTo>
                  <a:cubicBezTo>
                    <a:pt x="538" y="342"/>
                    <a:pt x="537" y="338"/>
                    <a:pt x="538" y="333"/>
                  </a:cubicBezTo>
                  <a:cubicBezTo>
                    <a:pt x="535" y="297"/>
                    <a:pt x="532" y="288"/>
                    <a:pt x="531" y="280"/>
                  </a:cubicBezTo>
                  <a:cubicBezTo>
                    <a:pt x="528" y="237"/>
                    <a:pt x="531" y="236"/>
                    <a:pt x="530" y="234"/>
                  </a:cubicBezTo>
                  <a:cubicBezTo>
                    <a:pt x="531" y="195"/>
                    <a:pt x="535" y="192"/>
                    <a:pt x="534" y="187"/>
                  </a:cubicBezTo>
                  <a:cubicBezTo>
                    <a:pt x="537" y="169"/>
                    <a:pt x="538" y="165"/>
                    <a:pt x="539" y="161"/>
                  </a:cubicBezTo>
                  <a:cubicBezTo>
                    <a:pt x="534" y="156"/>
                    <a:pt x="534" y="160"/>
                    <a:pt x="532" y="164"/>
                  </a:cubicBezTo>
                  <a:cubicBezTo>
                    <a:pt x="527" y="184"/>
                    <a:pt x="527" y="187"/>
                    <a:pt x="528" y="189"/>
                  </a:cubicBezTo>
                  <a:cubicBezTo>
                    <a:pt x="521" y="228"/>
                    <a:pt x="522" y="230"/>
                    <a:pt x="522" y="232"/>
                  </a:cubicBezTo>
                  <a:cubicBezTo>
                    <a:pt x="521" y="256"/>
                    <a:pt x="520" y="257"/>
                    <a:pt x="522" y="259"/>
                  </a:cubicBezTo>
                  <a:cubicBezTo>
                    <a:pt x="527" y="285"/>
                    <a:pt x="520" y="288"/>
                    <a:pt x="524" y="293"/>
                  </a:cubicBezTo>
                  <a:cubicBezTo>
                    <a:pt x="532" y="343"/>
                    <a:pt x="530" y="351"/>
                    <a:pt x="534" y="361"/>
                  </a:cubicBezTo>
                  <a:cubicBezTo>
                    <a:pt x="531" y="378"/>
                    <a:pt x="529" y="380"/>
                    <a:pt x="532" y="382"/>
                  </a:cubicBezTo>
                  <a:cubicBezTo>
                    <a:pt x="530" y="417"/>
                    <a:pt x="530" y="421"/>
                    <a:pt x="528" y="424"/>
                  </a:cubicBezTo>
                  <a:cubicBezTo>
                    <a:pt x="523" y="442"/>
                    <a:pt x="525" y="445"/>
                    <a:pt x="522" y="444"/>
                  </a:cubicBezTo>
                  <a:cubicBezTo>
                    <a:pt x="523" y="396"/>
                    <a:pt x="516" y="383"/>
                    <a:pt x="519" y="372"/>
                  </a:cubicBezTo>
                  <a:cubicBezTo>
                    <a:pt x="517" y="348"/>
                    <a:pt x="514" y="341"/>
                    <a:pt x="515" y="335"/>
                  </a:cubicBezTo>
                  <a:cubicBezTo>
                    <a:pt x="506" y="291"/>
                    <a:pt x="509" y="286"/>
                    <a:pt x="507" y="280"/>
                  </a:cubicBezTo>
                  <a:cubicBezTo>
                    <a:pt x="508" y="220"/>
                    <a:pt x="509" y="215"/>
                    <a:pt x="510" y="209"/>
                  </a:cubicBezTo>
                  <a:cubicBezTo>
                    <a:pt x="513" y="185"/>
                    <a:pt x="512" y="178"/>
                    <a:pt x="516" y="173"/>
                  </a:cubicBezTo>
                  <a:cubicBezTo>
                    <a:pt x="515" y="159"/>
                    <a:pt x="514" y="162"/>
                    <a:pt x="512" y="164"/>
                  </a:cubicBezTo>
                  <a:cubicBezTo>
                    <a:pt x="505" y="191"/>
                    <a:pt x="507" y="196"/>
                    <a:pt x="504" y="201"/>
                  </a:cubicBezTo>
                  <a:cubicBezTo>
                    <a:pt x="500" y="221"/>
                    <a:pt x="502" y="226"/>
                    <a:pt x="501" y="230"/>
                  </a:cubicBezTo>
                  <a:cubicBezTo>
                    <a:pt x="498" y="248"/>
                    <a:pt x="500" y="251"/>
                    <a:pt x="500" y="253"/>
                  </a:cubicBezTo>
                  <a:cubicBezTo>
                    <a:pt x="496" y="271"/>
                    <a:pt x="502" y="275"/>
                    <a:pt x="498" y="277"/>
                  </a:cubicBezTo>
                  <a:cubicBezTo>
                    <a:pt x="497" y="300"/>
                    <a:pt x="497" y="294"/>
                    <a:pt x="497" y="290"/>
                  </a:cubicBezTo>
                  <a:cubicBezTo>
                    <a:pt x="494" y="271"/>
                    <a:pt x="495" y="268"/>
                    <a:pt x="495" y="266"/>
                  </a:cubicBezTo>
                  <a:cubicBezTo>
                    <a:pt x="494" y="202"/>
                    <a:pt x="495" y="187"/>
                    <a:pt x="499" y="173"/>
                  </a:cubicBezTo>
                  <a:cubicBezTo>
                    <a:pt x="501" y="135"/>
                    <a:pt x="510" y="133"/>
                    <a:pt x="503" y="128"/>
                  </a:cubicBezTo>
                  <a:cubicBezTo>
                    <a:pt x="490" y="173"/>
                    <a:pt x="490" y="178"/>
                    <a:pt x="489" y="183"/>
                  </a:cubicBezTo>
                  <a:cubicBezTo>
                    <a:pt x="485" y="220"/>
                    <a:pt x="485" y="223"/>
                    <a:pt x="485" y="225"/>
                  </a:cubicBezTo>
                  <a:cubicBezTo>
                    <a:pt x="484" y="256"/>
                    <a:pt x="483" y="258"/>
                    <a:pt x="486" y="261"/>
                  </a:cubicBezTo>
                  <a:cubicBezTo>
                    <a:pt x="484" y="277"/>
                    <a:pt x="489" y="280"/>
                    <a:pt x="487" y="282"/>
                  </a:cubicBezTo>
                  <a:cubicBezTo>
                    <a:pt x="498" y="337"/>
                    <a:pt x="496" y="347"/>
                    <a:pt x="502" y="357"/>
                  </a:cubicBezTo>
                  <a:cubicBezTo>
                    <a:pt x="506" y="408"/>
                    <a:pt x="505" y="413"/>
                    <a:pt x="503" y="418"/>
                  </a:cubicBezTo>
                  <a:cubicBezTo>
                    <a:pt x="505" y="450"/>
                    <a:pt x="505" y="453"/>
                    <a:pt x="503" y="455"/>
                  </a:cubicBezTo>
                  <a:cubicBezTo>
                    <a:pt x="499" y="471"/>
                    <a:pt x="503" y="479"/>
                    <a:pt x="498" y="475"/>
                  </a:cubicBezTo>
                  <a:cubicBezTo>
                    <a:pt x="493" y="426"/>
                    <a:pt x="495" y="423"/>
                    <a:pt x="495" y="419"/>
                  </a:cubicBezTo>
                  <a:cubicBezTo>
                    <a:pt x="485" y="375"/>
                    <a:pt x="480" y="366"/>
                    <a:pt x="483" y="359"/>
                  </a:cubicBezTo>
                  <a:cubicBezTo>
                    <a:pt x="470" y="321"/>
                    <a:pt x="476" y="319"/>
                    <a:pt x="470" y="314"/>
                  </a:cubicBezTo>
                  <a:cubicBezTo>
                    <a:pt x="459" y="218"/>
                    <a:pt x="466" y="212"/>
                    <a:pt x="462" y="204"/>
                  </a:cubicBezTo>
                  <a:cubicBezTo>
                    <a:pt x="457" y="195"/>
                    <a:pt x="457" y="204"/>
                    <a:pt x="457" y="213"/>
                  </a:cubicBezTo>
                  <a:cubicBezTo>
                    <a:pt x="457" y="232"/>
                    <a:pt x="452" y="236"/>
                    <a:pt x="455" y="241"/>
                  </a:cubicBezTo>
                  <a:cubicBezTo>
                    <a:pt x="454" y="275"/>
                    <a:pt x="459" y="280"/>
                    <a:pt x="456" y="285"/>
                  </a:cubicBezTo>
                  <a:cubicBezTo>
                    <a:pt x="462" y="317"/>
                    <a:pt x="462" y="322"/>
                    <a:pt x="465" y="327"/>
                  </a:cubicBezTo>
                  <a:cubicBezTo>
                    <a:pt x="475" y="362"/>
                    <a:pt x="473" y="368"/>
                    <a:pt x="475" y="375"/>
                  </a:cubicBezTo>
                  <a:cubicBezTo>
                    <a:pt x="478" y="394"/>
                    <a:pt x="483" y="397"/>
                    <a:pt x="481" y="400"/>
                  </a:cubicBezTo>
                  <a:cubicBezTo>
                    <a:pt x="484" y="436"/>
                    <a:pt x="490" y="444"/>
                    <a:pt x="487" y="449"/>
                  </a:cubicBezTo>
                  <a:cubicBezTo>
                    <a:pt x="483" y="480"/>
                    <a:pt x="490" y="485"/>
                    <a:pt x="488" y="488"/>
                  </a:cubicBezTo>
                  <a:cubicBezTo>
                    <a:pt x="483" y="503"/>
                    <a:pt x="485" y="499"/>
                    <a:pt x="485" y="495"/>
                  </a:cubicBezTo>
                  <a:cubicBezTo>
                    <a:pt x="486" y="464"/>
                    <a:pt x="482" y="459"/>
                    <a:pt x="483" y="454"/>
                  </a:cubicBezTo>
                  <a:cubicBezTo>
                    <a:pt x="474" y="394"/>
                    <a:pt x="466" y="388"/>
                    <a:pt x="469" y="384"/>
                  </a:cubicBezTo>
                  <a:cubicBezTo>
                    <a:pt x="462" y="348"/>
                    <a:pt x="459" y="346"/>
                    <a:pt x="457" y="346"/>
                  </a:cubicBezTo>
                  <a:cubicBezTo>
                    <a:pt x="449" y="328"/>
                    <a:pt x="460" y="322"/>
                    <a:pt x="453" y="324"/>
                  </a:cubicBezTo>
                  <a:cubicBezTo>
                    <a:pt x="446" y="286"/>
                    <a:pt x="449" y="281"/>
                    <a:pt x="445" y="276"/>
                  </a:cubicBezTo>
                  <a:cubicBezTo>
                    <a:pt x="449" y="241"/>
                    <a:pt x="443" y="235"/>
                    <a:pt x="444" y="230"/>
                  </a:cubicBezTo>
                  <a:cubicBezTo>
                    <a:pt x="450" y="210"/>
                    <a:pt x="442" y="203"/>
                    <a:pt x="449" y="199"/>
                  </a:cubicBezTo>
                  <a:cubicBezTo>
                    <a:pt x="454" y="163"/>
                    <a:pt x="461" y="159"/>
                    <a:pt x="458" y="153"/>
                  </a:cubicBezTo>
                  <a:cubicBezTo>
                    <a:pt x="444" y="191"/>
                    <a:pt x="439" y="200"/>
                    <a:pt x="440" y="211"/>
                  </a:cubicBezTo>
                  <a:cubicBezTo>
                    <a:pt x="435" y="250"/>
                    <a:pt x="436" y="261"/>
                    <a:pt x="437" y="271"/>
                  </a:cubicBezTo>
                  <a:cubicBezTo>
                    <a:pt x="442" y="313"/>
                    <a:pt x="444" y="323"/>
                    <a:pt x="448" y="335"/>
                  </a:cubicBezTo>
                  <a:cubicBezTo>
                    <a:pt x="458" y="387"/>
                    <a:pt x="461" y="393"/>
                    <a:pt x="460" y="398"/>
                  </a:cubicBezTo>
                  <a:cubicBezTo>
                    <a:pt x="473" y="464"/>
                    <a:pt x="476" y="471"/>
                    <a:pt x="475" y="477"/>
                  </a:cubicBezTo>
                  <a:cubicBezTo>
                    <a:pt x="472" y="519"/>
                    <a:pt x="470" y="522"/>
                    <a:pt x="473" y="526"/>
                  </a:cubicBezTo>
                  <a:cubicBezTo>
                    <a:pt x="466" y="546"/>
                    <a:pt x="465" y="547"/>
                    <a:pt x="465" y="548"/>
                  </a:cubicBezTo>
                  <a:cubicBezTo>
                    <a:pt x="459" y="507"/>
                    <a:pt x="462" y="504"/>
                    <a:pt x="463" y="501"/>
                  </a:cubicBezTo>
                  <a:cubicBezTo>
                    <a:pt x="458" y="462"/>
                    <a:pt x="451" y="454"/>
                    <a:pt x="451" y="448"/>
                  </a:cubicBezTo>
                  <a:cubicBezTo>
                    <a:pt x="436" y="412"/>
                    <a:pt x="440" y="409"/>
                    <a:pt x="436" y="405"/>
                  </a:cubicBezTo>
                  <a:cubicBezTo>
                    <a:pt x="427" y="372"/>
                    <a:pt x="429" y="369"/>
                    <a:pt x="426" y="365"/>
                  </a:cubicBezTo>
                  <a:cubicBezTo>
                    <a:pt x="421" y="351"/>
                    <a:pt x="423" y="350"/>
                    <a:pt x="421" y="347"/>
                  </a:cubicBezTo>
                  <a:cubicBezTo>
                    <a:pt x="417" y="313"/>
                    <a:pt x="414" y="309"/>
                    <a:pt x="415" y="305"/>
                  </a:cubicBezTo>
                  <a:cubicBezTo>
                    <a:pt x="416" y="260"/>
                    <a:pt x="418" y="257"/>
                    <a:pt x="414" y="253"/>
                  </a:cubicBezTo>
                  <a:cubicBezTo>
                    <a:pt x="416" y="237"/>
                    <a:pt x="416" y="229"/>
                    <a:pt x="414" y="222"/>
                  </a:cubicBezTo>
                  <a:cubicBezTo>
                    <a:pt x="416" y="200"/>
                    <a:pt x="418" y="197"/>
                    <a:pt x="418" y="194"/>
                  </a:cubicBezTo>
                  <a:cubicBezTo>
                    <a:pt x="414" y="206"/>
                    <a:pt x="410" y="211"/>
                    <a:pt x="412" y="216"/>
                  </a:cubicBezTo>
                  <a:cubicBezTo>
                    <a:pt x="409" y="236"/>
                    <a:pt x="410" y="242"/>
                    <a:pt x="410" y="247"/>
                  </a:cubicBezTo>
                  <a:cubicBezTo>
                    <a:pt x="407" y="327"/>
                    <a:pt x="412" y="332"/>
                    <a:pt x="410" y="335"/>
                  </a:cubicBezTo>
                  <a:cubicBezTo>
                    <a:pt x="414" y="368"/>
                    <a:pt x="422" y="373"/>
                    <a:pt x="420" y="377"/>
                  </a:cubicBezTo>
                  <a:cubicBezTo>
                    <a:pt x="438" y="439"/>
                    <a:pt x="445" y="459"/>
                    <a:pt x="448" y="477"/>
                  </a:cubicBezTo>
                  <a:cubicBezTo>
                    <a:pt x="451" y="509"/>
                    <a:pt x="452" y="514"/>
                    <a:pt x="453" y="518"/>
                  </a:cubicBezTo>
                  <a:cubicBezTo>
                    <a:pt x="449" y="518"/>
                    <a:pt x="452" y="515"/>
                    <a:pt x="448" y="512"/>
                  </a:cubicBezTo>
                  <a:cubicBezTo>
                    <a:pt x="443" y="484"/>
                    <a:pt x="442" y="477"/>
                    <a:pt x="441" y="470"/>
                  </a:cubicBezTo>
                  <a:cubicBezTo>
                    <a:pt x="432" y="436"/>
                    <a:pt x="429" y="432"/>
                    <a:pt x="428" y="428"/>
                  </a:cubicBezTo>
                  <a:cubicBezTo>
                    <a:pt x="416" y="393"/>
                    <a:pt x="413" y="389"/>
                    <a:pt x="414" y="386"/>
                  </a:cubicBezTo>
                  <a:cubicBezTo>
                    <a:pt x="407" y="359"/>
                    <a:pt x="405" y="356"/>
                    <a:pt x="403" y="350"/>
                  </a:cubicBezTo>
                  <a:cubicBezTo>
                    <a:pt x="401" y="334"/>
                    <a:pt x="403" y="333"/>
                    <a:pt x="403" y="333"/>
                  </a:cubicBezTo>
                  <a:cubicBezTo>
                    <a:pt x="401" y="321"/>
                    <a:pt x="400" y="317"/>
                    <a:pt x="399" y="314"/>
                  </a:cubicBezTo>
                  <a:cubicBezTo>
                    <a:pt x="395" y="298"/>
                    <a:pt x="397" y="295"/>
                    <a:pt x="396" y="293"/>
                  </a:cubicBezTo>
                  <a:cubicBezTo>
                    <a:pt x="390" y="256"/>
                    <a:pt x="396" y="250"/>
                    <a:pt x="392" y="243"/>
                  </a:cubicBezTo>
                  <a:cubicBezTo>
                    <a:pt x="394" y="217"/>
                    <a:pt x="395" y="215"/>
                    <a:pt x="395" y="213"/>
                  </a:cubicBezTo>
                  <a:cubicBezTo>
                    <a:pt x="388" y="211"/>
                    <a:pt x="391" y="212"/>
                    <a:pt x="391" y="214"/>
                  </a:cubicBezTo>
                  <a:cubicBezTo>
                    <a:pt x="386" y="231"/>
                    <a:pt x="389" y="235"/>
                    <a:pt x="386" y="237"/>
                  </a:cubicBezTo>
                  <a:cubicBezTo>
                    <a:pt x="387" y="268"/>
                    <a:pt x="385" y="271"/>
                    <a:pt x="388" y="275"/>
                  </a:cubicBezTo>
                  <a:cubicBezTo>
                    <a:pt x="391" y="325"/>
                    <a:pt x="397" y="338"/>
                    <a:pt x="393" y="350"/>
                  </a:cubicBezTo>
                  <a:cubicBezTo>
                    <a:pt x="405" y="382"/>
                    <a:pt x="403" y="390"/>
                    <a:pt x="408" y="398"/>
                  </a:cubicBezTo>
                  <a:cubicBezTo>
                    <a:pt x="419" y="430"/>
                    <a:pt x="421" y="438"/>
                    <a:pt x="423" y="446"/>
                  </a:cubicBezTo>
                  <a:cubicBezTo>
                    <a:pt x="436" y="483"/>
                    <a:pt x="432" y="487"/>
                    <a:pt x="436" y="491"/>
                  </a:cubicBezTo>
                  <a:cubicBezTo>
                    <a:pt x="440" y="554"/>
                    <a:pt x="443" y="558"/>
                    <a:pt x="443" y="562"/>
                  </a:cubicBezTo>
                  <a:cubicBezTo>
                    <a:pt x="428" y="572"/>
                    <a:pt x="429" y="568"/>
                    <a:pt x="430" y="564"/>
                  </a:cubicBezTo>
                  <a:cubicBezTo>
                    <a:pt x="417" y="498"/>
                    <a:pt x="416" y="485"/>
                    <a:pt x="415" y="472"/>
                  </a:cubicBezTo>
                  <a:cubicBezTo>
                    <a:pt x="409" y="449"/>
                    <a:pt x="405" y="442"/>
                    <a:pt x="406" y="436"/>
                  </a:cubicBezTo>
                  <a:cubicBezTo>
                    <a:pt x="401" y="421"/>
                    <a:pt x="398" y="415"/>
                    <a:pt x="398" y="411"/>
                  </a:cubicBezTo>
                  <a:cubicBezTo>
                    <a:pt x="393" y="374"/>
                    <a:pt x="387" y="375"/>
                    <a:pt x="389" y="372"/>
                  </a:cubicBezTo>
                  <a:cubicBezTo>
                    <a:pt x="382" y="312"/>
                    <a:pt x="377" y="293"/>
                    <a:pt x="381" y="275"/>
                  </a:cubicBezTo>
                  <a:cubicBezTo>
                    <a:pt x="385" y="244"/>
                    <a:pt x="380" y="238"/>
                    <a:pt x="383" y="234"/>
                  </a:cubicBezTo>
                  <a:cubicBezTo>
                    <a:pt x="377" y="239"/>
                    <a:pt x="376" y="242"/>
                    <a:pt x="376" y="244"/>
                  </a:cubicBezTo>
                  <a:cubicBezTo>
                    <a:pt x="375" y="300"/>
                    <a:pt x="373" y="312"/>
                    <a:pt x="372" y="324"/>
                  </a:cubicBezTo>
                  <a:cubicBezTo>
                    <a:pt x="386" y="402"/>
                    <a:pt x="389" y="407"/>
                    <a:pt x="389" y="412"/>
                  </a:cubicBezTo>
                  <a:cubicBezTo>
                    <a:pt x="411" y="512"/>
                    <a:pt x="416" y="522"/>
                    <a:pt x="416" y="532"/>
                  </a:cubicBezTo>
                  <a:cubicBezTo>
                    <a:pt x="418" y="573"/>
                    <a:pt x="419" y="584"/>
                    <a:pt x="420" y="595"/>
                  </a:cubicBezTo>
                  <a:cubicBezTo>
                    <a:pt x="411" y="622"/>
                    <a:pt x="419" y="616"/>
                    <a:pt x="413" y="608"/>
                  </a:cubicBezTo>
                  <a:cubicBezTo>
                    <a:pt x="406" y="541"/>
                    <a:pt x="407" y="534"/>
                    <a:pt x="403" y="527"/>
                  </a:cubicBezTo>
                  <a:cubicBezTo>
                    <a:pt x="394" y="499"/>
                    <a:pt x="398" y="493"/>
                    <a:pt x="395" y="486"/>
                  </a:cubicBezTo>
                  <a:cubicBezTo>
                    <a:pt x="376" y="417"/>
                    <a:pt x="378" y="413"/>
                    <a:pt x="374" y="408"/>
                  </a:cubicBezTo>
                  <a:cubicBezTo>
                    <a:pt x="370" y="378"/>
                    <a:pt x="365" y="372"/>
                    <a:pt x="367" y="369"/>
                  </a:cubicBezTo>
                  <a:cubicBezTo>
                    <a:pt x="363" y="308"/>
                    <a:pt x="356" y="298"/>
                    <a:pt x="360" y="290"/>
                  </a:cubicBezTo>
                  <a:cubicBezTo>
                    <a:pt x="362" y="248"/>
                    <a:pt x="362" y="244"/>
                    <a:pt x="362" y="239"/>
                  </a:cubicBezTo>
                  <a:cubicBezTo>
                    <a:pt x="363" y="220"/>
                    <a:pt x="361" y="223"/>
                    <a:pt x="360" y="226"/>
                  </a:cubicBezTo>
                  <a:cubicBezTo>
                    <a:pt x="358" y="241"/>
                    <a:pt x="353" y="244"/>
                    <a:pt x="357" y="248"/>
                  </a:cubicBezTo>
                  <a:cubicBezTo>
                    <a:pt x="352" y="267"/>
                    <a:pt x="356" y="270"/>
                    <a:pt x="351" y="272"/>
                  </a:cubicBezTo>
                  <a:cubicBezTo>
                    <a:pt x="350" y="303"/>
                    <a:pt x="355" y="306"/>
                    <a:pt x="353" y="308"/>
                  </a:cubicBezTo>
                  <a:cubicBezTo>
                    <a:pt x="351" y="332"/>
                    <a:pt x="356" y="338"/>
                    <a:pt x="353" y="342"/>
                  </a:cubicBezTo>
                  <a:cubicBezTo>
                    <a:pt x="363" y="389"/>
                    <a:pt x="362" y="393"/>
                    <a:pt x="367" y="398"/>
                  </a:cubicBezTo>
                  <a:cubicBezTo>
                    <a:pt x="367" y="433"/>
                    <a:pt x="379" y="443"/>
                    <a:pt x="375" y="451"/>
                  </a:cubicBezTo>
                  <a:cubicBezTo>
                    <a:pt x="395" y="536"/>
                    <a:pt x="399" y="541"/>
                    <a:pt x="399" y="545"/>
                  </a:cubicBezTo>
                  <a:cubicBezTo>
                    <a:pt x="400" y="576"/>
                    <a:pt x="402" y="581"/>
                    <a:pt x="406" y="586"/>
                  </a:cubicBezTo>
                  <a:cubicBezTo>
                    <a:pt x="406" y="605"/>
                    <a:pt x="405" y="608"/>
                    <a:pt x="404" y="610"/>
                  </a:cubicBezTo>
                  <a:cubicBezTo>
                    <a:pt x="402" y="627"/>
                    <a:pt x="408" y="632"/>
                    <a:pt x="403" y="635"/>
                  </a:cubicBezTo>
                  <a:cubicBezTo>
                    <a:pt x="396" y="601"/>
                    <a:pt x="401" y="597"/>
                    <a:pt x="398" y="592"/>
                  </a:cubicBezTo>
                  <a:cubicBezTo>
                    <a:pt x="383" y="512"/>
                    <a:pt x="375" y="506"/>
                    <a:pt x="377" y="501"/>
                  </a:cubicBezTo>
                  <a:cubicBezTo>
                    <a:pt x="354" y="435"/>
                    <a:pt x="354" y="416"/>
                    <a:pt x="344" y="395"/>
                  </a:cubicBezTo>
                  <a:cubicBezTo>
                    <a:pt x="338" y="338"/>
                    <a:pt x="338" y="335"/>
                    <a:pt x="339" y="333"/>
                  </a:cubicBezTo>
                  <a:cubicBezTo>
                    <a:pt x="340" y="299"/>
                    <a:pt x="336" y="293"/>
                    <a:pt x="338" y="287"/>
                  </a:cubicBezTo>
                  <a:cubicBezTo>
                    <a:pt x="331" y="289"/>
                    <a:pt x="332" y="300"/>
                    <a:pt x="330" y="310"/>
                  </a:cubicBezTo>
                  <a:cubicBezTo>
                    <a:pt x="334" y="336"/>
                    <a:pt x="329" y="338"/>
                    <a:pt x="333" y="342"/>
                  </a:cubicBezTo>
                  <a:cubicBezTo>
                    <a:pt x="337" y="378"/>
                    <a:pt x="335" y="383"/>
                    <a:pt x="337" y="388"/>
                  </a:cubicBezTo>
                  <a:cubicBezTo>
                    <a:pt x="337" y="409"/>
                    <a:pt x="345" y="415"/>
                    <a:pt x="343" y="420"/>
                  </a:cubicBezTo>
                  <a:cubicBezTo>
                    <a:pt x="357" y="454"/>
                    <a:pt x="351" y="461"/>
                    <a:pt x="357" y="467"/>
                  </a:cubicBezTo>
                  <a:cubicBezTo>
                    <a:pt x="369" y="497"/>
                    <a:pt x="364" y="504"/>
                    <a:pt x="368" y="506"/>
                  </a:cubicBezTo>
                  <a:cubicBezTo>
                    <a:pt x="379" y="543"/>
                    <a:pt x="382" y="551"/>
                    <a:pt x="384" y="558"/>
                  </a:cubicBezTo>
                  <a:cubicBezTo>
                    <a:pt x="390" y="600"/>
                    <a:pt x="393" y="605"/>
                    <a:pt x="388" y="609"/>
                  </a:cubicBezTo>
                  <a:cubicBezTo>
                    <a:pt x="376" y="559"/>
                    <a:pt x="371" y="556"/>
                    <a:pt x="373" y="554"/>
                  </a:cubicBezTo>
                  <a:cubicBezTo>
                    <a:pt x="357" y="504"/>
                    <a:pt x="350" y="497"/>
                    <a:pt x="350" y="491"/>
                  </a:cubicBezTo>
                  <a:cubicBezTo>
                    <a:pt x="323" y="433"/>
                    <a:pt x="327" y="431"/>
                    <a:pt x="324" y="427"/>
                  </a:cubicBezTo>
                  <a:cubicBezTo>
                    <a:pt x="313" y="386"/>
                    <a:pt x="309" y="374"/>
                    <a:pt x="308" y="362"/>
                  </a:cubicBezTo>
                  <a:cubicBezTo>
                    <a:pt x="306" y="320"/>
                    <a:pt x="303" y="314"/>
                    <a:pt x="304" y="308"/>
                  </a:cubicBezTo>
                  <a:cubicBezTo>
                    <a:pt x="303" y="284"/>
                    <a:pt x="306" y="279"/>
                    <a:pt x="306" y="273"/>
                  </a:cubicBezTo>
                  <a:cubicBezTo>
                    <a:pt x="300" y="263"/>
                    <a:pt x="301" y="273"/>
                    <a:pt x="300" y="282"/>
                  </a:cubicBezTo>
                  <a:cubicBezTo>
                    <a:pt x="298" y="301"/>
                    <a:pt x="297" y="305"/>
                    <a:pt x="295" y="310"/>
                  </a:cubicBezTo>
                  <a:cubicBezTo>
                    <a:pt x="307" y="382"/>
                    <a:pt x="302" y="391"/>
                    <a:pt x="310" y="402"/>
                  </a:cubicBezTo>
                  <a:cubicBezTo>
                    <a:pt x="317" y="439"/>
                    <a:pt x="325" y="446"/>
                    <a:pt x="323" y="450"/>
                  </a:cubicBezTo>
                  <a:cubicBezTo>
                    <a:pt x="337" y="478"/>
                    <a:pt x="337" y="489"/>
                    <a:pt x="345" y="500"/>
                  </a:cubicBezTo>
                  <a:cubicBezTo>
                    <a:pt x="352" y="526"/>
                    <a:pt x="359" y="530"/>
                    <a:pt x="355" y="532"/>
                  </a:cubicBezTo>
                  <a:cubicBezTo>
                    <a:pt x="378" y="589"/>
                    <a:pt x="373" y="597"/>
                    <a:pt x="377" y="600"/>
                  </a:cubicBezTo>
                  <a:cubicBezTo>
                    <a:pt x="374" y="595"/>
                    <a:pt x="367" y="591"/>
                    <a:pt x="366" y="588"/>
                  </a:cubicBezTo>
                  <a:cubicBezTo>
                    <a:pt x="355" y="552"/>
                    <a:pt x="348" y="544"/>
                    <a:pt x="350" y="538"/>
                  </a:cubicBezTo>
                  <a:cubicBezTo>
                    <a:pt x="324" y="484"/>
                    <a:pt x="321" y="468"/>
                    <a:pt x="311" y="451"/>
                  </a:cubicBezTo>
                  <a:cubicBezTo>
                    <a:pt x="301" y="423"/>
                    <a:pt x="301" y="419"/>
                    <a:pt x="300" y="415"/>
                  </a:cubicBezTo>
                  <a:cubicBezTo>
                    <a:pt x="290" y="374"/>
                    <a:pt x="287" y="369"/>
                    <a:pt x="289" y="366"/>
                  </a:cubicBezTo>
                  <a:cubicBezTo>
                    <a:pt x="286" y="345"/>
                    <a:pt x="285" y="337"/>
                    <a:pt x="285" y="330"/>
                  </a:cubicBezTo>
                  <a:cubicBezTo>
                    <a:pt x="278" y="309"/>
                    <a:pt x="280" y="316"/>
                    <a:pt x="280" y="319"/>
                  </a:cubicBezTo>
                  <a:cubicBezTo>
                    <a:pt x="279" y="330"/>
                    <a:pt x="279" y="333"/>
                    <a:pt x="279" y="334"/>
                  </a:cubicBezTo>
                  <a:cubicBezTo>
                    <a:pt x="276" y="357"/>
                    <a:pt x="284" y="362"/>
                    <a:pt x="281" y="365"/>
                  </a:cubicBezTo>
                  <a:cubicBezTo>
                    <a:pt x="287" y="400"/>
                    <a:pt x="290" y="404"/>
                    <a:pt x="290" y="407"/>
                  </a:cubicBezTo>
                  <a:cubicBezTo>
                    <a:pt x="314" y="477"/>
                    <a:pt x="313" y="479"/>
                    <a:pt x="313" y="481"/>
                  </a:cubicBezTo>
                  <a:cubicBezTo>
                    <a:pt x="324" y="507"/>
                    <a:pt x="331" y="514"/>
                    <a:pt x="329" y="519"/>
                  </a:cubicBezTo>
                  <a:cubicBezTo>
                    <a:pt x="359" y="601"/>
                    <a:pt x="365" y="601"/>
                    <a:pt x="364" y="609"/>
                  </a:cubicBezTo>
                  <a:cubicBezTo>
                    <a:pt x="371" y="640"/>
                    <a:pt x="372" y="643"/>
                    <a:pt x="374" y="646"/>
                  </a:cubicBezTo>
                  <a:cubicBezTo>
                    <a:pt x="376" y="667"/>
                    <a:pt x="377" y="669"/>
                    <a:pt x="374" y="671"/>
                  </a:cubicBezTo>
                  <a:cubicBezTo>
                    <a:pt x="375" y="687"/>
                    <a:pt x="374" y="690"/>
                    <a:pt x="375" y="692"/>
                  </a:cubicBezTo>
                  <a:cubicBezTo>
                    <a:pt x="370" y="713"/>
                    <a:pt x="369" y="717"/>
                    <a:pt x="367" y="715"/>
                  </a:cubicBezTo>
                  <a:cubicBezTo>
                    <a:pt x="363" y="675"/>
                    <a:pt x="362" y="670"/>
                    <a:pt x="363" y="666"/>
                  </a:cubicBezTo>
                  <a:cubicBezTo>
                    <a:pt x="352" y="608"/>
                    <a:pt x="345" y="610"/>
                    <a:pt x="346" y="605"/>
                  </a:cubicBezTo>
                  <a:cubicBezTo>
                    <a:pt x="334" y="572"/>
                    <a:pt x="329" y="574"/>
                    <a:pt x="329" y="568"/>
                  </a:cubicBezTo>
                  <a:cubicBezTo>
                    <a:pt x="310" y="526"/>
                    <a:pt x="303" y="521"/>
                    <a:pt x="305" y="517"/>
                  </a:cubicBezTo>
                  <a:cubicBezTo>
                    <a:pt x="290" y="492"/>
                    <a:pt x="293" y="489"/>
                    <a:pt x="289" y="484"/>
                  </a:cubicBezTo>
                  <a:cubicBezTo>
                    <a:pt x="272" y="442"/>
                    <a:pt x="272" y="433"/>
                    <a:pt x="267" y="424"/>
                  </a:cubicBezTo>
                  <a:cubicBezTo>
                    <a:pt x="263" y="382"/>
                    <a:pt x="261" y="377"/>
                    <a:pt x="262" y="373"/>
                  </a:cubicBezTo>
                  <a:cubicBezTo>
                    <a:pt x="263" y="332"/>
                    <a:pt x="259" y="327"/>
                    <a:pt x="260" y="323"/>
                  </a:cubicBezTo>
                  <a:cubicBezTo>
                    <a:pt x="255" y="324"/>
                    <a:pt x="255" y="328"/>
                    <a:pt x="258" y="332"/>
                  </a:cubicBezTo>
                  <a:cubicBezTo>
                    <a:pt x="253" y="357"/>
                    <a:pt x="255" y="358"/>
                    <a:pt x="255" y="359"/>
                  </a:cubicBezTo>
                  <a:cubicBezTo>
                    <a:pt x="256" y="372"/>
                    <a:pt x="254" y="373"/>
                    <a:pt x="255" y="376"/>
                  </a:cubicBezTo>
                  <a:cubicBezTo>
                    <a:pt x="262" y="413"/>
                    <a:pt x="257" y="421"/>
                    <a:pt x="262" y="430"/>
                  </a:cubicBezTo>
                  <a:cubicBezTo>
                    <a:pt x="271" y="463"/>
                    <a:pt x="270" y="468"/>
                    <a:pt x="276" y="474"/>
                  </a:cubicBezTo>
                  <a:cubicBezTo>
                    <a:pt x="293" y="525"/>
                    <a:pt x="305" y="537"/>
                    <a:pt x="308" y="549"/>
                  </a:cubicBezTo>
                  <a:cubicBezTo>
                    <a:pt x="326" y="593"/>
                    <a:pt x="338" y="598"/>
                    <a:pt x="333" y="600"/>
                  </a:cubicBezTo>
                  <a:cubicBezTo>
                    <a:pt x="344" y="639"/>
                    <a:pt x="350" y="643"/>
                    <a:pt x="348" y="645"/>
                  </a:cubicBezTo>
                  <a:cubicBezTo>
                    <a:pt x="360" y="675"/>
                    <a:pt x="349" y="681"/>
                    <a:pt x="356" y="679"/>
                  </a:cubicBezTo>
                  <a:cubicBezTo>
                    <a:pt x="356" y="718"/>
                    <a:pt x="357" y="722"/>
                    <a:pt x="358" y="727"/>
                  </a:cubicBezTo>
                  <a:cubicBezTo>
                    <a:pt x="355" y="728"/>
                    <a:pt x="353" y="720"/>
                    <a:pt x="355" y="712"/>
                  </a:cubicBezTo>
                  <a:cubicBezTo>
                    <a:pt x="344" y="656"/>
                    <a:pt x="337" y="650"/>
                    <a:pt x="339" y="647"/>
                  </a:cubicBezTo>
                  <a:cubicBezTo>
                    <a:pt x="327" y="614"/>
                    <a:pt x="329" y="612"/>
                    <a:pt x="327" y="609"/>
                  </a:cubicBezTo>
                  <a:cubicBezTo>
                    <a:pt x="296" y="547"/>
                    <a:pt x="292" y="535"/>
                    <a:pt x="286" y="521"/>
                  </a:cubicBezTo>
                  <a:cubicBezTo>
                    <a:pt x="264" y="475"/>
                    <a:pt x="265" y="471"/>
                    <a:pt x="260" y="465"/>
                  </a:cubicBezTo>
                  <a:cubicBezTo>
                    <a:pt x="247" y="411"/>
                    <a:pt x="246" y="405"/>
                    <a:pt x="244" y="399"/>
                  </a:cubicBezTo>
                  <a:cubicBezTo>
                    <a:pt x="237" y="392"/>
                    <a:pt x="243" y="396"/>
                    <a:pt x="240" y="399"/>
                  </a:cubicBezTo>
                  <a:cubicBezTo>
                    <a:pt x="245" y="450"/>
                    <a:pt x="252" y="456"/>
                    <a:pt x="251" y="460"/>
                  </a:cubicBezTo>
                  <a:cubicBezTo>
                    <a:pt x="278" y="524"/>
                    <a:pt x="284" y="536"/>
                    <a:pt x="288" y="548"/>
                  </a:cubicBezTo>
                  <a:cubicBezTo>
                    <a:pt x="302" y="574"/>
                    <a:pt x="305" y="577"/>
                    <a:pt x="303" y="579"/>
                  </a:cubicBezTo>
                  <a:cubicBezTo>
                    <a:pt x="316" y="612"/>
                    <a:pt x="323" y="618"/>
                    <a:pt x="323" y="624"/>
                  </a:cubicBezTo>
                  <a:cubicBezTo>
                    <a:pt x="325" y="635"/>
                    <a:pt x="328" y="634"/>
                    <a:pt x="329" y="635"/>
                  </a:cubicBezTo>
                  <a:cubicBezTo>
                    <a:pt x="329" y="647"/>
                    <a:pt x="332" y="649"/>
                    <a:pt x="330" y="651"/>
                  </a:cubicBezTo>
                  <a:cubicBezTo>
                    <a:pt x="342" y="695"/>
                    <a:pt x="341" y="702"/>
                    <a:pt x="346" y="710"/>
                  </a:cubicBezTo>
                  <a:cubicBezTo>
                    <a:pt x="344" y="729"/>
                    <a:pt x="346" y="732"/>
                    <a:pt x="343" y="730"/>
                  </a:cubicBezTo>
                  <a:cubicBezTo>
                    <a:pt x="342" y="696"/>
                    <a:pt x="336" y="691"/>
                    <a:pt x="340" y="688"/>
                  </a:cubicBezTo>
                  <a:cubicBezTo>
                    <a:pt x="322" y="644"/>
                    <a:pt x="323" y="635"/>
                    <a:pt x="319" y="625"/>
                  </a:cubicBezTo>
                  <a:cubicBezTo>
                    <a:pt x="304" y="603"/>
                    <a:pt x="309" y="596"/>
                    <a:pt x="304" y="598"/>
                  </a:cubicBezTo>
                  <a:cubicBezTo>
                    <a:pt x="283" y="562"/>
                    <a:pt x="281" y="562"/>
                    <a:pt x="280" y="557"/>
                  </a:cubicBezTo>
                  <a:cubicBezTo>
                    <a:pt x="239" y="483"/>
                    <a:pt x="234" y="468"/>
                    <a:pt x="227" y="453"/>
                  </a:cubicBezTo>
                  <a:cubicBezTo>
                    <a:pt x="222" y="406"/>
                    <a:pt x="214" y="401"/>
                    <a:pt x="217" y="399"/>
                  </a:cubicBezTo>
                  <a:cubicBezTo>
                    <a:pt x="210" y="368"/>
                    <a:pt x="206" y="371"/>
                    <a:pt x="209" y="374"/>
                  </a:cubicBezTo>
                  <a:cubicBezTo>
                    <a:pt x="211" y="412"/>
                    <a:pt x="214" y="416"/>
                    <a:pt x="212" y="419"/>
                  </a:cubicBezTo>
                  <a:cubicBezTo>
                    <a:pt x="217" y="447"/>
                    <a:pt x="220" y="451"/>
                    <a:pt x="218" y="454"/>
                  </a:cubicBezTo>
                  <a:cubicBezTo>
                    <a:pt x="237" y="486"/>
                    <a:pt x="228" y="488"/>
                    <a:pt x="233" y="492"/>
                  </a:cubicBezTo>
                  <a:cubicBezTo>
                    <a:pt x="243" y="506"/>
                    <a:pt x="241" y="507"/>
                    <a:pt x="243" y="510"/>
                  </a:cubicBezTo>
                  <a:cubicBezTo>
                    <a:pt x="273" y="563"/>
                    <a:pt x="281" y="573"/>
                    <a:pt x="290" y="592"/>
                  </a:cubicBezTo>
                  <a:cubicBezTo>
                    <a:pt x="313" y="641"/>
                    <a:pt x="320" y="646"/>
                    <a:pt x="317" y="650"/>
                  </a:cubicBezTo>
                  <a:cubicBezTo>
                    <a:pt x="324" y="674"/>
                    <a:pt x="328" y="677"/>
                    <a:pt x="326" y="679"/>
                  </a:cubicBezTo>
                  <a:cubicBezTo>
                    <a:pt x="331" y="728"/>
                    <a:pt x="335" y="734"/>
                    <a:pt x="335" y="739"/>
                  </a:cubicBezTo>
                  <a:cubicBezTo>
                    <a:pt x="329" y="772"/>
                    <a:pt x="335" y="778"/>
                    <a:pt x="329" y="782"/>
                  </a:cubicBezTo>
                  <a:cubicBezTo>
                    <a:pt x="329" y="760"/>
                    <a:pt x="324" y="756"/>
                    <a:pt x="326" y="754"/>
                  </a:cubicBezTo>
                  <a:cubicBezTo>
                    <a:pt x="316" y="694"/>
                    <a:pt x="311" y="688"/>
                    <a:pt x="312" y="684"/>
                  </a:cubicBezTo>
                  <a:cubicBezTo>
                    <a:pt x="303" y="664"/>
                    <a:pt x="300" y="660"/>
                    <a:pt x="297" y="655"/>
                  </a:cubicBezTo>
                  <a:cubicBezTo>
                    <a:pt x="277" y="614"/>
                    <a:pt x="276" y="603"/>
                    <a:pt x="266" y="592"/>
                  </a:cubicBezTo>
                  <a:cubicBezTo>
                    <a:pt x="229" y="512"/>
                    <a:pt x="224" y="509"/>
                    <a:pt x="226" y="507"/>
                  </a:cubicBezTo>
                  <a:cubicBezTo>
                    <a:pt x="219" y="487"/>
                    <a:pt x="218" y="484"/>
                    <a:pt x="215" y="481"/>
                  </a:cubicBezTo>
                  <a:cubicBezTo>
                    <a:pt x="207" y="434"/>
                    <a:pt x="204" y="427"/>
                    <a:pt x="203" y="421"/>
                  </a:cubicBezTo>
                  <a:cubicBezTo>
                    <a:pt x="200" y="407"/>
                    <a:pt x="202" y="403"/>
                    <a:pt x="198" y="400"/>
                  </a:cubicBezTo>
                  <a:cubicBezTo>
                    <a:pt x="196" y="424"/>
                    <a:pt x="202" y="423"/>
                    <a:pt x="200" y="426"/>
                  </a:cubicBezTo>
                  <a:cubicBezTo>
                    <a:pt x="204" y="466"/>
                    <a:pt x="207" y="469"/>
                    <a:pt x="205" y="471"/>
                  </a:cubicBezTo>
                  <a:cubicBezTo>
                    <a:pt x="232" y="535"/>
                    <a:pt x="234" y="550"/>
                    <a:pt x="247" y="566"/>
                  </a:cubicBezTo>
                  <a:cubicBezTo>
                    <a:pt x="301" y="688"/>
                    <a:pt x="306" y="693"/>
                    <a:pt x="305" y="698"/>
                  </a:cubicBezTo>
                  <a:cubicBezTo>
                    <a:pt x="318" y="764"/>
                    <a:pt x="321" y="768"/>
                    <a:pt x="316" y="771"/>
                  </a:cubicBezTo>
                  <a:cubicBezTo>
                    <a:pt x="320" y="797"/>
                    <a:pt x="318" y="798"/>
                    <a:pt x="320" y="800"/>
                  </a:cubicBezTo>
                  <a:cubicBezTo>
                    <a:pt x="311" y="765"/>
                    <a:pt x="308" y="755"/>
                    <a:pt x="311" y="746"/>
                  </a:cubicBezTo>
                  <a:cubicBezTo>
                    <a:pt x="292" y="699"/>
                    <a:pt x="295" y="695"/>
                    <a:pt x="291" y="689"/>
                  </a:cubicBezTo>
                  <a:cubicBezTo>
                    <a:pt x="279" y="664"/>
                    <a:pt x="281" y="659"/>
                    <a:pt x="274" y="652"/>
                  </a:cubicBezTo>
                  <a:cubicBezTo>
                    <a:pt x="272" y="634"/>
                    <a:pt x="265" y="630"/>
                    <a:pt x="264" y="627"/>
                  </a:cubicBezTo>
                  <a:cubicBezTo>
                    <a:pt x="258" y="606"/>
                    <a:pt x="250" y="601"/>
                    <a:pt x="253" y="598"/>
                  </a:cubicBezTo>
                  <a:cubicBezTo>
                    <a:pt x="219" y="535"/>
                    <a:pt x="210" y="531"/>
                    <a:pt x="213" y="526"/>
                  </a:cubicBezTo>
                  <a:cubicBezTo>
                    <a:pt x="196" y="496"/>
                    <a:pt x="200" y="495"/>
                    <a:pt x="199" y="493"/>
                  </a:cubicBezTo>
                  <a:cubicBezTo>
                    <a:pt x="188" y="444"/>
                    <a:pt x="183" y="435"/>
                    <a:pt x="184" y="427"/>
                  </a:cubicBezTo>
                  <a:cubicBezTo>
                    <a:pt x="176" y="409"/>
                    <a:pt x="175" y="415"/>
                    <a:pt x="176" y="421"/>
                  </a:cubicBezTo>
                  <a:cubicBezTo>
                    <a:pt x="180" y="443"/>
                    <a:pt x="180" y="448"/>
                    <a:pt x="180" y="452"/>
                  </a:cubicBezTo>
                  <a:cubicBezTo>
                    <a:pt x="181" y="498"/>
                    <a:pt x="184" y="526"/>
                    <a:pt x="195" y="545"/>
                  </a:cubicBezTo>
                  <a:cubicBezTo>
                    <a:pt x="206" y="572"/>
                    <a:pt x="208" y="569"/>
                    <a:pt x="211" y="577"/>
                  </a:cubicBezTo>
                  <a:cubicBezTo>
                    <a:pt x="236" y="627"/>
                    <a:pt x="240" y="630"/>
                    <a:pt x="238" y="632"/>
                  </a:cubicBezTo>
                  <a:cubicBezTo>
                    <a:pt x="260" y="671"/>
                    <a:pt x="263" y="679"/>
                    <a:pt x="270" y="687"/>
                  </a:cubicBezTo>
                  <a:cubicBezTo>
                    <a:pt x="277" y="703"/>
                    <a:pt x="278" y="705"/>
                    <a:pt x="280" y="707"/>
                  </a:cubicBezTo>
                  <a:cubicBezTo>
                    <a:pt x="284" y="736"/>
                    <a:pt x="293" y="745"/>
                    <a:pt x="290" y="751"/>
                  </a:cubicBezTo>
                  <a:cubicBezTo>
                    <a:pt x="300" y="786"/>
                    <a:pt x="298" y="788"/>
                    <a:pt x="301" y="790"/>
                  </a:cubicBezTo>
                  <a:cubicBezTo>
                    <a:pt x="285" y="760"/>
                    <a:pt x="280" y="751"/>
                    <a:pt x="281" y="743"/>
                  </a:cubicBezTo>
                  <a:cubicBezTo>
                    <a:pt x="267" y="717"/>
                    <a:pt x="263" y="712"/>
                    <a:pt x="264" y="709"/>
                  </a:cubicBezTo>
                  <a:cubicBezTo>
                    <a:pt x="248" y="682"/>
                    <a:pt x="246" y="670"/>
                    <a:pt x="242" y="658"/>
                  </a:cubicBezTo>
                  <a:cubicBezTo>
                    <a:pt x="179" y="534"/>
                    <a:pt x="172" y="518"/>
                    <a:pt x="162" y="502"/>
                  </a:cubicBezTo>
                  <a:cubicBezTo>
                    <a:pt x="145" y="444"/>
                    <a:pt x="148" y="430"/>
                    <a:pt x="143" y="415"/>
                  </a:cubicBezTo>
                  <a:cubicBezTo>
                    <a:pt x="140" y="444"/>
                    <a:pt x="143" y="452"/>
                    <a:pt x="143" y="459"/>
                  </a:cubicBezTo>
                  <a:cubicBezTo>
                    <a:pt x="153" y="499"/>
                    <a:pt x="156" y="503"/>
                    <a:pt x="155" y="507"/>
                  </a:cubicBezTo>
                  <a:cubicBezTo>
                    <a:pt x="184" y="563"/>
                    <a:pt x="185" y="565"/>
                    <a:pt x="185" y="569"/>
                  </a:cubicBezTo>
                  <a:cubicBezTo>
                    <a:pt x="202" y="603"/>
                    <a:pt x="208" y="605"/>
                    <a:pt x="207" y="612"/>
                  </a:cubicBezTo>
                  <a:cubicBezTo>
                    <a:pt x="217" y="641"/>
                    <a:pt x="230" y="639"/>
                    <a:pt x="224" y="644"/>
                  </a:cubicBezTo>
                  <a:cubicBezTo>
                    <a:pt x="287" y="796"/>
                    <a:pt x="292" y="802"/>
                    <a:pt x="291" y="807"/>
                  </a:cubicBezTo>
                  <a:cubicBezTo>
                    <a:pt x="298" y="844"/>
                    <a:pt x="299" y="847"/>
                    <a:pt x="297" y="849"/>
                  </a:cubicBezTo>
                  <a:cubicBezTo>
                    <a:pt x="295" y="844"/>
                    <a:pt x="294" y="840"/>
                    <a:pt x="292" y="836"/>
                  </a:cubicBezTo>
                  <a:cubicBezTo>
                    <a:pt x="285" y="809"/>
                    <a:pt x="281" y="804"/>
                    <a:pt x="278" y="799"/>
                  </a:cubicBezTo>
                  <a:cubicBezTo>
                    <a:pt x="255" y="746"/>
                    <a:pt x="249" y="747"/>
                    <a:pt x="250" y="741"/>
                  </a:cubicBezTo>
                  <a:cubicBezTo>
                    <a:pt x="223" y="694"/>
                    <a:pt x="225" y="692"/>
                    <a:pt x="223" y="689"/>
                  </a:cubicBezTo>
                  <a:cubicBezTo>
                    <a:pt x="216" y="674"/>
                    <a:pt x="215" y="671"/>
                    <a:pt x="212" y="667"/>
                  </a:cubicBezTo>
                  <a:cubicBezTo>
                    <a:pt x="201" y="644"/>
                    <a:pt x="195" y="640"/>
                    <a:pt x="198" y="638"/>
                  </a:cubicBezTo>
                  <a:cubicBezTo>
                    <a:pt x="149" y="549"/>
                    <a:pt x="156" y="559"/>
                    <a:pt x="157" y="567"/>
                  </a:cubicBezTo>
                  <a:cubicBezTo>
                    <a:pt x="160" y="580"/>
                    <a:pt x="164" y="583"/>
                    <a:pt x="165" y="586"/>
                  </a:cubicBezTo>
                  <a:cubicBezTo>
                    <a:pt x="177" y="613"/>
                    <a:pt x="172" y="614"/>
                    <a:pt x="179" y="618"/>
                  </a:cubicBezTo>
                  <a:cubicBezTo>
                    <a:pt x="187" y="642"/>
                    <a:pt x="191" y="644"/>
                    <a:pt x="192" y="647"/>
                  </a:cubicBezTo>
                  <a:cubicBezTo>
                    <a:pt x="208" y="677"/>
                    <a:pt x="206" y="681"/>
                    <a:pt x="209" y="680"/>
                  </a:cubicBezTo>
                  <a:cubicBezTo>
                    <a:pt x="229" y="715"/>
                    <a:pt x="236" y="735"/>
                    <a:pt x="245" y="754"/>
                  </a:cubicBezTo>
                  <a:cubicBezTo>
                    <a:pt x="265" y="789"/>
                    <a:pt x="268" y="793"/>
                    <a:pt x="268" y="796"/>
                  </a:cubicBezTo>
                  <a:cubicBezTo>
                    <a:pt x="284" y="831"/>
                    <a:pt x="281" y="834"/>
                    <a:pt x="283" y="837"/>
                  </a:cubicBezTo>
                  <a:cubicBezTo>
                    <a:pt x="287" y="855"/>
                    <a:pt x="283" y="857"/>
                    <a:pt x="287" y="859"/>
                  </a:cubicBezTo>
                  <a:cubicBezTo>
                    <a:pt x="285" y="886"/>
                    <a:pt x="282" y="878"/>
                    <a:pt x="285" y="870"/>
                  </a:cubicBezTo>
                  <a:cubicBezTo>
                    <a:pt x="268" y="821"/>
                    <a:pt x="270" y="819"/>
                    <a:pt x="268" y="816"/>
                  </a:cubicBezTo>
                  <a:cubicBezTo>
                    <a:pt x="259" y="786"/>
                    <a:pt x="252" y="782"/>
                    <a:pt x="251" y="779"/>
                  </a:cubicBezTo>
                  <a:cubicBezTo>
                    <a:pt x="234" y="751"/>
                    <a:pt x="238" y="749"/>
                    <a:pt x="234" y="745"/>
                  </a:cubicBezTo>
                  <a:cubicBezTo>
                    <a:pt x="205" y="692"/>
                    <a:pt x="202" y="688"/>
                    <a:pt x="199" y="684"/>
                  </a:cubicBezTo>
                  <a:cubicBezTo>
                    <a:pt x="177" y="630"/>
                    <a:pt x="166" y="611"/>
                    <a:pt x="158" y="593"/>
                  </a:cubicBezTo>
                  <a:cubicBezTo>
                    <a:pt x="147" y="546"/>
                    <a:pt x="142" y="548"/>
                    <a:pt x="140" y="540"/>
                  </a:cubicBezTo>
                  <a:cubicBezTo>
                    <a:pt x="140" y="522"/>
                    <a:pt x="138" y="522"/>
                    <a:pt x="136" y="521"/>
                  </a:cubicBezTo>
                  <a:cubicBezTo>
                    <a:pt x="130" y="496"/>
                    <a:pt x="129" y="493"/>
                    <a:pt x="131" y="490"/>
                  </a:cubicBezTo>
                  <a:cubicBezTo>
                    <a:pt x="122" y="493"/>
                    <a:pt x="128" y="497"/>
                    <a:pt x="125" y="499"/>
                  </a:cubicBezTo>
                  <a:cubicBezTo>
                    <a:pt x="131" y="527"/>
                    <a:pt x="132" y="536"/>
                    <a:pt x="136" y="545"/>
                  </a:cubicBezTo>
                  <a:cubicBezTo>
                    <a:pt x="139" y="569"/>
                    <a:pt x="140" y="574"/>
                    <a:pt x="139" y="580"/>
                  </a:cubicBezTo>
                  <a:cubicBezTo>
                    <a:pt x="160" y="639"/>
                    <a:pt x="161" y="642"/>
                    <a:pt x="159" y="645"/>
                  </a:cubicBezTo>
                  <a:cubicBezTo>
                    <a:pt x="169" y="668"/>
                    <a:pt x="176" y="672"/>
                    <a:pt x="172" y="674"/>
                  </a:cubicBezTo>
                  <a:cubicBezTo>
                    <a:pt x="200" y="724"/>
                    <a:pt x="201" y="738"/>
                    <a:pt x="214" y="755"/>
                  </a:cubicBezTo>
                  <a:cubicBezTo>
                    <a:pt x="236" y="805"/>
                    <a:pt x="246" y="814"/>
                    <a:pt x="247" y="821"/>
                  </a:cubicBezTo>
                  <a:cubicBezTo>
                    <a:pt x="268" y="868"/>
                    <a:pt x="261" y="870"/>
                    <a:pt x="266" y="874"/>
                  </a:cubicBezTo>
                  <a:cubicBezTo>
                    <a:pt x="224" y="800"/>
                    <a:pt x="220" y="795"/>
                    <a:pt x="217" y="789"/>
                  </a:cubicBezTo>
                  <a:cubicBezTo>
                    <a:pt x="185" y="740"/>
                    <a:pt x="190" y="733"/>
                    <a:pt x="185" y="736"/>
                  </a:cubicBezTo>
                  <a:cubicBezTo>
                    <a:pt x="171" y="702"/>
                    <a:pt x="168" y="697"/>
                    <a:pt x="166" y="693"/>
                  </a:cubicBezTo>
                  <a:cubicBezTo>
                    <a:pt x="134" y="606"/>
                    <a:pt x="125" y="601"/>
                    <a:pt x="129" y="597"/>
                  </a:cubicBezTo>
                  <a:cubicBezTo>
                    <a:pt x="119" y="542"/>
                    <a:pt x="118" y="540"/>
                    <a:pt x="116" y="538"/>
                  </a:cubicBezTo>
                  <a:cubicBezTo>
                    <a:pt x="111" y="539"/>
                    <a:pt x="113" y="558"/>
                    <a:pt x="117" y="576"/>
                  </a:cubicBezTo>
                  <a:cubicBezTo>
                    <a:pt x="141" y="650"/>
                    <a:pt x="140" y="667"/>
                    <a:pt x="151" y="685"/>
                  </a:cubicBezTo>
                  <a:cubicBezTo>
                    <a:pt x="194" y="767"/>
                    <a:pt x="201" y="774"/>
                    <a:pt x="207" y="789"/>
                  </a:cubicBezTo>
                  <a:cubicBezTo>
                    <a:pt x="228" y="836"/>
                    <a:pt x="240" y="840"/>
                    <a:pt x="235" y="842"/>
                  </a:cubicBezTo>
                  <a:cubicBezTo>
                    <a:pt x="251" y="882"/>
                    <a:pt x="258" y="889"/>
                    <a:pt x="255" y="894"/>
                  </a:cubicBezTo>
                  <a:cubicBezTo>
                    <a:pt x="228" y="846"/>
                    <a:pt x="227" y="844"/>
                    <a:pt x="225" y="842"/>
                  </a:cubicBezTo>
                  <a:cubicBezTo>
                    <a:pt x="212" y="821"/>
                    <a:pt x="210" y="822"/>
                    <a:pt x="209" y="820"/>
                  </a:cubicBezTo>
                  <a:cubicBezTo>
                    <a:pt x="166" y="769"/>
                    <a:pt x="157" y="757"/>
                    <a:pt x="144" y="743"/>
                  </a:cubicBezTo>
                  <a:cubicBezTo>
                    <a:pt x="123" y="700"/>
                    <a:pt x="116" y="696"/>
                    <a:pt x="115" y="693"/>
                  </a:cubicBezTo>
                  <a:cubicBezTo>
                    <a:pt x="107" y="669"/>
                    <a:pt x="105" y="663"/>
                    <a:pt x="101" y="657"/>
                  </a:cubicBezTo>
                  <a:cubicBezTo>
                    <a:pt x="96" y="630"/>
                    <a:pt x="93" y="623"/>
                    <a:pt x="91" y="615"/>
                  </a:cubicBezTo>
                  <a:cubicBezTo>
                    <a:pt x="87" y="604"/>
                    <a:pt x="82" y="608"/>
                    <a:pt x="85" y="614"/>
                  </a:cubicBezTo>
                  <a:cubicBezTo>
                    <a:pt x="95" y="654"/>
                    <a:pt x="92" y="660"/>
                    <a:pt x="95" y="666"/>
                  </a:cubicBezTo>
                  <a:cubicBezTo>
                    <a:pt x="154" y="770"/>
                    <a:pt x="155" y="771"/>
                    <a:pt x="161" y="778"/>
                  </a:cubicBezTo>
                  <a:cubicBezTo>
                    <a:pt x="204" y="829"/>
                    <a:pt x="208" y="830"/>
                    <a:pt x="211" y="836"/>
                  </a:cubicBezTo>
                  <a:cubicBezTo>
                    <a:pt x="249" y="919"/>
                    <a:pt x="255" y="928"/>
                    <a:pt x="253" y="935"/>
                  </a:cubicBezTo>
                  <a:cubicBezTo>
                    <a:pt x="253" y="956"/>
                    <a:pt x="256" y="954"/>
                    <a:pt x="252" y="951"/>
                  </a:cubicBezTo>
                  <a:cubicBezTo>
                    <a:pt x="255" y="941"/>
                    <a:pt x="249" y="937"/>
                    <a:pt x="247" y="934"/>
                  </a:cubicBezTo>
                  <a:cubicBezTo>
                    <a:pt x="223" y="877"/>
                    <a:pt x="219" y="872"/>
                    <a:pt x="216" y="866"/>
                  </a:cubicBezTo>
                  <a:cubicBezTo>
                    <a:pt x="166" y="796"/>
                    <a:pt x="160" y="792"/>
                    <a:pt x="155" y="782"/>
                  </a:cubicBezTo>
                  <a:cubicBezTo>
                    <a:pt x="107" y="716"/>
                    <a:pt x="103" y="719"/>
                    <a:pt x="103" y="714"/>
                  </a:cubicBezTo>
                  <a:cubicBezTo>
                    <a:pt x="85" y="675"/>
                    <a:pt x="83" y="673"/>
                    <a:pt x="82" y="671"/>
                  </a:cubicBezTo>
                  <a:cubicBezTo>
                    <a:pt x="79" y="658"/>
                    <a:pt x="74" y="655"/>
                    <a:pt x="76" y="653"/>
                  </a:cubicBezTo>
                  <a:cubicBezTo>
                    <a:pt x="72" y="651"/>
                    <a:pt x="73" y="653"/>
                    <a:pt x="70" y="654"/>
                  </a:cubicBezTo>
                  <a:cubicBezTo>
                    <a:pt x="78" y="674"/>
                    <a:pt x="75" y="677"/>
                    <a:pt x="80" y="682"/>
                  </a:cubicBezTo>
                  <a:cubicBezTo>
                    <a:pt x="93" y="713"/>
                    <a:pt x="99" y="721"/>
                    <a:pt x="102" y="730"/>
                  </a:cubicBezTo>
                  <a:cubicBezTo>
                    <a:pt x="168" y="818"/>
                    <a:pt x="173" y="816"/>
                    <a:pt x="176" y="821"/>
                  </a:cubicBezTo>
                  <a:cubicBezTo>
                    <a:pt x="206" y="868"/>
                    <a:pt x="208" y="871"/>
                    <a:pt x="210" y="875"/>
                  </a:cubicBezTo>
                  <a:cubicBezTo>
                    <a:pt x="237" y="926"/>
                    <a:pt x="238" y="934"/>
                    <a:pt x="240" y="942"/>
                  </a:cubicBezTo>
                  <a:cubicBezTo>
                    <a:pt x="254" y="974"/>
                    <a:pt x="251" y="976"/>
                    <a:pt x="252" y="978"/>
                  </a:cubicBezTo>
                  <a:cubicBezTo>
                    <a:pt x="244" y="978"/>
                    <a:pt x="245" y="972"/>
                    <a:pt x="245" y="965"/>
                  </a:cubicBezTo>
                  <a:cubicBezTo>
                    <a:pt x="220" y="909"/>
                    <a:pt x="215" y="897"/>
                    <a:pt x="207" y="885"/>
                  </a:cubicBezTo>
                  <a:cubicBezTo>
                    <a:pt x="195" y="866"/>
                    <a:pt x="195" y="864"/>
                    <a:pt x="193" y="865"/>
                  </a:cubicBezTo>
                  <a:cubicBezTo>
                    <a:pt x="179" y="855"/>
                    <a:pt x="185" y="844"/>
                    <a:pt x="180" y="848"/>
                  </a:cubicBezTo>
                  <a:cubicBezTo>
                    <a:pt x="148" y="807"/>
                    <a:pt x="140" y="795"/>
                    <a:pt x="131" y="783"/>
                  </a:cubicBezTo>
                  <a:cubicBezTo>
                    <a:pt x="118" y="762"/>
                    <a:pt x="110" y="755"/>
                    <a:pt x="106" y="749"/>
                  </a:cubicBezTo>
                  <a:cubicBezTo>
                    <a:pt x="80" y="696"/>
                    <a:pt x="80" y="694"/>
                    <a:pt x="80" y="692"/>
                  </a:cubicBezTo>
                  <a:cubicBezTo>
                    <a:pt x="71" y="664"/>
                    <a:pt x="69" y="658"/>
                    <a:pt x="65" y="661"/>
                  </a:cubicBezTo>
                  <a:cubicBezTo>
                    <a:pt x="71" y="688"/>
                    <a:pt x="73" y="693"/>
                    <a:pt x="76" y="697"/>
                  </a:cubicBezTo>
                  <a:cubicBezTo>
                    <a:pt x="113" y="772"/>
                    <a:pt x="120" y="781"/>
                    <a:pt x="125" y="789"/>
                  </a:cubicBezTo>
                  <a:cubicBezTo>
                    <a:pt x="135" y="803"/>
                    <a:pt x="136" y="809"/>
                    <a:pt x="140" y="813"/>
                  </a:cubicBezTo>
                  <a:cubicBezTo>
                    <a:pt x="178" y="859"/>
                    <a:pt x="181" y="858"/>
                    <a:pt x="179" y="860"/>
                  </a:cubicBezTo>
                  <a:cubicBezTo>
                    <a:pt x="193" y="881"/>
                    <a:pt x="195" y="882"/>
                    <a:pt x="198" y="889"/>
                  </a:cubicBezTo>
                  <a:cubicBezTo>
                    <a:pt x="227" y="944"/>
                    <a:pt x="231" y="952"/>
                    <a:pt x="235" y="961"/>
                  </a:cubicBezTo>
                  <a:cubicBezTo>
                    <a:pt x="244" y="999"/>
                    <a:pt x="243" y="1002"/>
                    <a:pt x="242" y="1005"/>
                  </a:cubicBezTo>
                  <a:cubicBezTo>
                    <a:pt x="238" y="996"/>
                    <a:pt x="233" y="991"/>
                    <a:pt x="234" y="988"/>
                  </a:cubicBezTo>
                  <a:cubicBezTo>
                    <a:pt x="225" y="962"/>
                    <a:pt x="224" y="959"/>
                    <a:pt x="222" y="957"/>
                  </a:cubicBezTo>
                  <a:cubicBezTo>
                    <a:pt x="210" y="930"/>
                    <a:pt x="207" y="921"/>
                    <a:pt x="204" y="912"/>
                  </a:cubicBezTo>
                  <a:cubicBezTo>
                    <a:pt x="190" y="898"/>
                    <a:pt x="190" y="892"/>
                    <a:pt x="189" y="891"/>
                  </a:cubicBezTo>
                  <a:cubicBezTo>
                    <a:pt x="171" y="869"/>
                    <a:pt x="172" y="868"/>
                    <a:pt x="171" y="866"/>
                  </a:cubicBezTo>
                  <a:cubicBezTo>
                    <a:pt x="166" y="860"/>
                    <a:pt x="165" y="861"/>
                    <a:pt x="164" y="859"/>
                  </a:cubicBezTo>
                  <a:cubicBezTo>
                    <a:pt x="156" y="850"/>
                    <a:pt x="152" y="845"/>
                    <a:pt x="148" y="841"/>
                  </a:cubicBezTo>
                  <a:cubicBezTo>
                    <a:pt x="65" y="711"/>
                    <a:pt x="53" y="694"/>
                    <a:pt x="50" y="678"/>
                  </a:cubicBezTo>
                  <a:cubicBezTo>
                    <a:pt x="50" y="701"/>
                    <a:pt x="55" y="704"/>
                    <a:pt x="53" y="706"/>
                  </a:cubicBezTo>
                  <a:cubicBezTo>
                    <a:pt x="169" y="875"/>
                    <a:pt x="172" y="884"/>
                    <a:pt x="197" y="919"/>
                  </a:cubicBezTo>
                  <a:cubicBezTo>
                    <a:pt x="218" y="976"/>
                    <a:pt x="221" y="979"/>
                    <a:pt x="224" y="983"/>
                  </a:cubicBezTo>
                  <a:cubicBezTo>
                    <a:pt x="228" y="1009"/>
                    <a:pt x="232" y="1014"/>
                    <a:pt x="228" y="1017"/>
                  </a:cubicBezTo>
                  <a:cubicBezTo>
                    <a:pt x="224" y="1004"/>
                    <a:pt x="219" y="996"/>
                    <a:pt x="221" y="990"/>
                  </a:cubicBezTo>
                  <a:cubicBezTo>
                    <a:pt x="201" y="949"/>
                    <a:pt x="198" y="938"/>
                    <a:pt x="196" y="934"/>
                  </a:cubicBezTo>
                  <a:cubicBezTo>
                    <a:pt x="166" y="892"/>
                    <a:pt x="165" y="887"/>
                    <a:pt x="163" y="885"/>
                  </a:cubicBezTo>
                  <a:cubicBezTo>
                    <a:pt x="129" y="843"/>
                    <a:pt x="120" y="840"/>
                    <a:pt x="115" y="826"/>
                  </a:cubicBezTo>
                  <a:cubicBezTo>
                    <a:pt x="95" y="810"/>
                    <a:pt x="100" y="803"/>
                    <a:pt x="95" y="801"/>
                  </a:cubicBezTo>
                  <a:cubicBezTo>
                    <a:pt x="58" y="746"/>
                    <a:pt x="61" y="750"/>
                    <a:pt x="63" y="753"/>
                  </a:cubicBezTo>
                  <a:cubicBezTo>
                    <a:pt x="73" y="778"/>
                    <a:pt x="76" y="782"/>
                    <a:pt x="79" y="786"/>
                  </a:cubicBezTo>
                  <a:cubicBezTo>
                    <a:pt x="96" y="817"/>
                    <a:pt x="95" y="817"/>
                    <a:pt x="101" y="826"/>
                  </a:cubicBezTo>
                  <a:cubicBezTo>
                    <a:pt x="112" y="844"/>
                    <a:pt x="119" y="843"/>
                    <a:pt x="118" y="851"/>
                  </a:cubicBezTo>
                  <a:cubicBezTo>
                    <a:pt x="187" y="941"/>
                    <a:pt x="193" y="948"/>
                    <a:pt x="198" y="955"/>
                  </a:cubicBezTo>
                  <a:cubicBezTo>
                    <a:pt x="206" y="972"/>
                    <a:pt x="204" y="974"/>
                    <a:pt x="206" y="976"/>
                  </a:cubicBezTo>
                  <a:cubicBezTo>
                    <a:pt x="210" y="996"/>
                    <a:pt x="210" y="999"/>
                    <a:pt x="212" y="1001"/>
                  </a:cubicBezTo>
                  <a:cubicBezTo>
                    <a:pt x="219" y="1030"/>
                    <a:pt x="221" y="1035"/>
                    <a:pt x="219" y="1038"/>
                  </a:cubicBezTo>
                  <a:cubicBezTo>
                    <a:pt x="213" y="1023"/>
                    <a:pt x="208" y="1019"/>
                    <a:pt x="207" y="1015"/>
                  </a:cubicBezTo>
                  <a:cubicBezTo>
                    <a:pt x="176" y="958"/>
                    <a:pt x="173" y="948"/>
                    <a:pt x="164" y="941"/>
                  </a:cubicBezTo>
                  <a:cubicBezTo>
                    <a:pt x="138" y="898"/>
                    <a:pt x="141" y="893"/>
                    <a:pt x="136" y="892"/>
                  </a:cubicBezTo>
                  <a:cubicBezTo>
                    <a:pt x="80" y="806"/>
                    <a:pt x="75" y="794"/>
                    <a:pt x="68" y="781"/>
                  </a:cubicBezTo>
                  <a:cubicBezTo>
                    <a:pt x="55" y="735"/>
                    <a:pt x="49" y="731"/>
                    <a:pt x="52" y="729"/>
                  </a:cubicBezTo>
                  <a:cubicBezTo>
                    <a:pt x="46" y="719"/>
                    <a:pt x="43" y="724"/>
                    <a:pt x="46" y="731"/>
                  </a:cubicBezTo>
                  <a:cubicBezTo>
                    <a:pt x="61" y="773"/>
                    <a:pt x="58" y="778"/>
                    <a:pt x="63" y="785"/>
                  </a:cubicBezTo>
                  <a:cubicBezTo>
                    <a:pt x="108" y="861"/>
                    <a:pt x="106" y="867"/>
                    <a:pt x="113" y="874"/>
                  </a:cubicBezTo>
                  <a:cubicBezTo>
                    <a:pt x="153" y="937"/>
                    <a:pt x="160" y="950"/>
                    <a:pt x="170" y="963"/>
                  </a:cubicBezTo>
                  <a:cubicBezTo>
                    <a:pt x="201" y="1018"/>
                    <a:pt x="197" y="1023"/>
                    <a:pt x="203" y="1030"/>
                  </a:cubicBezTo>
                  <a:cubicBezTo>
                    <a:pt x="212" y="1054"/>
                    <a:pt x="211" y="1060"/>
                    <a:pt x="215" y="1066"/>
                  </a:cubicBezTo>
                  <a:cubicBezTo>
                    <a:pt x="213" y="1076"/>
                    <a:pt x="211" y="1072"/>
                    <a:pt x="209" y="1068"/>
                  </a:cubicBezTo>
                  <a:cubicBezTo>
                    <a:pt x="192" y="1018"/>
                    <a:pt x="185" y="1004"/>
                    <a:pt x="179" y="986"/>
                  </a:cubicBezTo>
                  <a:cubicBezTo>
                    <a:pt x="167" y="965"/>
                    <a:pt x="163" y="959"/>
                    <a:pt x="162" y="959"/>
                  </a:cubicBezTo>
                  <a:cubicBezTo>
                    <a:pt x="150" y="943"/>
                    <a:pt x="146" y="939"/>
                    <a:pt x="143" y="936"/>
                  </a:cubicBezTo>
                  <a:cubicBezTo>
                    <a:pt x="94" y="874"/>
                    <a:pt x="79" y="852"/>
                    <a:pt x="64" y="833"/>
                  </a:cubicBezTo>
                  <a:cubicBezTo>
                    <a:pt x="39" y="757"/>
                    <a:pt x="29" y="752"/>
                    <a:pt x="35" y="749"/>
                  </a:cubicBezTo>
                  <a:cubicBezTo>
                    <a:pt x="29" y="755"/>
                    <a:pt x="31" y="759"/>
                    <a:pt x="33" y="763"/>
                  </a:cubicBezTo>
                  <a:cubicBezTo>
                    <a:pt x="44" y="793"/>
                    <a:pt x="39" y="799"/>
                    <a:pt x="45" y="807"/>
                  </a:cubicBezTo>
                  <a:cubicBezTo>
                    <a:pt x="89" y="874"/>
                    <a:pt x="113" y="915"/>
                    <a:pt x="129" y="931"/>
                  </a:cubicBezTo>
                  <a:cubicBezTo>
                    <a:pt x="153" y="967"/>
                    <a:pt x="164" y="977"/>
                    <a:pt x="170" y="987"/>
                  </a:cubicBezTo>
                  <a:cubicBezTo>
                    <a:pt x="186" y="1036"/>
                    <a:pt x="176" y="1025"/>
                    <a:pt x="171" y="1012"/>
                  </a:cubicBezTo>
                  <a:cubicBezTo>
                    <a:pt x="150" y="985"/>
                    <a:pt x="142" y="980"/>
                    <a:pt x="145" y="976"/>
                  </a:cubicBezTo>
                  <a:cubicBezTo>
                    <a:pt x="89" y="910"/>
                    <a:pt x="75" y="887"/>
                    <a:pt x="51" y="850"/>
                  </a:cubicBezTo>
                  <a:cubicBezTo>
                    <a:pt x="32" y="802"/>
                    <a:pt x="32" y="799"/>
                    <a:pt x="33" y="797"/>
                  </a:cubicBezTo>
                  <a:cubicBezTo>
                    <a:pt x="29" y="798"/>
                    <a:pt x="29" y="800"/>
                    <a:pt x="29" y="802"/>
                  </a:cubicBezTo>
                  <a:cubicBezTo>
                    <a:pt x="34" y="829"/>
                    <a:pt x="41" y="834"/>
                    <a:pt x="38" y="838"/>
                  </a:cubicBezTo>
                  <a:cubicBezTo>
                    <a:pt x="56" y="874"/>
                    <a:pt x="56" y="876"/>
                    <a:pt x="56" y="876"/>
                  </a:cubicBezTo>
                  <a:cubicBezTo>
                    <a:pt x="77" y="905"/>
                    <a:pt x="93" y="930"/>
                    <a:pt x="103" y="938"/>
                  </a:cubicBezTo>
                  <a:cubicBezTo>
                    <a:pt x="143" y="990"/>
                    <a:pt x="145" y="993"/>
                    <a:pt x="147" y="997"/>
                  </a:cubicBezTo>
                  <a:cubicBezTo>
                    <a:pt x="170" y="1023"/>
                    <a:pt x="170" y="1030"/>
                    <a:pt x="170" y="1032"/>
                  </a:cubicBezTo>
                  <a:cubicBezTo>
                    <a:pt x="192" y="1072"/>
                    <a:pt x="200" y="1081"/>
                    <a:pt x="202" y="1090"/>
                  </a:cubicBezTo>
                  <a:cubicBezTo>
                    <a:pt x="202" y="1098"/>
                    <a:pt x="196" y="1094"/>
                    <a:pt x="199" y="1092"/>
                  </a:cubicBezTo>
                  <a:cubicBezTo>
                    <a:pt x="171" y="1039"/>
                    <a:pt x="164" y="1029"/>
                    <a:pt x="160" y="1024"/>
                  </a:cubicBezTo>
                  <a:cubicBezTo>
                    <a:pt x="153" y="1014"/>
                    <a:pt x="150" y="1010"/>
                    <a:pt x="146" y="1005"/>
                  </a:cubicBezTo>
                  <a:cubicBezTo>
                    <a:pt x="40" y="864"/>
                    <a:pt x="36" y="858"/>
                    <a:pt x="31" y="852"/>
                  </a:cubicBezTo>
                  <a:cubicBezTo>
                    <a:pt x="22" y="845"/>
                    <a:pt x="25" y="854"/>
                    <a:pt x="29" y="863"/>
                  </a:cubicBezTo>
                  <a:cubicBezTo>
                    <a:pt x="50" y="911"/>
                    <a:pt x="48" y="916"/>
                    <a:pt x="54" y="922"/>
                  </a:cubicBezTo>
                  <a:cubicBezTo>
                    <a:pt x="84" y="967"/>
                    <a:pt x="81" y="972"/>
                    <a:pt x="86" y="972"/>
                  </a:cubicBezTo>
                  <a:cubicBezTo>
                    <a:pt x="97" y="985"/>
                    <a:pt x="95" y="988"/>
                    <a:pt x="95" y="988"/>
                  </a:cubicBezTo>
                  <a:cubicBezTo>
                    <a:pt x="134" y="1039"/>
                    <a:pt x="133" y="1041"/>
                    <a:pt x="134" y="1043"/>
                  </a:cubicBezTo>
                  <a:cubicBezTo>
                    <a:pt x="154" y="1066"/>
                    <a:pt x="152" y="1068"/>
                    <a:pt x="153" y="1069"/>
                  </a:cubicBezTo>
                  <a:cubicBezTo>
                    <a:pt x="163" y="1084"/>
                    <a:pt x="168" y="1094"/>
                    <a:pt x="176" y="1104"/>
                  </a:cubicBezTo>
                  <a:cubicBezTo>
                    <a:pt x="193" y="1150"/>
                    <a:pt x="191" y="1152"/>
                    <a:pt x="193" y="1155"/>
                  </a:cubicBezTo>
                  <a:cubicBezTo>
                    <a:pt x="174" y="1126"/>
                    <a:pt x="178" y="1120"/>
                    <a:pt x="173" y="1121"/>
                  </a:cubicBezTo>
                  <a:cubicBezTo>
                    <a:pt x="150" y="1085"/>
                    <a:pt x="146" y="1076"/>
                    <a:pt x="137" y="1068"/>
                  </a:cubicBezTo>
                  <a:cubicBezTo>
                    <a:pt x="122" y="1043"/>
                    <a:pt x="118" y="1038"/>
                    <a:pt x="116" y="1034"/>
                  </a:cubicBezTo>
                  <a:cubicBezTo>
                    <a:pt x="107" y="1023"/>
                    <a:pt x="105" y="1016"/>
                    <a:pt x="100" y="1009"/>
                  </a:cubicBezTo>
                  <a:cubicBezTo>
                    <a:pt x="90" y="998"/>
                    <a:pt x="92" y="997"/>
                    <a:pt x="89" y="997"/>
                  </a:cubicBezTo>
                  <a:cubicBezTo>
                    <a:pt x="85" y="986"/>
                    <a:pt x="82" y="987"/>
                    <a:pt x="82" y="987"/>
                  </a:cubicBezTo>
                  <a:cubicBezTo>
                    <a:pt x="53" y="952"/>
                    <a:pt x="52" y="942"/>
                    <a:pt x="49" y="942"/>
                  </a:cubicBezTo>
                  <a:cubicBezTo>
                    <a:pt x="31" y="899"/>
                    <a:pt x="22" y="894"/>
                    <a:pt x="26" y="890"/>
                  </a:cubicBezTo>
                  <a:cubicBezTo>
                    <a:pt x="40" y="944"/>
                    <a:pt x="46" y="951"/>
                    <a:pt x="50" y="957"/>
                  </a:cubicBezTo>
                  <a:cubicBezTo>
                    <a:pt x="55" y="964"/>
                    <a:pt x="54" y="966"/>
                    <a:pt x="55" y="967"/>
                  </a:cubicBezTo>
                  <a:cubicBezTo>
                    <a:pt x="62" y="976"/>
                    <a:pt x="63" y="974"/>
                    <a:pt x="64" y="976"/>
                  </a:cubicBezTo>
                  <a:cubicBezTo>
                    <a:pt x="71" y="991"/>
                    <a:pt x="75" y="992"/>
                    <a:pt x="75" y="992"/>
                  </a:cubicBezTo>
                  <a:cubicBezTo>
                    <a:pt x="87" y="1006"/>
                    <a:pt x="91" y="1013"/>
                    <a:pt x="94" y="1018"/>
                  </a:cubicBezTo>
                  <a:cubicBezTo>
                    <a:pt x="102" y="1029"/>
                    <a:pt x="101" y="1031"/>
                    <a:pt x="102" y="1032"/>
                  </a:cubicBezTo>
                  <a:cubicBezTo>
                    <a:pt x="136" y="1079"/>
                    <a:pt x="145" y="1091"/>
                    <a:pt x="153" y="1103"/>
                  </a:cubicBezTo>
                  <a:cubicBezTo>
                    <a:pt x="187" y="1163"/>
                    <a:pt x="182" y="1168"/>
                    <a:pt x="186" y="1173"/>
                  </a:cubicBezTo>
                  <a:cubicBezTo>
                    <a:pt x="178" y="1170"/>
                    <a:pt x="174" y="1167"/>
                    <a:pt x="173" y="1165"/>
                  </a:cubicBezTo>
                  <a:cubicBezTo>
                    <a:pt x="155" y="1142"/>
                    <a:pt x="146" y="1120"/>
                    <a:pt x="135" y="1111"/>
                  </a:cubicBezTo>
                  <a:cubicBezTo>
                    <a:pt x="110" y="1078"/>
                    <a:pt x="102" y="1080"/>
                    <a:pt x="106" y="1076"/>
                  </a:cubicBezTo>
                  <a:cubicBezTo>
                    <a:pt x="83" y="1057"/>
                    <a:pt x="75" y="1040"/>
                    <a:pt x="65" y="1032"/>
                  </a:cubicBezTo>
                  <a:cubicBezTo>
                    <a:pt x="32" y="978"/>
                    <a:pt x="31" y="976"/>
                    <a:pt x="24" y="965"/>
                  </a:cubicBezTo>
                  <a:cubicBezTo>
                    <a:pt x="9" y="949"/>
                    <a:pt x="15" y="952"/>
                    <a:pt x="15" y="957"/>
                  </a:cubicBezTo>
                  <a:cubicBezTo>
                    <a:pt x="47" y="1023"/>
                    <a:pt x="52" y="1028"/>
                    <a:pt x="57" y="1035"/>
                  </a:cubicBezTo>
                  <a:cubicBezTo>
                    <a:pt x="102" y="1083"/>
                    <a:pt x="107" y="1092"/>
                    <a:pt x="113" y="1095"/>
                  </a:cubicBezTo>
                  <a:cubicBezTo>
                    <a:pt x="149" y="1143"/>
                    <a:pt x="150" y="1151"/>
                    <a:pt x="154" y="1149"/>
                  </a:cubicBezTo>
                  <a:cubicBezTo>
                    <a:pt x="174" y="1202"/>
                    <a:pt x="185" y="1210"/>
                    <a:pt x="182" y="1215"/>
                  </a:cubicBezTo>
                  <a:cubicBezTo>
                    <a:pt x="168" y="1179"/>
                    <a:pt x="159" y="1180"/>
                    <a:pt x="162" y="1177"/>
                  </a:cubicBezTo>
                  <a:cubicBezTo>
                    <a:pt x="140" y="1153"/>
                    <a:pt x="142" y="1142"/>
                    <a:pt x="135" y="1136"/>
                  </a:cubicBezTo>
                  <a:cubicBezTo>
                    <a:pt x="98" y="1090"/>
                    <a:pt x="95" y="1086"/>
                    <a:pt x="92" y="1086"/>
                  </a:cubicBezTo>
                  <a:cubicBezTo>
                    <a:pt x="82" y="1073"/>
                    <a:pt x="82" y="1071"/>
                    <a:pt x="82" y="1069"/>
                  </a:cubicBezTo>
                  <a:cubicBezTo>
                    <a:pt x="44" y="1034"/>
                    <a:pt x="41" y="1030"/>
                    <a:pt x="39" y="1026"/>
                  </a:cubicBezTo>
                  <a:cubicBezTo>
                    <a:pt x="13" y="992"/>
                    <a:pt x="16" y="996"/>
                    <a:pt x="17" y="1000"/>
                  </a:cubicBezTo>
                  <a:cubicBezTo>
                    <a:pt x="48" y="1041"/>
                    <a:pt x="46" y="1053"/>
                    <a:pt x="55" y="1056"/>
                  </a:cubicBezTo>
                  <a:cubicBezTo>
                    <a:pt x="80" y="1083"/>
                    <a:pt x="81" y="1085"/>
                    <a:pt x="83" y="1087"/>
                  </a:cubicBezTo>
                  <a:cubicBezTo>
                    <a:pt x="89" y="1101"/>
                    <a:pt x="103" y="1099"/>
                    <a:pt x="97" y="1104"/>
                  </a:cubicBezTo>
                  <a:cubicBezTo>
                    <a:pt x="125" y="1140"/>
                    <a:pt x="131" y="1145"/>
                    <a:pt x="130" y="1149"/>
                  </a:cubicBezTo>
                  <a:cubicBezTo>
                    <a:pt x="93" y="1107"/>
                    <a:pt x="89" y="1106"/>
                    <a:pt x="86" y="1102"/>
                  </a:cubicBezTo>
                  <a:cubicBezTo>
                    <a:pt x="63" y="1079"/>
                    <a:pt x="59" y="1075"/>
                    <a:pt x="55" y="1073"/>
                  </a:cubicBezTo>
                  <a:cubicBezTo>
                    <a:pt x="0" y="1009"/>
                    <a:pt x="9" y="1016"/>
                    <a:pt x="8" y="1021"/>
                  </a:cubicBezTo>
                  <a:cubicBezTo>
                    <a:pt x="27" y="1050"/>
                    <a:pt x="29" y="1050"/>
                    <a:pt x="30" y="1052"/>
                  </a:cubicBezTo>
                  <a:cubicBezTo>
                    <a:pt x="33" y="1062"/>
                    <a:pt x="38" y="1060"/>
                    <a:pt x="41" y="1066"/>
                  </a:cubicBezTo>
                  <a:cubicBezTo>
                    <a:pt x="86" y="1110"/>
                    <a:pt x="90" y="1120"/>
                    <a:pt x="96" y="1122"/>
                  </a:cubicBezTo>
                  <a:cubicBezTo>
                    <a:pt x="118" y="1149"/>
                    <a:pt x="127" y="1163"/>
                    <a:pt x="137" y="1176"/>
                  </a:cubicBezTo>
                  <a:cubicBezTo>
                    <a:pt x="148" y="1204"/>
                    <a:pt x="162" y="1211"/>
                    <a:pt x="158" y="1215"/>
                  </a:cubicBezTo>
                  <a:cubicBezTo>
                    <a:pt x="165" y="1240"/>
                    <a:pt x="164" y="1234"/>
                    <a:pt x="163" y="1229"/>
                  </a:cubicBezTo>
                  <a:cubicBezTo>
                    <a:pt x="151" y="1205"/>
                    <a:pt x="144" y="1201"/>
                    <a:pt x="143" y="1199"/>
                  </a:cubicBezTo>
                  <a:cubicBezTo>
                    <a:pt x="118" y="1171"/>
                    <a:pt x="122" y="1166"/>
                    <a:pt x="116" y="1164"/>
                  </a:cubicBezTo>
                  <a:cubicBezTo>
                    <a:pt x="82" y="1123"/>
                    <a:pt x="68" y="1114"/>
                    <a:pt x="60" y="1107"/>
                  </a:cubicBezTo>
                  <a:cubicBezTo>
                    <a:pt x="19" y="1050"/>
                    <a:pt x="22" y="1042"/>
                    <a:pt x="13" y="1042"/>
                  </a:cubicBezTo>
                  <a:cubicBezTo>
                    <a:pt x="62" y="1117"/>
                    <a:pt x="74" y="1136"/>
                    <a:pt x="95" y="1152"/>
                  </a:cubicBezTo>
                  <a:cubicBezTo>
                    <a:pt x="135" y="1204"/>
                    <a:pt x="140" y="1211"/>
                    <a:pt x="145" y="1217"/>
                  </a:cubicBezTo>
                  <a:cubicBezTo>
                    <a:pt x="170" y="1269"/>
                    <a:pt x="166" y="1271"/>
                    <a:pt x="171" y="1274"/>
                  </a:cubicBezTo>
                  <a:cubicBezTo>
                    <a:pt x="178" y="1302"/>
                    <a:pt x="178" y="1304"/>
                    <a:pt x="177" y="1307"/>
                  </a:cubicBezTo>
                  <a:cubicBezTo>
                    <a:pt x="169" y="1297"/>
                    <a:pt x="173" y="1295"/>
                    <a:pt x="168" y="1291"/>
                  </a:cubicBezTo>
                  <a:cubicBezTo>
                    <a:pt x="133" y="1236"/>
                    <a:pt x="128" y="1228"/>
                    <a:pt x="116" y="1208"/>
                  </a:cubicBezTo>
                  <a:cubicBezTo>
                    <a:pt x="41" y="1115"/>
                    <a:pt x="40" y="1112"/>
                    <a:pt x="37" y="1109"/>
                  </a:cubicBezTo>
                  <a:cubicBezTo>
                    <a:pt x="25" y="1086"/>
                    <a:pt x="30" y="1079"/>
                    <a:pt x="24" y="1081"/>
                  </a:cubicBezTo>
                  <a:cubicBezTo>
                    <a:pt x="59" y="1159"/>
                    <a:pt x="64" y="1161"/>
                    <a:pt x="69" y="1166"/>
                  </a:cubicBezTo>
                  <a:cubicBezTo>
                    <a:pt x="116" y="1220"/>
                    <a:pt x="123" y="1241"/>
                    <a:pt x="133" y="1245"/>
                  </a:cubicBezTo>
                  <a:cubicBezTo>
                    <a:pt x="146" y="1275"/>
                    <a:pt x="149" y="1274"/>
                    <a:pt x="153" y="1283"/>
                  </a:cubicBezTo>
                  <a:cubicBezTo>
                    <a:pt x="167" y="1322"/>
                    <a:pt x="173" y="1328"/>
                    <a:pt x="172" y="1333"/>
                  </a:cubicBezTo>
                  <a:cubicBezTo>
                    <a:pt x="172" y="1344"/>
                    <a:pt x="171" y="1342"/>
                    <a:pt x="167" y="1341"/>
                  </a:cubicBezTo>
                  <a:cubicBezTo>
                    <a:pt x="163" y="1322"/>
                    <a:pt x="155" y="1318"/>
                    <a:pt x="159" y="1315"/>
                  </a:cubicBezTo>
                  <a:cubicBezTo>
                    <a:pt x="128" y="1261"/>
                    <a:pt x="129" y="1259"/>
                    <a:pt x="117" y="1247"/>
                  </a:cubicBezTo>
                  <a:cubicBezTo>
                    <a:pt x="67" y="1189"/>
                    <a:pt x="67" y="1186"/>
                    <a:pt x="62" y="1181"/>
                  </a:cubicBezTo>
                  <a:cubicBezTo>
                    <a:pt x="50" y="1165"/>
                    <a:pt x="47" y="1166"/>
                    <a:pt x="49" y="1163"/>
                  </a:cubicBezTo>
                  <a:cubicBezTo>
                    <a:pt x="12" y="1111"/>
                    <a:pt x="15" y="1107"/>
                    <a:pt x="9" y="1101"/>
                  </a:cubicBezTo>
                  <a:cubicBezTo>
                    <a:pt x="13" y="1122"/>
                    <a:pt x="19" y="1126"/>
                    <a:pt x="16" y="1128"/>
                  </a:cubicBezTo>
                  <a:cubicBezTo>
                    <a:pt x="47" y="1180"/>
                    <a:pt x="52" y="1178"/>
                    <a:pt x="54" y="1184"/>
                  </a:cubicBezTo>
                  <a:cubicBezTo>
                    <a:pt x="108" y="1249"/>
                    <a:pt x="110" y="1258"/>
                    <a:pt x="114" y="1257"/>
                  </a:cubicBezTo>
                  <a:cubicBezTo>
                    <a:pt x="108" y="1251"/>
                    <a:pt x="101" y="1249"/>
                    <a:pt x="97" y="1247"/>
                  </a:cubicBezTo>
                  <a:cubicBezTo>
                    <a:pt x="70" y="1217"/>
                    <a:pt x="67" y="1206"/>
                    <a:pt x="63" y="1203"/>
                  </a:cubicBezTo>
                  <a:cubicBezTo>
                    <a:pt x="43" y="1184"/>
                    <a:pt x="42" y="1180"/>
                    <a:pt x="40" y="1177"/>
                  </a:cubicBezTo>
                  <a:cubicBezTo>
                    <a:pt x="2" y="1139"/>
                    <a:pt x="9" y="1144"/>
                    <a:pt x="8" y="1147"/>
                  </a:cubicBezTo>
                  <a:cubicBezTo>
                    <a:pt x="31" y="1180"/>
                    <a:pt x="28" y="1183"/>
                    <a:pt x="34" y="1187"/>
                  </a:cubicBezTo>
                  <a:cubicBezTo>
                    <a:pt x="104" y="1266"/>
                    <a:pt x="106" y="1270"/>
                    <a:pt x="109" y="1273"/>
                  </a:cubicBezTo>
                  <a:cubicBezTo>
                    <a:pt x="130" y="1308"/>
                    <a:pt x="136" y="1314"/>
                    <a:pt x="138" y="1320"/>
                  </a:cubicBezTo>
                  <a:cubicBezTo>
                    <a:pt x="148" y="1353"/>
                    <a:pt x="160" y="1358"/>
                    <a:pt x="154" y="1360"/>
                  </a:cubicBezTo>
                  <a:cubicBezTo>
                    <a:pt x="143" y="1349"/>
                    <a:pt x="143" y="1342"/>
                    <a:pt x="136" y="1334"/>
                  </a:cubicBezTo>
                  <a:cubicBezTo>
                    <a:pt x="102" y="1286"/>
                    <a:pt x="93" y="1279"/>
                    <a:pt x="95" y="1275"/>
                  </a:cubicBezTo>
                  <a:cubicBezTo>
                    <a:pt x="30" y="1202"/>
                    <a:pt x="24" y="1194"/>
                    <a:pt x="18" y="1185"/>
                  </a:cubicBezTo>
                  <a:cubicBezTo>
                    <a:pt x="17" y="1202"/>
                    <a:pt x="20" y="1204"/>
                    <a:pt x="22" y="1205"/>
                  </a:cubicBezTo>
                  <a:cubicBezTo>
                    <a:pt x="28" y="1233"/>
                    <a:pt x="31" y="1245"/>
                    <a:pt x="36" y="1247"/>
                  </a:cubicBezTo>
                  <a:cubicBezTo>
                    <a:pt x="44" y="1265"/>
                    <a:pt x="42" y="1268"/>
                    <a:pt x="45" y="1267"/>
                  </a:cubicBezTo>
                  <a:cubicBezTo>
                    <a:pt x="78" y="1315"/>
                    <a:pt x="77" y="1317"/>
                    <a:pt x="84" y="1325"/>
                  </a:cubicBezTo>
                  <a:cubicBezTo>
                    <a:pt x="106" y="1353"/>
                    <a:pt x="114" y="1357"/>
                    <a:pt x="107" y="1360"/>
                  </a:cubicBezTo>
                  <a:cubicBezTo>
                    <a:pt x="74" y="1315"/>
                    <a:pt x="69" y="1314"/>
                    <a:pt x="66" y="1306"/>
                  </a:cubicBezTo>
                  <a:cubicBezTo>
                    <a:pt x="42" y="1273"/>
                    <a:pt x="39" y="1262"/>
                    <a:pt x="33" y="1256"/>
                  </a:cubicBezTo>
                  <a:cubicBezTo>
                    <a:pt x="26" y="1249"/>
                    <a:pt x="31" y="1241"/>
                    <a:pt x="27" y="1238"/>
                  </a:cubicBezTo>
                  <a:cubicBezTo>
                    <a:pt x="23" y="1255"/>
                    <a:pt x="30" y="1264"/>
                    <a:pt x="33" y="1273"/>
                  </a:cubicBezTo>
                  <a:cubicBezTo>
                    <a:pt x="72" y="1327"/>
                    <a:pt x="77" y="1337"/>
                    <a:pt x="86" y="1343"/>
                  </a:cubicBezTo>
                  <a:cubicBezTo>
                    <a:pt x="91" y="1356"/>
                    <a:pt x="95" y="1356"/>
                    <a:pt x="95" y="1356"/>
                  </a:cubicBezTo>
                  <a:cubicBezTo>
                    <a:pt x="113" y="1378"/>
                    <a:pt x="122" y="1391"/>
                    <a:pt x="131" y="1399"/>
                  </a:cubicBezTo>
                  <a:cubicBezTo>
                    <a:pt x="141" y="1414"/>
                    <a:pt x="144" y="1416"/>
                    <a:pt x="146" y="1420"/>
                  </a:cubicBezTo>
                  <a:cubicBezTo>
                    <a:pt x="142" y="1419"/>
                    <a:pt x="139" y="1422"/>
                    <a:pt x="137" y="1417"/>
                  </a:cubicBezTo>
                  <a:cubicBezTo>
                    <a:pt x="104" y="1393"/>
                    <a:pt x="99" y="1389"/>
                    <a:pt x="94" y="1389"/>
                  </a:cubicBezTo>
                  <a:cubicBezTo>
                    <a:pt x="39" y="1357"/>
                    <a:pt x="44" y="1357"/>
                    <a:pt x="47" y="1361"/>
                  </a:cubicBezTo>
                  <a:cubicBezTo>
                    <a:pt x="73" y="1381"/>
                    <a:pt x="77" y="1386"/>
                    <a:pt x="82" y="1385"/>
                  </a:cubicBezTo>
                  <a:cubicBezTo>
                    <a:pt x="123" y="1414"/>
                    <a:pt x="127" y="1423"/>
                    <a:pt x="131" y="1423"/>
                  </a:cubicBezTo>
                  <a:cubicBezTo>
                    <a:pt x="163" y="1460"/>
                    <a:pt x="167" y="1459"/>
                    <a:pt x="169" y="1462"/>
                  </a:cubicBezTo>
                  <a:cubicBezTo>
                    <a:pt x="183" y="1480"/>
                    <a:pt x="180" y="1489"/>
                    <a:pt x="185" y="1495"/>
                  </a:cubicBezTo>
                  <a:cubicBezTo>
                    <a:pt x="198" y="1470"/>
                    <a:pt x="199" y="1467"/>
                    <a:pt x="200" y="1465"/>
                  </a:cubicBezTo>
                  <a:cubicBezTo>
                    <a:pt x="239" y="1447"/>
                    <a:pt x="243" y="1445"/>
                    <a:pt x="246" y="1443"/>
                  </a:cubicBezTo>
                  <a:cubicBezTo>
                    <a:pt x="237" y="1440"/>
                    <a:pt x="233" y="1441"/>
                    <a:pt x="230" y="1441"/>
                  </a:cubicBezTo>
                  <a:cubicBezTo>
                    <a:pt x="214" y="1443"/>
                    <a:pt x="212" y="1436"/>
                    <a:pt x="217" y="1430"/>
                  </a:cubicBezTo>
                  <a:cubicBezTo>
                    <a:pt x="295" y="1389"/>
                    <a:pt x="303" y="1382"/>
                    <a:pt x="310" y="1385"/>
                  </a:cubicBezTo>
                  <a:cubicBezTo>
                    <a:pt x="381" y="1375"/>
                    <a:pt x="383" y="1379"/>
                    <a:pt x="388" y="1373"/>
                  </a:cubicBezTo>
                  <a:cubicBezTo>
                    <a:pt x="426" y="1368"/>
                    <a:pt x="430" y="1366"/>
                    <a:pt x="433" y="1365"/>
                  </a:cubicBezTo>
                  <a:cubicBezTo>
                    <a:pt x="449" y="1360"/>
                    <a:pt x="453" y="1363"/>
                    <a:pt x="457" y="1358"/>
                  </a:cubicBezTo>
                  <a:cubicBezTo>
                    <a:pt x="441" y="1356"/>
                    <a:pt x="440" y="1359"/>
                    <a:pt x="438" y="1359"/>
                  </a:cubicBezTo>
                  <a:cubicBezTo>
                    <a:pt x="426" y="1362"/>
                    <a:pt x="425" y="1358"/>
                    <a:pt x="421" y="1362"/>
                  </a:cubicBezTo>
                  <a:cubicBezTo>
                    <a:pt x="371" y="1366"/>
                    <a:pt x="364" y="1369"/>
                    <a:pt x="357" y="1369"/>
                  </a:cubicBezTo>
                  <a:cubicBezTo>
                    <a:pt x="338" y="1375"/>
                    <a:pt x="337" y="1371"/>
                    <a:pt x="335" y="1372"/>
                  </a:cubicBezTo>
                  <a:cubicBezTo>
                    <a:pt x="307" y="1376"/>
                    <a:pt x="306" y="1372"/>
                    <a:pt x="303" y="1376"/>
                  </a:cubicBezTo>
                  <a:cubicBezTo>
                    <a:pt x="270" y="1383"/>
                    <a:pt x="263" y="1389"/>
                    <a:pt x="258" y="1388"/>
                  </a:cubicBezTo>
                  <a:cubicBezTo>
                    <a:pt x="202" y="1433"/>
                    <a:pt x="200" y="1437"/>
                    <a:pt x="196" y="1441"/>
                  </a:cubicBezTo>
                  <a:cubicBezTo>
                    <a:pt x="185" y="1441"/>
                    <a:pt x="190" y="1433"/>
                    <a:pt x="197" y="1425"/>
                  </a:cubicBezTo>
                  <a:cubicBezTo>
                    <a:pt x="279" y="1366"/>
                    <a:pt x="282" y="1364"/>
                    <a:pt x="284" y="1362"/>
                  </a:cubicBezTo>
                  <a:cubicBezTo>
                    <a:pt x="315" y="1356"/>
                    <a:pt x="324" y="1356"/>
                    <a:pt x="334" y="1353"/>
                  </a:cubicBezTo>
                  <a:cubicBezTo>
                    <a:pt x="381" y="1350"/>
                    <a:pt x="385" y="1350"/>
                    <a:pt x="390" y="1350"/>
                  </a:cubicBezTo>
                  <a:cubicBezTo>
                    <a:pt x="436" y="1341"/>
                    <a:pt x="441" y="1339"/>
                    <a:pt x="446" y="1339"/>
                  </a:cubicBezTo>
                  <a:cubicBezTo>
                    <a:pt x="489" y="1324"/>
                    <a:pt x="486" y="1320"/>
                    <a:pt x="481" y="1326"/>
                  </a:cubicBezTo>
                  <a:cubicBezTo>
                    <a:pt x="445" y="1330"/>
                    <a:pt x="442" y="1333"/>
                    <a:pt x="438" y="1335"/>
                  </a:cubicBezTo>
                  <a:cubicBezTo>
                    <a:pt x="414" y="1334"/>
                    <a:pt x="409" y="1345"/>
                    <a:pt x="406" y="1338"/>
                  </a:cubicBezTo>
                  <a:cubicBezTo>
                    <a:pt x="436" y="1330"/>
                    <a:pt x="444" y="1327"/>
                    <a:pt x="451" y="1328"/>
                  </a:cubicBezTo>
                  <a:cubicBezTo>
                    <a:pt x="502" y="1292"/>
                    <a:pt x="500" y="1297"/>
                    <a:pt x="495" y="1301"/>
                  </a:cubicBezTo>
                  <a:cubicBezTo>
                    <a:pt x="463" y="1311"/>
                    <a:pt x="458" y="1319"/>
                    <a:pt x="455" y="1320"/>
                  </a:cubicBezTo>
                  <a:cubicBezTo>
                    <a:pt x="410" y="1329"/>
                    <a:pt x="405" y="1329"/>
                    <a:pt x="400" y="1333"/>
                  </a:cubicBezTo>
                  <a:cubicBezTo>
                    <a:pt x="380" y="1333"/>
                    <a:pt x="378" y="1331"/>
                    <a:pt x="376" y="1333"/>
                  </a:cubicBezTo>
                  <a:cubicBezTo>
                    <a:pt x="356" y="1334"/>
                    <a:pt x="353" y="1333"/>
                    <a:pt x="355" y="1331"/>
                  </a:cubicBezTo>
                  <a:cubicBezTo>
                    <a:pt x="400" y="1320"/>
                    <a:pt x="402" y="1322"/>
                    <a:pt x="405" y="1319"/>
                  </a:cubicBezTo>
                  <a:cubicBezTo>
                    <a:pt x="429" y="1309"/>
                    <a:pt x="438" y="1305"/>
                    <a:pt x="450" y="1297"/>
                  </a:cubicBezTo>
                  <a:cubicBezTo>
                    <a:pt x="498" y="1254"/>
                    <a:pt x="508" y="1256"/>
                    <a:pt x="503" y="1248"/>
                  </a:cubicBezTo>
                  <a:cubicBezTo>
                    <a:pt x="391" y="1316"/>
                    <a:pt x="387" y="1317"/>
                    <a:pt x="384" y="1317"/>
                  </a:cubicBezTo>
                  <a:cubicBezTo>
                    <a:pt x="365" y="1320"/>
                    <a:pt x="363" y="1321"/>
                    <a:pt x="360" y="1322"/>
                  </a:cubicBezTo>
                  <a:cubicBezTo>
                    <a:pt x="345" y="1324"/>
                    <a:pt x="344" y="1319"/>
                    <a:pt x="342" y="1323"/>
                  </a:cubicBezTo>
                  <a:cubicBezTo>
                    <a:pt x="303" y="1328"/>
                    <a:pt x="296" y="1326"/>
                    <a:pt x="290" y="1326"/>
                  </a:cubicBezTo>
                  <a:cubicBezTo>
                    <a:pt x="244" y="1332"/>
                    <a:pt x="240" y="1335"/>
                    <a:pt x="237" y="1335"/>
                  </a:cubicBezTo>
                  <a:cubicBezTo>
                    <a:pt x="200" y="1351"/>
                    <a:pt x="199" y="1362"/>
                    <a:pt x="193" y="1356"/>
                  </a:cubicBezTo>
                  <a:cubicBezTo>
                    <a:pt x="222" y="1332"/>
                    <a:pt x="227" y="1334"/>
                    <a:pt x="232" y="1328"/>
                  </a:cubicBezTo>
                  <a:cubicBezTo>
                    <a:pt x="257" y="1323"/>
                    <a:pt x="260" y="1322"/>
                    <a:pt x="262" y="1322"/>
                  </a:cubicBezTo>
                  <a:cubicBezTo>
                    <a:pt x="340" y="1309"/>
                    <a:pt x="350" y="1304"/>
                    <a:pt x="360" y="1305"/>
                  </a:cubicBezTo>
                  <a:cubicBezTo>
                    <a:pt x="414" y="1282"/>
                    <a:pt x="428" y="1278"/>
                    <a:pt x="443" y="1270"/>
                  </a:cubicBezTo>
                  <a:cubicBezTo>
                    <a:pt x="485" y="1238"/>
                    <a:pt x="488" y="1241"/>
                    <a:pt x="493" y="1236"/>
                  </a:cubicBezTo>
                  <a:cubicBezTo>
                    <a:pt x="503" y="1226"/>
                    <a:pt x="507" y="1224"/>
                    <a:pt x="512" y="1220"/>
                  </a:cubicBezTo>
                  <a:cubicBezTo>
                    <a:pt x="513" y="1206"/>
                    <a:pt x="509" y="1214"/>
                    <a:pt x="502" y="1222"/>
                  </a:cubicBezTo>
                  <a:cubicBezTo>
                    <a:pt x="460" y="1250"/>
                    <a:pt x="445" y="1261"/>
                    <a:pt x="435" y="1266"/>
                  </a:cubicBezTo>
                  <a:cubicBezTo>
                    <a:pt x="399" y="1282"/>
                    <a:pt x="395" y="1285"/>
                    <a:pt x="392" y="1284"/>
                  </a:cubicBezTo>
                  <a:cubicBezTo>
                    <a:pt x="323" y="1300"/>
                    <a:pt x="316" y="1303"/>
                    <a:pt x="308" y="1308"/>
                  </a:cubicBezTo>
                  <a:cubicBezTo>
                    <a:pt x="286" y="1307"/>
                    <a:pt x="284" y="1307"/>
                    <a:pt x="281" y="1308"/>
                  </a:cubicBezTo>
                  <a:cubicBezTo>
                    <a:pt x="265" y="1315"/>
                    <a:pt x="263" y="1313"/>
                    <a:pt x="260" y="1316"/>
                  </a:cubicBezTo>
                  <a:cubicBezTo>
                    <a:pt x="276" y="1302"/>
                    <a:pt x="278" y="1307"/>
                    <a:pt x="282" y="1305"/>
                  </a:cubicBezTo>
                  <a:cubicBezTo>
                    <a:pt x="318" y="1297"/>
                    <a:pt x="324" y="1295"/>
                    <a:pt x="330" y="1297"/>
                  </a:cubicBezTo>
                  <a:cubicBezTo>
                    <a:pt x="385" y="1284"/>
                    <a:pt x="390" y="1272"/>
                    <a:pt x="392" y="1277"/>
                  </a:cubicBezTo>
                  <a:cubicBezTo>
                    <a:pt x="458" y="1239"/>
                    <a:pt x="469" y="1229"/>
                    <a:pt x="477" y="1218"/>
                  </a:cubicBezTo>
                  <a:cubicBezTo>
                    <a:pt x="489" y="1197"/>
                    <a:pt x="479" y="1209"/>
                    <a:pt x="469" y="1221"/>
                  </a:cubicBezTo>
                  <a:cubicBezTo>
                    <a:pt x="433" y="1250"/>
                    <a:pt x="428" y="1253"/>
                    <a:pt x="424" y="1257"/>
                  </a:cubicBezTo>
                  <a:cubicBezTo>
                    <a:pt x="379" y="1272"/>
                    <a:pt x="373" y="1275"/>
                    <a:pt x="368" y="1275"/>
                  </a:cubicBezTo>
                  <a:cubicBezTo>
                    <a:pt x="317" y="1286"/>
                    <a:pt x="313" y="1290"/>
                    <a:pt x="308" y="1294"/>
                  </a:cubicBezTo>
                  <a:cubicBezTo>
                    <a:pt x="276" y="1296"/>
                    <a:pt x="268" y="1298"/>
                    <a:pt x="259" y="1301"/>
                  </a:cubicBezTo>
                  <a:cubicBezTo>
                    <a:pt x="226" y="1315"/>
                    <a:pt x="218" y="1314"/>
                    <a:pt x="210" y="1318"/>
                  </a:cubicBezTo>
                  <a:cubicBezTo>
                    <a:pt x="188" y="1324"/>
                    <a:pt x="198" y="1326"/>
                    <a:pt x="196" y="1323"/>
                  </a:cubicBezTo>
                  <a:cubicBezTo>
                    <a:pt x="245" y="1292"/>
                    <a:pt x="250" y="1296"/>
                    <a:pt x="257" y="1291"/>
                  </a:cubicBezTo>
                  <a:cubicBezTo>
                    <a:pt x="286" y="1281"/>
                    <a:pt x="297" y="1283"/>
                    <a:pt x="309" y="1278"/>
                  </a:cubicBezTo>
                  <a:cubicBezTo>
                    <a:pt x="360" y="1270"/>
                    <a:pt x="377" y="1254"/>
                    <a:pt x="392" y="1257"/>
                  </a:cubicBezTo>
                  <a:cubicBezTo>
                    <a:pt x="464" y="1216"/>
                    <a:pt x="478" y="1201"/>
                    <a:pt x="492" y="1188"/>
                  </a:cubicBezTo>
                  <a:cubicBezTo>
                    <a:pt x="510" y="1153"/>
                    <a:pt x="511" y="1156"/>
                    <a:pt x="505" y="1158"/>
                  </a:cubicBezTo>
                  <a:cubicBezTo>
                    <a:pt x="490" y="1176"/>
                    <a:pt x="487" y="1180"/>
                    <a:pt x="487" y="1184"/>
                  </a:cubicBezTo>
                  <a:cubicBezTo>
                    <a:pt x="443" y="1223"/>
                    <a:pt x="444" y="1226"/>
                    <a:pt x="442" y="1224"/>
                  </a:cubicBezTo>
                  <a:cubicBezTo>
                    <a:pt x="413" y="1237"/>
                    <a:pt x="407" y="1243"/>
                    <a:pt x="403" y="1242"/>
                  </a:cubicBezTo>
                  <a:cubicBezTo>
                    <a:pt x="325" y="1267"/>
                    <a:pt x="322" y="1265"/>
                    <a:pt x="318" y="1267"/>
                  </a:cubicBezTo>
                  <a:cubicBezTo>
                    <a:pt x="273" y="1273"/>
                    <a:pt x="263" y="1283"/>
                    <a:pt x="256" y="1279"/>
                  </a:cubicBezTo>
                  <a:cubicBezTo>
                    <a:pt x="295" y="1265"/>
                    <a:pt x="305" y="1261"/>
                    <a:pt x="314" y="1262"/>
                  </a:cubicBezTo>
                  <a:cubicBezTo>
                    <a:pt x="363" y="1241"/>
                    <a:pt x="375" y="1239"/>
                    <a:pt x="387" y="1234"/>
                  </a:cubicBezTo>
                  <a:cubicBezTo>
                    <a:pt x="479" y="1164"/>
                    <a:pt x="483" y="1161"/>
                    <a:pt x="485" y="1158"/>
                  </a:cubicBezTo>
                  <a:cubicBezTo>
                    <a:pt x="512" y="1124"/>
                    <a:pt x="513" y="1117"/>
                    <a:pt x="520" y="1111"/>
                  </a:cubicBezTo>
                  <a:cubicBezTo>
                    <a:pt x="509" y="1116"/>
                    <a:pt x="505" y="1120"/>
                    <a:pt x="502" y="1124"/>
                  </a:cubicBezTo>
                  <a:cubicBezTo>
                    <a:pt x="478" y="1160"/>
                    <a:pt x="470" y="1160"/>
                    <a:pt x="471" y="1166"/>
                  </a:cubicBezTo>
                  <a:cubicBezTo>
                    <a:pt x="431" y="1191"/>
                    <a:pt x="426" y="1200"/>
                    <a:pt x="421" y="1202"/>
                  </a:cubicBezTo>
                  <a:cubicBezTo>
                    <a:pt x="378" y="1227"/>
                    <a:pt x="371" y="1230"/>
                    <a:pt x="363" y="1234"/>
                  </a:cubicBezTo>
                  <a:cubicBezTo>
                    <a:pt x="322" y="1251"/>
                    <a:pt x="307" y="1250"/>
                    <a:pt x="290" y="1259"/>
                  </a:cubicBezTo>
                  <a:cubicBezTo>
                    <a:pt x="246" y="1271"/>
                    <a:pt x="237" y="1279"/>
                    <a:pt x="231" y="1275"/>
                  </a:cubicBezTo>
                  <a:cubicBezTo>
                    <a:pt x="290" y="1254"/>
                    <a:pt x="296" y="1241"/>
                    <a:pt x="298" y="1246"/>
                  </a:cubicBezTo>
                  <a:cubicBezTo>
                    <a:pt x="362" y="1221"/>
                    <a:pt x="377" y="1211"/>
                    <a:pt x="391" y="1204"/>
                  </a:cubicBezTo>
                  <a:cubicBezTo>
                    <a:pt x="515" y="1103"/>
                    <a:pt x="512" y="1098"/>
                    <a:pt x="518" y="1095"/>
                  </a:cubicBezTo>
                  <a:cubicBezTo>
                    <a:pt x="532" y="1075"/>
                    <a:pt x="536" y="1073"/>
                    <a:pt x="535" y="1071"/>
                  </a:cubicBezTo>
                  <a:cubicBezTo>
                    <a:pt x="539" y="1064"/>
                    <a:pt x="536" y="1067"/>
                    <a:pt x="532" y="1070"/>
                  </a:cubicBezTo>
                  <a:cubicBezTo>
                    <a:pt x="497" y="1109"/>
                    <a:pt x="495" y="1119"/>
                    <a:pt x="485" y="1121"/>
                  </a:cubicBezTo>
                  <a:cubicBezTo>
                    <a:pt x="453" y="1152"/>
                    <a:pt x="442" y="1160"/>
                    <a:pt x="431" y="1168"/>
                  </a:cubicBezTo>
                  <a:cubicBezTo>
                    <a:pt x="397" y="1193"/>
                    <a:pt x="389" y="1191"/>
                    <a:pt x="388" y="1197"/>
                  </a:cubicBezTo>
                  <a:cubicBezTo>
                    <a:pt x="367" y="1206"/>
                    <a:pt x="360" y="1215"/>
                    <a:pt x="356" y="1210"/>
                  </a:cubicBezTo>
                  <a:cubicBezTo>
                    <a:pt x="315" y="1230"/>
                    <a:pt x="305" y="1233"/>
                    <a:pt x="294" y="1240"/>
                  </a:cubicBezTo>
                  <a:cubicBezTo>
                    <a:pt x="262" y="1252"/>
                    <a:pt x="260" y="1251"/>
                    <a:pt x="257" y="1254"/>
                  </a:cubicBezTo>
                  <a:cubicBezTo>
                    <a:pt x="237" y="1263"/>
                    <a:pt x="233" y="1265"/>
                    <a:pt x="229" y="1267"/>
                  </a:cubicBezTo>
                  <a:cubicBezTo>
                    <a:pt x="218" y="1271"/>
                    <a:pt x="214" y="1278"/>
                    <a:pt x="211" y="1275"/>
                  </a:cubicBezTo>
                  <a:cubicBezTo>
                    <a:pt x="241" y="1245"/>
                    <a:pt x="262" y="1234"/>
                    <a:pt x="291" y="1222"/>
                  </a:cubicBezTo>
                  <a:cubicBezTo>
                    <a:pt x="352" y="1187"/>
                    <a:pt x="356" y="1194"/>
                    <a:pt x="360" y="1189"/>
                  </a:cubicBezTo>
                  <a:cubicBezTo>
                    <a:pt x="397" y="1173"/>
                    <a:pt x="401" y="1169"/>
                    <a:pt x="405" y="1169"/>
                  </a:cubicBezTo>
                  <a:cubicBezTo>
                    <a:pt x="461" y="1128"/>
                    <a:pt x="482" y="1115"/>
                    <a:pt x="495" y="1100"/>
                  </a:cubicBezTo>
                  <a:cubicBezTo>
                    <a:pt x="532" y="1063"/>
                    <a:pt x="536" y="1059"/>
                    <a:pt x="536" y="1055"/>
                  </a:cubicBezTo>
                  <a:cubicBezTo>
                    <a:pt x="492" y="1093"/>
                    <a:pt x="491" y="1097"/>
                    <a:pt x="486" y="1101"/>
                  </a:cubicBezTo>
                  <a:cubicBezTo>
                    <a:pt x="470" y="1111"/>
                    <a:pt x="468" y="1118"/>
                    <a:pt x="461" y="1121"/>
                  </a:cubicBezTo>
                  <a:cubicBezTo>
                    <a:pt x="441" y="1135"/>
                    <a:pt x="439" y="1138"/>
                    <a:pt x="438" y="1141"/>
                  </a:cubicBezTo>
                  <a:cubicBezTo>
                    <a:pt x="395" y="1165"/>
                    <a:pt x="389" y="1166"/>
                    <a:pt x="384" y="1167"/>
                  </a:cubicBezTo>
                  <a:cubicBezTo>
                    <a:pt x="366" y="1175"/>
                    <a:pt x="360" y="1181"/>
                    <a:pt x="354" y="1181"/>
                  </a:cubicBezTo>
                  <a:cubicBezTo>
                    <a:pt x="336" y="1190"/>
                    <a:pt x="330" y="1193"/>
                    <a:pt x="324" y="1196"/>
                  </a:cubicBezTo>
                  <a:cubicBezTo>
                    <a:pt x="289" y="1212"/>
                    <a:pt x="274" y="1219"/>
                    <a:pt x="259" y="1226"/>
                  </a:cubicBezTo>
                  <a:cubicBezTo>
                    <a:pt x="235" y="1240"/>
                    <a:pt x="227" y="1244"/>
                    <a:pt x="224" y="1249"/>
                  </a:cubicBezTo>
                  <a:cubicBezTo>
                    <a:pt x="202" y="1270"/>
                    <a:pt x="193" y="1272"/>
                    <a:pt x="192" y="1269"/>
                  </a:cubicBezTo>
                  <a:cubicBezTo>
                    <a:pt x="215" y="1249"/>
                    <a:pt x="212" y="1245"/>
                    <a:pt x="217" y="1243"/>
                  </a:cubicBezTo>
                  <a:cubicBezTo>
                    <a:pt x="243" y="1226"/>
                    <a:pt x="244" y="1223"/>
                    <a:pt x="250" y="1220"/>
                  </a:cubicBezTo>
                  <a:cubicBezTo>
                    <a:pt x="326" y="1181"/>
                    <a:pt x="340" y="1175"/>
                    <a:pt x="358" y="1169"/>
                  </a:cubicBezTo>
                  <a:cubicBezTo>
                    <a:pt x="494" y="1080"/>
                    <a:pt x="512" y="1077"/>
                    <a:pt x="512" y="1063"/>
                  </a:cubicBezTo>
                  <a:cubicBezTo>
                    <a:pt x="460" y="1106"/>
                    <a:pt x="454" y="1105"/>
                    <a:pt x="447" y="1112"/>
                  </a:cubicBezTo>
                  <a:cubicBezTo>
                    <a:pt x="401" y="1139"/>
                    <a:pt x="397" y="1141"/>
                    <a:pt x="392" y="1144"/>
                  </a:cubicBezTo>
                  <a:cubicBezTo>
                    <a:pt x="299" y="1182"/>
                    <a:pt x="278" y="1194"/>
                    <a:pt x="258" y="1204"/>
                  </a:cubicBezTo>
                  <a:cubicBezTo>
                    <a:pt x="222" y="1232"/>
                    <a:pt x="219" y="1228"/>
                    <a:pt x="215" y="1233"/>
                  </a:cubicBezTo>
                  <a:cubicBezTo>
                    <a:pt x="191" y="1248"/>
                    <a:pt x="198" y="1246"/>
                    <a:pt x="198" y="1243"/>
                  </a:cubicBezTo>
                  <a:cubicBezTo>
                    <a:pt x="210" y="1232"/>
                    <a:pt x="218" y="1227"/>
                    <a:pt x="221" y="1221"/>
                  </a:cubicBezTo>
                  <a:cubicBezTo>
                    <a:pt x="275" y="1187"/>
                    <a:pt x="293" y="1174"/>
                    <a:pt x="310" y="1167"/>
                  </a:cubicBezTo>
                  <a:cubicBezTo>
                    <a:pt x="378" y="1137"/>
                    <a:pt x="377" y="1130"/>
                    <a:pt x="382" y="1132"/>
                  </a:cubicBezTo>
                  <a:cubicBezTo>
                    <a:pt x="433" y="1103"/>
                    <a:pt x="436" y="1100"/>
                    <a:pt x="437" y="1102"/>
                  </a:cubicBezTo>
                  <a:cubicBezTo>
                    <a:pt x="461" y="1086"/>
                    <a:pt x="465" y="1087"/>
                    <a:pt x="471" y="1080"/>
                  </a:cubicBezTo>
                  <a:cubicBezTo>
                    <a:pt x="502" y="1058"/>
                    <a:pt x="506" y="1058"/>
                    <a:pt x="511" y="1054"/>
                  </a:cubicBezTo>
                  <a:cubicBezTo>
                    <a:pt x="567" y="1001"/>
                    <a:pt x="569" y="996"/>
                    <a:pt x="573" y="991"/>
                  </a:cubicBezTo>
                  <a:cubicBezTo>
                    <a:pt x="512" y="1042"/>
                    <a:pt x="492" y="1060"/>
                    <a:pt x="472" y="1069"/>
                  </a:cubicBezTo>
                  <a:cubicBezTo>
                    <a:pt x="445" y="1085"/>
                    <a:pt x="440" y="1093"/>
                    <a:pt x="436" y="1090"/>
                  </a:cubicBezTo>
                  <a:cubicBezTo>
                    <a:pt x="383" y="1123"/>
                    <a:pt x="380" y="1120"/>
                    <a:pt x="375" y="1125"/>
                  </a:cubicBezTo>
                  <a:cubicBezTo>
                    <a:pt x="301" y="1163"/>
                    <a:pt x="285" y="1166"/>
                    <a:pt x="266" y="1181"/>
                  </a:cubicBezTo>
                  <a:cubicBezTo>
                    <a:pt x="238" y="1199"/>
                    <a:pt x="226" y="1210"/>
                    <a:pt x="218" y="1211"/>
                  </a:cubicBezTo>
                  <a:cubicBezTo>
                    <a:pt x="195" y="1226"/>
                    <a:pt x="199" y="1221"/>
                    <a:pt x="198" y="1216"/>
                  </a:cubicBezTo>
                  <a:cubicBezTo>
                    <a:pt x="230" y="1183"/>
                    <a:pt x="233" y="1182"/>
                    <a:pt x="238" y="1177"/>
                  </a:cubicBezTo>
                  <a:cubicBezTo>
                    <a:pt x="319" y="1129"/>
                    <a:pt x="328" y="1123"/>
                    <a:pt x="336" y="1121"/>
                  </a:cubicBezTo>
                  <a:cubicBezTo>
                    <a:pt x="493" y="1012"/>
                    <a:pt x="511" y="1000"/>
                    <a:pt x="526" y="986"/>
                  </a:cubicBezTo>
                  <a:cubicBezTo>
                    <a:pt x="552" y="958"/>
                    <a:pt x="551" y="956"/>
                    <a:pt x="554" y="954"/>
                  </a:cubicBezTo>
                  <a:cubicBezTo>
                    <a:pt x="522" y="977"/>
                    <a:pt x="521" y="987"/>
                    <a:pt x="507" y="995"/>
                  </a:cubicBezTo>
                  <a:cubicBezTo>
                    <a:pt x="490" y="1009"/>
                    <a:pt x="487" y="1013"/>
                    <a:pt x="482" y="1018"/>
                  </a:cubicBezTo>
                  <a:cubicBezTo>
                    <a:pt x="358" y="1100"/>
                    <a:pt x="341" y="1103"/>
                    <a:pt x="333" y="1113"/>
                  </a:cubicBezTo>
                  <a:cubicBezTo>
                    <a:pt x="251" y="1161"/>
                    <a:pt x="227" y="1171"/>
                    <a:pt x="214" y="1187"/>
                  </a:cubicBezTo>
                  <a:cubicBezTo>
                    <a:pt x="211" y="1186"/>
                    <a:pt x="210" y="1183"/>
                    <a:pt x="213" y="1180"/>
                  </a:cubicBezTo>
                  <a:cubicBezTo>
                    <a:pt x="242" y="1151"/>
                    <a:pt x="248" y="1147"/>
                    <a:pt x="259" y="1137"/>
                  </a:cubicBezTo>
                  <a:cubicBezTo>
                    <a:pt x="360" y="1078"/>
                    <a:pt x="373" y="1070"/>
                    <a:pt x="393" y="1055"/>
                  </a:cubicBezTo>
                  <a:cubicBezTo>
                    <a:pt x="452" y="1010"/>
                    <a:pt x="460" y="1010"/>
                    <a:pt x="463" y="1005"/>
                  </a:cubicBezTo>
                  <a:cubicBezTo>
                    <a:pt x="524" y="947"/>
                    <a:pt x="530" y="944"/>
                    <a:pt x="532" y="940"/>
                  </a:cubicBezTo>
                  <a:cubicBezTo>
                    <a:pt x="561" y="903"/>
                    <a:pt x="566" y="896"/>
                    <a:pt x="574" y="890"/>
                  </a:cubicBezTo>
                  <a:cubicBezTo>
                    <a:pt x="547" y="899"/>
                    <a:pt x="543" y="903"/>
                    <a:pt x="537" y="907"/>
                  </a:cubicBezTo>
                  <a:cubicBezTo>
                    <a:pt x="522" y="918"/>
                    <a:pt x="523" y="921"/>
                    <a:pt x="519" y="922"/>
                  </a:cubicBezTo>
                  <a:cubicBezTo>
                    <a:pt x="491" y="945"/>
                    <a:pt x="485" y="954"/>
                    <a:pt x="474" y="962"/>
                  </a:cubicBezTo>
                  <a:cubicBezTo>
                    <a:pt x="396" y="1023"/>
                    <a:pt x="387" y="1030"/>
                    <a:pt x="378" y="1037"/>
                  </a:cubicBezTo>
                  <a:cubicBezTo>
                    <a:pt x="323" y="1067"/>
                    <a:pt x="317" y="1067"/>
                    <a:pt x="311" y="1070"/>
                  </a:cubicBezTo>
                  <a:cubicBezTo>
                    <a:pt x="262" y="1102"/>
                    <a:pt x="259" y="1103"/>
                    <a:pt x="256" y="1103"/>
                  </a:cubicBezTo>
                  <a:cubicBezTo>
                    <a:pt x="244" y="1115"/>
                    <a:pt x="236" y="1116"/>
                    <a:pt x="239" y="1120"/>
                  </a:cubicBezTo>
                  <a:cubicBezTo>
                    <a:pt x="222" y="1136"/>
                    <a:pt x="217" y="1144"/>
                    <a:pt x="214" y="1140"/>
                  </a:cubicBezTo>
                  <a:cubicBezTo>
                    <a:pt x="260" y="1090"/>
                    <a:pt x="271" y="1086"/>
                    <a:pt x="296" y="1066"/>
                  </a:cubicBezTo>
                  <a:cubicBezTo>
                    <a:pt x="418" y="989"/>
                    <a:pt x="425" y="977"/>
                    <a:pt x="430" y="979"/>
                  </a:cubicBezTo>
                  <a:cubicBezTo>
                    <a:pt x="451" y="961"/>
                    <a:pt x="456" y="956"/>
                    <a:pt x="465" y="947"/>
                  </a:cubicBezTo>
                  <a:cubicBezTo>
                    <a:pt x="540" y="892"/>
                    <a:pt x="549" y="886"/>
                    <a:pt x="560" y="878"/>
                  </a:cubicBezTo>
                  <a:cubicBezTo>
                    <a:pt x="587" y="870"/>
                    <a:pt x="592" y="858"/>
                    <a:pt x="594" y="863"/>
                  </a:cubicBezTo>
                  <a:cubicBezTo>
                    <a:pt x="625" y="848"/>
                    <a:pt x="636" y="854"/>
                    <a:pt x="633" y="845"/>
                  </a:cubicBezTo>
                  <a:cubicBezTo>
                    <a:pt x="574" y="858"/>
                    <a:pt x="566" y="857"/>
                    <a:pt x="557" y="863"/>
                  </a:cubicBezTo>
                  <a:cubicBezTo>
                    <a:pt x="523" y="876"/>
                    <a:pt x="515" y="880"/>
                    <a:pt x="508" y="884"/>
                  </a:cubicBezTo>
                  <a:cubicBezTo>
                    <a:pt x="420" y="945"/>
                    <a:pt x="411" y="951"/>
                    <a:pt x="402" y="958"/>
                  </a:cubicBezTo>
                  <a:cubicBezTo>
                    <a:pt x="299" y="1027"/>
                    <a:pt x="297" y="1029"/>
                    <a:pt x="295" y="1030"/>
                  </a:cubicBezTo>
                  <a:cubicBezTo>
                    <a:pt x="255" y="1062"/>
                    <a:pt x="252" y="1067"/>
                    <a:pt x="244" y="1072"/>
                  </a:cubicBezTo>
                  <a:cubicBezTo>
                    <a:pt x="230" y="1081"/>
                    <a:pt x="230" y="1077"/>
                    <a:pt x="232" y="1073"/>
                  </a:cubicBezTo>
                  <a:cubicBezTo>
                    <a:pt x="251" y="1057"/>
                    <a:pt x="253" y="1055"/>
                    <a:pt x="257" y="1053"/>
                  </a:cubicBezTo>
                  <a:cubicBezTo>
                    <a:pt x="293" y="1015"/>
                    <a:pt x="296" y="1017"/>
                    <a:pt x="300" y="1014"/>
                  </a:cubicBezTo>
                  <a:cubicBezTo>
                    <a:pt x="333" y="985"/>
                    <a:pt x="335" y="986"/>
                    <a:pt x="336" y="986"/>
                  </a:cubicBezTo>
                  <a:cubicBezTo>
                    <a:pt x="380" y="950"/>
                    <a:pt x="404" y="938"/>
                    <a:pt x="433" y="916"/>
                  </a:cubicBezTo>
                  <a:cubicBezTo>
                    <a:pt x="492" y="885"/>
                    <a:pt x="501" y="881"/>
                    <a:pt x="511" y="874"/>
                  </a:cubicBezTo>
                  <a:cubicBezTo>
                    <a:pt x="540" y="857"/>
                    <a:pt x="552" y="855"/>
                    <a:pt x="561" y="848"/>
                  </a:cubicBezTo>
                  <a:cubicBezTo>
                    <a:pt x="574" y="833"/>
                    <a:pt x="569" y="837"/>
                    <a:pt x="565" y="840"/>
                  </a:cubicBezTo>
                  <a:cubicBezTo>
                    <a:pt x="512" y="866"/>
                    <a:pt x="509" y="864"/>
                    <a:pt x="505" y="869"/>
                  </a:cubicBezTo>
                  <a:cubicBezTo>
                    <a:pt x="416" y="917"/>
                    <a:pt x="406" y="926"/>
                    <a:pt x="373" y="944"/>
                  </a:cubicBezTo>
                  <a:cubicBezTo>
                    <a:pt x="332" y="978"/>
                    <a:pt x="317" y="986"/>
                    <a:pt x="306" y="995"/>
                  </a:cubicBezTo>
                  <a:cubicBezTo>
                    <a:pt x="253" y="1040"/>
                    <a:pt x="256" y="1048"/>
                    <a:pt x="251" y="1045"/>
                  </a:cubicBezTo>
                  <a:cubicBezTo>
                    <a:pt x="235" y="1052"/>
                    <a:pt x="237" y="1048"/>
                    <a:pt x="241" y="1044"/>
                  </a:cubicBezTo>
                  <a:cubicBezTo>
                    <a:pt x="310" y="977"/>
                    <a:pt x="362" y="934"/>
                    <a:pt x="419" y="899"/>
                  </a:cubicBezTo>
                  <a:cubicBezTo>
                    <a:pt x="482" y="869"/>
                    <a:pt x="481" y="865"/>
                    <a:pt x="487" y="864"/>
                  </a:cubicBezTo>
                  <a:cubicBezTo>
                    <a:pt x="513" y="858"/>
                    <a:pt x="519" y="848"/>
                    <a:pt x="522" y="852"/>
                  </a:cubicBezTo>
                  <a:cubicBezTo>
                    <a:pt x="583" y="826"/>
                    <a:pt x="598" y="821"/>
                    <a:pt x="613" y="815"/>
                  </a:cubicBezTo>
                  <a:cubicBezTo>
                    <a:pt x="578" y="820"/>
                    <a:pt x="572" y="828"/>
                    <a:pt x="567" y="826"/>
                  </a:cubicBezTo>
                  <a:cubicBezTo>
                    <a:pt x="541" y="835"/>
                    <a:pt x="538" y="835"/>
                    <a:pt x="536" y="837"/>
                  </a:cubicBezTo>
                  <a:cubicBezTo>
                    <a:pt x="509" y="843"/>
                    <a:pt x="505" y="850"/>
                    <a:pt x="502" y="851"/>
                  </a:cubicBezTo>
                  <a:cubicBezTo>
                    <a:pt x="480" y="859"/>
                    <a:pt x="474" y="860"/>
                    <a:pt x="468" y="866"/>
                  </a:cubicBezTo>
                  <a:cubicBezTo>
                    <a:pt x="423" y="890"/>
                    <a:pt x="421" y="886"/>
                    <a:pt x="417" y="890"/>
                  </a:cubicBezTo>
                  <a:cubicBezTo>
                    <a:pt x="390" y="907"/>
                    <a:pt x="385" y="911"/>
                    <a:pt x="380" y="914"/>
                  </a:cubicBezTo>
                  <a:cubicBezTo>
                    <a:pt x="361" y="927"/>
                    <a:pt x="350" y="937"/>
                    <a:pt x="335" y="947"/>
                  </a:cubicBezTo>
                  <a:cubicBezTo>
                    <a:pt x="277" y="996"/>
                    <a:pt x="275" y="1001"/>
                    <a:pt x="266" y="1004"/>
                  </a:cubicBezTo>
                  <a:cubicBezTo>
                    <a:pt x="252" y="1019"/>
                    <a:pt x="249" y="1014"/>
                    <a:pt x="250" y="1013"/>
                  </a:cubicBezTo>
                  <a:cubicBezTo>
                    <a:pt x="261" y="1003"/>
                    <a:pt x="262" y="1003"/>
                    <a:pt x="262" y="1002"/>
                  </a:cubicBezTo>
                  <a:cubicBezTo>
                    <a:pt x="283" y="983"/>
                    <a:pt x="288" y="972"/>
                    <a:pt x="297" y="962"/>
                  </a:cubicBezTo>
                  <a:cubicBezTo>
                    <a:pt x="358" y="911"/>
                    <a:pt x="362" y="915"/>
                    <a:pt x="367" y="909"/>
                  </a:cubicBezTo>
                  <a:cubicBezTo>
                    <a:pt x="396" y="889"/>
                    <a:pt x="399" y="896"/>
                    <a:pt x="403" y="891"/>
                  </a:cubicBezTo>
                  <a:cubicBezTo>
                    <a:pt x="418" y="884"/>
                    <a:pt x="423" y="872"/>
                    <a:pt x="425" y="877"/>
                  </a:cubicBezTo>
                  <a:cubicBezTo>
                    <a:pt x="466" y="855"/>
                    <a:pt x="478" y="855"/>
                    <a:pt x="492" y="844"/>
                  </a:cubicBezTo>
                  <a:cubicBezTo>
                    <a:pt x="573" y="801"/>
                    <a:pt x="571" y="802"/>
                    <a:pt x="578" y="796"/>
                  </a:cubicBezTo>
                  <a:cubicBezTo>
                    <a:pt x="604" y="774"/>
                    <a:pt x="612" y="772"/>
                    <a:pt x="609" y="769"/>
                  </a:cubicBezTo>
                  <a:cubicBezTo>
                    <a:pt x="526" y="821"/>
                    <a:pt x="519" y="826"/>
                    <a:pt x="513" y="829"/>
                  </a:cubicBezTo>
                  <a:cubicBezTo>
                    <a:pt x="463" y="847"/>
                    <a:pt x="455" y="856"/>
                    <a:pt x="450" y="854"/>
                  </a:cubicBezTo>
                  <a:cubicBezTo>
                    <a:pt x="390" y="884"/>
                    <a:pt x="378" y="893"/>
                    <a:pt x="368" y="897"/>
                  </a:cubicBezTo>
                  <a:cubicBezTo>
                    <a:pt x="338" y="920"/>
                    <a:pt x="335" y="923"/>
                    <a:pt x="332" y="925"/>
                  </a:cubicBezTo>
                  <a:cubicBezTo>
                    <a:pt x="316" y="936"/>
                    <a:pt x="308" y="942"/>
                    <a:pt x="301" y="947"/>
                  </a:cubicBezTo>
                  <a:cubicBezTo>
                    <a:pt x="265" y="982"/>
                    <a:pt x="261" y="986"/>
                    <a:pt x="258" y="990"/>
                  </a:cubicBezTo>
                  <a:cubicBezTo>
                    <a:pt x="267" y="967"/>
                    <a:pt x="265" y="971"/>
                    <a:pt x="270" y="972"/>
                  </a:cubicBezTo>
                  <a:cubicBezTo>
                    <a:pt x="317" y="926"/>
                    <a:pt x="316" y="922"/>
                    <a:pt x="337" y="912"/>
                  </a:cubicBezTo>
                  <a:cubicBezTo>
                    <a:pt x="446" y="842"/>
                    <a:pt x="455" y="842"/>
                    <a:pt x="463" y="838"/>
                  </a:cubicBezTo>
                  <a:cubicBezTo>
                    <a:pt x="475" y="832"/>
                    <a:pt x="476" y="831"/>
                    <a:pt x="477" y="830"/>
                  </a:cubicBezTo>
                  <a:cubicBezTo>
                    <a:pt x="595" y="755"/>
                    <a:pt x="608" y="750"/>
                    <a:pt x="608" y="743"/>
                  </a:cubicBezTo>
                  <a:cubicBezTo>
                    <a:pt x="591" y="754"/>
                    <a:pt x="593" y="752"/>
                    <a:pt x="587" y="758"/>
                  </a:cubicBezTo>
                  <a:cubicBezTo>
                    <a:pt x="552" y="781"/>
                    <a:pt x="553" y="785"/>
                    <a:pt x="549" y="783"/>
                  </a:cubicBezTo>
                  <a:cubicBezTo>
                    <a:pt x="516" y="799"/>
                    <a:pt x="510" y="807"/>
                    <a:pt x="506" y="809"/>
                  </a:cubicBezTo>
                  <a:cubicBezTo>
                    <a:pt x="432" y="848"/>
                    <a:pt x="425" y="843"/>
                    <a:pt x="423" y="847"/>
                  </a:cubicBezTo>
                  <a:cubicBezTo>
                    <a:pt x="403" y="861"/>
                    <a:pt x="400" y="858"/>
                    <a:pt x="396" y="861"/>
                  </a:cubicBezTo>
                  <a:cubicBezTo>
                    <a:pt x="290" y="934"/>
                    <a:pt x="289" y="937"/>
                    <a:pt x="284" y="940"/>
                  </a:cubicBezTo>
                  <a:cubicBezTo>
                    <a:pt x="283" y="932"/>
                    <a:pt x="287" y="928"/>
                    <a:pt x="289" y="924"/>
                  </a:cubicBezTo>
                  <a:cubicBezTo>
                    <a:pt x="318" y="903"/>
                    <a:pt x="325" y="895"/>
                    <a:pt x="335" y="888"/>
                  </a:cubicBezTo>
                  <a:cubicBezTo>
                    <a:pt x="381" y="857"/>
                    <a:pt x="388" y="853"/>
                    <a:pt x="394" y="848"/>
                  </a:cubicBezTo>
                  <a:cubicBezTo>
                    <a:pt x="445" y="830"/>
                    <a:pt x="450" y="818"/>
                    <a:pt x="452" y="823"/>
                  </a:cubicBezTo>
                  <a:cubicBezTo>
                    <a:pt x="472" y="813"/>
                    <a:pt x="472" y="811"/>
                    <a:pt x="474" y="812"/>
                  </a:cubicBezTo>
                  <a:cubicBezTo>
                    <a:pt x="492" y="804"/>
                    <a:pt x="496" y="802"/>
                    <a:pt x="499" y="799"/>
                  </a:cubicBezTo>
                  <a:cubicBezTo>
                    <a:pt x="522" y="787"/>
                    <a:pt x="529" y="784"/>
                    <a:pt x="536" y="782"/>
                  </a:cubicBezTo>
                  <a:cubicBezTo>
                    <a:pt x="594" y="740"/>
                    <a:pt x="604" y="733"/>
                    <a:pt x="613" y="727"/>
                  </a:cubicBezTo>
                  <a:cubicBezTo>
                    <a:pt x="629" y="708"/>
                    <a:pt x="626" y="710"/>
                    <a:pt x="623" y="712"/>
                  </a:cubicBezTo>
                  <a:cubicBezTo>
                    <a:pt x="614" y="719"/>
                    <a:pt x="612" y="720"/>
                    <a:pt x="611" y="720"/>
                  </a:cubicBezTo>
                  <a:cubicBezTo>
                    <a:pt x="602" y="727"/>
                    <a:pt x="602" y="731"/>
                    <a:pt x="598" y="733"/>
                  </a:cubicBezTo>
                  <a:cubicBezTo>
                    <a:pt x="578" y="747"/>
                    <a:pt x="571" y="752"/>
                    <a:pt x="564" y="757"/>
                  </a:cubicBezTo>
                  <a:cubicBezTo>
                    <a:pt x="528" y="774"/>
                    <a:pt x="524" y="782"/>
                    <a:pt x="521" y="779"/>
                  </a:cubicBezTo>
                  <a:cubicBezTo>
                    <a:pt x="466" y="806"/>
                    <a:pt x="462" y="809"/>
                    <a:pt x="459" y="809"/>
                  </a:cubicBezTo>
                  <a:cubicBezTo>
                    <a:pt x="423" y="827"/>
                    <a:pt x="420" y="825"/>
                    <a:pt x="416" y="827"/>
                  </a:cubicBezTo>
                  <a:cubicBezTo>
                    <a:pt x="347" y="870"/>
                    <a:pt x="336" y="878"/>
                    <a:pt x="325" y="885"/>
                  </a:cubicBezTo>
                  <a:cubicBezTo>
                    <a:pt x="302" y="902"/>
                    <a:pt x="299" y="905"/>
                    <a:pt x="297" y="904"/>
                  </a:cubicBezTo>
                  <a:cubicBezTo>
                    <a:pt x="342" y="859"/>
                    <a:pt x="352" y="856"/>
                    <a:pt x="352" y="851"/>
                  </a:cubicBezTo>
                  <a:cubicBezTo>
                    <a:pt x="384" y="833"/>
                    <a:pt x="390" y="829"/>
                    <a:pt x="403" y="820"/>
                  </a:cubicBezTo>
                  <a:cubicBezTo>
                    <a:pt x="434" y="799"/>
                    <a:pt x="448" y="797"/>
                    <a:pt x="456" y="791"/>
                  </a:cubicBezTo>
                  <a:cubicBezTo>
                    <a:pt x="491" y="772"/>
                    <a:pt x="498" y="776"/>
                    <a:pt x="509" y="765"/>
                  </a:cubicBezTo>
                  <a:cubicBezTo>
                    <a:pt x="550" y="750"/>
                    <a:pt x="561" y="743"/>
                    <a:pt x="571" y="740"/>
                  </a:cubicBezTo>
                  <a:cubicBezTo>
                    <a:pt x="650" y="685"/>
                    <a:pt x="651" y="680"/>
                    <a:pt x="658" y="677"/>
                  </a:cubicBezTo>
                  <a:cubicBezTo>
                    <a:pt x="663" y="670"/>
                    <a:pt x="651" y="676"/>
                    <a:pt x="643" y="686"/>
                  </a:cubicBezTo>
                  <a:cubicBezTo>
                    <a:pt x="557" y="738"/>
                    <a:pt x="549" y="738"/>
                    <a:pt x="541" y="745"/>
                  </a:cubicBezTo>
                  <a:cubicBezTo>
                    <a:pt x="457" y="783"/>
                    <a:pt x="447" y="787"/>
                    <a:pt x="438" y="789"/>
                  </a:cubicBezTo>
                  <a:cubicBezTo>
                    <a:pt x="417" y="807"/>
                    <a:pt x="409" y="804"/>
                    <a:pt x="401" y="811"/>
                  </a:cubicBezTo>
                  <a:cubicBezTo>
                    <a:pt x="339" y="851"/>
                    <a:pt x="338" y="856"/>
                    <a:pt x="329" y="860"/>
                  </a:cubicBezTo>
                  <a:cubicBezTo>
                    <a:pt x="311" y="871"/>
                    <a:pt x="311" y="863"/>
                    <a:pt x="308" y="866"/>
                  </a:cubicBezTo>
                  <a:cubicBezTo>
                    <a:pt x="324" y="849"/>
                    <a:pt x="327" y="851"/>
                    <a:pt x="327" y="847"/>
                  </a:cubicBezTo>
                  <a:cubicBezTo>
                    <a:pt x="429" y="785"/>
                    <a:pt x="430" y="783"/>
                    <a:pt x="438" y="779"/>
                  </a:cubicBezTo>
                  <a:cubicBezTo>
                    <a:pt x="489" y="753"/>
                    <a:pt x="491" y="753"/>
                    <a:pt x="494" y="751"/>
                  </a:cubicBezTo>
                  <a:cubicBezTo>
                    <a:pt x="546" y="730"/>
                    <a:pt x="551" y="722"/>
                    <a:pt x="554" y="725"/>
                  </a:cubicBezTo>
                  <a:cubicBezTo>
                    <a:pt x="553" y="723"/>
                    <a:pt x="551" y="717"/>
                    <a:pt x="547" y="723"/>
                  </a:cubicBezTo>
                  <a:cubicBezTo>
                    <a:pt x="515" y="736"/>
                    <a:pt x="513" y="732"/>
                    <a:pt x="509" y="735"/>
                  </a:cubicBezTo>
                  <a:cubicBezTo>
                    <a:pt x="487" y="740"/>
                    <a:pt x="482" y="748"/>
                    <a:pt x="479" y="745"/>
                  </a:cubicBezTo>
                  <a:cubicBezTo>
                    <a:pt x="397" y="793"/>
                    <a:pt x="390" y="796"/>
                    <a:pt x="382" y="800"/>
                  </a:cubicBezTo>
                  <a:cubicBezTo>
                    <a:pt x="344" y="825"/>
                    <a:pt x="339" y="829"/>
                    <a:pt x="334" y="833"/>
                  </a:cubicBezTo>
                  <a:cubicBezTo>
                    <a:pt x="346" y="804"/>
                    <a:pt x="361" y="789"/>
                    <a:pt x="375" y="781"/>
                  </a:cubicBezTo>
                  <a:cubicBezTo>
                    <a:pt x="397" y="767"/>
                    <a:pt x="400" y="765"/>
                    <a:pt x="404" y="763"/>
                  </a:cubicBezTo>
                  <a:cubicBezTo>
                    <a:pt x="478" y="727"/>
                    <a:pt x="484" y="727"/>
                    <a:pt x="492" y="721"/>
                  </a:cubicBezTo>
                  <a:cubicBezTo>
                    <a:pt x="514" y="719"/>
                    <a:pt x="521" y="711"/>
                    <a:pt x="527" y="713"/>
                  </a:cubicBezTo>
                  <a:cubicBezTo>
                    <a:pt x="573" y="696"/>
                    <a:pt x="580" y="692"/>
                    <a:pt x="587" y="689"/>
                  </a:cubicBezTo>
                  <a:cubicBezTo>
                    <a:pt x="627" y="664"/>
                    <a:pt x="637" y="667"/>
                    <a:pt x="634" y="660"/>
                  </a:cubicBezTo>
                  <a:cubicBezTo>
                    <a:pt x="534" y="701"/>
                    <a:pt x="528" y="701"/>
                    <a:pt x="521" y="705"/>
                  </a:cubicBezTo>
                  <a:cubicBezTo>
                    <a:pt x="490" y="707"/>
                    <a:pt x="495" y="713"/>
                    <a:pt x="501" y="707"/>
                  </a:cubicBezTo>
                  <a:cubicBezTo>
                    <a:pt x="543" y="697"/>
                    <a:pt x="550" y="686"/>
                    <a:pt x="556" y="687"/>
                  </a:cubicBezTo>
                  <a:cubicBezTo>
                    <a:pt x="578" y="682"/>
                    <a:pt x="584" y="677"/>
                    <a:pt x="590" y="677"/>
                  </a:cubicBezTo>
                  <a:cubicBezTo>
                    <a:pt x="643" y="648"/>
                    <a:pt x="657" y="643"/>
                    <a:pt x="673" y="629"/>
                  </a:cubicBezTo>
                  <a:cubicBezTo>
                    <a:pt x="647" y="645"/>
                    <a:pt x="643" y="645"/>
                    <a:pt x="641" y="645"/>
                  </a:cubicBezTo>
                  <a:cubicBezTo>
                    <a:pt x="611" y="659"/>
                    <a:pt x="604" y="666"/>
                    <a:pt x="597" y="667"/>
                  </a:cubicBezTo>
                  <a:cubicBezTo>
                    <a:pt x="556" y="675"/>
                    <a:pt x="551" y="687"/>
                    <a:pt x="549" y="682"/>
                  </a:cubicBezTo>
                  <a:cubicBezTo>
                    <a:pt x="516" y="695"/>
                    <a:pt x="514" y="691"/>
                    <a:pt x="510" y="696"/>
                  </a:cubicBezTo>
                  <a:cubicBezTo>
                    <a:pt x="487" y="704"/>
                    <a:pt x="483" y="706"/>
                    <a:pt x="480" y="705"/>
                  </a:cubicBezTo>
                  <a:cubicBezTo>
                    <a:pt x="454" y="716"/>
                    <a:pt x="446" y="720"/>
                    <a:pt x="441" y="723"/>
                  </a:cubicBezTo>
                  <a:cubicBezTo>
                    <a:pt x="430" y="731"/>
                    <a:pt x="427" y="727"/>
                    <a:pt x="423" y="731"/>
                  </a:cubicBezTo>
                  <a:cubicBezTo>
                    <a:pt x="386" y="755"/>
                    <a:pt x="382" y="753"/>
                    <a:pt x="377" y="757"/>
                  </a:cubicBezTo>
                  <a:cubicBezTo>
                    <a:pt x="347" y="769"/>
                    <a:pt x="358" y="764"/>
                    <a:pt x="366" y="758"/>
                  </a:cubicBezTo>
                  <a:cubicBezTo>
                    <a:pt x="409" y="728"/>
                    <a:pt x="417" y="725"/>
                    <a:pt x="425" y="718"/>
                  </a:cubicBezTo>
                  <a:cubicBezTo>
                    <a:pt x="571" y="656"/>
                    <a:pt x="601" y="640"/>
                    <a:pt x="630" y="626"/>
                  </a:cubicBezTo>
                  <a:cubicBezTo>
                    <a:pt x="661" y="605"/>
                    <a:pt x="663" y="601"/>
                    <a:pt x="664" y="599"/>
                  </a:cubicBezTo>
                  <a:cubicBezTo>
                    <a:pt x="642" y="607"/>
                    <a:pt x="637" y="615"/>
                    <a:pt x="632" y="617"/>
                  </a:cubicBezTo>
                  <a:cubicBezTo>
                    <a:pt x="575" y="644"/>
                    <a:pt x="557" y="653"/>
                    <a:pt x="540" y="659"/>
                  </a:cubicBezTo>
                  <a:cubicBezTo>
                    <a:pt x="479" y="687"/>
                    <a:pt x="471" y="684"/>
                    <a:pt x="462" y="691"/>
                  </a:cubicBezTo>
                  <a:cubicBezTo>
                    <a:pt x="418" y="713"/>
                    <a:pt x="415" y="715"/>
                    <a:pt x="412" y="717"/>
                  </a:cubicBezTo>
                  <a:cubicBezTo>
                    <a:pt x="381" y="734"/>
                    <a:pt x="377" y="737"/>
                    <a:pt x="373" y="740"/>
                  </a:cubicBezTo>
                  <a:cubicBezTo>
                    <a:pt x="385" y="720"/>
                    <a:pt x="404" y="707"/>
                    <a:pt x="421" y="696"/>
                  </a:cubicBezTo>
                  <a:cubicBezTo>
                    <a:pt x="473" y="672"/>
                    <a:pt x="478" y="677"/>
                    <a:pt x="484" y="670"/>
                  </a:cubicBezTo>
                  <a:cubicBezTo>
                    <a:pt x="519" y="657"/>
                    <a:pt x="524" y="659"/>
                    <a:pt x="529" y="654"/>
                  </a:cubicBezTo>
                  <a:cubicBezTo>
                    <a:pt x="603" y="622"/>
                    <a:pt x="611" y="619"/>
                    <a:pt x="619" y="615"/>
                  </a:cubicBezTo>
                  <a:cubicBezTo>
                    <a:pt x="667" y="570"/>
                    <a:pt x="677" y="568"/>
                    <a:pt x="675" y="564"/>
                  </a:cubicBezTo>
                  <a:cubicBezTo>
                    <a:pt x="719" y="542"/>
                    <a:pt x="725" y="539"/>
                    <a:pt x="730" y="537"/>
                  </a:cubicBezTo>
                  <a:cubicBezTo>
                    <a:pt x="742" y="527"/>
                    <a:pt x="737" y="530"/>
                    <a:pt x="732" y="533"/>
                  </a:cubicBezTo>
                  <a:cubicBezTo>
                    <a:pt x="706" y="538"/>
                    <a:pt x="703" y="542"/>
                    <a:pt x="700" y="544"/>
                  </a:cubicBezTo>
                  <a:cubicBezTo>
                    <a:pt x="637" y="575"/>
                    <a:pt x="629" y="578"/>
                    <a:pt x="622" y="585"/>
                  </a:cubicBezTo>
                  <a:cubicBezTo>
                    <a:pt x="557" y="616"/>
                    <a:pt x="550" y="611"/>
                    <a:pt x="543" y="615"/>
                  </a:cubicBezTo>
                  <a:cubicBezTo>
                    <a:pt x="514" y="623"/>
                    <a:pt x="507" y="625"/>
                    <a:pt x="499" y="630"/>
                  </a:cubicBezTo>
                  <a:cubicBezTo>
                    <a:pt x="469" y="641"/>
                    <a:pt x="463" y="637"/>
                    <a:pt x="455" y="644"/>
                  </a:cubicBezTo>
                  <a:cubicBezTo>
                    <a:pt x="432" y="653"/>
                    <a:pt x="426" y="659"/>
                    <a:pt x="422" y="658"/>
                  </a:cubicBezTo>
                  <a:cubicBezTo>
                    <a:pt x="410" y="660"/>
                    <a:pt x="410" y="653"/>
                    <a:pt x="416" y="648"/>
                  </a:cubicBezTo>
                  <a:cubicBezTo>
                    <a:pt x="439" y="640"/>
                    <a:pt x="445" y="628"/>
                    <a:pt x="447" y="633"/>
                  </a:cubicBezTo>
                  <a:cubicBezTo>
                    <a:pt x="502" y="611"/>
                    <a:pt x="513" y="606"/>
                    <a:pt x="523" y="605"/>
                  </a:cubicBezTo>
                  <a:cubicBezTo>
                    <a:pt x="597" y="583"/>
                    <a:pt x="606" y="581"/>
                    <a:pt x="615" y="576"/>
                  </a:cubicBezTo>
                  <a:cubicBezTo>
                    <a:pt x="655" y="561"/>
                    <a:pt x="660" y="548"/>
                    <a:pt x="663" y="553"/>
                  </a:cubicBezTo>
                  <a:cubicBezTo>
                    <a:pt x="715" y="530"/>
                    <a:pt x="721" y="528"/>
                    <a:pt x="727" y="527"/>
                  </a:cubicBezTo>
                  <a:cubicBezTo>
                    <a:pt x="736" y="512"/>
                    <a:pt x="727" y="524"/>
                    <a:pt x="720" y="520"/>
                  </a:cubicBezTo>
                  <a:cubicBezTo>
                    <a:pt x="677" y="533"/>
                    <a:pt x="673" y="536"/>
                    <a:pt x="668" y="537"/>
                  </a:cubicBezTo>
                  <a:cubicBezTo>
                    <a:pt x="603" y="571"/>
                    <a:pt x="600" y="575"/>
                    <a:pt x="598" y="573"/>
                  </a:cubicBezTo>
                  <a:cubicBezTo>
                    <a:pt x="555" y="592"/>
                    <a:pt x="552" y="588"/>
                    <a:pt x="549" y="589"/>
                  </a:cubicBezTo>
                  <a:cubicBezTo>
                    <a:pt x="507" y="600"/>
                    <a:pt x="504" y="601"/>
                    <a:pt x="501" y="601"/>
                  </a:cubicBezTo>
                  <a:cubicBezTo>
                    <a:pt x="462" y="618"/>
                    <a:pt x="456" y="620"/>
                    <a:pt x="449" y="622"/>
                  </a:cubicBezTo>
                  <a:cubicBezTo>
                    <a:pt x="427" y="627"/>
                    <a:pt x="429" y="624"/>
                    <a:pt x="432" y="622"/>
                  </a:cubicBezTo>
                  <a:cubicBezTo>
                    <a:pt x="464" y="601"/>
                    <a:pt x="476" y="596"/>
                    <a:pt x="488" y="594"/>
                  </a:cubicBezTo>
                  <a:cubicBezTo>
                    <a:pt x="519" y="583"/>
                    <a:pt x="522" y="582"/>
                    <a:pt x="525" y="584"/>
                  </a:cubicBezTo>
                  <a:cubicBezTo>
                    <a:pt x="550" y="574"/>
                    <a:pt x="557" y="572"/>
                    <a:pt x="563" y="571"/>
                  </a:cubicBezTo>
                  <a:cubicBezTo>
                    <a:pt x="588" y="560"/>
                    <a:pt x="594" y="562"/>
                    <a:pt x="600" y="559"/>
                  </a:cubicBezTo>
                  <a:cubicBezTo>
                    <a:pt x="645" y="537"/>
                    <a:pt x="651" y="541"/>
                    <a:pt x="657" y="535"/>
                  </a:cubicBezTo>
                  <a:cubicBezTo>
                    <a:pt x="670" y="528"/>
                    <a:pt x="672" y="530"/>
                    <a:pt x="671" y="528"/>
                  </a:cubicBezTo>
                  <a:cubicBezTo>
                    <a:pt x="707" y="510"/>
                    <a:pt x="711" y="502"/>
                    <a:pt x="714" y="502"/>
                  </a:cubicBezTo>
                  <a:cubicBezTo>
                    <a:pt x="729" y="486"/>
                    <a:pt x="743" y="485"/>
                    <a:pt x="736" y="481"/>
                  </a:cubicBezTo>
                  <a:cubicBezTo>
                    <a:pt x="686" y="515"/>
                    <a:pt x="684" y="515"/>
                    <a:pt x="682" y="515"/>
                  </a:cubicBezTo>
                  <a:cubicBezTo>
                    <a:pt x="660" y="525"/>
                    <a:pt x="654" y="529"/>
                    <a:pt x="648" y="532"/>
                  </a:cubicBezTo>
                  <a:cubicBezTo>
                    <a:pt x="622" y="542"/>
                    <a:pt x="616" y="542"/>
                    <a:pt x="609" y="548"/>
                  </a:cubicBezTo>
                  <a:cubicBezTo>
                    <a:pt x="569" y="562"/>
                    <a:pt x="566" y="558"/>
                    <a:pt x="563" y="561"/>
                  </a:cubicBezTo>
                  <a:cubicBezTo>
                    <a:pt x="541" y="567"/>
                    <a:pt x="537" y="572"/>
                    <a:pt x="535" y="570"/>
                  </a:cubicBezTo>
                  <a:cubicBezTo>
                    <a:pt x="474" y="591"/>
                    <a:pt x="469" y="587"/>
                    <a:pt x="462" y="592"/>
                  </a:cubicBezTo>
                  <a:cubicBezTo>
                    <a:pt x="459" y="582"/>
                    <a:pt x="465" y="573"/>
                    <a:pt x="468" y="576"/>
                  </a:cubicBezTo>
                  <a:cubicBezTo>
                    <a:pt x="497" y="562"/>
                    <a:pt x="501" y="567"/>
                    <a:pt x="506" y="564"/>
                  </a:cubicBezTo>
                  <a:cubicBezTo>
                    <a:pt x="546" y="554"/>
                    <a:pt x="550" y="555"/>
                    <a:pt x="555" y="550"/>
                  </a:cubicBezTo>
                  <a:cubicBezTo>
                    <a:pt x="621" y="530"/>
                    <a:pt x="639" y="521"/>
                    <a:pt x="656" y="514"/>
                  </a:cubicBezTo>
                  <a:cubicBezTo>
                    <a:pt x="724" y="468"/>
                    <a:pt x="727" y="472"/>
                    <a:pt x="731" y="467"/>
                  </a:cubicBezTo>
                  <a:cubicBezTo>
                    <a:pt x="698" y="479"/>
                    <a:pt x="675" y="497"/>
                    <a:pt x="653" y="506"/>
                  </a:cubicBezTo>
                  <a:cubicBezTo>
                    <a:pt x="569" y="540"/>
                    <a:pt x="564" y="539"/>
                    <a:pt x="557" y="543"/>
                  </a:cubicBezTo>
                  <a:cubicBezTo>
                    <a:pt x="520" y="547"/>
                    <a:pt x="515" y="554"/>
                    <a:pt x="512" y="552"/>
                  </a:cubicBezTo>
                  <a:cubicBezTo>
                    <a:pt x="473" y="562"/>
                    <a:pt x="469" y="568"/>
                    <a:pt x="466" y="563"/>
                  </a:cubicBezTo>
                  <a:cubicBezTo>
                    <a:pt x="498" y="545"/>
                    <a:pt x="497" y="541"/>
                    <a:pt x="502" y="539"/>
                  </a:cubicBezTo>
                  <a:cubicBezTo>
                    <a:pt x="563" y="520"/>
                    <a:pt x="573" y="516"/>
                    <a:pt x="581" y="519"/>
                  </a:cubicBezTo>
                  <a:cubicBezTo>
                    <a:pt x="612" y="506"/>
                    <a:pt x="616" y="505"/>
                    <a:pt x="619" y="506"/>
                  </a:cubicBezTo>
                  <a:cubicBezTo>
                    <a:pt x="736" y="443"/>
                    <a:pt x="752" y="427"/>
                    <a:pt x="767" y="422"/>
                  </a:cubicBezTo>
                  <a:cubicBezTo>
                    <a:pt x="792" y="398"/>
                    <a:pt x="801" y="398"/>
                    <a:pt x="799" y="388"/>
                  </a:cubicBezTo>
                  <a:cubicBezTo>
                    <a:pt x="779" y="406"/>
                    <a:pt x="773" y="410"/>
                    <a:pt x="771" y="411"/>
                  </a:cubicBezTo>
                  <a:cubicBezTo>
                    <a:pt x="764" y="417"/>
                    <a:pt x="760" y="419"/>
                    <a:pt x="757" y="421"/>
                  </a:cubicBezTo>
                  <a:cubicBezTo>
                    <a:pt x="698" y="461"/>
                    <a:pt x="694" y="459"/>
                    <a:pt x="692" y="461"/>
                  </a:cubicBezTo>
                  <a:cubicBezTo>
                    <a:pt x="645" y="481"/>
                    <a:pt x="642" y="485"/>
                    <a:pt x="639" y="487"/>
                  </a:cubicBezTo>
                  <a:cubicBezTo>
                    <a:pt x="607" y="499"/>
                    <a:pt x="602" y="499"/>
                    <a:pt x="597" y="503"/>
                  </a:cubicBezTo>
                  <a:cubicBezTo>
                    <a:pt x="580" y="505"/>
                    <a:pt x="572" y="510"/>
                    <a:pt x="564" y="509"/>
                  </a:cubicBezTo>
                  <a:cubicBezTo>
                    <a:pt x="507" y="529"/>
                    <a:pt x="504" y="529"/>
                    <a:pt x="501" y="530"/>
                  </a:cubicBezTo>
                  <a:cubicBezTo>
                    <a:pt x="511" y="516"/>
                    <a:pt x="516" y="516"/>
                    <a:pt x="521" y="510"/>
                  </a:cubicBezTo>
                  <a:cubicBezTo>
                    <a:pt x="560" y="498"/>
                    <a:pt x="569" y="498"/>
                    <a:pt x="580" y="493"/>
                  </a:cubicBezTo>
                  <a:cubicBezTo>
                    <a:pt x="646" y="472"/>
                    <a:pt x="652" y="467"/>
                    <a:pt x="658" y="468"/>
                  </a:cubicBezTo>
                  <a:cubicBezTo>
                    <a:pt x="762" y="408"/>
                    <a:pt x="771" y="401"/>
                    <a:pt x="780" y="395"/>
                  </a:cubicBezTo>
                  <a:cubicBezTo>
                    <a:pt x="794" y="385"/>
                    <a:pt x="799" y="381"/>
                    <a:pt x="804" y="378"/>
                  </a:cubicBezTo>
                  <a:cubicBezTo>
                    <a:pt x="816" y="362"/>
                    <a:pt x="807" y="368"/>
                    <a:pt x="799" y="374"/>
                  </a:cubicBezTo>
                  <a:cubicBezTo>
                    <a:pt x="785" y="381"/>
                    <a:pt x="780" y="387"/>
                    <a:pt x="777" y="392"/>
                  </a:cubicBezTo>
                  <a:cubicBezTo>
                    <a:pt x="741" y="412"/>
                    <a:pt x="732" y="416"/>
                    <a:pt x="722" y="424"/>
                  </a:cubicBezTo>
                  <a:cubicBezTo>
                    <a:pt x="700" y="442"/>
                    <a:pt x="692" y="439"/>
                    <a:pt x="689" y="441"/>
                  </a:cubicBezTo>
                  <a:cubicBezTo>
                    <a:pt x="614" y="471"/>
                    <a:pt x="613" y="473"/>
                    <a:pt x="607" y="476"/>
                  </a:cubicBezTo>
                  <a:cubicBezTo>
                    <a:pt x="566" y="485"/>
                    <a:pt x="556" y="494"/>
                    <a:pt x="549" y="491"/>
                  </a:cubicBezTo>
                  <a:cubicBezTo>
                    <a:pt x="513" y="502"/>
                    <a:pt x="508" y="511"/>
                    <a:pt x="505" y="508"/>
                  </a:cubicBezTo>
                  <a:cubicBezTo>
                    <a:pt x="524" y="490"/>
                    <a:pt x="526" y="487"/>
                    <a:pt x="528" y="486"/>
                  </a:cubicBezTo>
                  <a:cubicBezTo>
                    <a:pt x="546" y="478"/>
                    <a:pt x="555" y="473"/>
                    <a:pt x="564" y="467"/>
                  </a:cubicBezTo>
                  <a:cubicBezTo>
                    <a:pt x="585" y="466"/>
                    <a:pt x="592" y="460"/>
                    <a:pt x="598" y="460"/>
                  </a:cubicBezTo>
                  <a:cubicBezTo>
                    <a:pt x="650" y="440"/>
                    <a:pt x="653" y="444"/>
                    <a:pt x="657" y="440"/>
                  </a:cubicBezTo>
                  <a:cubicBezTo>
                    <a:pt x="729" y="408"/>
                    <a:pt x="743" y="399"/>
                    <a:pt x="758" y="389"/>
                  </a:cubicBezTo>
                  <a:cubicBezTo>
                    <a:pt x="794" y="357"/>
                    <a:pt x="790" y="359"/>
                    <a:pt x="778" y="369"/>
                  </a:cubicBezTo>
                  <a:cubicBezTo>
                    <a:pt x="742" y="393"/>
                    <a:pt x="737" y="396"/>
                    <a:pt x="732" y="400"/>
                  </a:cubicBezTo>
                  <a:cubicBezTo>
                    <a:pt x="693" y="417"/>
                    <a:pt x="690" y="418"/>
                    <a:pt x="687" y="420"/>
                  </a:cubicBezTo>
                  <a:cubicBezTo>
                    <a:pt x="629" y="438"/>
                    <a:pt x="622" y="447"/>
                    <a:pt x="618" y="443"/>
                  </a:cubicBezTo>
                  <a:cubicBezTo>
                    <a:pt x="587" y="455"/>
                    <a:pt x="575" y="459"/>
                    <a:pt x="564" y="457"/>
                  </a:cubicBezTo>
                  <a:cubicBezTo>
                    <a:pt x="544" y="467"/>
                    <a:pt x="539" y="470"/>
                    <a:pt x="534" y="470"/>
                  </a:cubicBezTo>
                  <a:cubicBezTo>
                    <a:pt x="590" y="434"/>
                    <a:pt x="594" y="439"/>
                    <a:pt x="599" y="435"/>
                  </a:cubicBezTo>
                  <a:cubicBezTo>
                    <a:pt x="658" y="416"/>
                    <a:pt x="669" y="411"/>
                    <a:pt x="679" y="409"/>
                  </a:cubicBezTo>
                  <a:cubicBezTo>
                    <a:pt x="766" y="359"/>
                    <a:pt x="770" y="356"/>
                    <a:pt x="786" y="346"/>
                  </a:cubicBezTo>
                  <a:cubicBezTo>
                    <a:pt x="788" y="337"/>
                    <a:pt x="773" y="348"/>
                    <a:pt x="758" y="359"/>
                  </a:cubicBezTo>
                  <a:cubicBezTo>
                    <a:pt x="666" y="405"/>
                    <a:pt x="659" y="405"/>
                    <a:pt x="650" y="410"/>
                  </a:cubicBezTo>
                  <a:cubicBezTo>
                    <a:pt x="579" y="427"/>
                    <a:pt x="571" y="435"/>
                    <a:pt x="566" y="429"/>
                  </a:cubicBezTo>
                  <a:cubicBezTo>
                    <a:pt x="586" y="418"/>
                    <a:pt x="591" y="422"/>
                    <a:pt x="597" y="419"/>
                  </a:cubicBezTo>
                  <a:cubicBezTo>
                    <a:pt x="623" y="411"/>
                    <a:pt x="627" y="405"/>
                    <a:pt x="629" y="408"/>
                  </a:cubicBezTo>
                  <a:cubicBezTo>
                    <a:pt x="674" y="391"/>
                    <a:pt x="674" y="383"/>
                    <a:pt x="679" y="385"/>
                  </a:cubicBezTo>
                  <a:cubicBezTo>
                    <a:pt x="709" y="372"/>
                    <a:pt x="714" y="369"/>
                    <a:pt x="719" y="365"/>
                  </a:cubicBezTo>
                  <a:cubicBezTo>
                    <a:pt x="790" y="326"/>
                    <a:pt x="800" y="319"/>
                    <a:pt x="808" y="316"/>
                  </a:cubicBezTo>
                  <a:cubicBezTo>
                    <a:pt x="851" y="294"/>
                    <a:pt x="848" y="291"/>
                    <a:pt x="852" y="289"/>
                  </a:cubicBezTo>
                  <a:cubicBezTo>
                    <a:pt x="847" y="287"/>
                    <a:pt x="848" y="290"/>
                    <a:pt x="845" y="292"/>
                  </a:cubicBezTo>
                  <a:cubicBezTo>
                    <a:pt x="796" y="312"/>
                    <a:pt x="785" y="320"/>
                    <a:pt x="775" y="325"/>
                  </a:cubicBezTo>
                  <a:cubicBezTo>
                    <a:pt x="686" y="371"/>
                    <a:pt x="681" y="378"/>
                    <a:pt x="677" y="376"/>
                  </a:cubicBezTo>
                  <a:cubicBezTo>
                    <a:pt x="647" y="386"/>
                    <a:pt x="644" y="390"/>
                    <a:pt x="642" y="391"/>
                  </a:cubicBezTo>
                  <a:cubicBezTo>
                    <a:pt x="602" y="407"/>
                    <a:pt x="598" y="406"/>
                    <a:pt x="593" y="409"/>
                  </a:cubicBezTo>
                  <a:cubicBezTo>
                    <a:pt x="585" y="406"/>
                    <a:pt x="586" y="411"/>
                    <a:pt x="589" y="407"/>
                  </a:cubicBezTo>
                  <a:cubicBezTo>
                    <a:pt x="637" y="379"/>
                    <a:pt x="661" y="368"/>
                    <a:pt x="684" y="361"/>
                  </a:cubicBezTo>
                  <a:cubicBezTo>
                    <a:pt x="714" y="348"/>
                    <a:pt x="717" y="344"/>
                    <a:pt x="720" y="343"/>
                  </a:cubicBezTo>
                  <a:cubicBezTo>
                    <a:pt x="761" y="318"/>
                    <a:pt x="780" y="313"/>
                    <a:pt x="794" y="303"/>
                  </a:cubicBezTo>
                  <a:cubicBezTo>
                    <a:pt x="837" y="288"/>
                    <a:pt x="847" y="283"/>
                    <a:pt x="845" y="279"/>
                  </a:cubicBezTo>
                  <a:cubicBezTo>
                    <a:pt x="748" y="324"/>
                    <a:pt x="743" y="322"/>
                    <a:pt x="738" y="327"/>
                  </a:cubicBezTo>
                  <a:cubicBezTo>
                    <a:pt x="712" y="340"/>
                    <a:pt x="702" y="341"/>
                    <a:pt x="692" y="348"/>
                  </a:cubicBezTo>
                  <a:cubicBezTo>
                    <a:pt x="671" y="360"/>
                    <a:pt x="667" y="355"/>
                    <a:pt x="661" y="360"/>
                  </a:cubicBezTo>
                  <a:cubicBezTo>
                    <a:pt x="628" y="371"/>
                    <a:pt x="625" y="375"/>
                    <a:pt x="623" y="373"/>
                  </a:cubicBezTo>
                  <a:cubicBezTo>
                    <a:pt x="602" y="380"/>
                    <a:pt x="603" y="375"/>
                    <a:pt x="608" y="379"/>
                  </a:cubicBezTo>
                  <a:cubicBezTo>
                    <a:pt x="635" y="363"/>
                    <a:pt x="640" y="358"/>
                    <a:pt x="645" y="355"/>
                  </a:cubicBezTo>
                  <a:cubicBezTo>
                    <a:pt x="690" y="337"/>
                    <a:pt x="695" y="339"/>
                    <a:pt x="702" y="336"/>
                  </a:cubicBezTo>
                  <a:cubicBezTo>
                    <a:pt x="778" y="299"/>
                    <a:pt x="789" y="291"/>
                    <a:pt x="800" y="284"/>
                  </a:cubicBezTo>
                  <a:cubicBezTo>
                    <a:pt x="823" y="265"/>
                    <a:pt x="817" y="270"/>
                    <a:pt x="810" y="275"/>
                  </a:cubicBezTo>
                  <a:cubicBezTo>
                    <a:pt x="745" y="308"/>
                    <a:pt x="744" y="312"/>
                    <a:pt x="735" y="317"/>
                  </a:cubicBezTo>
                  <a:cubicBezTo>
                    <a:pt x="706" y="325"/>
                    <a:pt x="698" y="329"/>
                    <a:pt x="692" y="328"/>
                  </a:cubicBezTo>
                  <a:cubicBezTo>
                    <a:pt x="631" y="353"/>
                    <a:pt x="625" y="359"/>
                    <a:pt x="621" y="355"/>
                  </a:cubicBezTo>
                  <a:cubicBezTo>
                    <a:pt x="645" y="341"/>
                    <a:pt x="649" y="339"/>
                    <a:pt x="654" y="336"/>
                  </a:cubicBezTo>
                  <a:cubicBezTo>
                    <a:pt x="697" y="321"/>
                    <a:pt x="705" y="316"/>
                    <a:pt x="713" y="313"/>
                  </a:cubicBezTo>
                  <a:cubicBezTo>
                    <a:pt x="745" y="297"/>
                    <a:pt x="753" y="295"/>
                    <a:pt x="761" y="291"/>
                  </a:cubicBezTo>
                  <a:cubicBezTo>
                    <a:pt x="803" y="262"/>
                    <a:pt x="807" y="264"/>
                    <a:pt x="806" y="261"/>
                  </a:cubicBezTo>
                  <a:cubicBezTo>
                    <a:pt x="839" y="233"/>
                    <a:pt x="843" y="230"/>
                    <a:pt x="847" y="226"/>
                  </a:cubicBezTo>
                  <a:cubicBezTo>
                    <a:pt x="796" y="261"/>
                    <a:pt x="788" y="266"/>
                    <a:pt x="779" y="272"/>
                  </a:cubicBezTo>
                  <a:cubicBezTo>
                    <a:pt x="668" y="319"/>
                    <a:pt x="661" y="325"/>
                    <a:pt x="655" y="325"/>
                  </a:cubicBezTo>
                  <a:cubicBezTo>
                    <a:pt x="643" y="332"/>
                    <a:pt x="643" y="326"/>
                    <a:pt x="646" y="322"/>
                  </a:cubicBezTo>
                  <a:cubicBezTo>
                    <a:pt x="668" y="316"/>
                    <a:pt x="674" y="313"/>
                    <a:pt x="679" y="313"/>
                  </a:cubicBezTo>
                  <a:cubicBezTo>
                    <a:pt x="789" y="253"/>
                    <a:pt x="800" y="245"/>
                    <a:pt x="811" y="238"/>
                  </a:cubicBezTo>
                  <a:cubicBezTo>
                    <a:pt x="830" y="217"/>
                    <a:pt x="839" y="215"/>
                    <a:pt x="836" y="212"/>
                  </a:cubicBezTo>
                  <a:cubicBezTo>
                    <a:pt x="826" y="221"/>
                    <a:pt x="818" y="219"/>
                    <a:pt x="815" y="227"/>
                  </a:cubicBezTo>
                  <a:cubicBezTo>
                    <a:pt x="759" y="262"/>
                    <a:pt x="739" y="275"/>
                    <a:pt x="719" y="284"/>
                  </a:cubicBezTo>
                  <a:cubicBezTo>
                    <a:pt x="673" y="305"/>
                    <a:pt x="671" y="306"/>
                    <a:pt x="668" y="306"/>
                  </a:cubicBezTo>
                  <a:cubicBezTo>
                    <a:pt x="711" y="282"/>
                    <a:pt x="719" y="273"/>
                    <a:pt x="727" y="271"/>
                  </a:cubicBezTo>
                  <a:cubicBezTo>
                    <a:pt x="797" y="226"/>
                    <a:pt x="805" y="220"/>
                    <a:pt x="813" y="214"/>
                  </a:cubicBezTo>
                  <a:cubicBezTo>
                    <a:pt x="850" y="175"/>
                    <a:pt x="861" y="172"/>
                    <a:pt x="859" y="168"/>
                  </a:cubicBezTo>
                  <a:close/>
                  <a:moveTo>
                    <a:pt x="743" y="232"/>
                  </a:moveTo>
                  <a:cubicBezTo>
                    <a:pt x="748" y="239"/>
                    <a:pt x="733" y="238"/>
                    <a:pt x="728" y="246"/>
                  </a:cubicBezTo>
                  <a:cubicBezTo>
                    <a:pt x="725" y="238"/>
                    <a:pt x="737" y="240"/>
                    <a:pt x="743" y="232"/>
                  </a:cubicBezTo>
                  <a:close/>
                  <a:moveTo>
                    <a:pt x="723" y="245"/>
                  </a:moveTo>
                  <a:cubicBezTo>
                    <a:pt x="723" y="251"/>
                    <a:pt x="713" y="252"/>
                    <a:pt x="710" y="254"/>
                  </a:cubicBezTo>
                  <a:cubicBezTo>
                    <a:pt x="709" y="248"/>
                    <a:pt x="719" y="247"/>
                    <a:pt x="723" y="245"/>
                  </a:cubicBezTo>
                  <a:close/>
                  <a:moveTo>
                    <a:pt x="265" y="659"/>
                  </a:moveTo>
                  <a:cubicBezTo>
                    <a:pt x="262" y="656"/>
                    <a:pt x="263" y="654"/>
                    <a:pt x="262" y="651"/>
                  </a:cubicBezTo>
                  <a:cubicBezTo>
                    <a:pt x="260" y="649"/>
                    <a:pt x="256" y="646"/>
                    <a:pt x="259" y="644"/>
                  </a:cubicBezTo>
                  <a:cubicBezTo>
                    <a:pt x="256" y="643"/>
                    <a:pt x="254" y="641"/>
                    <a:pt x="252" y="638"/>
                  </a:cubicBezTo>
                  <a:cubicBezTo>
                    <a:pt x="252" y="636"/>
                    <a:pt x="252" y="634"/>
                    <a:pt x="250" y="635"/>
                  </a:cubicBezTo>
                  <a:cubicBezTo>
                    <a:pt x="248" y="631"/>
                    <a:pt x="248" y="627"/>
                    <a:pt x="243" y="623"/>
                  </a:cubicBezTo>
                  <a:cubicBezTo>
                    <a:pt x="245" y="617"/>
                    <a:pt x="243" y="617"/>
                    <a:pt x="239" y="613"/>
                  </a:cubicBezTo>
                  <a:cubicBezTo>
                    <a:pt x="241" y="610"/>
                    <a:pt x="236" y="605"/>
                    <a:pt x="236" y="601"/>
                  </a:cubicBezTo>
                  <a:cubicBezTo>
                    <a:pt x="231" y="592"/>
                    <a:pt x="230" y="592"/>
                    <a:pt x="223" y="581"/>
                  </a:cubicBezTo>
                  <a:cubicBezTo>
                    <a:pt x="215" y="572"/>
                    <a:pt x="216" y="564"/>
                    <a:pt x="207" y="555"/>
                  </a:cubicBezTo>
                  <a:cubicBezTo>
                    <a:pt x="203" y="545"/>
                    <a:pt x="204" y="543"/>
                    <a:pt x="195" y="532"/>
                  </a:cubicBezTo>
                  <a:cubicBezTo>
                    <a:pt x="199" y="528"/>
                    <a:pt x="191" y="523"/>
                    <a:pt x="193" y="519"/>
                  </a:cubicBezTo>
                  <a:cubicBezTo>
                    <a:pt x="188" y="514"/>
                    <a:pt x="192" y="510"/>
                    <a:pt x="188" y="505"/>
                  </a:cubicBezTo>
                  <a:cubicBezTo>
                    <a:pt x="187" y="496"/>
                    <a:pt x="184" y="487"/>
                    <a:pt x="181" y="478"/>
                  </a:cubicBezTo>
                  <a:cubicBezTo>
                    <a:pt x="189" y="478"/>
                    <a:pt x="185" y="488"/>
                    <a:pt x="189" y="492"/>
                  </a:cubicBezTo>
                  <a:cubicBezTo>
                    <a:pt x="191" y="498"/>
                    <a:pt x="194" y="504"/>
                    <a:pt x="193" y="509"/>
                  </a:cubicBezTo>
                  <a:cubicBezTo>
                    <a:pt x="200" y="517"/>
                    <a:pt x="199" y="523"/>
                    <a:pt x="207" y="531"/>
                  </a:cubicBezTo>
                  <a:cubicBezTo>
                    <a:pt x="210" y="535"/>
                    <a:pt x="208" y="538"/>
                    <a:pt x="209" y="541"/>
                  </a:cubicBezTo>
                  <a:cubicBezTo>
                    <a:pt x="213" y="542"/>
                    <a:pt x="214" y="546"/>
                    <a:pt x="213" y="549"/>
                  </a:cubicBezTo>
                  <a:cubicBezTo>
                    <a:pt x="220" y="554"/>
                    <a:pt x="218" y="557"/>
                    <a:pt x="224" y="565"/>
                  </a:cubicBezTo>
                  <a:cubicBezTo>
                    <a:pt x="227" y="574"/>
                    <a:pt x="233" y="584"/>
                    <a:pt x="237" y="593"/>
                  </a:cubicBezTo>
                  <a:cubicBezTo>
                    <a:pt x="239" y="596"/>
                    <a:pt x="241" y="598"/>
                    <a:pt x="243" y="601"/>
                  </a:cubicBezTo>
                  <a:cubicBezTo>
                    <a:pt x="243" y="603"/>
                    <a:pt x="243" y="605"/>
                    <a:pt x="245" y="604"/>
                  </a:cubicBezTo>
                  <a:cubicBezTo>
                    <a:pt x="246" y="609"/>
                    <a:pt x="245" y="613"/>
                    <a:pt x="250" y="618"/>
                  </a:cubicBezTo>
                  <a:cubicBezTo>
                    <a:pt x="253" y="627"/>
                    <a:pt x="261" y="637"/>
                    <a:pt x="263" y="646"/>
                  </a:cubicBezTo>
                  <a:cubicBezTo>
                    <a:pt x="271" y="655"/>
                    <a:pt x="270" y="664"/>
                    <a:pt x="275" y="673"/>
                  </a:cubicBezTo>
                  <a:cubicBezTo>
                    <a:pt x="268" y="673"/>
                    <a:pt x="271" y="663"/>
                    <a:pt x="265" y="659"/>
                  </a:cubicBezTo>
                  <a:close/>
                  <a:moveTo>
                    <a:pt x="279" y="685"/>
                  </a:moveTo>
                  <a:cubicBezTo>
                    <a:pt x="279" y="692"/>
                    <a:pt x="278" y="682"/>
                    <a:pt x="274" y="679"/>
                  </a:cubicBezTo>
                  <a:cubicBezTo>
                    <a:pt x="273" y="676"/>
                    <a:pt x="276" y="678"/>
                    <a:pt x="277" y="679"/>
                  </a:cubicBezTo>
                  <a:cubicBezTo>
                    <a:pt x="278" y="681"/>
                    <a:pt x="279" y="683"/>
                    <a:pt x="281" y="684"/>
                  </a:cubicBezTo>
                  <a:cubicBezTo>
                    <a:pt x="280" y="685"/>
                    <a:pt x="280" y="685"/>
                    <a:pt x="279" y="685"/>
                  </a:cubicBezTo>
                  <a:close/>
                  <a:moveTo>
                    <a:pt x="166" y="634"/>
                  </a:moveTo>
                  <a:cubicBezTo>
                    <a:pt x="162" y="637"/>
                    <a:pt x="166" y="630"/>
                    <a:pt x="161" y="628"/>
                  </a:cubicBezTo>
                  <a:cubicBezTo>
                    <a:pt x="168" y="628"/>
                    <a:pt x="168" y="638"/>
                    <a:pt x="172" y="642"/>
                  </a:cubicBezTo>
                  <a:cubicBezTo>
                    <a:pt x="168" y="645"/>
                    <a:pt x="166" y="636"/>
                    <a:pt x="166" y="634"/>
                  </a:cubicBezTo>
                  <a:close/>
                  <a:moveTo>
                    <a:pt x="192" y="691"/>
                  </a:moveTo>
                  <a:cubicBezTo>
                    <a:pt x="192" y="690"/>
                    <a:pt x="191" y="690"/>
                    <a:pt x="190" y="691"/>
                  </a:cubicBezTo>
                  <a:cubicBezTo>
                    <a:pt x="187" y="685"/>
                    <a:pt x="184" y="679"/>
                    <a:pt x="184" y="673"/>
                  </a:cubicBezTo>
                  <a:cubicBezTo>
                    <a:pt x="190" y="669"/>
                    <a:pt x="184" y="681"/>
                    <a:pt x="189" y="677"/>
                  </a:cubicBezTo>
                  <a:cubicBezTo>
                    <a:pt x="189" y="682"/>
                    <a:pt x="193" y="688"/>
                    <a:pt x="194" y="693"/>
                  </a:cubicBezTo>
                  <a:cubicBezTo>
                    <a:pt x="195" y="695"/>
                    <a:pt x="196" y="696"/>
                    <a:pt x="197" y="698"/>
                  </a:cubicBezTo>
                  <a:cubicBezTo>
                    <a:pt x="200" y="705"/>
                    <a:pt x="188" y="693"/>
                    <a:pt x="192" y="691"/>
                  </a:cubicBezTo>
                  <a:close/>
                  <a:moveTo>
                    <a:pt x="259" y="828"/>
                  </a:moveTo>
                  <a:cubicBezTo>
                    <a:pt x="258" y="824"/>
                    <a:pt x="255" y="820"/>
                    <a:pt x="256" y="817"/>
                  </a:cubicBezTo>
                  <a:cubicBezTo>
                    <a:pt x="247" y="810"/>
                    <a:pt x="247" y="797"/>
                    <a:pt x="241" y="789"/>
                  </a:cubicBezTo>
                  <a:cubicBezTo>
                    <a:pt x="233" y="777"/>
                    <a:pt x="228" y="766"/>
                    <a:pt x="224" y="755"/>
                  </a:cubicBezTo>
                  <a:cubicBezTo>
                    <a:pt x="220" y="751"/>
                    <a:pt x="217" y="746"/>
                    <a:pt x="214" y="742"/>
                  </a:cubicBezTo>
                  <a:cubicBezTo>
                    <a:pt x="212" y="737"/>
                    <a:pt x="211" y="732"/>
                    <a:pt x="208" y="727"/>
                  </a:cubicBezTo>
                  <a:cubicBezTo>
                    <a:pt x="206" y="724"/>
                    <a:pt x="208" y="722"/>
                    <a:pt x="205" y="719"/>
                  </a:cubicBezTo>
                  <a:cubicBezTo>
                    <a:pt x="202" y="720"/>
                    <a:pt x="204" y="715"/>
                    <a:pt x="201" y="717"/>
                  </a:cubicBezTo>
                  <a:cubicBezTo>
                    <a:pt x="203" y="712"/>
                    <a:pt x="194" y="705"/>
                    <a:pt x="199" y="701"/>
                  </a:cubicBezTo>
                  <a:cubicBezTo>
                    <a:pt x="207" y="710"/>
                    <a:pt x="207" y="720"/>
                    <a:pt x="217" y="725"/>
                  </a:cubicBezTo>
                  <a:cubicBezTo>
                    <a:pt x="214" y="728"/>
                    <a:pt x="222" y="733"/>
                    <a:pt x="220" y="736"/>
                  </a:cubicBezTo>
                  <a:cubicBezTo>
                    <a:pt x="220" y="739"/>
                    <a:pt x="227" y="743"/>
                    <a:pt x="224" y="745"/>
                  </a:cubicBezTo>
                  <a:cubicBezTo>
                    <a:pt x="228" y="751"/>
                    <a:pt x="231" y="757"/>
                    <a:pt x="232" y="763"/>
                  </a:cubicBezTo>
                  <a:cubicBezTo>
                    <a:pt x="242" y="777"/>
                    <a:pt x="242" y="783"/>
                    <a:pt x="252" y="798"/>
                  </a:cubicBezTo>
                  <a:cubicBezTo>
                    <a:pt x="255" y="807"/>
                    <a:pt x="256" y="808"/>
                    <a:pt x="261" y="817"/>
                  </a:cubicBezTo>
                  <a:cubicBezTo>
                    <a:pt x="258" y="822"/>
                    <a:pt x="264" y="829"/>
                    <a:pt x="265" y="836"/>
                  </a:cubicBezTo>
                  <a:cubicBezTo>
                    <a:pt x="259" y="838"/>
                    <a:pt x="262" y="830"/>
                    <a:pt x="259" y="828"/>
                  </a:cubicBezTo>
                  <a:close/>
                  <a:moveTo>
                    <a:pt x="195" y="1053"/>
                  </a:moveTo>
                  <a:cubicBezTo>
                    <a:pt x="187" y="1053"/>
                    <a:pt x="194" y="1042"/>
                    <a:pt x="195" y="1053"/>
                  </a:cubicBezTo>
                  <a:close/>
                  <a:moveTo>
                    <a:pt x="139" y="1162"/>
                  </a:moveTo>
                  <a:cubicBezTo>
                    <a:pt x="139" y="1162"/>
                    <a:pt x="135" y="1161"/>
                    <a:pt x="135" y="1160"/>
                  </a:cubicBezTo>
                  <a:cubicBezTo>
                    <a:pt x="135" y="1160"/>
                    <a:pt x="137" y="1159"/>
                    <a:pt x="137" y="1159"/>
                  </a:cubicBezTo>
                  <a:cubicBezTo>
                    <a:pt x="135" y="1156"/>
                    <a:pt x="134" y="1152"/>
                    <a:pt x="136" y="1155"/>
                  </a:cubicBezTo>
                  <a:cubicBezTo>
                    <a:pt x="138" y="1157"/>
                    <a:pt x="136" y="1158"/>
                    <a:pt x="137" y="1159"/>
                  </a:cubicBezTo>
                  <a:cubicBezTo>
                    <a:pt x="137" y="1159"/>
                    <a:pt x="146" y="1164"/>
                    <a:pt x="139" y="1162"/>
                  </a:cubicBezTo>
                  <a:close/>
                  <a:moveTo>
                    <a:pt x="157" y="1194"/>
                  </a:moveTo>
                  <a:cubicBezTo>
                    <a:pt x="156" y="1188"/>
                    <a:pt x="151" y="1181"/>
                    <a:pt x="146" y="1175"/>
                  </a:cubicBezTo>
                  <a:cubicBezTo>
                    <a:pt x="148" y="1173"/>
                    <a:pt x="150" y="1179"/>
                    <a:pt x="153" y="1177"/>
                  </a:cubicBezTo>
                  <a:cubicBezTo>
                    <a:pt x="149" y="1182"/>
                    <a:pt x="165" y="1190"/>
                    <a:pt x="157" y="1194"/>
                  </a:cubicBezTo>
                  <a:close/>
                  <a:moveTo>
                    <a:pt x="160" y="1194"/>
                  </a:moveTo>
                  <a:cubicBezTo>
                    <a:pt x="165" y="1194"/>
                    <a:pt x="164" y="1204"/>
                    <a:pt x="167" y="1208"/>
                  </a:cubicBezTo>
                  <a:cubicBezTo>
                    <a:pt x="161" y="1208"/>
                    <a:pt x="161" y="1198"/>
                    <a:pt x="160" y="1194"/>
                  </a:cubicBezTo>
                  <a:close/>
                  <a:moveTo>
                    <a:pt x="120" y="1272"/>
                  </a:moveTo>
                  <a:cubicBezTo>
                    <a:pt x="122" y="1271"/>
                    <a:pt x="129" y="1274"/>
                    <a:pt x="125" y="1275"/>
                  </a:cubicBezTo>
                  <a:cubicBezTo>
                    <a:pt x="136" y="1289"/>
                    <a:pt x="127" y="1283"/>
                    <a:pt x="120" y="1272"/>
                  </a:cubicBezTo>
                  <a:close/>
                  <a:moveTo>
                    <a:pt x="25" y="1215"/>
                  </a:moveTo>
                  <a:cubicBezTo>
                    <a:pt x="26" y="1214"/>
                    <a:pt x="27" y="1214"/>
                    <a:pt x="28" y="1213"/>
                  </a:cubicBezTo>
                  <a:cubicBezTo>
                    <a:pt x="29" y="1214"/>
                    <a:pt x="31" y="1216"/>
                    <a:pt x="32" y="1218"/>
                  </a:cubicBezTo>
                  <a:cubicBezTo>
                    <a:pt x="31" y="1218"/>
                    <a:pt x="30" y="1219"/>
                    <a:pt x="29" y="1220"/>
                  </a:cubicBezTo>
                  <a:cubicBezTo>
                    <a:pt x="27" y="1218"/>
                    <a:pt x="26" y="1217"/>
                    <a:pt x="25" y="1215"/>
                  </a:cubicBezTo>
                  <a:close/>
                  <a:moveTo>
                    <a:pt x="121" y="1375"/>
                  </a:moveTo>
                  <a:cubicBezTo>
                    <a:pt x="117" y="1370"/>
                    <a:pt x="114" y="1365"/>
                    <a:pt x="110" y="1360"/>
                  </a:cubicBezTo>
                  <a:cubicBezTo>
                    <a:pt x="113" y="1358"/>
                    <a:pt x="116" y="1360"/>
                    <a:pt x="118" y="1364"/>
                  </a:cubicBezTo>
                  <a:cubicBezTo>
                    <a:pt x="122" y="1365"/>
                    <a:pt x="127" y="1372"/>
                    <a:pt x="121" y="1375"/>
                  </a:cubicBezTo>
                  <a:close/>
                  <a:moveTo>
                    <a:pt x="156" y="1400"/>
                  </a:moveTo>
                  <a:cubicBezTo>
                    <a:pt x="154" y="1401"/>
                    <a:pt x="156" y="1399"/>
                    <a:pt x="154" y="1397"/>
                  </a:cubicBezTo>
                  <a:cubicBezTo>
                    <a:pt x="129" y="1364"/>
                    <a:pt x="125" y="1355"/>
                    <a:pt x="120" y="1353"/>
                  </a:cubicBezTo>
                  <a:cubicBezTo>
                    <a:pt x="103" y="1335"/>
                    <a:pt x="105" y="1329"/>
                    <a:pt x="98" y="1330"/>
                  </a:cubicBezTo>
                  <a:cubicBezTo>
                    <a:pt x="80" y="1305"/>
                    <a:pt x="82" y="1304"/>
                    <a:pt x="82" y="1304"/>
                  </a:cubicBezTo>
                  <a:cubicBezTo>
                    <a:pt x="72" y="1293"/>
                    <a:pt x="73" y="1290"/>
                    <a:pt x="72" y="1290"/>
                  </a:cubicBezTo>
                  <a:cubicBezTo>
                    <a:pt x="60" y="1278"/>
                    <a:pt x="63" y="1277"/>
                    <a:pt x="61" y="1275"/>
                  </a:cubicBezTo>
                  <a:cubicBezTo>
                    <a:pt x="44" y="1247"/>
                    <a:pt x="37" y="1241"/>
                    <a:pt x="37" y="1236"/>
                  </a:cubicBezTo>
                  <a:cubicBezTo>
                    <a:pt x="33" y="1223"/>
                    <a:pt x="41" y="1230"/>
                    <a:pt x="45" y="1233"/>
                  </a:cubicBezTo>
                  <a:cubicBezTo>
                    <a:pt x="83" y="1280"/>
                    <a:pt x="94" y="1291"/>
                    <a:pt x="101" y="1303"/>
                  </a:cubicBezTo>
                  <a:cubicBezTo>
                    <a:pt x="106" y="1310"/>
                    <a:pt x="104" y="1311"/>
                    <a:pt x="105" y="1312"/>
                  </a:cubicBezTo>
                  <a:cubicBezTo>
                    <a:pt x="117" y="1329"/>
                    <a:pt x="118" y="1327"/>
                    <a:pt x="119" y="1329"/>
                  </a:cubicBezTo>
                  <a:cubicBezTo>
                    <a:pt x="159" y="1413"/>
                    <a:pt x="159" y="1403"/>
                    <a:pt x="156" y="1400"/>
                  </a:cubicBezTo>
                  <a:close/>
                  <a:moveTo>
                    <a:pt x="217" y="1325"/>
                  </a:moveTo>
                  <a:cubicBezTo>
                    <a:pt x="220" y="1327"/>
                    <a:pt x="210" y="1334"/>
                    <a:pt x="210" y="1328"/>
                  </a:cubicBezTo>
                  <a:cubicBezTo>
                    <a:pt x="212" y="1325"/>
                    <a:pt x="214" y="1327"/>
                    <a:pt x="217" y="1325"/>
                  </a:cubicBezTo>
                  <a:close/>
                  <a:moveTo>
                    <a:pt x="182" y="1218"/>
                  </a:moveTo>
                  <a:cubicBezTo>
                    <a:pt x="188" y="1216"/>
                    <a:pt x="184" y="1224"/>
                    <a:pt x="189" y="1227"/>
                  </a:cubicBezTo>
                  <a:cubicBezTo>
                    <a:pt x="183" y="1229"/>
                    <a:pt x="184" y="1220"/>
                    <a:pt x="182" y="1218"/>
                  </a:cubicBezTo>
                  <a:close/>
                  <a:moveTo>
                    <a:pt x="339" y="1330"/>
                  </a:moveTo>
                  <a:cubicBezTo>
                    <a:pt x="343" y="1334"/>
                    <a:pt x="348" y="1326"/>
                    <a:pt x="351" y="1333"/>
                  </a:cubicBezTo>
                  <a:cubicBezTo>
                    <a:pt x="345" y="1334"/>
                    <a:pt x="340" y="1333"/>
                    <a:pt x="334" y="1333"/>
                  </a:cubicBezTo>
                  <a:cubicBezTo>
                    <a:pt x="333" y="1331"/>
                    <a:pt x="337" y="1333"/>
                    <a:pt x="339" y="1330"/>
                  </a:cubicBezTo>
                  <a:close/>
                  <a:moveTo>
                    <a:pt x="334" y="1341"/>
                  </a:moveTo>
                  <a:cubicBezTo>
                    <a:pt x="336" y="1340"/>
                    <a:pt x="338" y="1342"/>
                    <a:pt x="340" y="1342"/>
                  </a:cubicBezTo>
                  <a:cubicBezTo>
                    <a:pt x="342" y="1341"/>
                    <a:pt x="344" y="1342"/>
                    <a:pt x="346" y="1340"/>
                  </a:cubicBezTo>
                  <a:cubicBezTo>
                    <a:pt x="357" y="1342"/>
                    <a:pt x="367" y="1347"/>
                    <a:pt x="379" y="1338"/>
                  </a:cubicBezTo>
                  <a:cubicBezTo>
                    <a:pt x="387" y="1341"/>
                    <a:pt x="395" y="1339"/>
                    <a:pt x="403" y="1338"/>
                  </a:cubicBezTo>
                  <a:cubicBezTo>
                    <a:pt x="406" y="1343"/>
                    <a:pt x="399" y="1338"/>
                    <a:pt x="397" y="1342"/>
                  </a:cubicBezTo>
                  <a:cubicBezTo>
                    <a:pt x="395" y="1339"/>
                    <a:pt x="391" y="1345"/>
                    <a:pt x="389" y="1341"/>
                  </a:cubicBezTo>
                  <a:cubicBezTo>
                    <a:pt x="383" y="1345"/>
                    <a:pt x="378" y="1341"/>
                    <a:pt x="372" y="1345"/>
                  </a:cubicBezTo>
                  <a:cubicBezTo>
                    <a:pt x="367" y="1342"/>
                    <a:pt x="362" y="1346"/>
                    <a:pt x="357" y="1344"/>
                  </a:cubicBezTo>
                  <a:cubicBezTo>
                    <a:pt x="352" y="1342"/>
                    <a:pt x="346" y="1348"/>
                    <a:pt x="341" y="1343"/>
                  </a:cubicBezTo>
                  <a:cubicBezTo>
                    <a:pt x="335" y="1345"/>
                    <a:pt x="329" y="1350"/>
                    <a:pt x="324" y="1343"/>
                  </a:cubicBezTo>
                  <a:cubicBezTo>
                    <a:pt x="328" y="1342"/>
                    <a:pt x="330" y="1346"/>
                    <a:pt x="334" y="1341"/>
                  </a:cubicBezTo>
                  <a:close/>
                  <a:moveTo>
                    <a:pt x="321" y="1343"/>
                  </a:moveTo>
                  <a:cubicBezTo>
                    <a:pt x="321" y="1351"/>
                    <a:pt x="310" y="1347"/>
                    <a:pt x="306" y="1349"/>
                  </a:cubicBezTo>
                  <a:cubicBezTo>
                    <a:pt x="300" y="1351"/>
                    <a:pt x="295" y="1352"/>
                    <a:pt x="290" y="1353"/>
                  </a:cubicBezTo>
                  <a:cubicBezTo>
                    <a:pt x="284" y="1355"/>
                    <a:pt x="278" y="1355"/>
                    <a:pt x="272" y="1359"/>
                  </a:cubicBezTo>
                  <a:cubicBezTo>
                    <a:pt x="267" y="1360"/>
                    <a:pt x="265" y="1364"/>
                    <a:pt x="258" y="1364"/>
                  </a:cubicBezTo>
                  <a:cubicBezTo>
                    <a:pt x="249" y="1371"/>
                    <a:pt x="241" y="1374"/>
                    <a:pt x="233" y="1377"/>
                  </a:cubicBezTo>
                  <a:cubicBezTo>
                    <a:pt x="216" y="1388"/>
                    <a:pt x="203" y="1400"/>
                    <a:pt x="192" y="1412"/>
                  </a:cubicBezTo>
                  <a:cubicBezTo>
                    <a:pt x="191" y="1414"/>
                    <a:pt x="190" y="1415"/>
                    <a:pt x="191" y="1417"/>
                  </a:cubicBezTo>
                  <a:cubicBezTo>
                    <a:pt x="188" y="1420"/>
                    <a:pt x="186" y="1418"/>
                    <a:pt x="188" y="1417"/>
                  </a:cubicBezTo>
                  <a:cubicBezTo>
                    <a:pt x="190" y="1412"/>
                    <a:pt x="191" y="1406"/>
                    <a:pt x="196" y="1401"/>
                  </a:cubicBezTo>
                  <a:cubicBezTo>
                    <a:pt x="197" y="1396"/>
                    <a:pt x="204" y="1391"/>
                    <a:pt x="205" y="1385"/>
                  </a:cubicBezTo>
                  <a:cubicBezTo>
                    <a:pt x="211" y="1384"/>
                    <a:pt x="216" y="1375"/>
                    <a:pt x="225" y="1370"/>
                  </a:cubicBezTo>
                  <a:cubicBezTo>
                    <a:pt x="235" y="1364"/>
                    <a:pt x="236" y="1365"/>
                    <a:pt x="246" y="1358"/>
                  </a:cubicBezTo>
                  <a:cubicBezTo>
                    <a:pt x="248" y="1361"/>
                    <a:pt x="252" y="1355"/>
                    <a:pt x="255" y="1356"/>
                  </a:cubicBezTo>
                  <a:cubicBezTo>
                    <a:pt x="258" y="1356"/>
                    <a:pt x="261" y="1355"/>
                    <a:pt x="264" y="1352"/>
                  </a:cubicBezTo>
                  <a:cubicBezTo>
                    <a:pt x="267" y="1356"/>
                    <a:pt x="272" y="1352"/>
                    <a:pt x="275" y="1354"/>
                  </a:cubicBezTo>
                  <a:cubicBezTo>
                    <a:pt x="291" y="1345"/>
                    <a:pt x="306" y="1348"/>
                    <a:pt x="321" y="1343"/>
                  </a:cubicBezTo>
                  <a:close/>
                  <a:moveTo>
                    <a:pt x="193" y="1379"/>
                  </a:moveTo>
                  <a:cubicBezTo>
                    <a:pt x="192" y="1377"/>
                    <a:pt x="196" y="1374"/>
                    <a:pt x="198" y="1376"/>
                  </a:cubicBezTo>
                  <a:cubicBezTo>
                    <a:pt x="198" y="1371"/>
                    <a:pt x="203" y="1367"/>
                    <a:pt x="205" y="1363"/>
                  </a:cubicBezTo>
                  <a:cubicBezTo>
                    <a:pt x="211" y="1359"/>
                    <a:pt x="216" y="1355"/>
                    <a:pt x="221" y="1351"/>
                  </a:cubicBezTo>
                  <a:cubicBezTo>
                    <a:pt x="230" y="1347"/>
                    <a:pt x="237" y="1348"/>
                    <a:pt x="246" y="1341"/>
                  </a:cubicBezTo>
                  <a:cubicBezTo>
                    <a:pt x="251" y="1345"/>
                    <a:pt x="256" y="1336"/>
                    <a:pt x="262" y="1339"/>
                  </a:cubicBezTo>
                  <a:cubicBezTo>
                    <a:pt x="267" y="1334"/>
                    <a:pt x="271" y="1340"/>
                    <a:pt x="277" y="1336"/>
                  </a:cubicBezTo>
                  <a:cubicBezTo>
                    <a:pt x="286" y="1336"/>
                    <a:pt x="296" y="1336"/>
                    <a:pt x="305" y="1335"/>
                  </a:cubicBezTo>
                  <a:cubicBezTo>
                    <a:pt x="306" y="1338"/>
                    <a:pt x="303" y="1337"/>
                    <a:pt x="301" y="1338"/>
                  </a:cubicBezTo>
                  <a:cubicBezTo>
                    <a:pt x="298" y="1342"/>
                    <a:pt x="296" y="1337"/>
                    <a:pt x="293" y="1338"/>
                  </a:cubicBezTo>
                  <a:cubicBezTo>
                    <a:pt x="291" y="1341"/>
                    <a:pt x="290" y="1339"/>
                    <a:pt x="287" y="1340"/>
                  </a:cubicBezTo>
                  <a:cubicBezTo>
                    <a:pt x="284" y="1339"/>
                    <a:pt x="280" y="1341"/>
                    <a:pt x="275" y="1344"/>
                  </a:cubicBezTo>
                  <a:cubicBezTo>
                    <a:pt x="268" y="1341"/>
                    <a:pt x="260" y="1348"/>
                    <a:pt x="252" y="1346"/>
                  </a:cubicBezTo>
                  <a:cubicBezTo>
                    <a:pt x="250" y="1348"/>
                    <a:pt x="248" y="1349"/>
                    <a:pt x="246" y="1348"/>
                  </a:cubicBezTo>
                  <a:cubicBezTo>
                    <a:pt x="236" y="1354"/>
                    <a:pt x="235" y="1357"/>
                    <a:pt x="226" y="1357"/>
                  </a:cubicBezTo>
                  <a:cubicBezTo>
                    <a:pt x="224" y="1364"/>
                    <a:pt x="216" y="1364"/>
                    <a:pt x="214" y="1368"/>
                  </a:cubicBezTo>
                  <a:cubicBezTo>
                    <a:pt x="207" y="1371"/>
                    <a:pt x="208" y="1375"/>
                    <a:pt x="200" y="1376"/>
                  </a:cubicBezTo>
                  <a:cubicBezTo>
                    <a:pt x="199" y="1380"/>
                    <a:pt x="194" y="1384"/>
                    <a:pt x="191" y="1387"/>
                  </a:cubicBezTo>
                  <a:cubicBezTo>
                    <a:pt x="188" y="1384"/>
                    <a:pt x="189" y="1381"/>
                    <a:pt x="193" y="1379"/>
                  </a:cubicBezTo>
                  <a:close/>
                  <a:moveTo>
                    <a:pt x="199" y="1139"/>
                  </a:moveTo>
                  <a:cubicBezTo>
                    <a:pt x="195" y="1136"/>
                    <a:pt x="199" y="1133"/>
                    <a:pt x="194" y="1130"/>
                  </a:cubicBezTo>
                  <a:cubicBezTo>
                    <a:pt x="196" y="1124"/>
                    <a:pt x="191" y="1118"/>
                    <a:pt x="192" y="1112"/>
                  </a:cubicBezTo>
                  <a:cubicBezTo>
                    <a:pt x="172" y="1082"/>
                    <a:pt x="156" y="1052"/>
                    <a:pt x="135" y="1027"/>
                  </a:cubicBezTo>
                  <a:cubicBezTo>
                    <a:pt x="131" y="1022"/>
                    <a:pt x="125" y="1019"/>
                    <a:pt x="121" y="1011"/>
                  </a:cubicBezTo>
                  <a:cubicBezTo>
                    <a:pt x="118" y="1006"/>
                    <a:pt x="120" y="1008"/>
                    <a:pt x="116" y="1004"/>
                  </a:cubicBezTo>
                  <a:cubicBezTo>
                    <a:pt x="114" y="1002"/>
                    <a:pt x="115" y="999"/>
                    <a:pt x="113" y="997"/>
                  </a:cubicBezTo>
                  <a:cubicBezTo>
                    <a:pt x="111" y="993"/>
                    <a:pt x="107" y="991"/>
                    <a:pt x="105" y="988"/>
                  </a:cubicBezTo>
                  <a:cubicBezTo>
                    <a:pt x="105" y="989"/>
                    <a:pt x="106" y="986"/>
                    <a:pt x="105" y="985"/>
                  </a:cubicBezTo>
                  <a:cubicBezTo>
                    <a:pt x="105" y="985"/>
                    <a:pt x="99" y="984"/>
                    <a:pt x="100" y="982"/>
                  </a:cubicBezTo>
                  <a:cubicBezTo>
                    <a:pt x="102" y="976"/>
                    <a:pt x="85" y="961"/>
                    <a:pt x="80" y="952"/>
                  </a:cubicBezTo>
                  <a:cubicBezTo>
                    <a:pt x="80" y="951"/>
                    <a:pt x="78" y="949"/>
                    <a:pt x="78" y="948"/>
                  </a:cubicBezTo>
                  <a:cubicBezTo>
                    <a:pt x="79" y="945"/>
                    <a:pt x="77" y="947"/>
                    <a:pt x="75" y="943"/>
                  </a:cubicBezTo>
                  <a:cubicBezTo>
                    <a:pt x="75" y="943"/>
                    <a:pt x="76" y="942"/>
                    <a:pt x="75" y="941"/>
                  </a:cubicBezTo>
                  <a:cubicBezTo>
                    <a:pt x="70" y="932"/>
                    <a:pt x="58" y="920"/>
                    <a:pt x="53" y="907"/>
                  </a:cubicBezTo>
                  <a:cubicBezTo>
                    <a:pt x="58" y="904"/>
                    <a:pt x="61" y="910"/>
                    <a:pt x="64" y="915"/>
                  </a:cubicBezTo>
                  <a:cubicBezTo>
                    <a:pt x="65" y="919"/>
                    <a:pt x="73" y="924"/>
                    <a:pt x="70" y="927"/>
                  </a:cubicBezTo>
                  <a:cubicBezTo>
                    <a:pt x="77" y="930"/>
                    <a:pt x="83" y="943"/>
                    <a:pt x="90" y="947"/>
                  </a:cubicBezTo>
                  <a:cubicBezTo>
                    <a:pt x="93" y="952"/>
                    <a:pt x="96" y="956"/>
                    <a:pt x="99" y="960"/>
                  </a:cubicBezTo>
                  <a:cubicBezTo>
                    <a:pt x="97" y="963"/>
                    <a:pt x="100" y="962"/>
                    <a:pt x="101" y="963"/>
                  </a:cubicBezTo>
                  <a:cubicBezTo>
                    <a:pt x="101" y="966"/>
                    <a:pt x="102" y="968"/>
                    <a:pt x="104" y="967"/>
                  </a:cubicBezTo>
                  <a:cubicBezTo>
                    <a:pt x="107" y="969"/>
                    <a:pt x="109" y="979"/>
                    <a:pt x="114" y="977"/>
                  </a:cubicBezTo>
                  <a:cubicBezTo>
                    <a:pt x="113" y="980"/>
                    <a:pt x="116" y="984"/>
                    <a:pt x="119" y="985"/>
                  </a:cubicBezTo>
                  <a:cubicBezTo>
                    <a:pt x="124" y="994"/>
                    <a:pt x="128" y="995"/>
                    <a:pt x="134" y="1006"/>
                  </a:cubicBezTo>
                  <a:cubicBezTo>
                    <a:pt x="140" y="1014"/>
                    <a:pt x="146" y="1022"/>
                    <a:pt x="152" y="1030"/>
                  </a:cubicBezTo>
                  <a:cubicBezTo>
                    <a:pt x="154" y="1034"/>
                    <a:pt x="156" y="1034"/>
                    <a:pt x="158" y="1035"/>
                  </a:cubicBezTo>
                  <a:cubicBezTo>
                    <a:pt x="159" y="1040"/>
                    <a:pt x="167" y="1051"/>
                    <a:pt x="174" y="1061"/>
                  </a:cubicBezTo>
                  <a:cubicBezTo>
                    <a:pt x="180" y="1075"/>
                    <a:pt x="188" y="1090"/>
                    <a:pt x="193" y="1104"/>
                  </a:cubicBezTo>
                  <a:cubicBezTo>
                    <a:pt x="196" y="1111"/>
                    <a:pt x="198" y="1118"/>
                    <a:pt x="198" y="1125"/>
                  </a:cubicBezTo>
                  <a:cubicBezTo>
                    <a:pt x="203" y="1132"/>
                    <a:pt x="203" y="1139"/>
                    <a:pt x="203" y="1145"/>
                  </a:cubicBezTo>
                  <a:cubicBezTo>
                    <a:pt x="199" y="1148"/>
                    <a:pt x="199" y="1140"/>
                    <a:pt x="199" y="1139"/>
                  </a:cubicBezTo>
                  <a:close/>
                  <a:moveTo>
                    <a:pt x="228" y="1142"/>
                  </a:moveTo>
                  <a:cubicBezTo>
                    <a:pt x="236" y="1134"/>
                    <a:pt x="246" y="1126"/>
                    <a:pt x="252" y="1118"/>
                  </a:cubicBezTo>
                  <a:cubicBezTo>
                    <a:pt x="300" y="1093"/>
                    <a:pt x="301" y="1085"/>
                    <a:pt x="309" y="1081"/>
                  </a:cubicBezTo>
                  <a:cubicBezTo>
                    <a:pt x="462" y="985"/>
                    <a:pt x="471" y="976"/>
                    <a:pt x="485" y="967"/>
                  </a:cubicBezTo>
                  <a:cubicBezTo>
                    <a:pt x="503" y="945"/>
                    <a:pt x="507" y="947"/>
                    <a:pt x="510" y="941"/>
                  </a:cubicBezTo>
                  <a:cubicBezTo>
                    <a:pt x="557" y="905"/>
                    <a:pt x="553" y="907"/>
                    <a:pt x="551" y="909"/>
                  </a:cubicBezTo>
                  <a:cubicBezTo>
                    <a:pt x="517" y="950"/>
                    <a:pt x="499" y="964"/>
                    <a:pt x="486" y="978"/>
                  </a:cubicBezTo>
                  <a:cubicBezTo>
                    <a:pt x="437" y="1016"/>
                    <a:pt x="427" y="1019"/>
                    <a:pt x="415" y="1030"/>
                  </a:cubicBezTo>
                  <a:cubicBezTo>
                    <a:pt x="412" y="1032"/>
                    <a:pt x="412" y="1035"/>
                    <a:pt x="411" y="1035"/>
                  </a:cubicBezTo>
                  <a:cubicBezTo>
                    <a:pt x="371" y="1063"/>
                    <a:pt x="358" y="1069"/>
                    <a:pt x="346" y="1077"/>
                  </a:cubicBezTo>
                  <a:cubicBezTo>
                    <a:pt x="251" y="1133"/>
                    <a:pt x="244" y="1138"/>
                    <a:pt x="238" y="1142"/>
                  </a:cubicBezTo>
                  <a:cubicBezTo>
                    <a:pt x="217" y="1159"/>
                    <a:pt x="213" y="1164"/>
                    <a:pt x="208" y="1169"/>
                  </a:cubicBezTo>
                  <a:close/>
                  <a:moveTo>
                    <a:pt x="223" y="1067"/>
                  </a:moveTo>
                  <a:cubicBezTo>
                    <a:pt x="223" y="1065"/>
                    <a:pt x="223" y="1063"/>
                    <a:pt x="221" y="1061"/>
                  </a:cubicBezTo>
                  <a:cubicBezTo>
                    <a:pt x="226" y="1059"/>
                    <a:pt x="229" y="1064"/>
                    <a:pt x="223" y="1067"/>
                  </a:cubicBezTo>
                  <a:close/>
                  <a:moveTo>
                    <a:pt x="232" y="1100"/>
                  </a:moveTo>
                  <a:cubicBezTo>
                    <a:pt x="230" y="1094"/>
                    <a:pt x="242" y="1090"/>
                    <a:pt x="243" y="1085"/>
                  </a:cubicBezTo>
                  <a:cubicBezTo>
                    <a:pt x="362" y="999"/>
                    <a:pt x="360" y="990"/>
                    <a:pt x="366" y="989"/>
                  </a:cubicBezTo>
                  <a:cubicBezTo>
                    <a:pt x="390" y="969"/>
                    <a:pt x="398" y="972"/>
                    <a:pt x="400" y="969"/>
                  </a:cubicBezTo>
                  <a:cubicBezTo>
                    <a:pt x="434" y="942"/>
                    <a:pt x="438" y="946"/>
                    <a:pt x="443" y="940"/>
                  </a:cubicBezTo>
                  <a:cubicBezTo>
                    <a:pt x="503" y="895"/>
                    <a:pt x="520" y="886"/>
                    <a:pt x="537" y="875"/>
                  </a:cubicBezTo>
                  <a:cubicBezTo>
                    <a:pt x="594" y="856"/>
                    <a:pt x="595" y="858"/>
                    <a:pt x="592" y="860"/>
                  </a:cubicBezTo>
                  <a:cubicBezTo>
                    <a:pt x="575" y="865"/>
                    <a:pt x="573" y="867"/>
                    <a:pt x="571" y="865"/>
                  </a:cubicBezTo>
                  <a:cubicBezTo>
                    <a:pt x="463" y="940"/>
                    <a:pt x="448" y="949"/>
                    <a:pt x="432" y="965"/>
                  </a:cubicBezTo>
                  <a:cubicBezTo>
                    <a:pt x="322" y="1042"/>
                    <a:pt x="316" y="1041"/>
                    <a:pt x="309" y="1047"/>
                  </a:cubicBezTo>
                  <a:cubicBezTo>
                    <a:pt x="287" y="1062"/>
                    <a:pt x="287" y="1060"/>
                    <a:pt x="285" y="1062"/>
                  </a:cubicBezTo>
                  <a:cubicBezTo>
                    <a:pt x="261" y="1080"/>
                    <a:pt x="257" y="1087"/>
                    <a:pt x="255" y="1084"/>
                  </a:cubicBezTo>
                  <a:close/>
                  <a:moveTo>
                    <a:pt x="231" y="1037"/>
                  </a:moveTo>
                  <a:cubicBezTo>
                    <a:pt x="230" y="1036"/>
                    <a:pt x="229" y="1035"/>
                    <a:pt x="228" y="1034"/>
                  </a:cubicBezTo>
                  <a:cubicBezTo>
                    <a:pt x="230" y="1033"/>
                    <a:pt x="231" y="1032"/>
                    <a:pt x="232" y="1032"/>
                  </a:cubicBezTo>
                  <a:cubicBezTo>
                    <a:pt x="232" y="1033"/>
                    <a:pt x="233" y="1034"/>
                    <a:pt x="234" y="1035"/>
                  </a:cubicBezTo>
                  <a:cubicBezTo>
                    <a:pt x="233" y="1036"/>
                    <a:pt x="232" y="1036"/>
                    <a:pt x="231" y="1037"/>
                  </a:cubicBezTo>
                  <a:close/>
                  <a:moveTo>
                    <a:pt x="269" y="855"/>
                  </a:moveTo>
                  <a:cubicBezTo>
                    <a:pt x="270" y="855"/>
                    <a:pt x="267" y="849"/>
                    <a:pt x="267" y="849"/>
                  </a:cubicBezTo>
                  <a:cubicBezTo>
                    <a:pt x="269" y="847"/>
                    <a:pt x="275" y="856"/>
                    <a:pt x="269" y="855"/>
                  </a:cubicBezTo>
                  <a:close/>
                  <a:moveTo>
                    <a:pt x="301" y="886"/>
                  </a:moveTo>
                  <a:cubicBezTo>
                    <a:pt x="298" y="882"/>
                    <a:pt x="298" y="880"/>
                    <a:pt x="302" y="877"/>
                  </a:cubicBezTo>
                  <a:cubicBezTo>
                    <a:pt x="305" y="881"/>
                    <a:pt x="305" y="884"/>
                    <a:pt x="301" y="886"/>
                  </a:cubicBezTo>
                  <a:close/>
                  <a:moveTo>
                    <a:pt x="301" y="817"/>
                  </a:moveTo>
                  <a:cubicBezTo>
                    <a:pt x="301" y="815"/>
                    <a:pt x="302" y="814"/>
                    <a:pt x="301" y="812"/>
                  </a:cubicBezTo>
                  <a:cubicBezTo>
                    <a:pt x="300" y="808"/>
                    <a:pt x="305" y="812"/>
                    <a:pt x="303" y="813"/>
                  </a:cubicBezTo>
                  <a:cubicBezTo>
                    <a:pt x="305" y="816"/>
                    <a:pt x="303" y="818"/>
                    <a:pt x="306" y="821"/>
                  </a:cubicBezTo>
                  <a:cubicBezTo>
                    <a:pt x="305" y="825"/>
                    <a:pt x="306" y="829"/>
                    <a:pt x="308" y="834"/>
                  </a:cubicBezTo>
                  <a:cubicBezTo>
                    <a:pt x="300" y="833"/>
                    <a:pt x="306" y="822"/>
                    <a:pt x="301" y="817"/>
                  </a:cubicBezTo>
                  <a:close/>
                  <a:moveTo>
                    <a:pt x="481" y="717"/>
                  </a:moveTo>
                  <a:cubicBezTo>
                    <a:pt x="482" y="721"/>
                    <a:pt x="472" y="722"/>
                    <a:pt x="468" y="723"/>
                  </a:cubicBezTo>
                  <a:cubicBezTo>
                    <a:pt x="467" y="719"/>
                    <a:pt x="478" y="718"/>
                    <a:pt x="481" y="717"/>
                  </a:cubicBezTo>
                  <a:close/>
                  <a:moveTo>
                    <a:pt x="463" y="722"/>
                  </a:moveTo>
                  <a:cubicBezTo>
                    <a:pt x="465" y="726"/>
                    <a:pt x="456" y="728"/>
                    <a:pt x="455" y="728"/>
                  </a:cubicBezTo>
                  <a:cubicBezTo>
                    <a:pt x="452" y="724"/>
                    <a:pt x="461" y="722"/>
                    <a:pt x="463" y="722"/>
                  </a:cubicBezTo>
                  <a:close/>
                  <a:moveTo>
                    <a:pt x="356" y="782"/>
                  </a:moveTo>
                  <a:cubicBezTo>
                    <a:pt x="358" y="781"/>
                    <a:pt x="359" y="780"/>
                    <a:pt x="361" y="778"/>
                  </a:cubicBezTo>
                  <a:cubicBezTo>
                    <a:pt x="368" y="777"/>
                    <a:pt x="358" y="783"/>
                    <a:pt x="356" y="785"/>
                  </a:cubicBezTo>
                  <a:cubicBezTo>
                    <a:pt x="353" y="786"/>
                    <a:pt x="354" y="783"/>
                    <a:pt x="356" y="782"/>
                  </a:cubicBezTo>
                  <a:close/>
                  <a:moveTo>
                    <a:pt x="393" y="618"/>
                  </a:moveTo>
                  <a:cubicBezTo>
                    <a:pt x="387" y="621"/>
                    <a:pt x="392" y="614"/>
                    <a:pt x="388" y="612"/>
                  </a:cubicBezTo>
                  <a:cubicBezTo>
                    <a:pt x="392" y="609"/>
                    <a:pt x="392" y="617"/>
                    <a:pt x="393" y="618"/>
                  </a:cubicBezTo>
                  <a:close/>
                  <a:moveTo>
                    <a:pt x="407" y="682"/>
                  </a:moveTo>
                  <a:cubicBezTo>
                    <a:pt x="410" y="678"/>
                    <a:pt x="412" y="674"/>
                    <a:pt x="418" y="671"/>
                  </a:cubicBezTo>
                  <a:cubicBezTo>
                    <a:pt x="450" y="660"/>
                    <a:pt x="454" y="654"/>
                    <a:pt x="457" y="653"/>
                  </a:cubicBezTo>
                  <a:cubicBezTo>
                    <a:pt x="483" y="644"/>
                    <a:pt x="490" y="641"/>
                    <a:pt x="496" y="639"/>
                  </a:cubicBezTo>
                  <a:cubicBezTo>
                    <a:pt x="536" y="628"/>
                    <a:pt x="539" y="625"/>
                    <a:pt x="543" y="625"/>
                  </a:cubicBezTo>
                  <a:cubicBezTo>
                    <a:pt x="574" y="618"/>
                    <a:pt x="580" y="613"/>
                    <a:pt x="586" y="614"/>
                  </a:cubicBezTo>
                  <a:cubicBezTo>
                    <a:pt x="673" y="563"/>
                    <a:pt x="672" y="564"/>
                    <a:pt x="671" y="565"/>
                  </a:cubicBezTo>
                  <a:cubicBezTo>
                    <a:pt x="622" y="601"/>
                    <a:pt x="616" y="610"/>
                    <a:pt x="597" y="618"/>
                  </a:cubicBezTo>
                  <a:cubicBezTo>
                    <a:pt x="544" y="639"/>
                    <a:pt x="541" y="643"/>
                    <a:pt x="537" y="644"/>
                  </a:cubicBezTo>
                  <a:cubicBezTo>
                    <a:pt x="519" y="649"/>
                    <a:pt x="512" y="654"/>
                    <a:pt x="505" y="655"/>
                  </a:cubicBezTo>
                  <a:cubicBezTo>
                    <a:pt x="445" y="679"/>
                    <a:pt x="427" y="685"/>
                    <a:pt x="408" y="693"/>
                  </a:cubicBezTo>
                  <a:cubicBezTo>
                    <a:pt x="383" y="709"/>
                    <a:pt x="384" y="706"/>
                    <a:pt x="383" y="704"/>
                  </a:cubicBezTo>
                  <a:cubicBezTo>
                    <a:pt x="397" y="688"/>
                    <a:pt x="401" y="686"/>
                    <a:pt x="403" y="684"/>
                  </a:cubicBezTo>
                  <a:close/>
                  <a:moveTo>
                    <a:pt x="532" y="454"/>
                  </a:moveTo>
                  <a:cubicBezTo>
                    <a:pt x="532" y="450"/>
                    <a:pt x="531" y="447"/>
                    <a:pt x="535" y="444"/>
                  </a:cubicBezTo>
                  <a:cubicBezTo>
                    <a:pt x="538" y="448"/>
                    <a:pt x="536" y="451"/>
                    <a:pt x="532" y="454"/>
                  </a:cubicBezTo>
                  <a:close/>
                  <a:moveTo>
                    <a:pt x="627" y="333"/>
                  </a:moveTo>
                  <a:cubicBezTo>
                    <a:pt x="626" y="331"/>
                    <a:pt x="628" y="329"/>
                    <a:pt x="627" y="326"/>
                  </a:cubicBezTo>
                  <a:cubicBezTo>
                    <a:pt x="631" y="324"/>
                    <a:pt x="631" y="332"/>
                    <a:pt x="627" y="333"/>
                  </a:cubicBezTo>
                  <a:close/>
                  <a:moveTo>
                    <a:pt x="722" y="53"/>
                  </a:moveTo>
                  <a:cubicBezTo>
                    <a:pt x="723" y="56"/>
                    <a:pt x="721" y="59"/>
                    <a:pt x="718" y="61"/>
                  </a:cubicBezTo>
                  <a:cubicBezTo>
                    <a:pt x="713" y="58"/>
                    <a:pt x="719" y="56"/>
                    <a:pt x="722" y="53"/>
                  </a:cubicBezTo>
                  <a:close/>
                  <a:moveTo>
                    <a:pt x="670" y="251"/>
                  </a:moveTo>
                  <a:cubicBezTo>
                    <a:pt x="668" y="255"/>
                    <a:pt x="668" y="260"/>
                    <a:pt x="668" y="264"/>
                  </a:cubicBezTo>
                  <a:cubicBezTo>
                    <a:pt x="664" y="281"/>
                    <a:pt x="657" y="284"/>
                    <a:pt x="658" y="289"/>
                  </a:cubicBezTo>
                  <a:cubicBezTo>
                    <a:pt x="652" y="296"/>
                    <a:pt x="652" y="292"/>
                    <a:pt x="653" y="288"/>
                  </a:cubicBezTo>
                  <a:cubicBezTo>
                    <a:pt x="661" y="245"/>
                    <a:pt x="661" y="237"/>
                    <a:pt x="665" y="230"/>
                  </a:cubicBezTo>
                  <a:cubicBezTo>
                    <a:pt x="666" y="215"/>
                    <a:pt x="662" y="210"/>
                    <a:pt x="666" y="207"/>
                  </a:cubicBezTo>
                  <a:cubicBezTo>
                    <a:pt x="670" y="171"/>
                    <a:pt x="675" y="168"/>
                    <a:pt x="674" y="164"/>
                  </a:cubicBezTo>
                  <a:cubicBezTo>
                    <a:pt x="679" y="136"/>
                    <a:pt x="684" y="129"/>
                    <a:pt x="685" y="122"/>
                  </a:cubicBezTo>
                  <a:cubicBezTo>
                    <a:pt x="704" y="89"/>
                    <a:pt x="704" y="75"/>
                    <a:pt x="716" y="63"/>
                  </a:cubicBezTo>
                  <a:cubicBezTo>
                    <a:pt x="709" y="86"/>
                    <a:pt x="708" y="91"/>
                    <a:pt x="704" y="96"/>
                  </a:cubicBezTo>
                  <a:cubicBezTo>
                    <a:pt x="684" y="166"/>
                    <a:pt x="687" y="171"/>
                    <a:pt x="684" y="174"/>
                  </a:cubicBezTo>
                  <a:cubicBezTo>
                    <a:pt x="678" y="204"/>
                    <a:pt x="677" y="208"/>
                    <a:pt x="678" y="213"/>
                  </a:cubicBezTo>
                  <a:cubicBezTo>
                    <a:pt x="672" y="242"/>
                    <a:pt x="669" y="246"/>
                    <a:pt x="670" y="251"/>
                  </a:cubicBezTo>
                  <a:close/>
                </a:path>
              </a:pathLst>
            </a:custGeom>
            <a:solidFill>
              <a:srgbClr val="d0cdbb">
                <a:alpha val="50000"/>
              </a:srgbClr>
            </a:solidFill>
            <a:ln w="0">
              <a:noFill/>
            </a:ln>
          </p:spPr>
          <p:style>
            <a:lnRef idx="0"/>
            <a:fillRef idx="0"/>
            <a:effectRef idx="0"/>
            <a:fontRef idx="minor"/>
          </p:style>
          <p:txBody>
            <a:bodyPr tIns="91440" bIns="91440" anchor="ctr">
              <a:noAutofit/>
            </a:bodyPr>
            <a:p>
              <a:pPr>
                <a:lnSpc>
                  <a:spcPct val="100000"/>
                </a:lnSpc>
                <a:tabLst>
                  <a:tab algn="l" pos="0"/>
                </a:tabLst>
              </a:pPr>
              <a:endParaRPr b="0" lang="en-US" sz="1400" spc="-1" strike="noStrike">
                <a:solidFill>
                  <a:srgbClr val="000000"/>
                </a:solidFill>
                <a:latin typeface="Arial"/>
                <a:ea typeface="Arial"/>
              </a:endParaRPr>
            </a:p>
          </p:txBody>
        </p:sp>
      </p:grpSp>
      <p:cxnSp>
        <p:nvCxnSpPr>
          <p:cNvPr id="118" name="Google Shape;59;p13"/>
          <p:cNvCxnSpPr/>
          <p:nvPr/>
        </p:nvCxnSpPr>
        <p:spPr>
          <a:xfrm>
            <a:off x="2199960" y="1631880"/>
            <a:ext cx="6578280" cy="360"/>
          </a:xfrm>
          <a:prstGeom prst="straightConnector1">
            <a:avLst/>
          </a:prstGeom>
          <a:ln w="38100">
            <a:solidFill>
              <a:srgbClr val="79a8a4"/>
            </a:solidFill>
            <a:round/>
          </a:ln>
        </p:spPr>
      </p:cxnSp>
      <p:cxnSp>
        <p:nvCxnSpPr>
          <p:cNvPr id="119" name="Google Shape;60;p13"/>
          <p:cNvCxnSpPr/>
          <p:nvPr/>
        </p:nvCxnSpPr>
        <p:spPr>
          <a:xfrm>
            <a:off x="2199960" y="1631880"/>
            <a:ext cx="6578280" cy="360"/>
          </a:xfrm>
          <a:prstGeom prst="straightConnector1">
            <a:avLst/>
          </a:prstGeom>
          <a:ln w="38100">
            <a:solidFill>
              <a:srgbClr val="79a8a4"/>
            </a:solidFill>
            <a:round/>
          </a:ln>
        </p:spPr>
      </p:cxnSp>
      <p:sp>
        <p:nvSpPr>
          <p:cNvPr id="120" name="PlaceHolder 1"/>
          <p:cNvSpPr>
            <a:spLocks noGrp="1"/>
          </p:cNvSpPr>
          <p:nvPr>
            <p:ph type="title"/>
          </p:nvPr>
        </p:nvSpPr>
        <p:spPr>
          <a:xfrm>
            <a:off x="2104920" y="426240"/>
            <a:ext cx="6672960" cy="1170000"/>
          </a:xfrm>
          <a:prstGeom prst="rect">
            <a:avLst/>
          </a:prstGeom>
          <a:noFill/>
          <a:ln w="0">
            <a:noFill/>
          </a:ln>
        </p:spPr>
        <p:txBody>
          <a:bodyPr lIns="91440" rIns="91440" tIns="45720" bIns="45720" anchor="t">
            <a:normAutofit fontScale="99177" lnSpcReduction="10000"/>
          </a:bodyPr>
          <a:p>
            <a:pPr indent="0">
              <a:buNone/>
            </a:pPr>
            <a:r>
              <a:rPr b="0" lang="en-US" sz="3800" spc="-1" strike="noStrike">
                <a:solidFill>
                  <a:srgbClr val="000000"/>
                </a:solidFill>
                <a:latin typeface="Arial"/>
              </a:rPr>
              <a:t>Click to edit the title text format</a:t>
            </a:r>
            <a:endParaRPr b="0" lang="en-US" sz="3800" spc="-1" strike="noStrike">
              <a:solidFill>
                <a:srgbClr val="000000"/>
              </a:solidFill>
              <a:latin typeface="Arial"/>
            </a:endParaRPr>
          </a:p>
        </p:txBody>
      </p:sp>
      <p:sp>
        <p:nvSpPr>
          <p:cNvPr id="121" name="PlaceHolder 2"/>
          <p:cNvSpPr>
            <a:spLocks noGrp="1"/>
          </p:cNvSpPr>
          <p:nvPr>
            <p:ph type="dt" idx="25"/>
          </p:nvPr>
        </p:nvSpPr>
        <p:spPr>
          <a:xfrm>
            <a:off x="6720840" y="4722480"/>
            <a:ext cx="2057040" cy="27360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122" name="PlaceHolder 3"/>
          <p:cNvSpPr>
            <a:spLocks noGrp="1"/>
          </p:cNvSpPr>
          <p:nvPr>
            <p:ph type="ftr" idx="26"/>
          </p:nvPr>
        </p:nvSpPr>
        <p:spPr>
          <a:xfrm>
            <a:off x="2200320" y="4722480"/>
            <a:ext cx="425016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23" name="PlaceHolder 4"/>
          <p:cNvSpPr>
            <a:spLocks noGrp="1"/>
          </p:cNvSpPr>
          <p:nvPr>
            <p:ph type="sldNum" idx="27"/>
          </p:nvPr>
        </p:nvSpPr>
        <p:spPr>
          <a:xfrm>
            <a:off x="285840" y="470880"/>
            <a:ext cx="1413000" cy="4528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 sz="3800" spc="-1" strike="noStrike">
                <a:solidFill>
                  <a:srgbClr val="464b56"/>
                </a:solidFill>
                <a:latin typeface="Century Schoolbook"/>
                <a:ea typeface="Century Schoolbook"/>
              </a:defRPr>
            </a:lvl1pPr>
          </a:lstStyle>
          <a:p>
            <a:pPr indent="0" algn="r">
              <a:lnSpc>
                <a:spcPct val="100000"/>
              </a:lnSpc>
              <a:buNone/>
              <a:tabLst>
                <a:tab algn="l" pos="0"/>
              </a:tabLst>
            </a:pPr>
            <a:fld id="{77861DA9-7271-49FB-B76C-47692071EF78}" type="slidenum">
              <a:rPr b="0" lang="en" sz="3800" spc="-1" strike="noStrike">
                <a:solidFill>
                  <a:srgbClr val="464b56"/>
                </a:solidFill>
                <a:latin typeface="Century Schoolbook"/>
                <a:ea typeface="Century Schoolbook"/>
              </a:rPr>
              <a:t>&lt;number&gt;</a:t>
            </a:fld>
            <a:endParaRPr b="0" lang="en-US" sz="3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2"/>
        </a:solidFill>
      </p:bgPr>
    </p:bg>
    <p:spTree>
      <p:nvGrpSpPr>
        <p:cNvPr id="1" name=""/>
        <p:cNvGrpSpPr/>
        <p:nvPr/>
      </p:nvGrpSpPr>
      <p:grpSpPr>
        <a:xfrm>
          <a:off x="0" y="0"/>
          <a:ext cx="0" cy="0"/>
          <a:chOff x="0" y="0"/>
          <a:chExt cx="0" cy="0"/>
        </a:xfrm>
      </p:grpSpPr>
      <p:grpSp>
        <p:nvGrpSpPr>
          <p:cNvPr id="125" name="Google Shape;51;p13"/>
          <p:cNvGrpSpPr/>
          <p:nvPr/>
        </p:nvGrpSpPr>
        <p:grpSpPr>
          <a:xfrm>
            <a:off x="242280" y="542520"/>
            <a:ext cx="3173400" cy="4223520"/>
            <a:chOff x="242280" y="542520"/>
            <a:chExt cx="3173400" cy="4223520"/>
          </a:xfrm>
        </p:grpSpPr>
        <p:sp>
          <p:nvSpPr>
            <p:cNvPr id="126" name="Google Shape;52;p13"/>
            <p:cNvSpPr/>
            <p:nvPr/>
          </p:nvSpPr>
          <p:spPr>
            <a:xfrm>
              <a:off x="242280" y="542520"/>
              <a:ext cx="2013480" cy="4223520"/>
            </a:xfrm>
            <a:custGeom>
              <a:avLst/>
              <a:gdLst>
                <a:gd name="textAreaLeft" fmla="*/ 0 w 2013480"/>
                <a:gd name="textAreaRight" fmla="*/ 2013840 w 2013480"/>
                <a:gd name="textAreaTop" fmla="*/ 0 h 4223520"/>
                <a:gd name="textAreaBottom" fmla="*/ 4223880 h 4223520"/>
              </a:gdLst>
              <a:ahLst/>
              <a:rect l="textAreaLeft" t="textAreaTop" r="textAreaRight" b="textAreaBottom"/>
              <a:pathLst>
                <a:path w="697" h="1954">
                  <a:moveTo>
                    <a:pt x="251" y="1472"/>
                  </a:moveTo>
                  <a:cubicBezTo>
                    <a:pt x="258" y="1472"/>
                    <a:pt x="252" y="1463"/>
                    <a:pt x="251" y="1462"/>
                  </a:cubicBezTo>
                  <a:cubicBezTo>
                    <a:pt x="248" y="1422"/>
                    <a:pt x="241" y="1424"/>
                    <a:pt x="241" y="1419"/>
                  </a:cubicBezTo>
                  <a:cubicBezTo>
                    <a:pt x="227" y="1388"/>
                    <a:pt x="226" y="1380"/>
                    <a:pt x="221" y="1376"/>
                  </a:cubicBezTo>
                  <a:cubicBezTo>
                    <a:pt x="209" y="1355"/>
                    <a:pt x="209" y="1347"/>
                    <a:pt x="203" y="1344"/>
                  </a:cubicBezTo>
                  <a:cubicBezTo>
                    <a:pt x="169" y="1285"/>
                    <a:pt x="162" y="1275"/>
                    <a:pt x="156" y="1263"/>
                  </a:cubicBezTo>
                  <a:cubicBezTo>
                    <a:pt x="144" y="1242"/>
                    <a:pt x="141" y="1236"/>
                    <a:pt x="138" y="1231"/>
                  </a:cubicBezTo>
                  <a:cubicBezTo>
                    <a:pt x="107" y="1177"/>
                    <a:pt x="108" y="1168"/>
                    <a:pt x="103" y="1165"/>
                  </a:cubicBezTo>
                  <a:cubicBezTo>
                    <a:pt x="90" y="1142"/>
                    <a:pt x="83" y="1131"/>
                    <a:pt x="82" y="1127"/>
                  </a:cubicBezTo>
                  <a:cubicBezTo>
                    <a:pt x="66" y="1090"/>
                    <a:pt x="67" y="1081"/>
                    <a:pt x="62" y="1077"/>
                  </a:cubicBezTo>
                  <a:cubicBezTo>
                    <a:pt x="57" y="1049"/>
                    <a:pt x="51" y="1046"/>
                    <a:pt x="52" y="1037"/>
                  </a:cubicBezTo>
                  <a:cubicBezTo>
                    <a:pt x="48" y="1016"/>
                    <a:pt x="44" y="1007"/>
                    <a:pt x="42" y="1002"/>
                  </a:cubicBezTo>
                  <a:cubicBezTo>
                    <a:pt x="32" y="970"/>
                    <a:pt x="24" y="961"/>
                    <a:pt x="22" y="946"/>
                  </a:cubicBezTo>
                  <a:cubicBezTo>
                    <a:pt x="13" y="922"/>
                    <a:pt x="11" y="916"/>
                    <a:pt x="9" y="909"/>
                  </a:cubicBezTo>
                  <a:cubicBezTo>
                    <a:pt x="5" y="889"/>
                    <a:pt x="11" y="888"/>
                    <a:pt x="9" y="896"/>
                  </a:cubicBezTo>
                  <a:cubicBezTo>
                    <a:pt x="25" y="935"/>
                    <a:pt x="22" y="943"/>
                    <a:pt x="27" y="944"/>
                  </a:cubicBezTo>
                  <a:cubicBezTo>
                    <a:pt x="47" y="979"/>
                    <a:pt x="44" y="987"/>
                    <a:pt x="45" y="992"/>
                  </a:cubicBezTo>
                  <a:cubicBezTo>
                    <a:pt x="78" y="1045"/>
                    <a:pt x="85" y="1060"/>
                    <a:pt x="95" y="1072"/>
                  </a:cubicBezTo>
                  <a:cubicBezTo>
                    <a:pt x="141" y="1130"/>
                    <a:pt x="141" y="1136"/>
                    <a:pt x="140" y="1142"/>
                  </a:cubicBezTo>
                  <a:cubicBezTo>
                    <a:pt x="159" y="1162"/>
                    <a:pt x="156" y="1170"/>
                    <a:pt x="160" y="1170"/>
                  </a:cubicBezTo>
                  <a:cubicBezTo>
                    <a:pt x="198" y="1238"/>
                    <a:pt x="204" y="1243"/>
                    <a:pt x="206" y="1251"/>
                  </a:cubicBezTo>
                  <a:cubicBezTo>
                    <a:pt x="218" y="1278"/>
                    <a:pt x="219" y="1288"/>
                    <a:pt x="226" y="1291"/>
                  </a:cubicBezTo>
                  <a:cubicBezTo>
                    <a:pt x="231" y="1298"/>
                    <a:pt x="231" y="1292"/>
                    <a:pt x="228" y="1288"/>
                  </a:cubicBezTo>
                  <a:cubicBezTo>
                    <a:pt x="196" y="1218"/>
                    <a:pt x="198" y="1206"/>
                    <a:pt x="191" y="1203"/>
                  </a:cubicBezTo>
                  <a:cubicBezTo>
                    <a:pt x="168" y="1159"/>
                    <a:pt x="164" y="1153"/>
                    <a:pt x="160" y="1147"/>
                  </a:cubicBezTo>
                  <a:cubicBezTo>
                    <a:pt x="114" y="1068"/>
                    <a:pt x="104" y="1068"/>
                    <a:pt x="105" y="1057"/>
                  </a:cubicBezTo>
                  <a:cubicBezTo>
                    <a:pt x="67" y="1000"/>
                    <a:pt x="58" y="1000"/>
                    <a:pt x="57" y="992"/>
                  </a:cubicBezTo>
                  <a:cubicBezTo>
                    <a:pt x="80" y="1011"/>
                    <a:pt x="81" y="1021"/>
                    <a:pt x="87" y="1024"/>
                  </a:cubicBezTo>
                  <a:cubicBezTo>
                    <a:pt x="103" y="1041"/>
                    <a:pt x="100" y="1049"/>
                    <a:pt x="105" y="1049"/>
                  </a:cubicBezTo>
                  <a:cubicBezTo>
                    <a:pt x="129" y="1079"/>
                    <a:pt x="130" y="1087"/>
                    <a:pt x="135" y="1092"/>
                  </a:cubicBezTo>
                  <a:cubicBezTo>
                    <a:pt x="163" y="1128"/>
                    <a:pt x="159" y="1136"/>
                    <a:pt x="163" y="1137"/>
                  </a:cubicBezTo>
                  <a:cubicBezTo>
                    <a:pt x="199" y="1191"/>
                    <a:pt x="204" y="1205"/>
                    <a:pt x="211" y="1218"/>
                  </a:cubicBezTo>
                  <a:cubicBezTo>
                    <a:pt x="232" y="1237"/>
                    <a:pt x="226" y="1238"/>
                    <a:pt x="228" y="1230"/>
                  </a:cubicBezTo>
                  <a:cubicBezTo>
                    <a:pt x="202" y="1163"/>
                    <a:pt x="196" y="1163"/>
                    <a:pt x="198" y="1155"/>
                  </a:cubicBezTo>
                  <a:cubicBezTo>
                    <a:pt x="171" y="1106"/>
                    <a:pt x="167" y="1104"/>
                    <a:pt x="165" y="1100"/>
                  </a:cubicBezTo>
                  <a:cubicBezTo>
                    <a:pt x="140" y="1062"/>
                    <a:pt x="138" y="1052"/>
                    <a:pt x="133" y="1047"/>
                  </a:cubicBezTo>
                  <a:cubicBezTo>
                    <a:pt x="76" y="924"/>
                    <a:pt x="76" y="918"/>
                    <a:pt x="75" y="913"/>
                  </a:cubicBezTo>
                  <a:cubicBezTo>
                    <a:pt x="53" y="840"/>
                    <a:pt x="56" y="836"/>
                    <a:pt x="57" y="830"/>
                  </a:cubicBezTo>
                  <a:cubicBezTo>
                    <a:pt x="36" y="706"/>
                    <a:pt x="30" y="721"/>
                    <a:pt x="34" y="725"/>
                  </a:cubicBezTo>
                  <a:cubicBezTo>
                    <a:pt x="45" y="767"/>
                    <a:pt x="46" y="774"/>
                    <a:pt x="49" y="778"/>
                  </a:cubicBezTo>
                  <a:cubicBezTo>
                    <a:pt x="70" y="833"/>
                    <a:pt x="67" y="843"/>
                    <a:pt x="72" y="846"/>
                  </a:cubicBezTo>
                  <a:cubicBezTo>
                    <a:pt x="94" y="887"/>
                    <a:pt x="97" y="899"/>
                    <a:pt x="102" y="908"/>
                  </a:cubicBezTo>
                  <a:cubicBezTo>
                    <a:pt x="143" y="980"/>
                    <a:pt x="154" y="992"/>
                    <a:pt x="160" y="1007"/>
                  </a:cubicBezTo>
                  <a:cubicBezTo>
                    <a:pt x="212" y="1106"/>
                    <a:pt x="218" y="1122"/>
                    <a:pt x="223" y="1137"/>
                  </a:cubicBezTo>
                  <a:cubicBezTo>
                    <a:pt x="218" y="1115"/>
                    <a:pt x="222" y="1106"/>
                    <a:pt x="221" y="1102"/>
                  </a:cubicBezTo>
                  <a:cubicBezTo>
                    <a:pt x="210" y="1080"/>
                    <a:pt x="213" y="1072"/>
                    <a:pt x="208" y="1072"/>
                  </a:cubicBezTo>
                  <a:cubicBezTo>
                    <a:pt x="195" y="1023"/>
                    <a:pt x="188" y="1020"/>
                    <a:pt x="188" y="1012"/>
                  </a:cubicBezTo>
                  <a:cubicBezTo>
                    <a:pt x="149" y="930"/>
                    <a:pt x="144" y="927"/>
                    <a:pt x="145" y="918"/>
                  </a:cubicBezTo>
                  <a:cubicBezTo>
                    <a:pt x="125" y="876"/>
                    <a:pt x="120" y="873"/>
                    <a:pt x="117" y="868"/>
                  </a:cubicBezTo>
                  <a:cubicBezTo>
                    <a:pt x="102" y="832"/>
                    <a:pt x="100" y="833"/>
                    <a:pt x="100" y="830"/>
                  </a:cubicBezTo>
                  <a:cubicBezTo>
                    <a:pt x="80" y="793"/>
                    <a:pt x="77" y="788"/>
                    <a:pt x="75" y="783"/>
                  </a:cubicBezTo>
                  <a:cubicBezTo>
                    <a:pt x="45" y="730"/>
                    <a:pt x="43" y="716"/>
                    <a:pt x="34" y="710"/>
                  </a:cubicBezTo>
                  <a:cubicBezTo>
                    <a:pt x="25" y="678"/>
                    <a:pt x="34" y="684"/>
                    <a:pt x="32" y="690"/>
                  </a:cubicBezTo>
                  <a:cubicBezTo>
                    <a:pt x="50" y="733"/>
                    <a:pt x="60" y="733"/>
                    <a:pt x="59" y="745"/>
                  </a:cubicBezTo>
                  <a:cubicBezTo>
                    <a:pt x="80" y="780"/>
                    <a:pt x="81" y="783"/>
                    <a:pt x="85" y="785"/>
                  </a:cubicBezTo>
                  <a:cubicBezTo>
                    <a:pt x="113" y="833"/>
                    <a:pt x="115" y="842"/>
                    <a:pt x="117" y="851"/>
                  </a:cubicBezTo>
                  <a:cubicBezTo>
                    <a:pt x="147" y="899"/>
                    <a:pt x="151" y="907"/>
                    <a:pt x="153" y="916"/>
                  </a:cubicBezTo>
                  <a:cubicBezTo>
                    <a:pt x="168" y="945"/>
                    <a:pt x="171" y="952"/>
                    <a:pt x="173" y="961"/>
                  </a:cubicBezTo>
                  <a:cubicBezTo>
                    <a:pt x="190" y="999"/>
                    <a:pt x="200" y="1010"/>
                    <a:pt x="203" y="1029"/>
                  </a:cubicBezTo>
                  <a:cubicBezTo>
                    <a:pt x="198" y="998"/>
                    <a:pt x="198" y="994"/>
                    <a:pt x="196" y="994"/>
                  </a:cubicBezTo>
                  <a:cubicBezTo>
                    <a:pt x="175" y="911"/>
                    <a:pt x="168" y="909"/>
                    <a:pt x="170" y="898"/>
                  </a:cubicBezTo>
                  <a:cubicBezTo>
                    <a:pt x="131" y="811"/>
                    <a:pt x="131" y="802"/>
                    <a:pt x="125" y="800"/>
                  </a:cubicBezTo>
                  <a:cubicBezTo>
                    <a:pt x="105" y="747"/>
                    <a:pt x="103" y="742"/>
                    <a:pt x="100" y="740"/>
                  </a:cubicBezTo>
                  <a:cubicBezTo>
                    <a:pt x="82" y="701"/>
                    <a:pt x="78" y="699"/>
                    <a:pt x="77" y="695"/>
                  </a:cubicBezTo>
                  <a:cubicBezTo>
                    <a:pt x="67" y="672"/>
                    <a:pt x="60" y="674"/>
                    <a:pt x="62" y="667"/>
                  </a:cubicBezTo>
                  <a:cubicBezTo>
                    <a:pt x="44" y="641"/>
                    <a:pt x="39" y="635"/>
                    <a:pt x="34" y="629"/>
                  </a:cubicBezTo>
                  <a:cubicBezTo>
                    <a:pt x="21" y="597"/>
                    <a:pt x="29" y="609"/>
                    <a:pt x="37" y="622"/>
                  </a:cubicBezTo>
                  <a:cubicBezTo>
                    <a:pt x="75" y="681"/>
                    <a:pt x="85" y="681"/>
                    <a:pt x="85" y="692"/>
                  </a:cubicBezTo>
                  <a:cubicBezTo>
                    <a:pt x="108" y="731"/>
                    <a:pt x="109" y="735"/>
                    <a:pt x="110" y="740"/>
                  </a:cubicBezTo>
                  <a:cubicBezTo>
                    <a:pt x="123" y="777"/>
                    <a:pt x="130" y="775"/>
                    <a:pt x="130" y="780"/>
                  </a:cubicBezTo>
                  <a:cubicBezTo>
                    <a:pt x="151" y="822"/>
                    <a:pt x="153" y="840"/>
                    <a:pt x="163" y="851"/>
                  </a:cubicBezTo>
                  <a:cubicBezTo>
                    <a:pt x="179" y="903"/>
                    <a:pt x="184" y="907"/>
                    <a:pt x="185" y="916"/>
                  </a:cubicBezTo>
                  <a:cubicBezTo>
                    <a:pt x="203" y="963"/>
                    <a:pt x="199" y="973"/>
                    <a:pt x="201" y="976"/>
                  </a:cubicBezTo>
                  <a:cubicBezTo>
                    <a:pt x="236" y="1076"/>
                    <a:pt x="226" y="1071"/>
                    <a:pt x="228" y="1064"/>
                  </a:cubicBezTo>
                  <a:cubicBezTo>
                    <a:pt x="218" y="972"/>
                    <a:pt x="212" y="965"/>
                    <a:pt x="213" y="951"/>
                  </a:cubicBezTo>
                  <a:cubicBezTo>
                    <a:pt x="185" y="862"/>
                    <a:pt x="181" y="854"/>
                    <a:pt x="178" y="845"/>
                  </a:cubicBezTo>
                  <a:cubicBezTo>
                    <a:pt x="145" y="767"/>
                    <a:pt x="139" y="762"/>
                    <a:pt x="135" y="755"/>
                  </a:cubicBezTo>
                  <a:cubicBezTo>
                    <a:pt x="119" y="717"/>
                    <a:pt x="114" y="719"/>
                    <a:pt x="112" y="717"/>
                  </a:cubicBezTo>
                  <a:cubicBezTo>
                    <a:pt x="92" y="686"/>
                    <a:pt x="92" y="676"/>
                    <a:pt x="87" y="669"/>
                  </a:cubicBezTo>
                  <a:cubicBezTo>
                    <a:pt x="56" y="621"/>
                    <a:pt x="53" y="614"/>
                    <a:pt x="49" y="607"/>
                  </a:cubicBezTo>
                  <a:cubicBezTo>
                    <a:pt x="41" y="564"/>
                    <a:pt x="41" y="578"/>
                    <a:pt x="47" y="586"/>
                  </a:cubicBezTo>
                  <a:cubicBezTo>
                    <a:pt x="72" y="633"/>
                    <a:pt x="77" y="635"/>
                    <a:pt x="77" y="642"/>
                  </a:cubicBezTo>
                  <a:cubicBezTo>
                    <a:pt x="117" y="700"/>
                    <a:pt x="120" y="711"/>
                    <a:pt x="125" y="720"/>
                  </a:cubicBezTo>
                  <a:cubicBezTo>
                    <a:pt x="136" y="738"/>
                    <a:pt x="138" y="743"/>
                    <a:pt x="143" y="745"/>
                  </a:cubicBezTo>
                  <a:cubicBezTo>
                    <a:pt x="165" y="796"/>
                    <a:pt x="169" y="801"/>
                    <a:pt x="173" y="805"/>
                  </a:cubicBezTo>
                  <a:cubicBezTo>
                    <a:pt x="198" y="877"/>
                    <a:pt x="205" y="880"/>
                    <a:pt x="206" y="888"/>
                  </a:cubicBezTo>
                  <a:cubicBezTo>
                    <a:pt x="210" y="912"/>
                    <a:pt x="215" y="915"/>
                    <a:pt x="216" y="923"/>
                  </a:cubicBezTo>
                  <a:cubicBezTo>
                    <a:pt x="239" y="982"/>
                    <a:pt x="234" y="967"/>
                    <a:pt x="238" y="961"/>
                  </a:cubicBezTo>
                  <a:cubicBezTo>
                    <a:pt x="220" y="890"/>
                    <a:pt x="217" y="886"/>
                    <a:pt x="218" y="876"/>
                  </a:cubicBezTo>
                  <a:cubicBezTo>
                    <a:pt x="175" y="774"/>
                    <a:pt x="176" y="763"/>
                    <a:pt x="173" y="755"/>
                  </a:cubicBezTo>
                  <a:cubicBezTo>
                    <a:pt x="155" y="729"/>
                    <a:pt x="156" y="717"/>
                    <a:pt x="150" y="712"/>
                  </a:cubicBezTo>
                  <a:cubicBezTo>
                    <a:pt x="123" y="663"/>
                    <a:pt x="122" y="653"/>
                    <a:pt x="115" y="649"/>
                  </a:cubicBezTo>
                  <a:cubicBezTo>
                    <a:pt x="86" y="590"/>
                    <a:pt x="85" y="586"/>
                    <a:pt x="85" y="581"/>
                  </a:cubicBezTo>
                  <a:cubicBezTo>
                    <a:pt x="60" y="516"/>
                    <a:pt x="65" y="519"/>
                    <a:pt x="64" y="528"/>
                  </a:cubicBezTo>
                  <a:cubicBezTo>
                    <a:pt x="82" y="567"/>
                    <a:pt x="89" y="567"/>
                    <a:pt x="87" y="576"/>
                  </a:cubicBezTo>
                  <a:cubicBezTo>
                    <a:pt x="102" y="603"/>
                    <a:pt x="102" y="606"/>
                    <a:pt x="105" y="606"/>
                  </a:cubicBezTo>
                  <a:cubicBezTo>
                    <a:pt x="133" y="652"/>
                    <a:pt x="128" y="663"/>
                    <a:pt x="135" y="662"/>
                  </a:cubicBezTo>
                  <a:cubicBezTo>
                    <a:pt x="162" y="716"/>
                    <a:pt x="168" y="721"/>
                    <a:pt x="170" y="730"/>
                  </a:cubicBezTo>
                  <a:cubicBezTo>
                    <a:pt x="201" y="805"/>
                    <a:pt x="206" y="810"/>
                    <a:pt x="208" y="818"/>
                  </a:cubicBezTo>
                  <a:cubicBezTo>
                    <a:pt x="243" y="905"/>
                    <a:pt x="235" y="893"/>
                    <a:pt x="233" y="888"/>
                  </a:cubicBezTo>
                  <a:cubicBezTo>
                    <a:pt x="221" y="836"/>
                    <a:pt x="220" y="828"/>
                    <a:pt x="216" y="823"/>
                  </a:cubicBezTo>
                  <a:cubicBezTo>
                    <a:pt x="173" y="707"/>
                    <a:pt x="173" y="697"/>
                    <a:pt x="170" y="689"/>
                  </a:cubicBezTo>
                  <a:cubicBezTo>
                    <a:pt x="157" y="663"/>
                    <a:pt x="154" y="657"/>
                    <a:pt x="150" y="652"/>
                  </a:cubicBezTo>
                  <a:cubicBezTo>
                    <a:pt x="119" y="602"/>
                    <a:pt x="122" y="594"/>
                    <a:pt x="117" y="594"/>
                  </a:cubicBezTo>
                  <a:cubicBezTo>
                    <a:pt x="119" y="590"/>
                    <a:pt x="124" y="592"/>
                    <a:pt x="125" y="596"/>
                  </a:cubicBezTo>
                  <a:cubicBezTo>
                    <a:pt x="159" y="641"/>
                    <a:pt x="154" y="651"/>
                    <a:pt x="163" y="649"/>
                  </a:cubicBezTo>
                  <a:cubicBezTo>
                    <a:pt x="185" y="694"/>
                    <a:pt x="183" y="708"/>
                    <a:pt x="190" y="712"/>
                  </a:cubicBezTo>
                  <a:cubicBezTo>
                    <a:pt x="211" y="753"/>
                    <a:pt x="208" y="762"/>
                    <a:pt x="213" y="762"/>
                  </a:cubicBezTo>
                  <a:cubicBezTo>
                    <a:pt x="237" y="847"/>
                    <a:pt x="238" y="850"/>
                    <a:pt x="238" y="853"/>
                  </a:cubicBezTo>
                  <a:cubicBezTo>
                    <a:pt x="246" y="870"/>
                    <a:pt x="242" y="860"/>
                    <a:pt x="243" y="855"/>
                  </a:cubicBezTo>
                  <a:cubicBezTo>
                    <a:pt x="231" y="791"/>
                    <a:pt x="232" y="779"/>
                    <a:pt x="228" y="757"/>
                  </a:cubicBezTo>
                  <a:cubicBezTo>
                    <a:pt x="212" y="721"/>
                    <a:pt x="215" y="712"/>
                    <a:pt x="210" y="712"/>
                  </a:cubicBezTo>
                  <a:cubicBezTo>
                    <a:pt x="190" y="661"/>
                    <a:pt x="188" y="652"/>
                    <a:pt x="183" y="647"/>
                  </a:cubicBezTo>
                  <a:cubicBezTo>
                    <a:pt x="162" y="617"/>
                    <a:pt x="161" y="598"/>
                    <a:pt x="150" y="589"/>
                  </a:cubicBezTo>
                  <a:cubicBezTo>
                    <a:pt x="126" y="540"/>
                    <a:pt x="121" y="535"/>
                    <a:pt x="117" y="528"/>
                  </a:cubicBezTo>
                  <a:cubicBezTo>
                    <a:pt x="101" y="492"/>
                    <a:pt x="98" y="489"/>
                    <a:pt x="97" y="486"/>
                  </a:cubicBezTo>
                  <a:cubicBezTo>
                    <a:pt x="80" y="432"/>
                    <a:pt x="73" y="429"/>
                    <a:pt x="74" y="418"/>
                  </a:cubicBezTo>
                  <a:cubicBezTo>
                    <a:pt x="93" y="455"/>
                    <a:pt x="94" y="458"/>
                    <a:pt x="94" y="463"/>
                  </a:cubicBezTo>
                  <a:cubicBezTo>
                    <a:pt x="143" y="547"/>
                    <a:pt x="140" y="555"/>
                    <a:pt x="145" y="556"/>
                  </a:cubicBezTo>
                  <a:cubicBezTo>
                    <a:pt x="164" y="593"/>
                    <a:pt x="170" y="599"/>
                    <a:pt x="173" y="606"/>
                  </a:cubicBezTo>
                  <a:cubicBezTo>
                    <a:pt x="191" y="642"/>
                    <a:pt x="200" y="654"/>
                    <a:pt x="205" y="669"/>
                  </a:cubicBezTo>
                  <a:cubicBezTo>
                    <a:pt x="228" y="720"/>
                    <a:pt x="226" y="733"/>
                    <a:pt x="233" y="737"/>
                  </a:cubicBezTo>
                  <a:cubicBezTo>
                    <a:pt x="244" y="794"/>
                    <a:pt x="247" y="802"/>
                    <a:pt x="246" y="815"/>
                  </a:cubicBezTo>
                  <a:cubicBezTo>
                    <a:pt x="257" y="840"/>
                    <a:pt x="255" y="834"/>
                    <a:pt x="256" y="830"/>
                  </a:cubicBezTo>
                  <a:cubicBezTo>
                    <a:pt x="249" y="738"/>
                    <a:pt x="244" y="737"/>
                    <a:pt x="243" y="732"/>
                  </a:cubicBezTo>
                  <a:cubicBezTo>
                    <a:pt x="217" y="655"/>
                    <a:pt x="208" y="642"/>
                    <a:pt x="203" y="624"/>
                  </a:cubicBezTo>
                  <a:cubicBezTo>
                    <a:pt x="179" y="566"/>
                    <a:pt x="170" y="562"/>
                    <a:pt x="170" y="551"/>
                  </a:cubicBezTo>
                  <a:cubicBezTo>
                    <a:pt x="156" y="511"/>
                    <a:pt x="145" y="501"/>
                    <a:pt x="142" y="483"/>
                  </a:cubicBezTo>
                  <a:cubicBezTo>
                    <a:pt x="140" y="458"/>
                    <a:pt x="142" y="465"/>
                    <a:pt x="145" y="471"/>
                  </a:cubicBezTo>
                  <a:cubicBezTo>
                    <a:pt x="163" y="523"/>
                    <a:pt x="171" y="533"/>
                    <a:pt x="175" y="546"/>
                  </a:cubicBezTo>
                  <a:cubicBezTo>
                    <a:pt x="196" y="591"/>
                    <a:pt x="206" y="598"/>
                    <a:pt x="208" y="614"/>
                  </a:cubicBezTo>
                  <a:cubicBezTo>
                    <a:pt x="231" y="662"/>
                    <a:pt x="236" y="674"/>
                    <a:pt x="241" y="687"/>
                  </a:cubicBezTo>
                  <a:cubicBezTo>
                    <a:pt x="252" y="718"/>
                    <a:pt x="249" y="725"/>
                    <a:pt x="253" y="725"/>
                  </a:cubicBezTo>
                  <a:cubicBezTo>
                    <a:pt x="268" y="760"/>
                    <a:pt x="259" y="754"/>
                    <a:pt x="261" y="750"/>
                  </a:cubicBezTo>
                  <a:cubicBezTo>
                    <a:pt x="260" y="703"/>
                    <a:pt x="254" y="700"/>
                    <a:pt x="258" y="692"/>
                  </a:cubicBezTo>
                  <a:cubicBezTo>
                    <a:pt x="248" y="658"/>
                    <a:pt x="249" y="652"/>
                    <a:pt x="246" y="652"/>
                  </a:cubicBezTo>
                  <a:cubicBezTo>
                    <a:pt x="229" y="597"/>
                    <a:pt x="228" y="593"/>
                    <a:pt x="228" y="589"/>
                  </a:cubicBezTo>
                  <a:cubicBezTo>
                    <a:pt x="211" y="547"/>
                    <a:pt x="207" y="538"/>
                    <a:pt x="203" y="528"/>
                  </a:cubicBezTo>
                  <a:cubicBezTo>
                    <a:pt x="186" y="481"/>
                    <a:pt x="179" y="480"/>
                    <a:pt x="180" y="473"/>
                  </a:cubicBezTo>
                  <a:cubicBezTo>
                    <a:pt x="156" y="407"/>
                    <a:pt x="153" y="397"/>
                    <a:pt x="150" y="387"/>
                  </a:cubicBezTo>
                  <a:cubicBezTo>
                    <a:pt x="147" y="345"/>
                    <a:pt x="152" y="348"/>
                    <a:pt x="150" y="357"/>
                  </a:cubicBezTo>
                  <a:cubicBezTo>
                    <a:pt x="176" y="446"/>
                    <a:pt x="183" y="456"/>
                    <a:pt x="188" y="468"/>
                  </a:cubicBezTo>
                  <a:cubicBezTo>
                    <a:pt x="206" y="507"/>
                    <a:pt x="205" y="512"/>
                    <a:pt x="205" y="516"/>
                  </a:cubicBezTo>
                  <a:cubicBezTo>
                    <a:pt x="224" y="553"/>
                    <a:pt x="228" y="566"/>
                    <a:pt x="233" y="579"/>
                  </a:cubicBezTo>
                  <a:cubicBezTo>
                    <a:pt x="232" y="555"/>
                    <a:pt x="229" y="552"/>
                    <a:pt x="228" y="546"/>
                  </a:cubicBezTo>
                  <a:cubicBezTo>
                    <a:pt x="212" y="499"/>
                    <a:pt x="215" y="491"/>
                    <a:pt x="210" y="491"/>
                  </a:cubicBezTo>
                  <a:cubicBezTo>
                    <a:pt x="198" y="374"/>
                    <a:pt x="193" y="371"/>
                    <a:pt x="198" y="360"/>
                  </a:cubicBezTo>
                  <a:cubicBezTo>
                    <a:pt x="209" y="429"/>
                    <a:pt x="211" y="465"/>
                    <a:pt x="223" y="491"/>
                  </a:cubicBezTo>
                  <a:cubicBezTo>
                    <a:pt x="280" y="680"/>
                    <a:pt x="276" y="677"/>
                    <a:pt x="276" y="674"/>
                  </a:cubicBezTo>
                  <a:cubicBezTo>
                    <a:pt x="265" y="621"/>
                    <a:pt x="263" y="596"/>
                    <a:pt x="256" y="576"/>
                  </a:cubicBezTo>
                  <a:cubicBezTo>
                    <a:pt x="238" y="489"/>
                    <a:pt x="237" y="484"/>
                    <a:pt x="233" y="481"/>
                  </a:cubicBezTo>
                  <a:cubicBezTo>
                    <a:pt x="229" y="441"/>
                    <a:pt x="223" y="426"/>
                    <a:pt x="223" y="415"/>
                  </a:cubicBezTo>
                  <a:cubicBezTo>
                    <a:pt x="215" y="326"/>
                    <a:pt x="215" y="313"/>
                    <a:pt x="215" y="299"/>
                  </a:cubicBezTo>
                  <a:cubicBezTo>
                    <a:pt x="216" y="264"/>
                    <a:pt x="215" y="246"/>
                    <a:pt x="215" y="229"/>
                  </a:cubicBezTo>
                  <a:cubicBezTo>
                    <a:pt x="220" y="243"/>
                    <a:pt x="217" y="244"/>
                    <a:pt x="220" y="252"/>
                  </a:cubicBezTo>
                  <a:cubicBezTo>
                    <a:pt x="227" y="394"/>
                    <a:pt x="231" y="403"/>
                    <a:pt x="230" y="418"/>
                  </a:cubicBezTo>
                  <a:cubicBezTo>
                    <a:pt x="241" y="471"/>
                    <a:pt x="249" y="489"/>
                    <a:pt x="253" y="511"/>
                  </a:cubicBezTo>
                  <a:cubicBezTo>
                    <a:pt x="269" y="599"/>
                    <a:pt x="275" y="599"/>
                    <a:pt x="273" y="606"/>
                  </a:cubicBezTo>
                  <a:cubicBezTo>
                    <a:pt x="283" y="651"/>
                    <a:pt x="286" y="652"/>
                    <a:pt x="286" y="672"/>
                  </a:cubicBezTo>
                  <a:cubicBezTo>
                    <a:pt x="296" y="620"/>
                    <a:pt x="298" y="608"/>
                    <a:pt x="293" y="589"/>
                  </a:cubicBezTo>
                  <a:cubicBezTo>
                    <a:pt x="280" y="509"/>
                    <a:pt x="286" y="493"/>
                    <a:pt x="281" y="488"/>
                  </a:cubicBezTo>
                  <a:cubicBezTo>
                    <a:pt x="267" y="299"/>
                    <a:pt x="263" y="266"/>
                    <a:pt x="268" y="241"/>
                  </a:cubicBezTo>
                  <a:cubicBezTo>
                    <a:pt x="274" y="196"/>
                    <a:pt x="264" y="191"/>
                    <a:pt x="270" y="186"/>
                  </a:cubicBezTo>
                  <a:cubicBezTo>
                    <a:pt x="277" y="197"/>
                    <a:pt x="273" y="206"/>
                    <a:pt x="273" y="216"/>
                  </a:cubicBezTo>
                  <a:cubicBezTo>
                    <a:pt x="276" y="229"/>
                    <a:pt x="273" y="230"/>
                    <a:pt x="273" y="239"/>
                  </a:cubicBezTo>
                  <a:cubicBezTo>
                    <a:pt x="284" y="423"/>
                    <a:pt x="283" y="439"/>
                    <a:pt x="286" y="453"/>
                  </a:cubicBezTo>
                  <a:cubicBezTo>
                    <a:pt x="292" y="522"/>
                    <a:pt x="304" y="540"/>
                    <a:pt x="303" y="574"/>
                  </a:cubicBezTo>
                  <a:cubicBezTo>
                    <a:pt x="306" y="533"/>
                    <a:pt x="306" y="521"/>
                    <a:pt x="306" y="508"/>
                  </a:cubicBezTo>
                  <a:cubicBezTo>
                    <a:pt x="292" y="325"/>
                    <a:pt x="289" y="308"/>
                    <a:pt x="291" y="292"/>
                  </a:cubicBezTo>
                  <a:cubicBezTo>
                    <a:pt x="285" y="226"/>
                    <a:pt x="289" y="223"/>
                    <a:pt x="288" y="209"/>
                  </a:cubicBezTo>
                  <a:cubicBezTo>
                    <a:pt x="293" y="131"/>
                    <a:pt x="295" y="122"/>
                    <a:pt x="296" y="111"/>
                  </a:cubicBezTo>
                  <a:cubicBezTo>
                    <a:pt x="296" y="107"/>
                    <a:pt x="305" y="125"/>
                    <a:pt x="298" y="126"/>
                  </a:cubicBezTo>
                  <a:cubicBezTo>
                    <a:pt x="292" y="226"/>
                    <a:pt x="298" y="243"/>
                    <a:pt x="296" y="259"/>
                  </a:cubicBezTo>
                  <a:cubicBezTo>
                    <a:pt x="303" y="366"/>
                    <a:pt x="309" y="397"/>
                    <a:pt x="308" y="435"/>
                  </a:cubicBezTo>
                  <a:cubicBezTo>
                    <a:pt x="323" y="474"/>
                    <a:pt x="314" y="470"/>
                    <a:pt x="316" y="465"/>
                  </a:cubicBezTo>
                  <a:cubicBezTo>
                    <a:pt x="318" y="444"/>
                    <a:pt x="318" y="439"/>
                    <a:pt x="318" y="435"/>
                  </a:cubicBezTo>
                  <a:cubicBezTo>
                    <a:pt x="316" y="396"/>
                    <a:pt x="316" y="392"/>
                    <a:pt x="316" y="387"/>
                  </a:cubicBezTo>
                  <a:cubicBezTo>
                    <a:pt x="315" y="330"/>
                    <a:pt x="313" y="324"/>
                    <a:pt x="313" y="319"/>
                  </a:cubicBezTo>
                  <a:cubicBezTo>
                    <a:pt x="318" y="200"/>
                    <a:pt x="323" y="199"/>
                    <a:pt x="321" y="191"/>
                  </a:cubicBezTo>
                  <a:cubicBezTo>
                    <a:pt x="325" y="160"/>
                    <a:pt x="320" y="150"/>
                    <a:pt x="326" y="151"/>
                  </a:cubicBezTo>
                  <a:cubicBezTo>
                    <a:pt x="333" y="137"/>
                    <a:pt x="331" y="147"/>
                    <a:pt x="328" y="156"/>
                  </a:cubicBezTo>
                  <a:cubicBezTo>
                    <a:pt x="322" y="246"/>
                    <a:pt x="326" y="266"/>
                    <a:pt x="321" y="277"/>
                  </a:cubicBezTo>
                  <a:cubicBezTo>
                    <a:pt x="324" y="351"/>
                    <a:pt x="322" y="357"/>
                    <a:pt x="326" y="357"/>
                  </a:cubicBezTo>
                  <a:cubicBezTo>
                    <a:pt x="328" y="453"/>
                    <a:pt x="326" y="458"/>
                    <a:pt x="326" y="463"/>
                  </a:cubicBezTo>
                  <a:cubicBezTo>
                    <a:pt x="338" y="484"/>
                    <a:pt x="338" y="481"/>
                    <a:pt x="339" y="478"/>
                  </a:cubicBezTo>
                  <a:cubicBezTo>
                    <a:pt x="339" y="467"/>
                    <a:pt x="338" y="461"/>
                    <a:pt x="339" y="453"/>
                  </a:cubicBezTo>
                  <a:cubicBezTo>
                    <a:pt x="339" y="390"/>
                    <a:pt x="345" y="391"/>
                    <a:pt x="344" y="385"/>
                  </a:cubicBezTo>
                  <a:cubicBezTo>
                    <a:pt x="344" y="252"/>
                    <a:pt x="346" y="241"/>
                    <a:pt x="346" y="229"/>
                  </a:cubicBezTo>
                  <a:cubicBezTo>
                    <a:pt x="373" y="110"/>
                    <a:pt x="371" y="102"/>
                    <a:pt x="374" y="98"/>
                  </a:cubicBezTo>
                  <a:cubicBezTo>
                    <a:pt x="379" y="60"/>
                    <a:pt x="385" y="60"/>
                    <a:pt x="384" y="53"/>
                  </a:cubicBezTo>
                  <a:cubicBezTo>
                    <a:pt x="397" y="11"/>
                    <a:pt x="405" y="24"/>
                    <a:pt x="399" y="22"/>
                  </a:cubicBezTo>
                  <a:cubicBezTo>
                    <a:pt x="374" y="102"/>
                    <a:pt x="383" y="117"/>
                    <a:pt x="376" y="116"/>
                  </a:cubicBezTo>
                  <a:cubicBezTo>
                    <a:pt x="367" y="192"/>
                    <a:pt x="355" y="232"/>
                    <a:pt x="351" y="272"/>
                  </a:cubicBezTo>
                  <a:cubicBezTo>
                    <a:pt x="351" y="359"/>
                    <a:pt x="355" y="369"/>
                    <a:pt x="354" y="372"/>
                  </a:cubicBezTo>
                  <a:cubicBezTo>
                    <a:pt x="351" y="399"/>
                    <a:pt x="351" y="403"/>
                    <a:pt x="351" y="407"/>
                  </a:cubicBezTo>
                  <a:cubicBezTo>
                    <a:pt x="362" y="364"/>
                    <a:pt x="358" y="351"/>
                    <a:pt x="364" y="347"/>
                  </a:cubicBezTo>
                  <a:cubicBezTo>
                    <a:pt x="368" y="321"/>
                    <a:pt x="368" y="314"/>
                    <a:pt x="371" y="314"/>
                  </a:cubicBezTo>
                  <a:cubicBezTo>
                    <a:pt x="390" y="172"/>
                    <a:pt x="402" y="149"/>
                    <a:pt x="404" y="116"/>
                  </a:cubicBezTo>
                  <a:cubicBezTo>
                    <a:pt x="432" y="41"/>
                    <a:pt x="427" y="40"/>
                    <a:pt x="429" y="48"/>
                  </a:cubicBezTo>
                  <a:cubicBezTo>
                    <a:pt x="403" y="151"/>
                    <a:pt x="400" y="182"/>
                    <a:pt x="396" y="221"/>
                  </a:cubicBezTo>
                  <a:cubicBezTo>
                    <a:pt x="369" y="402"/>
                    <a:pt x="368" y="392"/>
                    <a:pt x="374" y="387"/>
                  </a:cubicBezTo>
                  <a:cubicBezTo>
                    <a:pt x="381" y="362"/>
                    <a:pt x="384" y="355"/>
                    <a:pt x="386" y="347"/>
                  </a:cubicBezTo>
                  <a:cubicBezTo>
                    <a:pt x="421" y="286"/>
                    <a:pt x="421" y="276"/>
                    <a:pt x="426" y="272"/>
                  </a:cubicBezTo>
                  <a:cubicBezTo>
                    <a:pt x="463" y="190"/>
                    <a:pt x="470" y="184"/>
                    <a:pt x="472" y="173"/>
                  </a:cubicBezTo>
                  <a:cubicBezTo>
                    <a:pt x="478" y="175"/>
                    <a:pt x="469" y="199"/>
                    <a:pt x="462" y="224"/>
                  </a:cubicBezTo>
                  <a:cubicBezTo>
                    <a:pt x="446" y="260"/>
                    <a:pt x="442" y="261"/>
                    <a:pt x="442" y="261"/>
                  </a:cubicBezTo>
                  <a:cubicBezTo>
                    <a:pt x="417" y="299"/>
                    <a:pt x="417" y="319"/>
                    <a:pt x="406" y="329"/>
                  </a:cubicBezTo>
                  <a:cubicBezTo>
                    <a:pt x="393" y="372"/>
                    <a:pt x="394" y="370"/>
                    <a:pt x="396" y="370"/>
                  </a:cubicBezTo>
                  <a:cubicBezTo>
                    <a:pt x="423" y="330"/>
                    <a:pt x="433" y="319"/>
                    <a:pt x="437" y="302"/>
                  </a:cubicBezTo>
                  <a:cubicBezTo>
                    <a:pt x="464" y="262"/>
                    <a:pt x="464" y="255"/>
                    <a:pt x="467" y="251"/>
                  </a:cubicBezTo>
                  <a:cubicBezTo>
                    <a:pt x="504" y="170"/>
                    <a:pt x="509" y="151"/>
                    <a:pt x="512" y="128"/>
                  </a:cubicBezTo>
                  <a:cubicBezTo>
                    <a:pt x="522" y="92"/>
                    <a:pt x="522" y="99"/>
                    <a:pt x="522" y="105"/>
                  </a:cubicBezTo>
                  <a:cubicBezTo>
                    <a:pt x="496" y="217"/>
                    <a:pt x="493" y="220"/>
                    <a:pt x="492" y="224"/>
                  </a:cubicBezTo>
                  <a:cubicBezTo>
                    <a:pt x="470" y="268"/>
                    <a:pt x="468" y="270"/>
                    <a:pt x="467" y="274"/>
                  </a:cubicBezTo>
                  <a:cubicBezTo>
                    <a:pt x="460" y="300"/>
                    <a:pt x="449" y="294"/>
                    <a:pt x="452" y="302"/>
                  </a:cubicBezTo>
                  <a:cubicBezTo>
                    <a:pt x="426" y="346"/>
                    <a:pt x="419" y="348"/>
                    <a:pt x="419" y="357"/>
                  </a:cubicBezTo>
                  <a:cubicBezTo>
                    <a:pt x="377" y="415"/>
                    <a:pt x="378" y="425"/>
                    <a:pt x="369" y="425"/>
                  </a:cubicBezTo>
                  <a:cubicBezTo>
                    <a:pt x="358" y="467"/>
                    <a:pt x="351" y="467"/>
                    <a:pt x="354" y="475"/>
                  </a:cubicBezTo>
                  <a:cubicBezTo>
                    <a:pt x="367" y="453"/>
                    <a:pt x="377" y="450"/>
                    <a:pt x="379" y="438"/>
                  </a:cubicBezTo>
                  <a:cubicBezTo>
                    <a:pt x="409" y="380"/>
                    <a:pt x="416" y="379"/>
                    <a:pt x="417" y="372"/>
                  </a:cubicBezTo>
                  <a:cubicBezTo>
                    <a:pt x="432" y="354"/>
                    <a:pt x="437" y="346"/>
                    <a:pt x="442" y="337"/>
                  </a:cubicBezTo>
                  <a:cubicBezTo>
                    <a:pt x="466" y="307"/>
                    <a:pt x="467" y="295"/>
                    <a:pt x="477" y="292"/>
                  </a:cubicBezTo>
                  <a:cubicBezTo>
                    <a:pt x="499" y="244"/>
                    <a:pt x="508" y="247"/>
                    <a:pt x="507" y="239"/>
                  </a:cubicBezTo>
                  <a:cubicBezTo>
                    <a:pt x="524" y="202"/>
                    <a:pt x="526" y="190"/>
                    <a:pt x="532" y="183"/>
                  </a:cubicBezTo>
                  <a:cubicBezTo>
                    <a:pt x="548" y="92"/>
                    <a:pt x="554" y="90"/>
                    <a:pt x="550" y="85"/>
                  </a:cubicBezTo>
                  <a:cubicBezTo>
                    <a:pt x="558" y="74"/>
                    <a:pt x="553" y="90"/>
                    <a:pt x="555" y="113"/>
                  </a:cubicBezTo>
                  <a:cubicBezTo>
                    <a:pt x="542" y="172"/>
                    <a:pt x="541" y="178"/>
                    <a:pt x="537" y="181"/>
                  </a:cubicBezTo>
                  <a:cubicBezTo>
                    <a:pt x="505" y="263"/>
                    <a:pt x="501" y="266"/>
                    <a:pt x="499" y="271"/>
                  </a:cubicBezTo>
                  <a:cubicBezTo>
                    <a:pt x="484" y="295"/>
                    <a:pt x="484" y="297"/>
                    <a:pt x="482" y="297"/>
                  </a:cubicBezTo>
                  <a:cubicBezTo>
                    <a:pt x="457" y="329"/>
                    <a:pt x="455" y="341"/>
                    <a:pt x="447" y="347"/>
                  </a:cubicBezTo>
                  <a:cubicBezTo>
                    <a:pt x="407" y="407"/>
                    <a:pt x="403" y="417"/>
                    <a:pt x="399" y="428"/>
                  </a:cubicBezTo>
                  <a:cubicBezTo>
                    <a:pt x="366" y="495"/>
                    <a:pt x="355" y="497"/>
                    <a:pt x="354" y="511"/>
                  </a:cubicBezTo>
                  <a:cubicBezTo>
                    <a:pt x="335" y="549"/>
                    <a:pt x="325" y="553"/>
                    <a:pt x="326" y="569"/>
                  </a:cubicBezTo>
                  <a:cubicBezTo>
                    <a:pt x="362" y="513"/>
                    <a:pt x="363" y="500"/>
                    <a:pt x="369" y="493"/>
                  </a:cubicBezTo>
                  <a:cubicBezTo>
                    <a:pt x="404" y="438"/>
                    <a:pt x="412" y="433"/>
                    <a:pt x="414" y="423"/>
                  </a:cubicBezTo>
                  <a:cubicBezTo>
                    <a:pt x="432" y="393"/>
                    <a:pt x="442" y="397"/>
                    <a:pt x="439" y="387"/>
                  </a:cubicBezTo>
                  <a:cubicBezTo>
                    <a:pt x="476" y="345"/>
                    <a:pt x="475" y="336"/>
                    <a:pt x="482" y="334"/>
                  </a:cubicBezTo>
                  <a:cubicBezTo>
                    <a:pt x="503" y="295"/>
                    <a:pt x="509" y="292"/>
                    <a:pt x="512" y="287"/>
                  </a:cubicBezTo>
                  <a:cubicBezTo>
                    <a:pt x="539" y="245"/>
                    <a:pt x="539" y="228"/>
                    <a:pt x="547" y="219"/>
                  </a:cubicBezTo>
                  <a:cubicBezTo>
                    <a:pt x="562" y="165"/>
                    <a:pt x="567" y="153"/>
                    <a:pt x="570" y="138"/>
                  </a:cubicBezTo>
                  <a:cubicBezTo>
                    <a:pt x="577" y="72"/>
                    <a:pt x="586" y="67"/>
                    <a:pt x="585" y="57"/>
                  </a:cubicBezTo>
                  <a:cubicBezTo>
                    <a:pt x="585" y="94"/>
                    <a:pt x="579" y="99"/>
                    <a:pt x="580" y="110"/>
                  </a:cubicBezTo>
                  <a:cubicBezTo>
                    <a:pt x="567" y="189"/>
                    <a:pt x="560" y="188"/>
                    <a:pt x="562" y="196"/>
                  </a:cubicBezTo>
                  <a:cubicBezTo>
                    <a:pt x="550" y="239"/>
                    <a:pt x="538" y="250"/>
                    <a:pt x="535" y="269"/>
                  </a:cubicBezTo>
                  <a:cubicBezTo>
                    <a:pt x="506" y="321"/>
                    <a:pt x="500" y="322"/>
                    <a:pt x="500" y="329"/>
                  </a:cubicBezTo>
                  <a:cubicBezTo>
                    <a:pt x="467" y="374"/>
                    <a:pt x="461" y="376"/>
                    <a:pt x="457" y="380"/>
                  </a:cubicBezTo>
                  <a:cubicBezTo>
                    <a:pt x="427" y="424"/>
                    <a:pt x="425" y="427"/>
                    <a:pt x="424" y="430"/>
                  </a:cubicBezTo>
                  <a:cubicBezTo>
                    <a:pt x="401" y="471"/>
                    <a:pt x="394" y="474"/>
                    <a:pt x="391" y="480"/>
                  </a:cubicBezTo>
                  <a:cubicBezTo>
                    <a:pt x="381" y="509"/>
                    <a:pt x="381" y="506"/>
                    <a:pt x="381" y="503"/>
                  </a:cubicBezTo>
                  <a:cubicBezTo>
                    <a:pt x="415" y="463"/>
                    <a:pt x="421" y="454"/>
                    <a:pt x="429" y="448"/>
                  </a:cubicBezTo>
                  <a:cubicBezTo>
                    <a:pt x="442" y="427"/>
                    <a:pt x="447" y="428"/>
                    <a:pt x="447" y="425"/>
                  </a:cubicBezTo>
                  <a:cubicBezTo>
                    <a:pt x="472" y="394"/>
                    <a:pt x="479" y="387"/>
                    <a:pt x="484" y="380"/>
                  </a:cubicBezTo>
                  <a:cubicBezTo>
                    <a:pt x="504" y="353"/>
                    <a:pt x="508" y="349"/>
                    <a:pt x="512" y="347"/>
                  </a:cubicBezTo>
                  <a:cubicBezTo>
                    <a:pt x="538" y="309"/>
                    <a:pt x="541" y="301"/>
                    <a:pt x="545" y="294"/>
                  </a:cubicBezTo>
                  <a:cubicBezTo>
                    <a:pt x="559" y="253"/>
                    <a:pt x="562" y="251"/>
                    <a:pt x="567" y="251"/>
                  </a:cubicBezTo>
                  <a:cubicBezTo>
                    <a:pt x="523" y="343"/>
                    <a:pt x="520" y="354"/>
                    <a:pt x="512" y="360"/>
                  </a:cubicBezTo>
                  <a:cubicBezTo>
                    <a:pt x="483" y="397"/>
                    <a:pt x="482" y="399"/>
                    <a:pt x="482" y="402"/>
                  </a:cubicBezTo>
                  <a:cubicBezTo>
                    <a:pt x="463" y="420"/>
                    <a:pt x="460" y="424"/>
                    <a:pt x="459" y="430"/>
                  </a:cubicBezTo>
                  <a:cubicBezTo>
                    <a:pt x="433" y="460"/>
                    <a:pt x="432" y="462"/>
                    <a:pt x="429" y="463"/>
                  </a:cubicBezTo>
                  <a:cubicBezTo>
                    <a:pt x="403" y="503"/>
                    <a:pt x="395" y="502"/>
                    <a:pt x="394" y="508"/>
                  </a:cubicBezTo>
                  <a:cubicBezTo>
                    <a:pt x="360" y="548"/>
                    <a:pt x="356" y="558"/>
                    <a:pt x="351" y="566"/>
                  </a:cubicBezTo>
                  <a:cubicBezTo>
                    <a:pt x="315" y="653"/>
                    <a:pt x="316" y="649"/>
                    <a:pt x="319" y="649"/>
                  </a:cubicBezTo>
                  <a:cubicBezTo>
                    <a:pt x="332" y="628"/>
                    <a:pt x="333" y="622"/>
                    <a:pt x="336" y="619"/>
                  </a:cubicBezTo>
                  <a:cubicBezTo>
                    <a:pt x="367" y="582"/>
                    <a:pt x="371" y="575"/>
                    <a:pt x="376" y="568"/>
                  </a:cubicBezTo>
                  <a:cubicBezTo>
                    <a:pt x="394" y="542"/>
                    <a:pt x="402" y="543"/>
                    <a:pt x="402" y="536"/>
                  </a:cubicBezTo>
                  <a:cubicBezTo>
                    <a:pt x="438" y="505"/>
                    <a:pt x="438" y="494"/>
                    <a:pt x="447" y="490"/>
                  </a:cubicBezTo>
                  <a:cubicBezTo>
                    <a:pt x="471" y="464"/>
                    <a:pt x="471" y="452"/>
                    <a:pt x="479" y="448"/>
                  </a:cubicBezTo>
                  <a:cubicBezTo>
                    <a:pt x="500" y="419"/>
                    <a:pt x="504" y="411"/>
                    <a:pt x="510" y="405"/>
                  </a:cubicBezTo>
                  <a:cubicBezTo>
                    <a:pt x="544" y="340"/>
                    <a:pt x="544" y="334"/>
                    <a:pt x="547" y="332"/>
                  </a:cubicBezTo>
                  <a:cubicBezTo>
                    <a:pt x="576" y="260"/>
                    <a:pt x="573" y="249"/>
                    <a:pt x="577" y="244"/>
                  </a:cubicBezTo>
                  <a:cubicBezTo>
                    <a:pt x="586" y="197"/>
                    <a:pt x="588" y="164"/>
                    <a:pt x="595" y="135"/>
                  </a:cubicBezTo>
                  <a:cubicBezTo>
                    <a:pt x="594" y="196"/>
                    <a:pt x="589" y="206"/>
                    <a:pt x="590" y="224"/>
                  </a:cubicBezTo>
                  <a:cubicBezTo>
                    <a:pt x="572" y="286"/>
                    <a:pt x="575" y="297"/>
                    <a:pt x="570" y="299"/>
                  </a:cubicBezTo>
                  <a:cubicBezTo>
                    <a:pt x="537" y="378"/>
                    <a:pt x="533" y="389"/>
                    <a:pt x="525" y="397"/>
                  </a:cubicBezTo>
                  <a:cubicBezTo>
                    <a:pt x="506" y="431"/>
                    <a:pt x="503" y="431"/>
                    <a:pt x="502" y="435"/>
                  </a:cubicBezTo>
                  <a:cubicBezTo>
                    <a:pt x="485" y="464"/>
                    <a:pt x="476" y="464"/>
                    <a:pt x="477" y="473"/>
                  </a:cubicBezTo>
                  <a:cubicBezTo>
                    <a:pt x="452" y="503"/>
                    <a:pt x="446" y="505"/>
                    <a:pt x="442" y="508"/>
                  </a:cubicBezTo>
                  <a:cubicBezTo>
                    <a:pt x="424" y="523"/>
                    <a:pt x="427" y="534"/>
                    <a:pt x="419" y="533"/>
                  </a:cubicBezTo>
                  <a:cubicBezTo>
                    <a:pt x="337" y="645"/>
                    <a:pt x="338" y="641"/>
                    <a:pt x="341" y="641"/>
                  </a:cubicBezTo>
                  <a:cubicBezTo>
                    <a:pt x="357" y="630"/>
                    <a:pt x="354" y="622"/>
                    <a:pt x="359" y="621"/>
                  </a:cubicBezTo>
                  <a:cubicBezTo>
                    <a:pt x="419" y="562"/>
                    <a:pt x="442" y="543"/>
                    <a:pt x="459" y="518"/>
                  </a:cubicBezTo>
                  <a:cubicBezTo>
                    <a:pt x="475" y="496"/>
                    <a:pt x="482" y="498"/>
                    <a:pt x="482" y="493"/>
                  </a:cubicBezTo>
                  <a:cubicBezTo>
                    <a:pt x="501" y="474"/>
                    <a:pt x="503" y="471"/>
                    <a:pt x="505" y="468"/>
                  </a:cubicBezTo>
                  <a:cubicBezTo>
                    <a:pt x="547" y="407"/>
                    <a:pt x="552" y="402"/>
                    <a:pt x="557" y="397"/>
                  </a:cubicBezTo>
                  <a:cubicBezTo>
                    <a:pt x="585" y="334"/>
                    <a:pt x="592" y="336"/>
                    <a:pt x="590" y="329"/>
                  </a:cubicBezTo>
                  <a:cubicBezTo>
                    <a:pt x="604" y="294"/>
                    <a:pt x="606" y="286"/>
                    <a:pt x="610" y="281"/>
                  </a:cubicBezTo>
                  <a:cubicBezTo>
                    <a:pt x="629" y="217"/>
                    <a:pt x="627" y="222"/>
                    <a:pt x="628" y="226"/>
                  </a:cubicBezTo>
                  <a:cubicBezTo>
                    <a:pt x="614" y="259"/>
                    <a:pt x="624" y="266"/>
                    <a:pt x="618" y="269"/>
                  </a:cubicBezTo>
                  <a:cubicBezTo>
                    <a:pt x="600" y="334"/>
                    <a:pt x="592" y="341"/>
                    <a:pt x="590" y="354"/>
                  </a:cubicBezTo>
                  <a:cubicBezTo>
                    <a:pt x="569" y="389"/>
                    <a:pt x="569" y="396"/>
                    <a:pt x="565" y="400"/>
                  </a:cubicBezTo>
                  <a:cubicBezTo>
                    <a:pt x="539" y="449"/>
                    <a:pt x="528" y="446"/>
                    <a:pt x="530" y="455"/>
                  </a:cubicBezTo>
                  <a:cubicBezTo>
                    <a:pt x="494" y="498"/>
                    <a:pt x="491" y="501"/>
                    <a:pt x="487" y="505"/>
                  </a:cubicBezTo>
                  <a:cubicBezTo>
                    <a:pt x="467" y="523"/>
                    <a:pt x="465" y="536"/>
                    <a:pt x="454" y="541"/>
                  </a:cubicBezTo>
                  <a:cubicBezTo>
                    <a:pt x="435" y="560"/>
                    <a:pt x="434" y="562"/>
                    <a:pt x="434" y="566"/>
                  </a:cubicBezTo>
                  <a:cubicBezTo>
                    <a:pt x="409" y="593"/>
                    <a:pt x="397" y="589"/>
                    <a:pt x="399" y="599"/>
                  </a:cubicBezTo>
                  <a:cubicBezTo>
                    <a:pt x="371" y="623"/>
                    <a:pt x="367" y="627"/>
                    <a:pt x="364" y="631"/>
                  </a:cubicBezTo>
                  <a:cubicBezTo>
                    <a:pt x="347" y="653"/>
                    <a:pt x="344" y="654"/>
                    <a:pt x="341" y="654"/>
                  </a:cubicBezTo>
                  <a:cubicBezTo>
                    <a:pt x="306" y="715"/>
                    <a:pt x="304" y="720"/>
                    <a:pt x="301" y="722"/>
                  </a:cubicBezTo>
                  <a:cubicBezTo>
                    <a:pt x="296" y="747"/>
                    <a:pt x="297" y="745"/>
                    <a:pt x="299" y="745"/>
                  </a:cubicBezTo>
                  <a:cubicBezTo>
                    <a:pt x="318" y="708"/>
                    <a:pt x="325" y="704"/>
                    <a:pt x="329" y="697"/>
                  </a:cubicBezTo>
                  <a:cubicBezTo>
                    <a:pt x="354" y="669"/>
                    <a:pt x="351" y="661"/>
                    <a:pt x="356" y="662"/>
                  </a:cubicBezTo>
                  <a:cubicBezTo>
                    <a:pt x="380" y="634"/>
                    <a:pt x="389" y="622"/>
                    <a:pt x="399" y="611"/>
                  </a:cubicBezTo>
                  <a:cubicBezTo>
                    <a:pt x="461" y="555"/>
                    <a:pt x="469" y="552"/>
                    <a:pt x="472" y="543"/>
                  </a:cubicBezTo>
                  <a:cubicBezTo>
                    <a:pt x="512" y="507"/>
                    <a:pt x="513" y="503"/>
                    <a:pt x="520" y="503"/>
                  </a:cubicBezTo>
                  <a:cubicBezTo>
                    <a:pt x="550" y="469"/>
                    <a:pt x="557" y="461"/>
                    <a:pt x="565" y="455"/>
                  </a:cubicBezTo>
                  <a:cubicBezTo>
                    <a:pt x="598" y="394"/>
                    <a:pt x="603" y="386"/>
                    <a:pt x="610" y="380"/>
                  </a:cubicBezTo>
                  <a:cubicBezTo>
                    <a:pt x="617" y="354"/>
                    <a:pt x="618" y="350"/>
                    <a:pt x="623" y="349"/>
                  </a:cubicBezTo>
                  <a:cubicBezTo>
                    <a:pt x="643" y="301"/>
                    <a:pt x="640" y="315"/>
                    <a:pt x="638" y="317"/>
                  </a:cubicBezTo>
                  <a:cubicBezTo>
                    <a:pt x="614" y="376"/>
                    <a:pt x="614" y="391"/>
                    <a:pt x="605" y="397"/>
                  </a:cubicBezTo>
                  <a:cubicBezTo>
                    <a:pt x="571" y="455"/>
                    <a:pt x="568" y="462"/>
                    <a:pt x="565" y="470"/>
                  </a:cubicBezTo>
                  <a:cubicBezTo>
                    <a:pt x="543" y="489"/>
                    <a:pt x="545" y="498"/>
                    <a:pt x="537" y="495"/>
                  </a:cubicBezTo>
                  <a:cubicBezTo>
                    <a:pt x="520" y="516"/>
                    <a:pt x="516" y="518"/>
                    <a:pt x="512" y="521"/>
                  </a:cubicBezTo>
                  <a:cubicBezTo>
                    <a:pt x="488" y="541"/>
                    <a:pt x="485" y="549"/>
                    <a:pt x="477" y="553"/>
                  </a:cubicBezTo>
                  <a:cubicBezTo>
                    <a:pt x="451" y="584"/>
                    <a:pt x="445" y="583"/>
                    <a:pt x="444" y="589"/>
                  </a:cubicBezTo>
                  <a:cubicBezTo>
                    <a:pt x="416" y="615"/>
                    <a:pt x="402" y="624"/>
                    <a:pt x="392" y="636"/>
                  </a:cubicBezTo>
                  <a:cubicBezTo>
                    <a:pt x="369" y="660"/>
                    <a:pt x="366" y="668"/>
                    <a:pt x="359" y="672"/>
                  </a:cubicBezTo>
                  <a:cubicBezTo>
                    <a:pt x="326" y="726"/>
                    <a:pt x="315" y="734"/>
                    <a:pt x="309" y="747"/>
                  </a:cubicBezTo>
                  <a:cubicBezTo>
                    <a:pt x="299" y="770"/>
                    <a:pt x="301" y="766"/>
                    <a:pt x="304" y="762"/>
                  </a:cubicBezTo>
                  <a:cubicBezTo>
                    <a:pt x="323" y="737"/>
                    <a:pt x="326" y="734"/>
                    <a:pt x="329" y="730"/>
                  </a:cubicBezTo>
                  <a:cubicBezTo>
                    <a:pt x="353" y="695"/>
                    <a:pt x="356" y="695"/>
                    <a:pt x="359" y="694"/>
                  </a:cubicBezTo>
                  <a:cubicBezTo>
                    <a:pt x="373" y="674"/>
                    <a:pt x="377" y="671"/>
                    <a:pt x="379" y="667"/>
                  </a:cubicBezTo>
                  <a:cubicBezTo>
                    <a:pt x="427" y="618"/>
                    <a:pt x="427" y="612"/>
                    <a:pt x="432" y="611"/>
                  </a:cubicBezTo>
                  <a:cubicBezTo>
                    <a:pt x="465" y="583"/>
                    <a:pt x="468" y="575"/>
                    <a:pt x="477" y="573"/>
                  </a:cubicBezTo>
                  <a:cubicBezTo>
                    <a:pt x="532" y="525"/>
                    <a:pt x="537" y="523"/>
                    <a:pt x="540" y="521"/>
                  </a:cubicBezTo>
                  <a:cubicBezTo>
                    <a:pt x="572" y="493"/>
                    <a:pt x="577" y="488"/>
                    <a:pt x="583" y="483"/>
                  </a:cubicBezTo>
                  <a:cubicBezTo>
                    <a:pt x="603" y="467"/>
                    <a:pt x="601" y="462"/>
                    <a:pt x="603" y="460"/>
                  </a:cubicBezTo>
                  <a:cubicBezTo>
                    <a:pt x="640" y="421"/>
                    <a:pt x="644" y="403"/>
                    <a:pt x="656" y="392"/>
                  </a:cubicBezTo>
                  <a:cubicBezTo>
                    <a:pt x="677" y="336"/>
                    <a:pt x="684" y="332"/>
                    <a:pt x="686" y="322"/>
                  </a:cubicBezTo>
                  <a:cubicBezTo>
                    <a:pt x="694" y="312"/>
                    <a:pt x="693" y="316"/>
                    <a:pt x="691" y="319"/>
                  </a:cubicBezTo>
                  <a:cubicBezTo>
                    <a:pt x="672" y="371"/>
                    <a:pt x="672" y="380"/>
                    <a:pt x="666" y="385"/>
                  </a:cubicBezTo>
                  <a:cubicBezTo>
                    <a:pt x="638" y="427"/>
                    <a:pt x="637" y="437"/>
                    <a:pt x="630" y="440"/>
                  </a:cubicBezTo>
                  <a:cubicBezTo>
                    <a:pt x="614" y="466"/>
                    <a:pt x="617" y="473"/>
                    <a:pt x="613" y="473"/>
                  </a:cubicBezTo>
                  <a:cubicBezTo>
                    <a:pt x="599" y="501"/>
                    <a:pt x="588" y="506"/>
                    <a:pt x="585" y="521"/>
                  </a:cubicBezTo>
                  <a:cubicBezTo>
                    <a:pt x="536" y="580"/>
                    <a:pt x="527" y="580"/>
                    <a:pt x="527" y="589"/>
                  </a:cubicBezTo>
                  <a:cubicBezTo>
                    <a:pt x="498" y="618"/>
                    <a:pt x="489" y="617"/>
                    <a:pt x="490" y="626"/>
                  </a:cubicBezTo>
                  <a:cubicBezTo>
                    <a:pt x="455" y="659"/>
                    <a:pt x="447" y="668"/>
                    <a:pt x="437" y="674"/>
                  </a:cubicBezTo>
                  <a:cubicBezTo>
                    <a:pt x="408" y="701"/>
                    <a:pt x="406" y="706"/>
                    <a:pt x="404" y="709"/>
                  </a:cubicBezTo>
                  <a:cubicBezTo>
                    <a:pt x="384" y="728"/>
                    <a:pt x="380" y="730"/>
                    <a:pt x="377" y="732"/>
                  </a:cubicBezTo>
                  <a:cubicBezTo>
                    <a:pt x="365" y="749"/>
                    <a:pt x="359" y="754"/>
                    <a:pt x="354" y="760"/>
                  </a:cubicBezTo>
                  <a:cubicBezTo>
                    <a:pt x="309" y="824"/>
                    <a:pt x="309" y="830"/>
                    <a:pt x="304" y="830"/>
                  </a:cubicBezTo>
                  <a:cubicBezTo>
                    <a:pt x="289" y="858"/>
                    <a:pt x="285" y="858"/>
                    <a:pt x="286" y="863"/>
                  </a:cubicBezTo>
                  <a:cubicBezTo>
                    <a:pt x="270" y="881"/>
                    <a:pt x="270" y="888"/>
                    <a:pt x="266" y="891"/>
                  </a:cubicBezTo>
                  <a:cubicBezTo>
                    <a:pt x="252" y="942"/>
                    <a:pt x="260" y="953"/>
                    <a:pt x="253" y="961"/>
                  </a:cubicBezTo>
                  <a:cubicBezTo>
                    <a:pt x="275" y="924"/>
                    <a:pt x="276" y="916"/>
                    <a:pt x="281" y="913"/>
                  </a:cubicBezTo>
                  <a:cubicBezTo>
                    <a:pt x="296" y="889"/>
                    <a:pt x="296" y="885"/>
                    <a:pt x="296" y="881"/>
                  </a:cubicBezTo>
                  <a:cubicBezTo>
                    <a:pt x="328" y="826"/>
                    <a:pt x="337" y="820"/>
                    <a:pt x="341" y="808"/>
                  </a:cubicBezTo>
                  <a:cubicBezTo>
                    <a:pt x="391" y="746"/>
                    <a:pt x="402" y="741"/>
                    <a:pt x="407" y="730"/>
                  </a:cubicBezTo>
                  <a:cubicBezTo>
                    <a:pt x="466" y="676"/>
                    <a:pt x="464" y="669"/>
                    <a:pt x="472" y="672"/>
                  </a:cubicBezTo>
                  <a:cubicBezTo>
                    <a:pt x="497" y="651"/>
                    <a:pt x="495" y="644"/>
                    <a:pt x="500" y="644"/>
                  </a:cubicBezTo>
                  <a:cubicBezTo>
                    <a:pt x="524" y="614"/>
                    <a:pt x="532" y="607"/>
                    <a:pt x="540" y="599"/>
                  </a:cubicBezTo>
                  <a:cubicBezTo>
                    <a:pt x="560" y="577"/>
                    <a:pt x="562" y="575"/>
                    <a:pt x="563" y="578"/>
                  </a:cubicBezTo>
                  <a:cubicBezTo>
                    <a:pt x="532" y="621"/>
                    <a:pt x="526" y="621"/>
                    <a:pt x="525" y="626"/>
                  </a:cubicBezTo>
                  <a:cubicBezTo>
                    <a:pt x="515" y="645"/>
                    <a:pt x="502" y="643"/>
                    <a:pt x="502" y="654"/>
                  </a:cubicBezTo>
                  <a:cubicBezTo>
                    <a:pt x="477" y="678"/>
                    <a:pt x="473" y="681"/>
                    <a:pt x="467" y="682"/>
                  </a:cubicBezTo>
                  <a:cubicBezTo>
                    <a:pt x="440" y="699"/>
                    <a:pt x="454" y="709"/>
                    <a:pt x="442" y="707"/>
                  </a:cubicBezTo>
                  <a:cubicBezTo>
                    <a:pt x="411" y="729"/>
                    <a:pt x="426" y="737"/>
                    <a:pt x="417" y="737"/>
                  </a:cubicBezTo>
                  <a:cubicBezTo>
                    <a:pt x="405" y="760"/>
                    <a:pt x="394" y="754"/>
                    <a:pt x="397" y="762"/>
                  </a:cubicBezTo>
                  <a:cubicBezTo>
                    <a:pt x="340" y="837"/>
                    <a:pt x="330" y="837"/>
                    <a:pt x="331" y="848"/>
                  </a:cubicBezTo>
                  <a:cubicBezTo>
                    <a:pt x="298" y="899"/>
                    <a:pt x="301" y="909"/>
                    <a:pt x="294" y="911"/>
                  </a:cubicBezTo>
                  <a:cubicBezTo>
                    <a:pt x="276" y="946"/>
                    <a:pt x="271" y="948"/>
                    <a:pt x="271" y="956"/>
                  </a:cubicBezTo>
                  <a:cubicBezTo>
                    <a:pt x="289" y="939"/>
                    <a:pt x="287" y="927"/>
                    <a:pt x="294" y="923"/>
                  </a:cubicBezTo>
                  <a:cubicBezTo>
                    <a:pt x="324" y="876"/>
                    <a:pt x="325" y="872"/>
                    <a:pt x="329" y="871"/>
                  </a:cubicBezTo>
                  <a:cubicBezTo>
                    <a:pt x="345" y="847"/>
                    <a:pt x="350" y="842"/>
                    <a:pt x="351" y="833"/>
                  </a:cubicBezTo>
                  <a:cubicBezTo>
                    <a:pt x="391" y="775"/>
                    <a:pt x="403" y="777"/>
                    <a:pt x="404" y="767"/>
                  </a:cubicBezTo>
                  <a:cubicBezTo>
                    <a:pt x="425" y="740"/>
                    <a:pt x="432" y="742"/>
                    <a:pt x="434" y="740"/>
                  </a:cubicBezTo>
                  <a:cubicBezTo>
                    <a:pt x="450" y="719"/>
                    <a:pt x="452" y="717"/>
                    <a:pt x="455" y="714"/>
                  </a:cubicBezTo>
                  <a:cubicBezTo>
                    <a:pt x="479" y="688"/>
                    <a:pt x="486" y="686"/>
                    <a:pt x="490" y="682"/>
                  </a:cubicBezTo>
                  <a:cubicBezTo>
                    <a:pt x="517" y="654"/>
                    <a:pt x="523" y="652"/>
                    <a:pt x="525" y="646"/>
                  </a:cubicBezTo>
                  <a:cubicBezTo>
                    <a:pt x="547" y="627"/>
                    <a:pt x="547" y="624"/>
                    <a:pt x="548" y="621"/>
                  </a:cubicBezTo>
                  <a:cubicBezTo>
                    <a:pt x="574" y="586"/>
                    <a:pt x="584" y="581"/>
                    <a:pt x="588" y="571"/>
                  </a:cubicBezTo>
                  <a:cubicBezTo>
                    <a:pt x="602" y="554"/>
                    <a:pt x="603" y="558"/>
                    <a:pt x="603" y="561"/>
                  </a:cubicBezTo>
                  <a:cubicBezTo>
                    <a:pt x="564" y="608"/>
                    <a:pt x="562" y="624"/>
                    <a:pt x="553" y="631"/>
                  </a:cubicBezTo>
                  <a:cubicBezTo>
                    <a:pt x="533" y="653"/>
                    <a:pt x="531" y="655"/>
                    <a:pt x="527" y="656"/>
                  </a:cubicBezTo>
                  <a:cubicBezTo>
                    <a:pt x="489" y="688"/>
                    <a:pt x="491" y="694"/>
                    <a:pt x="487" y="694"/>
                  </a:cubicBezTo>
                  <a:cubicBezTo>
                    <a:pt x="459" y="725"/>
                    <a:pt x="455" y="729"/>
                    <a:pt x="450" y="732"/>
                  </a:cubicBezTo>
                  <a:cubicBezTo>
                    <a:pt x="414" y="777"/>
                    <a:pt x="409" y="779"/>
                    <a:pt x="404" y="782"/>
                  </a:cubicBezTo>
                  <a:cubicBezTo>
                    <a:pt x="368" y="827"/>
                    <a:pt x="367" y="833"/>
                    <a:pt x="364" y="838"/>
                  </a:cubicBezTo>
                  <a:cubicBezTo>
                    <a:pt x="347" y="861"/>
                    <a:pt x="347" y="865"/>
                    <a:pt x="344" y="865"/>
                  </a:cubicBezTo>
                  <a:cubicBezTo>
                    <a:pt x="316" y="902"/>
                    <a:pt x="318" y="908"/>
                    <a:pt x="314" y="908"/>
                  </a:cubicBezTo>
                  <a:cubicBezTo>
                    <a:pt x="297" y="944"/>
                    <a:pt x="292" y="947"/>
                    <a:pt x="289" y="951"/>
                  </a:cubicBezTo>
                  <a:cubicBezTo>
                    <a:pt x="272" y="991"/>
                    <a:pt x="265" y="999"/>
                    <a:pt x="264" y="1012"/>
                  </a:cubicBezTo>
                  <a:cubicBezTo>
                    <a:pt x="246" y="1070"/>
                    <a:pt x="247" y="1080"/>
                    <a:pt x="243" y="1084"/>
                  </a:cubicBezTo>
                  <a:cubicBezTo>
                    <a:pt x="275" y="1031"/>
                    <a:pt x="275" y="1019"/>
                    <a:pt x="281" y="1014"/>
                  </a:cubicBezTo>
                  <a:cubicBezTo>
                    <a:pt x="300" y="980"/>
                    <a:pt x="306" y="968"/>
                    <a:pt x="311" y="956"/>
                  </a:cubicBezTo>
                  <a:cubicBezTo>
                    <a:pt x="329" y="925"/>
                    <a:pt x="336" y="929"/>
                    <a:pt x="334" y="921"/>
                  </a:cubicBezTo>
                  <a:cubicBezTo>
                    <a:pt x="370" y="883"/>
                    <a:pt x="367" y="872"/>
                    <a:pt x="377" y="873"/>
                  </a:cubicBezTo>
                  <a:cubicBezTo>
                    <a:pt x="395" y="849"/>
                    <a:pt x="404" y="842"/>
                    <a:pt x="412" y="833"/>
                  </a:cubicBezTo>
                  <a:cubicBezTo>
                    <a:pt x="432" y="811"/>
                    <a:pt x="434" y="810"/>
                    <a:pt x="434" y="808"/>
                  </a:cubicBezTo>
                  <a:cubicBezTo>
                    <a:pt x="468" y="774"/>
                    <a:pt x="473" y="764"/>
                    <a:pt x="482" y="757"/>
                  </a:cubicBezTo>
                  <a:cubicBezTo>
                    <a:pt x="518" y="710"/>
                    <a:pt x="527" y="711"/>
                    <a:pt x="525" y="702"/>
                  </a:cubicBezTo>
                  <a:cubicBezTo>
                    <a:pt x="512" y="725"/>
                    <a:pt x="513" y="729"/>
                    <a:pt x="512" y="732"/>
                  </a:cubicBezTo>
                  <a:cubicBezTo>
                    <a:pt x="497" y="756"/>
                    <a:pt x="486" y="759"/>
                    <a:pt x="482" y="767"/>
                  </a:cubicBezTo>
                  <a:cubicBezTo>
                    <a:pt x="463" y="791"/>
                    <a:pt x="457" y="793"/>
                    <a:pt x="452" y="795"/>
                  </a:cubicBezTo>
                  <a:cubicBezTo>
                    <a:pt x="362" y="908"/>
                    <a:pt x="358" y="911"/>
                    <a:pt x="354" y="913"/>
                  </a:cubicBezTo>
                  <a:cubicBezTo>
                    <a:pt x="338" y="944"/>
                    <a:pt x="330" y="941"/>
                    <a:pt x="331" y="948"/>
                  </a:cubicBezTo>
                  <a:cubicBezTo>
                    <a:pt x="305" y="988"/>
                    <a:pt x="305" y="994"/>
                    <a:pt x="301" y="996"/>
                  </a:cubicBezTo>
                  <a:cubicBezTo>
                    <a:pt x="313" y="984"/>
                    <a:pt x="317" y="981"/>
                    <a:pt x="319" y="976"/>
                  </a:cubicBezTo>
                  <a:cubicBezTo>
                    <a:pt x="362" y="938"/>
                    <a:pt x="357" y="928"/>
                    <a:pt x="364" y="928"/>
                  </a:cubicBezTo>
                  <a:cubicBezTo>
                    <a:pt x="379" y="903"/>
                    <a:pt x="390" y="907"/>
                    <a:pt x="389" y="901"/>
                  </a:cubicBezTo>
                  <a:cubicBezTo>
                    <a:pt x="416" y="869"/>
                    <a:pt x="427" y="873"/>
                    <a:pt x="424" y="865"/>
                  </a:cubicBezTo>
                  <a:cubicBezTo>
                    <a:pt x="450" y="844"/>
                    <a:pt x="454" y="836"/>
                    <a:pt x="462" y="833"/>
                  </a:cubicBezTo>
                  <a:cubicBezTo>
                    <a:pt x="510" y="785"/>
                    <a:pt x="513" y="782"/>
                    <a:pt x="515" y="780"/>
                  </a:cubicBezTo>
                  <a:cubicBezTo>
                    <a:pt x="536" y="752"/>
                    <a:pt x="545" y="755"/>
                    <a:pt x="543" y="747"/>
                  </a:cubicBezTo>
                  <a:cubicBezTo>
                    <a:pt x="566" y="714"/>
                    <a:pt x="568" y="710"/>
                    <a:pt x="570" y="707"/>
                  </a:cubicBezTo>
                  <a:cubicBezTo>
                    <a:pt x="591" y="657"/>
                    <a:pt x="601" y="647"/>
                    <a:pt x="605" y="631"/>
                  </a:cubicBezTo>
                  <a:cubicBezTo>
                    <a:pt x="597" y="662"/>
                    <a:pt x="596" y="668"/>
                    <a:pt x="595" y="674"/>
                  </a:cubicBezTo>
                  <a:cubicBezTo>
                    <a:pt x="577" y="704"/>
                    <a:pt x="573" y="716"/>
                    <a:pt x="568" y="727"/>
                  </a:cubicBezTo>
                  <a:cubicBezTo>
                    <a:pt x="537" y="772"/>
                    <a:pt x="532" y="774"/>
                    <a:pt x="528" y="777"/>
                  </a:cubicBezTo>
                  <a:cubicBezTo>
                    <a:pt x="516" y="796"/>
                    <a:pt x="509" y="797"/>
                    <a:pt x="507" y="802"/>
                  </a:cubicBezTo>
                  <a:cubicBezTo>
                    <a:pt x="475" y="834"/>
                    <a:pt x="473" y="835"/>
                    <a:pt x="472" y="838"/>
                  </a:cubicBezTo>
                  <a:cubicBezTo>
                    <a:pt x="458" y="853"/>
                    <a:pt x="452" y="855"/>
                    <a:pt x="447" y="858"/>
                  </a:cubicBezTo>
                  <a:cubicBezTo>
                    <a:pt x="430" y="871"/>
                    <a:pt x="434" y="882"/>
                    <a:pt x="424" y="881"/>
                  </a:cubicBezTo>
                  <a:cubicBezTo>
                    <a:pt x="388" y="922"/>
                    <a:pt x="381" y="923"/>
                    <a:pt x="379" y="928"/>
                  </a:cubicBezTo>
                  <a:cubicBezTo>
                    <a:pt x="356" y="958"/>
                    <a:pt x="346" y="955"/>
                    <a:pt x="347" y="964"/>
                  </a:cubicBezTo>
                  <a:cubicBezTo>
                    <a:pt x="311" y="1003"/>
                    <a:pt x="313" y="1013"/>
                    <a:pt x="306" y="1014"/>
                  </a:cubicBezTo>
                  <a:cubicBezTo>
                    <a:pt x="282" y="1051"/>
                    <a:pt x="281" y="1054"/>
                    <a:pt x="281" y="1057"/>
                  </a:cubicBezTo>
                  <a:cubicBezTo>
                    <a:pt x="263" y="1076"/>
                    <a:pt x="266" y="1095"/>
                    <a:pt x="256" y="1100"/>
                  </a:cubicBezTo>
                  <a:cubicBezTo>
                    <a:pt x="251" y="1150"/>
                    <a:pt x="250" y="1138"/>
                    <a:pt x="256" y="1135"/>
                  </a:cubicBezTo>
                  <a:cubicBezTo>
                    <a:pt x="289" y="1070"/>
                    <a:pt x="297" y="1067"/>
                    <a:pt x="299" y="1059"/>
                  </a:cubicBezTo>
                  <a:cubicBezTo>
                    <a:pt x="316" y="1029"/>
                    <a:pt x="323" y="1031"/>
                    <a:pt x="321" y="1024"/>
                  </a:cubicBezTo>
                  <a:cubicBezTo>
                    <a:pt x="338" y="1004"/>
                    <a:pt x="340" y="996"/>
                    <a:pt x="344" y="991"/>
                  </a:cubicBezTo>
                  <a:cubicBezTo>
                    <a:pt x="361" y="971"/>
                    <a:pt x="363" y="965"/>
                    <a:pt x="369" y="961"/>
                  </a:cubicBezTo>
                  <a:cubicBezTo>
                    <a:pt x="436" y="888"/>
                    <a:pt x="448" y="891"/>
                    <a:pt x="447" y="880"/>
                  </a:cubicBezTo>
                  <a:cubicBezTo>
                    <a:pt x="469" y="858"/>
                    <a:pt x="474" y="859"/>
                    <a:pt x="475" y="855"/>
                  </a:cubicBezTo>
                  <a:cubicBezTo>
                    <a:pt x="505" y="824"/>
                    <a:pt x="511" y="822"/>
                    <a:pt x="512" y="815"/>
                  </a:cubicBezTo>
                  <a:cubicBezTo>
                    <a:pt x="568" y="753"/>
                    <a:pt x="565" y="741"/>
                    <a:pt x="573" y="739"/>
                  </a:cubicBezTo>
                  <a:cubicBezTo>
                    <a:pt x="584" y="730"/>
                    <a:pt x="582" y="734"/>
                    <a:pt x="580" y="737"/>
                  </a:cubicBezTo>
                  <a:cubicBezTo>
                    <a:pt x="561" y="775"/>
                    <a:pt x="553" y="785"/>
                    <a:pt x="545" y="795"/>
                  </a:cubicBezTo>
                  <a:cubicBezTo>
                    <a:pt x="516" y="828"/>
                    <a:pt x="510" y="830"/>
                    <a:pt x="507" y="838"/>
                  </a:cubicBezTo>
                  <a:cubicBezTo>
                    <a:pt x="443" y="909"/>
                    <a:pt x="435" y="906"/>
                    <a:pt x="435" y="911"/>
                  </a:cubicBezTo>
                  <a:cubicBezTo>
                    <a:pt x="419" y="924"/>
                    <a:pt x="417" y="927"/>
                    <a:pt x="417" y="931"/>
                  </a:cubicBezTo>
                  <a:cubicBezTo>
                    <a:pt x="381" y="966"/>
                    <a:pt x="371" y="974"/>
                    <a:pt x="364" y="986"/>
                  </a:cubicBezTo>
                  <a:cubicBezTo>
                    <a:pt x="347" y="1005"/>
                    <a:pt x="346" y="1013"/>
                    <a:pt x="339" y="1014"/>
                  </a:cubicBezTo>
                  <a:cubicBezTo>
                    <a:pt x="294" y="1085"/>
                    <a:pt x="293" y="1095"/>
                    <a:pt x="286" y="1100"/>
                  </a:cubicBezTo>
                  <a:cubicBezTo>
                    <a:pt x="259" y="1148"/>
                    <a:pt x="259" y="1154"/>
                    <a:pt x="256" y="1157"/>
                  </a:cubicBezTo>
                  <a:cubicBezTo>
                    <a:pt x="241" y="1199"/>
                    <a:pt x="246" y="1208"/>
                    <a:pt x="241" y="1218"/>
                  </a:cubicBezTo>
                  <a:cubicBezTo>
                    <a:pt x="260" y="1178"/>
                    <a:pt x="260" y="1172"/>
                    <a:pt x="264" y="1170"/>
                  </a:cubicBezTo>
                  <a:cubicBezTo>
                    <a:pt x="290" y="1114"/>
                    <a:pt x="297" y="1109"/>
                    <a:pt x="301" y="1102"/>
                  </a:cubicBezTo>
                  <a:cubicBezTo>
                    <a:pt x="336" y="1056"/>
                    <a:pt x="339" y="1048"/>
                    <a:pt x="344" y="1042"/>
                  </a:cubicBezTo>
                  <a:cubicBezTo>
                    <a:pt x="367" y="1006"/>
                    <a:pt x="373" y="1006"/>
                    <a:pt x="374" y="1001"/>
                  </a:cubicBezTo>
                  <a:cubicBezTo>
                    <a:pt x="410" y="964"/>
                    <a:pt x="416" y="964"/>
                    <a:pt x="417" y="959"/>
                  </a:cubicBezTo>
                  <a:cubicBezTo>
                    <a:pt x="453" y="919"/>
                    <a:pt x="467" y="910"/>
                    <a:pt x="475" y="896"/>
                  </a:cubicBezTo>
                  <a:cubicBezTo>
                    <a:pt x="505" y="865"/>
                    <a:pt x="517" y="863"/>
                    <a:pt x="520" y="850"/>
                  </a:cubicBezTo>
                  <a:cubicBezTo>
                    <a:pt x="554" y="810"/>
                    <a:pt x="558" y="807"/>
                    <a:pt x="560" y="802"/>
                  </a:cubicBezTo>
                  <a:cubicBezTo>
                    <a:pt x="584" y="766"/>
                    <a:pt x="596" y="762"/>
                    <a:pt x="598" y="750"/>
                  </a:cubicBezTo>
                  <a:cubicBezTo>
                    <a:pt x="627" y="704"/>
                    <a:pt x="632" y="702"/>
                    <a:pt x="633" y="697"/>
                  </a:cubicBezTo>
                  <a:cubicBezTo>
                    <a:pt x="623" y="720"/>
                    <a:pt x="626" y="728"/>
                    <a:pt x="621" y="727"/>
                  </a:cubicBezTo>
                  <a:cubicBezTo>
                    <a:pt x="597" y="761"/>
                    <a:pt x="596" y="771"/>
                    <a:pt x="588" y="772"/>
                  </a:cubicBezTo>
                  <a:cubicBezTo>
                    <a:pt x="575" y="802"/>
                    <a:pt x="566" y="803"/>
                    <a:pt x="565" y="812"/>
                  </a:cubicBezTo>
                  <a:cubicBezTo>
                    <a:pt x="538" y="856"/>
                    <a:pt x="525" y="854"/>
                    <a:pt x="525" y="865"/>
                  </a:cubicBezTo>
                  <a:cubicBezTo>
                    <a:pt x="510" y="886"/>
                    <a:pt x="501" y="883"/>
                    <a:pt x="500" y="888"/>
                  </a:cubicBezTo>
                  <a:cubicBezTo>
                    <a:pt x="481" y="905"/>
                    <a:pt x="479" y="907"/>
                    <a:pt x="477" y="911"/>
                  </a:cubicBezTo>
                  <a:cubicBezTo>
                    <a:pt x="449" y="935"/>
                    <a:pt x="452" y="943"/>
                    <a:pt x="447" y="943"/>
                  </a:cubicBezTo>
                  <a:cubicBezTo>
                    <a:pt x="429" y="962"/>
                    <a:pt x="427" y="963"/>
                    <a:pt x="425" y="966"/>
                  </a:cubicBezTo>
                  <a:cubicBezTo>
                    <a:pt x="401" y="992"/>
                    <a:pt x="398" y="995"/>
                    <a:pt x="394" y="996"/>
                  </a:cubicBezTo>
                  <a:cubicBezTo>
                    <a:pt x="379" y="1017"/>
                    <a:pt x="373" y="1015"/>
                    <a:pt x="374" y="1021"/>
                  </a:cubicBezTo>
                  <a:cubicBezTo>
                    <a:pt x="331" y="1077"/>
                    <a:pt x="326" y="1081"/>
                    <a:pt x="324" y="1089"/>
                  </a:cubicBezTo>
                  <a:cubicBezTo>
                    <a:pt x="309" y="1105"/>
                    <a:pt x="309" y="1109"/>
                    <a:pt x="309" y="1112"/>
                  </a:cubicBezTo>
                  <a:cubicBezTo>
                    <a:pt x="293" y="1133"/>
                    <a:pt x="293" y="1139"/>
                    <a:pt x="289" y="1142"/>
                  </a:cubicBezTo>
                  <a:cubicBezTo>
                    <a:pt x="272" y="1170"/>
                    <a:pt x="273" y="1176"/>
                    <a:pt x="271" y="1180"/>
                  </a:cubicBezTo>
                  <a:cubicBezTo>
                    <a:pt x="246" y="1241"/>
                    <a:pt x="246" y="1250"/>
                    <a:pt x="246" y="1258"/>
                  </a:cubicBezTo>
                  <a:cubicBezTo>
                    <a:pt x="257" y="1254"/>
                    <a:pt x="254" y="1246"/>
                    <a:pt x="259" y="1246"/>
                  </a:cubicBezTo>
                  <a:cubicBezTo>
                    <a:pt x="274" y="1211"/>
                    <a:pt x="275" y="1207"/>
                    <a:pt x="279" y="1205"/>
                  </a:cubicBezTo>
                  <a:cubicBezTo>
                    <a:pt x="320" y="1146"/>
                    <a:pt x="319" y="1135"/>
                    <a:pt x="327" y="1132"/>
                  </a:cubicBezTo>
                  <a:cubicBezTo>
                    <a:pt x="353" y="1085"/>
                    <a:pt x="363" y="1084"/>
                    <a:pt x="364" y="1074"/>
                  </a:cubicBezTo>
                  <a:cubicBezTo>
                    <a:pt x="392" y="1044"/>
                    <a:pt x="389" y="1036"/>
                    <a:pt x="394" y="1037"/>
                  </a:cubicBezTo>
                  <a:cubicBezTo>
                    <a:pt x="409" y="1021"/>
                    <a:pt x="409" y="1018"/>
                    <a:pt x="409" y="1016"/>
                  </a:cubicBezTo>
                  <a:cubicBezTo>
                    <a:pt x="421" y="1005"/>
                    <a:pt x="423" y="1003"/>
                    <a:pt x="427" y="1001"/>
                  </a:cubicBezTo>
                  <a:cubicBezTo>
                    <a:pt x="466" y="955"/>
                    <a:pt x="477" y="948"/>
                    <a:pt x="485" y="938"/>
                  </a:cubicBezTo>
                  <a:cubicBezTo>
                    <a:pt x="518" y="914"/>
                    <a:pt x="515" y="906"/>
                    <a:pt x="520" y="906"/>
                  </a:cubicBezTo>
                  <a:cubicBezTo>
                    <a:pt x="551" y="882"/>
                    <a:pt x="558" y="873"/>
                    <a:pt x="568" y="865"/>
                  </a:cubicBezTo>
                  <a:cubicBezTo>
                    <a:pt x="556" y="886"/>
                    <a:pt x="553" y="888"/>
                    <a:pt x="548" y="888"/>
                  </a:cubicBezTo>
                  <a:cubicBezTo>
                    <a:pt x="519" y="917"/>
                    <a:pt x="514" y="922"/>
                    <a:pt x="508" y="926"/>
                  </a:cubicBezTo>
                  <a:cubicBezTo>
                    <a:pt x="486" y="947"/>
                    <a:pt x="481" y="952"/>
                    <a:pt x="477" y="958"/>
                  </a:cubicBezTo>
                  <a:cubicBezTo>
                    <a:pt x="437" y="1004"/>
                    <a:pt x="435" y="1006"/>
                    <a:pt x="432" y="1009"/>
                  </a:cubicBezTo>
                  <a:cubicBezTo>
                    <a:pt x="378" y="1069"/>
                    <a:pt x="375" y="1086"/>
                    <a:pt x="362" y="1094"/>
                  </a:cubicBezTo>
                  <a:cubicBezTo>
                    <a:pt x="324" y="1152"/>
                    <a:pt x="326" y="1159"/>
                    <a:pt x="319" y="1157"/>
                  </a:cubicBezTo>
                  <a:cubicBezTo>
                    <a:pt x="305" y="1192"/>
                    <a:pt x="293" y="1190"/>
                    <a:pt x="294" y="1200"/>
                  </a:cubicBezTo>
                  <a:cubicBezTo>
                    <a:pt x="266" y="1260"/>
                    <a:pt x="259" y="1258"/>
                    <a:pt x="259" y="1263"/>
                  </a:cubicBezTo>
                  <a:cubicBezTo>
                    <a:pt x="251" y="1298"/>
                    <a:pt x="251" y="1292"/>
                    <a:pt x="246" y="1291"/>
                  </a:cubicBezTo>
                  <a:cubicBezTo>
                    <a:pt x="271" y="1295"/>
                    <a:pt x="258" y="1283"/>
                    <a:pt x="271" y="1283"/>
                  </a:cubicBezTo>
                  <a:cubicBezTo>
                    <a:pt x="326" y="1167"/>
                    <a:pt x="332" y="1165"/>
                    <a:pt x="334" y="1160"/>
                  </a:cubicBezTo>
                  <a:cubicBezTo>
                    <a:pt x="350" y="1123"/>
                    <a:pt x="361" y="1126"/>
                    <a:pt x="359" y="1117"/>
                  </a:cubicBezTo>
                  <a:cubicBezTo>
                    <a:pt x="387" y="1084"/>
                    <a:pt x="394" y="1076"/>
                    <a:pt x="399" y="1067"/>
                  </a:cubicBezTo>
                  <a:cubicBezTo>
                    <a:pt x="475" y="1001"/>
                    <a:pt x="472" y="992"/>
                    <a:pt x="480" y="994"/>
                  </a:cubicBezTo>
                  <a:cubicBezTo>
                    <a:pt x="497" y="981"/>
                    <a:pt x="502" y="975"/>
                    <a:pt x="510" y="971"/>
                  </a:cubicBezTo>
                  <a:cubicBezTo>
                    <a:pt x="532" y="952"/>
                    <a:pt x="534" y="948"/>
                    <a:pt x="540" y="948"/>
                  </a:cubicBezTo>
                  <a:cubicBezTo>
                    <a:pt x="553" y="931"/>
                    <a:pt x="556" y="931"/>
                    <a:pt x="558" y="931"/>
                  </a:cubicBezTo>
                  <a:cubicBezTo>
                    <a:pt x="594" y="891"/>
                    <a:pt x="607" y="882"/>
                    <a:pt x="613" y="865"/>
                  </a:cubicBezTo>
                  <a:cubicBezTo>
                    <a:pt x="599" y="896"/>
                    <a:pt x="595" y="896"/>
                    <a:pt x="596" y="901"/>
                  </a:cubicBezTo>
                  <a:cubicBezTo>
                    <a:pt x="577" y="920"/>
                    <a:pt x="574" y="924"/>
                    <a:pt x="568" y="926"/>
                  </a:cubicBezTo>
                  <a:cubicBezTo>
                    <a:pt x="544" y="951"/>
                    <a:pt x="537" y="951"/>
                    <a:pt x="538" y="958"/>
                  </a:cubicBezTo>
                  <a:cubicBezTo>
                    <a:pt x="508" y="985"/>
                    <a:pt x="498" y="990"/>
                    <a:pt x="490" y="996"/>
                  </a:cubicBezTo>
                  <a:cubicBezTo>
                    <a:pt x="458" y="1014"/>
                    <a:pt x="462" y="1026"/>
                    <a:pt x="455" y="1026"/>
                  </a:cubicBezTo>
                  <a:cubicBezTo>
                    <a:pt x="438" y="1046"/>
                    <a:pt x="433" y="1046"/>
                    <a:pt x="432" y="1049"/>
                  </a:cubicBezTo>
                  <a:cubicBezTo>
                    <a:pt x="398" y="1090"/>
                    <a:pt x="392" y="1088"/>
                    <a:pt x="392" y="1092"/>
                  </a:cubicBezTo>
                  <a:cubicBezTo>
                    <a:pt x="371" y="1115"/>
                    <a:pt x="368" y="1120"/>
                    <a:pt x="367" y="1127"/>
                  </a:cubicBezTo>
                  <a:cubicBezTo>
                    <a:pt x="343" y="1159"/>
                    <a:pt x="343" y="1167"/>
                    <a:pt x="339" y="1170"/>
                  </a:cubicBezTo>
                  <a:cubicBezTo>
                    <a:pt x="304" y="1239"/>
                    <a:pt x="296" y="1239"/>
                    <a:pt x="296" y="1248"/>
                  </a:cubicBezTo>
                  <a:cubicBezTo>
                    <a:pt x="278" y="1277"/>
                    <a:pt x="287" y="1279"/>
                    <a:pt x="281" y="1281"/>
                  </a:cubicBezTo>
                  <a:cubicBezTo>
                    <a:pt x="246" y="1371"/>
                    <a:pt x="256" y="1372"/>
                    <a:pt x="254" y="1386"/>
                  </a:cubicBezTo>
                  <a:cubicBezTo>
                    <a:pt x="266" y="1357"/>
                    <a:pt x="266" y="1353"/>
                    <a:pt x="266" y="1349"/>
                  </a:cubicBezTo>
                  <a:cubicBezTo>
                    <a:pt x="293" y="1281"/>
                    <a:pt x="296" y="1281"/>
                    <a:pt x="299" y="1281"/>
                  </a:cubicBezTo>
                  <a:cubicBezTo>
                    <a:pt x="308" y="1258"/>
                    <a:pt x="314" y="1259"/>
                    <a:pt x="312" y="1251"/>
                  </a:cubicBezTo>
                  <a:cubicBezTo>
                    <a:pt x="332" y="1226"/>
                    <a:pt x="333" y="1221"/>
                    <a:pt x="334" y="1215"/>
                  </a:cubicBezTo>
                  <a:cubicBezTo>
                    <a:pt x="360" y="1186"/>
                    <a:pt x="360" y="1174"/>
                    <a:pt x="367" y="1170"/>
                  </a:cubicBezTo>
                  <a:cubicBezTo>
                    <a:pt x="400" y="1124"/>
                    <a:pt x="404" y="1118"/>
                    <a:pt x="410" y="1112"/>
                  </a:cubicBezTo>
                  <a:cubicBezTo>
                    <a:pt x="423" y="1096"/>
                    <a:pt x="424" y="1094"/>
                    <a:pt x="427" y="1094"/>
                  </a:cubicBezTo>
                  <a:cubicBezTo>
                    <a:pt x="449" y="1060"/>
                    <a:pt x="460" y="1065"/>
                    <a:pt x="457" y="1057"/>
                  </a:cubicBezTo>
                  <a:cubicBezTo>
                    <a:pt x="497" y="1018"/>
                    <a:pt x="528" y="1004"/>
                    <a:pt x="548" y="979"/>
                  </a:cubicBezTo>
                  <a:cubicBezTo>
                    <a:pt x="588" y="940"/>
                    <a:pt x="590" y="931"/>
                    <a:pt x="596" y="926"/>
                  </a:cubicBezTo>
                  <a:cubicBezTo>
                    <a:pt x="623" y="900"/>
                    <a:pt x="616" y="899"/>
                    <a:pt x="618" y="906"/>
                  </a:cubicBezTo>
                  <a:cubicBezTo>
                    <a:pt x="606" y="925"/>
                    <a:pt x="604" y="927"/>
                    <a:pt x="601" y="928"/>
                  </a:cubicBezTo>
                  <a:cubicBezTo>
                    <a:pt x="563" y="980"/>
                    <a:pt x="555" y="982"/>
                    <a:pt x="553" y="989"/>
                  </a:cubicBezTo>
                  <a:cubicBezTo>
                    <a:pt x="513" y="1021"/>
                    <a:pt x="511" y="1023"/>
                    <a:pt x="508" y="1024"/>
                  </a:cubicBezTo>
                  <a:cubicBezTo>
                    <a:pt x="476" y="1056"/>
                    <a:pt x="471" y="1060"/>
                    <a:pt x="465" y="1062"/>
                  </a:cubicBezTo>
                  <a:cubicBezTo>
                    <a:pt x="439" y="1098"/>
                    <a:pt x="432" y="1100"/>
                    <a:pt x="427" y="1104"/>
                  </a:cubicBezTo>
                  <a:cubicBezTo>
                    <a:pt x="413" y="1124"/>
                    <a:pt x="407" y="1124"/>
                    <a:pt x="407" y="1132"/>
                  </a:cubicBezTo>
                  <a:cubicBezTo>
                    <a:pt x="374" y="1182"/>
                    <a:pt x="363" y="1186"/>
                    <a:pt x="359" y="1198"/>
                  </a:cubicBezTo>
                  <a:cubicBezTo>
                    <a:pt x="344" y="1221"/>
                    <a:pt x="342" y="1223"/>
                    <a:pt x="342" y="1225"/>
                  </a:cubicBezTo>
                  <a:cubicBezTo>
                    <a:pt x="314" y="1273"/>
                    <a:pt x="309" y="1276"/>
                    <a:pt x="309" y="1283"/>
                  </a:cubicBezTo>
                  <a:cubicBezTo>
                    <a:pt x="299" y="1304"/>
                    <a:pt x="294" y="1306"/>
                    <a:pt x="294" y="1313"/>
                  </a:cubicBezTo>
                  <a:cubicBezTo>
                    <a:pt x="281" y="1340"/>
                    <a:pt x="281" y="1342"/>
                    <a:pt x="279" y="1341"/>
                  </a:cubicBezTo>
                  <a:cubicBezTo>
                    <a:pt x="272" y="1377"/>
                    <a:pt x="264" y="1384"/>
                    <a:pt x="266" y="1402"/>
                  </a:cubicBezTo>
                  <a:cubicBezTo>
                    <a:pt x="266" y="1422"/>
                    <a:pt x="267" y="1407"/>
                    <a:pt x="274" y="1399"/>
                  </a:cubicBezTo>
                  <a:cubicBezTo>
                    <a:pt x="295" y="1345"/>
                    <a:pt x="300" y="1321"/>
                    <a:pt x="314" y="1306"/>
                  </a:cubicBezTo>
                  <a:cubicBezTo>
                    <a:pt x="332" y="1263"/>
                    <a:pt x="339" y="1255"/>
                    <a:pt x="347" y="1248"/>
                  </a:cubicBezTo>
                  <a:cubicBezTo>
                    <a:pt x="384" y="1190"/>
                    <a:pt x="386" y="1184"/>
                    <a:pt x="392" y="1182"/>
                  </a:cubicBezTo>
                  <a:cubicBezTo>
                    <a:pt x="430" y="1138"/>
                    <a:pt x="434" y="1127"/>
                    <a:pt x="445" y="1122"/>
                  </a:cubicBezTo>
                  <a:cubicBezTo>
                    <a:pt x="500" y="1074"/>
                    <a:pt x="508" y="1067"/>
                    <a:pt x="515" y="1059"/>
                  </a:cubicBezTo>
                  <a:cubicBezTo>
                    <a:pt x="543" y="1027"/>
                    <a:pt x="554" y="1024"/>
                    <a:pt x="558" y="1014"/>
                  </a:cubicBezTo>
                  <a:cubicBezTo>
                    <a:pt x="546" y="1032"/>
                    <a:pt x="548" y="1039"/>
                    <a:pt x="545" y="1041"/>
                  </a:cubicBezTo>
                  <a:cubicBezTo>
                    <a:pt x="519" y="1066"/>
                    <a:pt x="517" y="1068"/>
                    <a:pt x="515" y="1072"/>
                  </a:cubicBezTo>
                  <a:cubicBezTo>
                    <a:pt x="498" y="1090"/>
                    <a:pt x="490" y="1087"/>
                    <a:pt x="490" y="1092"/>
                  </a:cubicBezTo>
                  <a:cubicBezTo>
                    <a:pt x="467" y="1109"/>
                    <a:pt x="464" y="1117"/>
                    <a:pt x="457" y="1120"/>
                  </a:cubicBezTo>
                  <a:cubicBezTo>
                    <a:pt x="439" y="1141"/>
                    <a:pt x="434" y="1146"/>
                    <a:pt x="430" y="1152"/>
                  </a:cubicBezTo>
                  <a:cubicBezTo>
                    <a:pt x="407" y="1180"/>
                    <a:pt x="396" y="1189"/>
                    <a:pt x="389" y="1203"/>
                  </a:cubicBezTo>
                  <a:cubicBezTo>
                    <a:pt x="340" y="1277"/>
                    <a:pt x="340" y="1283"/>
                    <a:pt x="334" y="1283"/>
                  </a:cubicBezTo>
                  <a:cubicBezTo>
                    <a:pt x="311" y="1324"/>
                    <a:pt x="312" y="1337"/>
                    <a:pt x="304" y="1341"/>
                  </a:cubicBezTo>
                  <a:cubicBezTo>
                    <a:pt x="283" y="1403"/>
                    <a:pt x="280" y="1411"/>
                    <a:pt x="276" y="1419"/>
                  </a:cubicBezTo>
                  <a:cubicBezTo>
                    <a:pt x="267" y="1456"/>
                    <a:pt x="262" y="1466"/>
                    <a:pt x="264" y="1469"/>
                  </a:cubicBezTo>
                  <a:cubicBezTo>
                    <a:pt x="279" y="1429"/>
                    <a:pt x="286" y="1428"/>
                    <a:pt x="284" y="1419"/>
                  </a:cubicBezTo>
                  <a:cubicBezTo>
                    <a:pt x="311" y="1363"/>
                    <a:pt x="316" y="1353"/>
                    <a:pt x="322" y="1344"/>
                  </a:cubicBezTo>
                  <a:cubicBezTo>
                    <a:pt x="341" y="1299"/>
                    <a:pt x="344" y="1299"/>
                    <a:pt x="347" y="1298"/>
                  </a:cubicBezTo>
                  <a:cubicBezTo>
                    <a:pt x="377" y="1253"/>
                    <a:pt x="377" y="1246"/>
                    <a:pt x="382" y="1243"/>
                  </a:cubicBezTo>
                  <a:cubicBezTo>
                    <a:pt x="470" y="1149"/>
                    <a:pt x="469" y="1136"/>
                    <a:pt x="480" y="1135"/>
                  </a:cubicBezTo>
                  <a:cubicBezTo>
                    <a:pt x="514" y="1093"/>
                    <a:pt x="525" y="1097"/>
                    <a:pt x="523" y="1089"/>
                  </a:cubicBezTo>
                  <a:cubicBezTo>
                    <a:pt x="569" y="1039"/>
                    <a:pt x="577" y="1036"/>
                    <a:pt x="581" y="1029"/>
                  </a:cubicBezTo>
                  <a:cubicBezTo>
                    <a:pt x="617" y="976"/>
                    <a:pt x="617" y="985"/>
                    <a:pt x="613" y="989"/>
                  </a:cubicBezTo>
                  <a:cubicBezTo>
                    <a:pt x="598" y="1018"/>
                    <a:pt x="597" y="1023"/>
                    <a:pt x="596" y="1029"/>
                  </a:cubicBezTo>
                  <a:cubicBezTo>
                    <a:pt x="570" y="1050"/>
                    <a:pt x="572" y="1056"/>
                    <a:pt x="568" y="1057"/>
                  </a:cubicBezTo>
                  <a:cubicBezTo>
                    <a:pt x="549" y="1084"/>
                    <a:pt x="545" y="1084"/>
                    <a:pt x="545" y="1089"/>
                  </a:cubicBezTo>
                  <a:cubicBezTo>
                    <a:pt x="517" y="1111"/>
                    <a:pt x="509" y="1114"/>
                    <a:pt x="505" y="1122"/>
                  </a:cubicBezTo>
                  <a:cubicBezTo>
                    <a:pt x="448" y="1187"/>
                    <a:pt x="435" y="1186"/>
                    <a:pt x="435" y="1198"/>
                  </a:cubicBezTo>
                  <a:cubicBezTo>
                    <a:pt x="358" y="1294"/>
                    <a:pt x="359" y="1303"/>
                    <a:pt x="352" y="1303"/>
                  </a:cubicBezTo>
                  <a:cubicBezTo>
                    <a:pt x="338" y="1342"/>
                    <a:pt x="332" y="1344"/>
                    <a:pt x="329" y="1349"/>
                  </a:cubicBezTo>
                  <a:cubicBezTo>
                    <a:pt x="294" y="1419"/>
                    <a:pt x="294" y="1435"/>
                    <a:pt x="287" y="1442"/>
                  </a:cubicBezTo>
                  <a:cubicBezTo>
                    <a:pt x="275" y="1485"/>
                    <a:pt x="278" y="1489"/>
                    <a:pt x="279" y="1495"/>
                  </a:cubicBezTo>
                  <a:cubicBezTo>
                    <a:pt x="284" y="1538"/>
                    <a:pt x="280" y="1529"/>
                    <a:pt x="282" y="1525"/>
                  </a:cubicBezTo>
                  <a:cubicBezTo>
                    <a:pt x="295" y="1474"/>
                    <a:pt x="302" y="1461"/>
                    <a:pt x="307" y="1447"/>
                  </a:cubicBezTo>
                  <a:cubicBezTo>
                    <a:pt x="319" y="1424"/>
                    <a:pt x="316" y="1416"/>
                    <a:pt x="319" y="1414"/>
                  </a:cubicBezTo>
                  <a:cubicBezTo>
                    <a:pt x="344" y="1364"/>
                    <a:pt x="347" y="1363"/>
                    <a:pt x="347" y="1359"/>
                  </a:cubicBezTo>
                  <a:cubicBezTo>
                    <a:pt x="359" y="1339"/>
                    <a:pt x="361" y="1336"/>
                    <a:pt x="362" y="1334"/>
                  </a:cubicBezTo>
                  <a:cubicBezTo>
                    <a:pt x="386" y="1299"/>
                    <a:pt x="387" y="1292"/>
                    <a:pt x="392" y="1288"/>
                  </a:cubicBezTo>
                  <a:cubicBezTo>
                    <a:pt x="420" y="1249"/>
                    <a:pt x="427" y="1239"/>
                    <a:pt x="435" y="1230"/>
                  </a:cubicBezTo>
                  <a:cubicBezTo>
                    <a:pt x="468" y="1194"/>
                    <a:pt x="469" y="1191"/>
                    <a:pt x="473" y="1190"/>
                  </a:cubicBezTo>
                  <a:cubicBezTo>
                    <a:pt x="499" y="1158"/>
                    <a:pt x="504" y="1154"/>
                    <a:pt x="508" y="1150"/>
                  </a:cubicBezTo>
                  <a:cubicBezTo>
                    <a:pt x="538" y="1112"/>
                    <a:pt x="545" y="1102"/>
                    <a:pt x="553" y="1092"/>
                  </a:cubicBezTo>
                  <a:cubicBezTo>
                    <a:pt x="577" y="1069"/>
                    <a:pt x="569" y="1068"/>
                    <a:pt x="568" y="1074"/>
                  </a:cubicBezTo>
                  <a:cubicBezTo>
                    <a:pt x="540" y="1125"/>
                    <a:pt x="527" y="1138"/>
                    <a:pt x="518" y="1152"/>
                  </a:cubicBezTo>
                  <a:cubicBezTo>
                    <a:pt x="491" y="1186"/>
                    <a:pt x="486" y="1188"/>
                    <a:pt x="483" y="1190"/>
                  </a:cubicBezTo>
                  <a:cubicBezTo>
                    <a:pt x="445" y="1238"/>
                    <a:pt x="436" y="1241"/>
                    <a:pt x="432" y="1250"/>
                  </a:cubicBezTo>
                  <a:cubicBezTo>
                    <a:pt x="381" y="1320"/>
                    <a:pt x="378" y="1330"/>
                    <a:pt x="372" y="1336"/>
                  </a:cubicBezTo>
                  <a:cubicBezTo>
                    <a:pt x="342" y="1391"/>
                    <a:pt x="337" y="1398"/>
                    <a:pt x="332" y="1404"/>
                  </a:cubicBezTo>
                  <a:cubicBezTo>
                    <a:pt x="297" y="1512"/>
                    <a:pt x="299" y="1511"/>
                    <a:pt x="297" y="1517"/>
                  </a:cubicBezTo>
                  <a:cubicBezTo>
                    <a:pt x="285" y="1562"/>
                    <a:pt x="292" y="1562"/>
                    <a:pt x="292" y="1570"/>
                  </a:cubicBezTo>
                  <a:cubicBezTo>
                    <a:pt x="308" y="1526"/>
                    <a:pt x="315" y="1528"/>
                    <a:pt x="312" y="1520"/>
                  </a:cubicBezTo>
                  <a:cubicBezTo>
                    <a:pt x="334" y="1475"/>
                    <a:pt x="332" y="1464"/>
                    <a:pt x="339" y="1462"/>
                  </a:cubicBezTo>
                  <a:cubicBezTo>
                    <a:pt x="371" y="1397"/>
                    <a:pt x="376" y="1392"/>
                    <a:pt x="380" y="1386"/>
                  </a:cubicBezTo>
                  <a:cubicBezTo>
                    <a:pt x="418" y="1328"/>
                    <a:pt x="420" y="1321"/>
                    <a:pt x="425" y="1316"/>
                  </a:cubicBezTo>
                  <a:cubicBezTo>
                    <a:pt x="441" y="1283"/>
                    <a:pt x="447" y="1285"/>
                    <a:pt x="447" y="1281"/>
                  </a:cubicBezTo>
                  <a:cubicBezTo>
                    <a:pt x="479" y="1240"/>
                    <a:pt x="484" y="1230"/>
                    <a:pt x="493" y="1225"/>
                  </a:cubicBezTo>
                  <a:cubicBezTo>
                    <a:pt x="510" y="1208"/>
                    <a:pt x="509" y="1213"/>
                    <a:pt x="513" y="1213"/>
                  </a:cubicBezTo>
                  <a:cubicBezTo>
                    <a:pt x="523" y="1194"/>
                    <a:pt x="525" y="1193"/>
                    <a:pt x="525" y="1190"/>
                  </a:cubicBezTo>
                  <a:cubicBezTo>
                    <a:pt x="562" y="1144"/>
                    <a:pt x="564" y="1140"/>
                    <a:pt x="563" y="1135"/>
                  </a:cubicBezTo>
                  <a:cubicBezTo>
                    <a:pt x="582" y="1095"/>
                    <a:pt x="589" y="1084"/>
                    <a:pt x="596" y="1072"/>
                  </a:cubicBezTo>
                  <a:cubicBezTo>
                    <a:pt x="579" y="1116"/>
                    <a:pt x="576" y="1130"/>
                    <a:pt x="571" y="1142"/>
                  </a:cubicBezTo>
                  <a:cubicBezTo>
                    <a:pt x="549" y="1177"/>
                    <a:pt x="552" y="1188"/>
                    <a:pt x="545" y="1190"/>
                  </a:cubicBezTo>
                  <a:cubicBezTo>
                    <a:pt x="519" y="1245"/>
                    <a:pt x="511" y="1246"/>
                    <a:pt x="513" y="1255"/>
                  </a:cubicBezTo>
                  <a:cubicBezTo>
                    <a:pt x="489" y="1289"/>
                    <a:pt x="487" y="1295"/>
                    <a:pt x="485" y="1301"/>
                  </a:cubicBezTo>
                  <a:cubicBezTo>
                    <a:pt x="460" y="1334"/>
                    <a:pt x="463" y="1345"/>
                    <a:pt x="458" y="1349"/>
                  </a:cubicBezTo>
                  <a:cubicBezTo>
                    <a:pt x="437" y="1384"/>
                    <a:pt x="437" y="1392"/>
                    <a:pt x="432" y="1396"/>
                  </a:cubicBezTo>
                  <a:cubicBezTo>
                    <a:pt x="427" y="1433"/>
                    <a:pt x="425" y="1426"/>
                    <a:pt x="427" y="1424"/>
                  </a:cubicBezTo>
                  <a:cubicBezTo>
                    <a:pt x="443" y="1405"/>
                    <a:pt x="440" y="1397"/>
                    <a:pt x="445" y="1396"/>
                  </a:cubicBezTo>
                  <a:cubicBezTo>
                    <a:pt x="475" y="1348"/>
                    <a:pt x="476" y="1344"/>
                    <a:pt x="475" y="1338"/>
                  </a:cubicBezTo>
                  <a:cubicBezTo>
                    <a:pt x="497" y="1313"/>
                    <a:pt x="494" y="1305"/>
                    <a:pt x="498" y="1303"/>
                  </a:cubicBezTo>
                  <a:cubicBezTo>
                    <a:pt x="497" y="1315"/>
                    <a:pt x="494" y="1322"/>
                    <a:pt x="490" y="1328"/>
                  </a:cubicBezTo>
                  <a:cubicBezTo>
                    <a:pt x="462" y="1378"/>
                    <a:pt x="460" y="1382"/>
                    <a:pt x="460" y="1386"/>
                  </a:cubicBezTo>
                  <a:cubicBezTo>
                    <a:pt x="425" y="1445"/>
                    <a:pt x="428" y="1453"/>
                    <a:pt x="425" y="1454"/>
                  </a:cubicBezTo>
                  <a:cubicBezTo>
                    <a:pt x="405" y="1499"/>
                    <a:pt x="398" y="1512"/>
                    <a:pt x="392" y="1525"/>
                  </a:cubicBezTo>
                  <a:cubicBezTo>
                    <a:pt x="371" y="1599"/>
                    <a:pt x="365" y="1598"/>
                    <a:pt x="367" y="1605"/>
                  </a:cubicBezTo>
                  <a:cubicBezTo>
                    <a:pt x="354" y="1641"/>
                    <a:pt x="358" y="1653"/>
                    <a:pt x="352" y="1656"/>
                  </a:cubicBezTo>
                  <a:cubicBezTo>
                    <a:pt x="346" y="1759"/>
                    <a:pt x="343" y="1757"/>
                    <a:pt x="342" y="1754"/>
                  </a:cubicBezTo>
                  <a:cubicBezTo>
                    <a:pt x="349" y="1713"/>
                    <a:pt x="354" y="1702"/>
                    <a:pt x="357" y="1691"/>
                  </a:cubicBezTo>
                  <a:cubicBezTo>
                    <a:pt x="378" y="1637"/>
                    <a:pt x="375" y="1627"/>
                    <a:pt x="380" y="1625"/>
                  </a:cubicBezTo>
                  <a:cubicBezTo>
                    <a:pt x="393" y="1579"/>
                    <a:pt x="398" y="1569"/>
                    <a:pt x="402" y="1560"/>
                  </a:cubicBezTo>
                  <a:cubicBezTo>
                    <a:pt x="415" y="1520"/>
                    <a:pt x="417" y="1514"/>
                    <a:pt x="422" y="1512"/>
                  </a:cubicBezTo>
                  <a:cubicBezTo>
                    <a:pt x="438" y="1477"/>
                    <a:pt x="435" y="1466"/>
                    <a:pt x="440" y="1464"/>
                  </a:cubicBezTo>
                  <a:cubicBezTo>
                    <a:pt x="491" y="1374"/>
                    <a:pt x="493" y="1369"/>
                    <a:pt x="493" y="1361"/>
                  </a:cubicBezTo>
                  <a:cubicBezTo>
                    <a:pt x="533" y="1307"/>
                    <a:pt x="537" y="1281"/>
                    <a:pt x="551" y="1265"/>
                  </a:cubicBezTo>
                  <a:cubicBezTo>
                    <a:pt x="567" y="1213"/>
                    <a:pt x="572" y="1200"/>
                    <a:pt x="576" y="1187"/>
                  </a:cubicBezTo>
                  <a:cubicBezTo>
                    <a:pt x="570" y="1224"/>
                    <a:pt x="567" y="1232"/>
                    <a:pt x="566" y="1243"/>
                  </a:cubicBezTo>
                  <a:cubicBezTo>
                    <a:pt x="527" y="1322"/>
                    <a:pt x="522" y="1329"/>
                    <a:pt x="520" y="1338"/>
                  </a:cubicBezTo>
                  <a:cubicBezTo>
                    <a:pt x="499" y="1364"/>
                    <a:pt x="499" y="1376"/>
                    <a:pt x="493" y="1381"/>
                  </a:cubicBezTo>
                  <a:cubicBezTo>
                    <a:pt x="498" y="1392"/>
                    <a:pt x="498" y="1398"/>
                    <a:pt x="498" y="1404"/>
                  </a:cubicBezTo>
                  <a:cubicBezTo>
                    <a:pt x="532" y="1330"/>
                    <a:pt x="532" y="1345"/>
                    <a:pt x="528" y="1343"/>
                  </a:cubicBezTo>
                  <a:cubicBezTo>
                    <a:pt x="511" y="1391"/>
                    <a:pt x="508" y="1400"/>
                    <a:pt x="505" y="1409"/>
                  </a:cubicBezTo>
                  <a:cubicBezTo>
                    <a:pt x="497" y="1445"/>
                    <a:pt x="494" y="1455"/>
                    <a:pt x="493" y="1467"/>
                  </a:cubicBezTo>
                  <a:cubicBezTo>
                    <a:pt x="496" y="1535"/>
                    <a:pt x="492" y="1549"/>
                    <a:pt x="490" y="1567"/>
                  </a:cubicBezTo>
                  <a:cubicBezTo>
                    <a:pt x="476" y="1593"/>
                    <a:pt x="479" y="1606"/>
                    <a:pt x="473" y="1610"/>
                  </a:cubicBezTo>
                  <a:cubicBezTo>
                    <a:pt x="427" y="1706"/>
                    <a:pt x="422" y="1720"/>
                    <a:pt x="413" y="1731"/>
                  </a:cubicBezTo>
                  <a:cubicBezTo>
                    <a:pt x="408" y="1755"/>
                    <a:pt x="414" y="1746"/>
                    <a:pt x="415" y="1744"/>
                  </a:cubicBezTo>
                  <a:cubicBezTo>
                    <a:pt x="452" y="1724"/>
                    <a:pt x="461" y="1714"/>
                    <a:pt x="468" y="1718"/>
                  </a:cubicBezTo>
                  <a:cubicBezTo>
                    <a:pt x="439" y="1738"/>
                    <a:pt x="429" y="1744"/>
                    <a:pt x="423" y="1754"/>
                  </a:cubicBezTo>
                  <a:cubicBezTo>
                    <a:pt x="390" y="1807"/>
                    <a:pt x="394" y="1818"/>
                    <a:pt x="390" y="1819"/>
                  </a:cubicBezTo>
                  <a:cubicBezTo>
                    <a:pt x="387" y="1852"/>
                    <a:pt x="390" y="1857"/>
                    <a:pt x="393" y="1864"/>
                  </a:cubicBezTo>
                  <a:cubicBezTo>
                    <a:pt x="395" y="1893"/>
                    <a:pt x="401" y="1904"/>
                    <a:pt x="405" y="1917"/>
                  </a:cubicBezTo>
                  <a:cubicBezTo>
                    <a:pt x="418" y="1937"/>
                    <a:pt x="423" y="1944"/>
                    <a:pt x="418" y="1950"/>
                  </a:cubicBezTo>
                  <a:cubicBezTo>
                    <a:pt x="398" y="1927"/>
                    <a:pt x="390" y="1922"/>
                    <a:pt x="388" y="1912"/>
                  </a:cubicBezTo>
                  <a:cubicBezTo>
                    <a:pt x="371" y="1883"/>
                    <a:pt x="363" y="1883"/>
                    <a:pt x="357" y="1880"/>
                  </a:cubicBezTo>
                  <a:cubicBezTo>
                    <a:pt x="325" y="1849"/>
                    <a:pt x="317" y="1848"/>
                    <a:pt x="315" y="1842"/>
                  </a:cubicBezTo>
                  <a:cubicBezTo>
                    <a:pt x="284" y="1820"/>
                    <a:pt x="288" y="1832"/>
                    <a:pt x="299" y="1829"/>
                  </a:cubicBezTo>
                  <a:cubicBezTo>
                    <a:pt x="296" y="1823"/>
                    <a:pt x="286" y="1823"/>
                    <a:pt x="282" y="1817"/>
                  </a:cubicBezTo>
                  <a:cubicBezTo>
                    <a:pt x="235" y="1800"/>
                    <a:pt x="246" y="1796"/>
                    <a:pt x="252" y="1802"/>
                  </a:cubicBezTo>
                  <a:cubicBezTo>
                    <a:pt x="301" y="1810"/>
                    <a:pt x="324" y="1818"/>
                    <a:pt x="342" y="1829"/>
                  </a:cubicBezTo>
                  <a:cubicBezTo>
                    <a:pt x="332" y="1811"/>
                    <a:pt x="328" y="1807"/>
                    <a:pt x="325" y="1802"/>
                  </a:cubicBezTo>
                  <a:cubicBezTo>
                    <a:pt x="300" y="1767"/>
                    <a:pt x="291" y="1768"/>
                    <a:pt x="292" y="1759"/>
                  </a:cubicBezTo>
                  <a:cubicBezTo>
                    <a:pt x="254" y="1707"/>
                    <a:pt x="246" y="1698"/>
                    <a:pt x="239" y="1688"/>
                  </a:cubicBezTo>
                  <a:cubicBezTo>
                    <a:pt x="214" y="1649"/>
                    <a:pt x="204" y="1642"/>
                    <a:pt x="201" y="1628"/>
                  </a:cubicBezTo>
                  <a:cubicBezTo>
                    <a:pt x="178" y="1567"/>
                    <a:pt x="173" y="1562"/>
                    <a:pt x="168" y="1558"/>
                  </a:cubicBezTo>
                  <a:cubicBezTo>
                    <a:pt x="153" y="1520"/>
                    <a:pt x="151" y="1514"/>
                    <a:pt x="146" y="1512"/>
                  </a:cubicBezTo>
                  <a:cubicBezTo>
                    <a:pt x="133" y="1472"/>
                    <a:pt x="123" y="1469"/>
                    <a:pt x="123" y="1457"/>
                  </a:cubicBezTo>
                  <a:cubicBezTo>
                    <a:pt x="108" y="1419"/>
                    <a:pt x="98" y="1416"/>
                    <a:pt x="100" y="1402"/>
                  </a:cubicBezTo>
                  <a:cubicBezTo>
                    <a:pt x="109" y="1417"/>
                    <a:pt x="115" y="1416"/>
                    <a:pt x="113" y="1424"/>
                  </a:cubicBezTo>
                  <a:cubicBezTo>
                    <a:pt x="141" y="1468"/>
                    <a:pt x="143" y="1471"/>
                    <a:pt x="146" y="1475"/>
                  </a:cubicBezTo>
                  <a:cubicBezTo>
                    <a:pt x="184" y="1527"/>
                    <a:pt x="192" y="1530"/>
                    <a:pt x="196" y="1537"/>
                  </a:cubicBezTo>
                  <a:cubicBezTo>
                    <a:pt x="219" y="1559"/>
                    <a:pt x="223" y="1568"/>
                    <a:pt x="231" y="1573"/>
                  </a:cubicBezTo>
                  <a:cubicBezTo>
                    <a:pt x="246" y="1588"/>
                    <a:pt x="247" y="1590"/>
                    <a:pt x="249" y="1590"/>
                  </a:cubicBezTo>
                  <a:cubicBezTo>
                    <a:pt x="274" y="1624"/>
                    <a:pt x="278" y="1626"/>
                    <a:pt x="282" y="1628"/>
                  </a:cubicBezTo>
                  <a:cubicBezTo>
                    <a:pt x="265" y="1589"/>
                    <a:pt x="257" y="1590"/>
                    <a:pt x="259" y="1580"/>
                  </a:cubicBezTo>
                  <a:cubicBezTo>
                    <a:pt x="203" y="1511"/>
                    <a:pt x="196" y="1509"/>
                    <a:pt x="193" y="1502"/>
                  </a:cubicBezTo>
                  <a:cubicBezTo>
                    <a:pt x="172" y="1477"/>
                    <a:pt x="168" y="1477"/>
                    <a:pt x="168" y="1472"/>
                  </a:cubicBezTo>
                  <a:cubicBezTo>
                    <a:pt x="147" y="1441"/>
                    <a:pt x="145" y="1442"/>
                    <a:pt x="146" y="1439"/>
                  </a:cubicBezTo>
                  <a:cubicBezTo>
                    <a:pt x="127" y="1411"/>
                    <a:pt x="130" y="1404"/>
                    <a:pt x="125" y="1404"/>
                  </a:cubicBezTo>
                  <a:cubicBezTo>
                    <a:pt x="102" y="1363"/>
                    <a:pt x="100" y="1355"/>
                    <a:pt x="95" y="1351"/>
                  </a:cubicBezTo>
                  <a:cubicBezTo>
                    <a:pt x="61" y="1229"/>
                    <a:pt x="62" y="1234"/>
                    <a:pt x="62" y="1241"/>
                  </a:cubicBezTo>
                  <a:cubicBezTo>
                    <a:pt x="80" y="1283"/>
                    <a:pt x="77" y="1293"/>
                    <a:pt x="83" y="1293"/>
                  </a:cubicBezTo>
                  <a:cubicBezTo>
                    <a:pt x="100" y="1336"/>
                    <a:pt x="98" y="1345"/>
                    <a:pt x="105" y="1344"/>
                  </a:cubicBezTo>
                  <a:cubicBezTo>
                    <a:pt x="128" y="1387"/>
                    <a:pt x="129" y="1398"/>
                    <a:pt x="135" y="1404"/>
                  </a:cubicBezTo>
                  <a:cubicBezTo>
                    <a:pt x="148" y="1422"/>
                    <a:pt x="148" y="1425"/>
                    <a:pt x="148" y="1427"/>
                  </a:cubicBezTo>
                  <a:cubicBezTo>
                    <a:pt x="176" y="1460"/>
                    <a:pt x="173" y="1469"/>
                    <a:pt x="178" y="1470"/>
                  </a:cubicBezTo>
                  <a:cubicBezTo>
                    <a:pt x="203" y="1506"/>
                    <a:pt x="213" y="1502"/>
                    <a:pt x="211" y="1510"/>
                  </a:cubicBezTo>
                  <a:cubicBezTo>
                    <a:pt x="240" y="1542"/>
                    <a:pt x="244" y="1544"/>
                    <a:pt x="244" y="1550"/>
                  </a:cubicBezTo>
                  <a:cubicBezTo>
                    <a:pt x="270" y="1548"/>
                    <a:pt x="267" y="1546"/>
                    <a:pt x="264" y="1545"/>
                  </a:cubicBezTo>
                  <a:cubicBezTo>
                    <a:pt x="251" y="1520"/>
                    <a:pt x="247" y="1516"/>
                    <a:pt x="249" y="1507"/>
                  </a:cubicBezTo>
                  <a:cubicBezTo>
                    <a:pt x="229" y="1481"/>
                    <a:pt x="225" y="1479"/>
                    <a:pt x="221" y="1477"/>
                  </a:cubicBezTo>
                  <a:cubicBezTo>
                    <a:pt x="196" y="1426"/>
                    <a:pt x="189" y="1427"/>
                    <a:pt x="188" y="1422"/>
                  </a:cubicBezTo>
                  <a:cubicBezTo>
                    <a:pt x="166" y="1386"/>
                    <a:pt x="161" y="1384"/>
                    <a:pt x="161" y="1379"/>
                  </a:cubicBezTo>
                  <a:cubicBezTo>
                    <a:pt x="153" y="1363"/>
                    <a:pt x="149" y="1362"/>
                    <a:pt x="151" y="1354"/>
                  </a:cubicBezTo>
                  <a:cubicBezTo>
                    <a:pt x="119" y="1295"/>
                    <a:pt x="118" y="1290"/>
                    <a:pt x="113" y="1288"/>
                  </a:cubicBezTo>
                  <a:cubicBezTo>
                    <a:pt x="97" y="1255"/>
                    <a:pt x="100" y="1245"/>
                    <a:pt x="95" y="1243"/>
                  </a:cubicBezTo>
                  <a:cubicBezTo>
                    <a:pt x="70" y="1172"/>
                    <a:pt x="70" y="1159"/>
                    <a:pt x="62" y="1153"/>
                  </a:cubicBezTo>
                  <a:cubicBezTo>
                    <a:pt x="55" y="1121"/>
                    <a:pt x="45" y="1115"/>
                    <a:pt x="52" y="1112"/>
                  </a:cubicBezTo>
                  <a:cubicBezTo>
                    <a:pt x="42" y="1090"/>
                    <a:pt x="43" y="1087"/>
                    <a:pt x="42" y="1085"/>
                  </a:cubicBezTo>
                  <a:cubicBezTo>
                    <a:pt x="59" y="1118"/>
                    <a:pt x="61" y="1122"/>
                    <a:pt x="60" y="1127"/>
                  </a:cubicBezTo>
                  <a:cubicBezTo>
                    <a:pt x="83" y="1168"/>
                    <a:pt x="78" y="1179"/>
                    <a:pt x="85" y="1178"/>
                  </a:cubicBezTo>
                  <a:cubicBezTo>
                    <a:pt x="124" y="1262"/>
                    <a:pt x="134" y="1265"/>
                    <a:pt x="135" y="1276"/>
                  </a:cubicBezTo>
                  <a:cubicBezTo>
                    <a:pt x="156" y="1299"/>
                    <a:pt x="155" y="1305"/>
                    <a:pt x="161" y="1306"/>
                  </a:cubicBezTo>
                  <a:cubicBezTo>
                    <a:pt x="182" y="1344"/>
                    <a:pt x="191" y="1353"/>
                    <a:pt x="196" y="1366"/>
                  </a:cubicBezTo>
                  <a:cubicBezTo>
                    <a:pt x="224" y="1410"/>
                    <a:pt x="227" y="1424"/>
                    <a:pt x="236" y="1434"/>
                  </a:cubicBezTo>
                  <a:close/>
                  <a:moveTo>
                    <a:pt x="176" y="1565"/>
                  </a:moveTo>
                  <a:cubicBezTo>
                    <a:pt x="182" y="1568"/>
                    <a:pt x="180" y="1578"/>
                    <a:pt x="186" y="1580"/>
                  </a:cubicBezTo>
                  <a:cubicBezTo>
                    <a:pt x="184" y="1591"/>
                    <a:pt x="194" y="1591"/>
                    <a:pt x="194" y="1600"/>
                  </a:cubicBezTo>
                  <a:cubicBezTo>
                    <a:pt x="200" y="1612"/>
                    <a:pt x="206" y="1624"/>
                    <a:pt x="214" y="1633"/>
                  </a:cubicBezTo>
                  <a:cubicBezTo>
                    <a:pt x="215" y="1640"/>
                    <a:pt x="219" y="1645"/>
                    <a:pt x="224" y="1648"/>
                  </a:cubicBezTo>
                  <a:cubicBezTo>
                    <a:pt x="223" y="1658"/>
                    <a:pt x="232" y="1658"/>
                    <a:pt x="234" y="1666"/>
                  </a:cubicBezTo>
                  <a:cubicBezTo>
                    <a:pt x="240" y="1679"/>
                    <a:pt x="253" y="1684"/>
                    <a:pt x="257" y="1699"/>
                  </a:cubicBezTo>
                  <a:cubicBezTo>
                    <a:pt x="263" y="1700"/>
                    <a:pt x="262" y="1710"/>
                    <a:pt x="269" y="1711"/>
                  </a:cubicBezTo>
                  <a:cubicBezTo>
                    <a:pt x="268" y="1721"/>
                    <a:pt x="280" y="1719"/>
                    <a:pt x="279" y="1729"/>
                  </a:cubicBezTo>
                  <a:cubicBezTo>
                    <a:pt x="290" y="1736"/>
                    <a:pt x="296" y="1747"/>
                    <a:pt x="304" y="1756"/>
                  </a:cubicBezTo>
                  <a:cubicBezTo>
                    <a:pt x="310" y="1768"/>
                    <a:pt x="321" y="1775"/>
                    <a:pt x="327" y="1787"/>
                  </a:cubicBezTo>
                  <a:cubicBezTo>
                    <a:pt x="332" y="1791"/>
                    <a:pt x="334" y="1798"/>
                    <a:pt x="340" y="1802"/>
                  </a:cubicBezTo>
                  <a:cubicBezTo>
                    <a:pt x="340" y="1806"/>
                    <a:pt x="342" y="1808"/>
                    <a:pt x="345" y="1809"/>
                  </a:cubicBezTo>
                  <a:cubicBezTo>
                    <a:pt x="344" y="1812"/>
                    <a:pt x="352" y="1818"/>
                    <a:pt x="352" y="1812"/>
                  </a:cubicBezTo>
                  <a:cubicBezTo>
                    <a:pt x="345" y="1803"/>
                    <a:pt x="341" y="1791"/>
                    <a:pt x="337" y="1779"/>
                  </a:cubicBezTo>
                  <a:cubicBezTo>
                    <a:pt x="333" y="1767"/>
                    <a:pt x="322" y="1762"/>
                    <a:pt x="319" y="1749"/>
                  </a:cubicBezTo>
                  <a:cubicBezTo>
                    <a:pt x="311" y="1741"/>
                    <a:pt x="309" y="1727"/>
                    <a:pt x="299" y="1721"/>
                  </a:cubicBezTo>
                  <a:cubicBezTo>
                    <a:pt x="294" y="1710"/>
                    <a:pt x="284" y="1703"/>
                    <a:pt x="282" y="1688"/>
                  </a:cubicBezTo>
                  <a:cubicBezTo>
                    <a:pt x="273" y="1689"/>
                    <a:pt x="274" y="1681"/>
                    <a:pt x="269" y="1678"/>
                  </a:cubicBezTo>
                  <a:cubicBezTo>
                    <a:pt x="267" y="1672"/>
                    <a:pt x="260" y="1670"/>
                    <a:pt x="256" y="1666"/>
                  </a:cubicBezTo>
                  <a:cubicBezTo>
                    <a:pt x="257" y="1662"/>
                    <a:pt x="255" y="1660"/>
                    <a:pt x="254" y="1658"/>
                  </a:cubicBezTo>
                  <a:cubicBezTo>
                    <a:pt x="254" y="1654"/>
                    <a:pt x="248" y="1656"/>
                    <a:pt x="249" y="1651"/>
                  </a:cubicBezTo>
                  <a:cubicBezTo>
                    <a:pt x="242" y="1650"/>
                    <a:pt x="245" y="1640"/>
                    <a:pt x="236" y="1641"/>
                  </a:cubicBezTo>
                  <a:cubicBezTo>
                    <a:pt x="236" y="1638"/>
                    <a:pt x="236" y="1635"/>
                    <a:pt x="231" y="1636"/>
                  </a:cubicBezTo>
                  <a:cubicBezTo>
                    <a:pt x="231" y="1631"/>
                    <a:pt x="229" y="1629"/>
                    <a:pt x="226" y="1628"/>
                  </a:cubicBezTo>
                  <a:cubicBezTo>
                    <a:pt x="223" y="1623"/>
                    <a:pt x="218" y="1620"/>
                    <a:pt x="216" y="1613"/>
                  </a:cubicBezTo>
                  <a:cubicBezTo>
                    <a:pt x="209" y="1604"/>
                    <a:pt x="202" y="1595"/>
                    <a:pt x="196" y="1585"/>
                  </a:cubicBezTo>
                  <a:cubicBezTo>
                    <a:pt x="189" y="1576"/>
                    <a:pt x="185" y="1565"/>
                    <a:pt x="176" y="1558"/>
                  </a:cubicBezTo>
                  <a:cubicBezTo>
                    <a:pt x="176" y="1560"/>
                    <a:pt x="176" y="1563"/>
                    <a:pt x="176" y="1565"/>
                  </a:cubicBezTo>
                  <a:close/>
                  <a:moveTo>
                    <a:pt x="301" y="820"/>
                  </a:moveTo>
                  <a:cubicBezTo>
                    <a:pt x="302" y="810"/>
                    <a:pt x="310" y="806"/>
                    <a:pt x="311" y="795"/>
                  </a:cubicBezTo>
                  <a:cubicBezTo>
                    <a:pt x="358" y="743"/>
                    <a:pt x="361" y="735"/>
                    <a:pt x="366" y="730"/>
                  </a:cubicBezTo>
                  <a:cubicBezTo>
                    <a:pt x="397" y="702"/>
                    <a:pt x="399" y="697"/>
                    <a:pt x="402" y="694"/>
                  </a:cubicBezTo>
                  <a:cubicBezTo>
                    <a:pt x="437" y="662"/>
                    <a:pt x="439" y="659"/>
                    <a:pt x="442" y="657"/>
                  </a:cubicBezTo>
                  <a:cubicBezTo>
                    <a:pt x="480" y="626"/>
                    <a:pt x="475" y="615"/>
                    <a:pt x="485" y="619"/>
                  </a:cubicBezTo>
                  <a:cubicBezTo>
                    <a:pt x="521" y="575"/>
                    <a:pt x="530" y="573"/>
                    <a:pt x="535" y="566"/>
                  </a:cubicBezTo>
                  <a:cubicBezTo>
                    <a:pt x="554" y="538"/>
                    <a:pt x="566" y="538"/>
                    <a:pt x="568" y="528"/>
                  </a:cubicBezTo>
                  <a:cubicBezTo>
                    <a:pt x="581" y="513"/>
                    <a:pt x="584" y="512"/>
                    <a:pt x="583" y="508"/>
                  </a:cubicBezTo>
                  <a:cubicBezTo>
                    <a:pt x="609" y="476"/>
                    <a:pt x="605" y="465"/>
                    <a:pt x="613" y="468"/>
                  </a:cubicBezTo>
                  <a:cubicBezTo>
                    <a:pt x="604" y="479"/>
                    <a:pt x="593" y="475"/>
                    <a:pt x="595" y="483"/>
                  </a:cubicBezTo>
                  <a:cubicBezTo>
                    <a:pt x="573" y="503"/>
                    <a:pt x="570" y="506"/>
                    <a:pt x="568" y="510"/>
                  </a:cubicBezTo>
                  <a:cubicBezTo>
                    <a:pt x="482" y="577"/>
                    <a:pt x="482" y="583"/>
                    <a:pt x="477" y="584"/>
                  </a:cubicBezTo>
                  <a:cubicBezTo>
                    <a:pt x="464" y="596"/>
                    <a:pt x="458" y="596"/>
                    <a:pt x="457" y="601"/>
                  </a:cubicBezTo>
                  <a:cubicBezTo>
                    <a:pt x="421" y="633"/>
                    <a:pt x="418" y="642"/>
                    <a:pt x="412" y="649"/>
                  </a:cubicBezTo>
                  <a:cubicBezTo>
                    <a:pt x="371" y="689"/>
                    <a:pt x="369" y="694"/>
                    <a:pt x="366" y="697"/>
                  </a:cubicBezTo>
                  <a:cubicBezTo>
                    <a:pt x="338" y="737"/>
                    <a:pt x="331" y="742"/>
                    <a:pt x="326" y="750"/>
                  </a:cubicBezTo>
                  <a:cubicBezTo>
                    <a:pt x="309" y="785"/>
                    <a:pt x="297" y="788"/>
                    <a:pt x="296" y="803"/>
                  </a:cubicBezTo>
                  <a:cubicBezTo>
                    <a:pt x="266" y="851"/>
                    <a:pt x="266" y="857"/>
                    <a:pt x="266" y="863"/>
                  </a:cubicBezTo>
                  <a:close/>
                  <a:moveTo>
                    <a:pt x="318" y="526"/>
                  </a:moveTo>
                  <a:cubicBezTo>
                    <a:pt x="319" y="522"/>
                    <a:pt x="318" y="516"/>
                    <a:pt x="316" y="521"/>
                  </a:cubicBezTo>
                  <a:cubicBezTo>
                    <a:pt x="316" y="524"/>
                    <a:pt x="317" y="530"/>
                    <a:pt x="318" y="526"/>
                  </a:cubicBezTo>
                  <a:close/>
                  <a:moveTo>
                    <a:pt x="321" y="662"/>
                  </a:moveTo>
                  <a:cubicBezTo>
                    <a:pt x="322" y="667"/>
                    <a:pt x="309" y="673"/>
                    <a:pt x="316" y="677"/>
                  </a:cubicBezTo>
                  <a:cubicBezTo>
                    <a:pt x="320" y="673"/>
                    <a:pt x="322" y="665"/>
                    <a:pt x="326" y="662"/>
                  </a:cubicBezTo>
                  <a:cubicBezTo>
                    <a:pt x="326" y="656"/>
                    <a:pt x="338" y="651"/>
                    <a:pt x="331" y="647"/>
                  </a:cubicBezTo>
                  <a:cubicBezTo>
                    <a:pt x="328" y="652"/>
                    <a:pt x="325" y="658"/>
                    <a:pt x="321" y="662"/>
                  </a:cubicBezTo>
                  <a:close/>
                  <a:moveTo>
                    <a:pt x="276" y="745"/>
                  </a:moveTo>
                  <a:cubicBezTo>
                    <a:pt x="274" y="736"/>
                    <a:pt x="283" y="730"/>
                    <a:pt x="273" y="727"/>
                  </a:cubicBezTo>
                  <a:cubicBezTo>
                    <a:pt x="275" y="732"/>
                    <a:pt x="270" y="744"/>
                    <a:pt x="276" y="745"/>
                  </a:cubicBezTo>
                  <a:close/>
                  <a:moveTo>
                    <a:pt x="276" y="793"/>
                  </a:moveTo>
                  <a:cubicBezTo>
                    <a:pt x="277" y="785"/>
                    <a:pt x="285" y="771"/>
                    <a:pt x="278" y="765"/>
                  </a:cubicBezTo>
                  <a:cubicBezTo>
                    <a:pt x="281" y="776"/>
                    <a:pt x="270" y="787"/>
                    <a:pt x="276" y="793"/>
                  </a:cubicBezTo>
                  <a:close/>
                  <a:moveTo>
                    <a:pt x="271" y="830"/>
                  </a:moveTo>
                  <a:cubicBezTo>
                    <a:pt x="268" y="819"/>
                    <a:pt x="285" y="812"/>
                    <a:pt x="273" y="808"/>
                  </a:cubicBezTo>
                  <a:cubicBezTo>
                    <a:pt x="277" y="818"/>
                    <a:pt x="262" y="823"/>
                    <a:pt x="271" y="830"/>
                  </a:cubicBezTo>
                  <a:close/>
                  <a:moveTo>
                    <a:pt x="70" y="883"/>
                  </a:moveTo>
                  <a:cubicBezTo>
                    <a:pt x="75" y="887"/>
                    <a:pt x="73" y="896"/>
                    <a:pt x="77" y="901"/>
                  </a:cubicBezTo>
                  <a:cubicBezTo>
                    <a:pt x="117" y="1000"/>
                    <a:pt x="122" y="1004"/>
                    <a:pt x="123" y="1012"/>
                  </a:cubicBezTo>
                  <a:cubicBezTo>
                    <a:pt x="141" y="1040"/>
                    <a:pt x="140" y="1043"/>
                    <a:pt x="140" y="1044"/>
                  </a:cubicBezTo>
                  <a:cubicBezTo>
                    <a:pt x="173" y="1100"/>
                    <a:pt x="181" y="1101"/>
                    <a:pt x="181" y="1110"/>
                  </a:cubicBezTo>
                  <a:cubicBezTo>
                    <a:pt x="212" y="1160"/>
                    <a:pt x="210" y="1167"/>
                    <a:pt x="213" y="1168"/>
                  </a:cubicBezTo>
                  <a:cubicBezTo>
                    <a:pt x="227" y="1183"/>
                    <a:pt x="222" y="1175"/>
                    <a:pt x="218" y="1168"/>
                  </a:cubicBezTo>
                  <a:cubicBezTo>
                    <a:pt x="214" y="1136"/>
                    <a:pt x="209" y="1137"/>
                    <a:pt x="211" y="1130"/>
                  </a:cubicBezTo>
                  <a:cubicBezTo>
                    <a:pt x="190" y="1087"/>
                    <a:pt x="191" y="1077"/>
                    <a:pt x="186" y="1072"/>
                  </a:cubicBezTo>
                  <a:cubicBezTo>
                    <a:pt x="164" y="1046"/>
                    <a:pt x="172" y="1032"/>
                    <a:pt x="165" y="1034"/>
                  </a:cubicBezTo>
                  <a:cubicBezTo>
                    <a:pt x="130" y="971"/>
                    <a:pt x="123" y="968"/>
                    <a:pt x="123" y="959"/>
                  </a:cubicBezTo>
                  <a:cubicBezTo>
                    <a:pt x="98" y="914"/>
                    <a:pt x="92" y="910"/>
                    <a:pt x="90" y="903"/>
                  </a:cubicBezTo>
                  <a:cubicBezTo>
                    <a:pt x="61" y="859"/>
                    <a:pt x="68" y="868"/>
                    <a:pt x="70" y="883"/>
                  </a:cubicBezTo>
                  <a:close/>
                  <a:moveTo>
                    <a:pt x="266" y="976"/>
                  </a:moveTo>
                  <a:cubicBezTo>
                    <a:pt x="265" y="972"/>
                    <a:pt x="269" y="971"/>
                    <a:pt x="269" y="966"/>
                  </a:cubicBezTo>
                  <a:cubicBezTo>
                    <a:pt x="272" y="966"/>
                    <a:pt x="270" y="959"/>
                    <a:pt x="269" y="964"/>
                  </a:cubicBezTo>
                  <a:cubicBezTo>
                    <a:pt x="266" y="966"/>
                    <a:pt x="260" y="982"/>
                    <a:pt x="266" y="976"/>
                  </a:cubicBezTo>
                  <a:close/>
                  <a:moveTo>
                    <a:pt x="246" y="996"/>
                  </a:moveTo>
                  <a:cubicBezTo>
                    <a:pt x="243" y="988"/>
                    <a:pt x="256" y="983"/>
                    <a:pt x="248" y="979"/>
                  </a:cubicBezTo>
                  <a:cubicBezTo>
                    <a:pt x="246" y="981"/>
                    <a:pt x="239" y="993"/>
                    <a:pt x="246" y="996"/>
                  </a:cubicBezTo>
                  <a:close/>
                  <a:moveTo>
                    <a:pt x="62" y="1039"/>
                  </a:moveTo>
                  <a:cubicBezTo>
                    <a:pt x="61" y="1036"/>
                    <a:pt x="60" y="1034"/>
                    <a:pt x="57" y="1032"/>
                  </a:cubicBezTo>
                  <a:cubicBezTo>
                    <a:pt x="57" y="1035"/>
                    <a:pt x="61" y="1046"/>
                    <a:pt x="62" y="1039"/>
                  </a:cubicBezTo>
                  <a:close/>
                  <a:moveTo>
                    <a:pt x="77" y="1095"/>
                  </a:moveTo>
                  <a:cubicBezTo>
                    <a:pt x="82" y="1101"/>
                    <a:pt x="83" y="1111"/>
                    <a:pt x="87" y="1117"/>
                  </a:cubicBezTo>
                  <a:cubicBezTo>
                    <a:pt x="124" y="1184"/>
                    <a:pt x="126" y="1187"/>
                    <a:pt x="128" y="1190"/>
                  </a:cubicBezTo>
                  <a:cubicBezTo>
                    <a:pt x="146" y="1213"/>
                    <a:pt x="141" y="1224"/>
                    <a:pt x="145" y="1225"/>
                  </a:cubicBezTo>
                  <a:cubicBezTo>
                    <a:pt x="170" y="1271"/>
                    <a:pt x="171" y="1275"/>
                    <a:pt x="176" y="1276"/>
                  </a:cubicBezTo>
                  <a:cubicBezTo>
                    <a:pt x="198" y="1315"/>
                    <a:pt x="204" y="1320"/>
                    <a:pt x="206" y="1329"/>
                  </a:cubicBezTo>
                  <a:cubicBezTo>
                    <a:pt x="220" y="1358"/>
                    <a:pt x="231" y="1358"/>
                    <a:pt x="229" y="1371"/>
                  </a:cubicBezTo>
                  <a:cubicBezTo>
                    <a:pt x="241" y="1386"/>
                    <a:pt x="240" y="1376"/>
                    <a:pt x="239" y="1366"/>
                  </a:cubicBezTo>
                  <a:cubicBezTo>
                    <a:pt x="220" y="1308"/>
                    <a:pt x="214" y="1302"/>
                    <a:pt x="213" y="1291"/>
                  </a:cubicBezTo>
                  <a:cubicBezTo>
                    <a:pt x="199" y="1268"/>
                    <a:pt x="202" y="1260"/>
                    <a:pt x="198" y="1258"/>
                  </a:cubicBezTo>
                  <a:cubicBezTo>
                    <a:pt x="180" y="1215"/>
                    <a:pt x="168" y="1215"/>
                    <a:pt x="168" y="1203"/>
                  </a:cubicBezTo>
                  <a:cubicBezTo>
                    <a:pt x="145" y="1172"/>
                    <a:pt x="150" y="1162"/>
                    <a:pt x="143" y="1163"/>
                  </a:cubicBezTo>
                  <a:cubicBezTo>
                    <a:pt x="113" y="1114"/>
                    <a:pt x="107" y="1108"/>
                    <a:pt x="105" y="1100"/>
                  </a:cubicBezTo>
                  <a:cubicBezTo>
                    <a:pt x="89" y="1081"/>
                    <a:pt x="86" y="1078"/>
                    <a:pt x="85" y="1075"/>
                  </a:cubicBezTo>
                  <a:cubicBezTo>
                    <a:pt x="71" y="1059"/>
                    <a:pt x="73" y="1055"/>
                    <a:pt x="70" y="1054"/>
                  </a:cubicBezTo>
                  <a:close/>
                  <a:moveTo>
                    <a:pt x="332" y="1623"/>
                  </a:moveTo>
                  <a:cubicBezTo>
                    <a:pt x="339" y="1624"/>
                    <a:pt x="330" y="1609"/>
                    <a:pt x="337" y="1610"/>
                  </a:cubicBezTo>
                  <a:cubicBezTo>
                    <a:pt x="359" y="1560"/>
                    <a:pt x="356" y="1544"/>
                    <a:pt x="365" y="1540"/>
                  </a:cubicBezTo>
                  <a:cubicBezTo>
                    <a:pt x="401" y="1455"/>
                    <a:pt x="401" y="1449"/>
                    <a:pt x="402" y="1444"/>
                  </a:cubicBezTo>
                  <a:cubicBezTo>
                    <a:pt x="418" y="1396"/>
                    <a:pt x="424" y="1396"/>
                    <a:pt x="425" y="1391"/>
                  </a:cubicBezTo>
                  <a:cubicBezTo>
                    <a:pt x="450" y="1344"/>
                    <a:pt x="454" y="1335"/>
                    <a:pt x="458" y="1326"/>
                  </a:cubicBezTo>
                  <a:cubicBezTo>
                    <a:pt x="490" y="1276"/>
                    <a:pt x="490" y="1269"/>
                    <a:pt x="493" y="1265"/>
                  </a:cubicBezTo>
                  <a:cubicBezTo>
                    <a:pt x="508" y="1240"/>
                    <a:pt x="511" y="1239"/>
                    <a:pt x="513" y="1238"/>
                  </a:cubicBezTo>
                  <a:cubicBezTo>
                    <a:pt x="521" y="1225"/>
                    <a:pt x="520" y="1221"/>
                    <a:pt x="523" y="1220"/>
                  </a:cubicBezTo>
                  <a:cubicBezTo>
                    <a:pt x="527" y="1215"/>
                    <a:pt x="518" y="1212"/>
                    <a:pt x="520" y="1220"/>
                  </a:cubicBezTo>
                  <a:cubicBezTo>
                    <a:pt x="481" y="1266"/>
                    <a:pt x="469" y="1280"/>
                    <a:pt x="460" y="1296"/>
                  </a:cubicBezTo>
                  <a:cubicBezTo>
                    <a:pt x="412" y="1376"/>
                    <a:pt x="407" y="1384"/>
                    <a:pt x="405" y="1394"/>
                  </a:cubicBezTo>
                  <a:cubicBezTo>
                    <a:pt x="376" y="1447"/>
                    <a:pt x="378" y="1450"/>
                    <a:pt x="377" y="1452"/>
                  </a:cubicBezTo>
                  <a:cubicBezTo>
                    <a:pt x="371" y="1467"/>
                    <a:pt x="366" y="1465"/>
                    <a:pt x="367" y="1472"/>
                  </a:cubicBezTo>
                  <a:cubicBezTo>
                    <a:pt x="344" y="1511"/>
                    <a:pt x="348" y="1521"/>
                    <a:pt x="342" y="1522"/>
                  </a:cubicBezTo>
                  <a:cubicBezTo>
                    <a:pt x="323" y="1591"/>
                    <a:pt x="318" y="1593"/>
                    <a:pt x="317" y="1598"/>
                  </a:cubicBezTo>
                  <a:cubicBezTo>
                    <a:pt x="309" y="1646"/>
                    <a:pt x="309" y="1656"/>
                    <a:pt x="309" y="1666"/>
                  </a:cubicBezTo>
                  <a:close/>
                  <a:moveTo>
                    <a:pt x="115" y="1273"/>
                  </a:moveTo>
                  <a:cubicBezTo>
                    <a:pt x="122" y="1281"/>
                    <a:pt x="126" y="1292"/>
                    <a:pt x="130" y="1301"/>
                  </a:cubicBezTo>
                  <a:cubicBezTo>
                    <a:pt x="136" y="1302"/>
                    <a:pt x="130" y="1315"/>
                    <a:pt x="138" y="1314"/>
                  </a:cubicBezTo>
                  <a:cubicBezTo>
                    <a:pt x="137" y="1322"/>
                    <a:pt x="142" y="1324"/>
                    <a:pt x="145" y="1329"/>
                  </a:cubicBezTo>
                  <a:cubicBezTo>
                    <a:pt x="152" y="1351"/>
                    <a:pt x="166" y="1365"/>
                    <a:pt x="176" y="1384"/>
                  </a:cubicBezTo>
                  <a:cubicBezTo>
                    <a:pt x="182" y="1392"/>
                    <a:pt x="186" y="1402"/>
                    <a:pt x="193" y="1409"/>
                  </a:cubicBezTo>
                  <a:cubicBezTo>
                    <a:pt x="198" y="1412"/>
                    <a:pt x="198" y="1418"/>
                    <a:pt x="201" y="1422"/>
                  </a:cubicBezTo>
                  <a:cubicBezTo>
                    <a:pt x="204" y="1426"/>
                    <a:pt x="207" y="1431"/>
                    <a:pt x="211" y="1434"/>
                  </a:cubicBezTo>
                  <a:cubicBezTo>
                    <a:pt x="214" y="1446"/>
                    <a:pt x="223" y="1451"/>
                    <a:pt x="226" y="1462"/>
                  </a:cubicBezTo>
                  <a:cubicBezTo>
                    <a:pt x="229" y="1467"/>
                    <a:pt x="233" y="1470"/>
                    <a:pt x="236" y="1475"/>
                  </a:cubicBezTo>
                  <a:cubicBezTo>
                    <a:pt x="241" y="1475"/>
                    <a:pt x="241" y="1491"/>
                    <a:pt x="246" y="1482"/>
                  </a:cubicBezTo>
                  <a:cubicBezTo>
                    <a:pt x="241" y="1479"/>
                    <a:pt x="241" y="1471"/>
                    <a:pt x="239" y="1464"/>
                  </a:cubicBezTo>
                  <a:cubicBezTo>
                    <a:pt x="234" y="1460"/>
                    <a:pt x="231" y="1455"/>
                    <a:pt x="229" y="1449"/>
                  </a:cubicBezTo>
                  <a:cubicBezTo>
                    <a:pt x="229" y="1447"/>
                    <a:pt x="229" y="1444"/>
                    <a:pt x="229" y="1442"/>
                  </a:cubicBezTo>
                  <a:cubicBezTo>
                    <a:pt x="221" y="1436"/>
                    <a:pt x="220" y="1425"/>
                    <a:pt x="214" y="1419"/>
                  </a:cubicBezTo>
                  <a:cubicBezTo>
                    <a:pt x="216" y="1411"/>
                    <a:pt x="210" y="1411"/>
                    <a:pt x="208" y="1407"/>
                  </a:cubicBezTo>
                  <a:cubicBezTo>
                    <a:pt x="205" y="1404"/>
                    <a:pt x="205" y="1397"/>
                    <a:pt x="201" y="1394"/>
                  </a:cubicBezTo>
                  <a:cubicBezTo>
                    <a:pt x="197" y="1385"/>
                    <a:pt x="194" y="1376"/>
                    <a:pt x="186" y="1371"/>
                  </a:cubicBezTo>
                  <a:cubicBezTo>
                    <a:pt x="182" y="1362"/>
                    <a:pt x="179" y="1352"/>
                    <a:pt x="171" y="1346"/>
                  </a:cubicBezTo>
                  <a:cubicBezTo>
                    <a:pt x="166" y="1338"/>
                    <a:pt x="163" y="1329"/>
                    <a:pt x="156" y="1324"/>
                  </a:cubicBezTo>
                  <a:cubicBezTo>
                    <a:pt x="157" y="1316"/>
                    <a:pt x="149" y="1319"/>
                    <a:pt x="151" y="1311"/>
                  </a:cubicBezTo>
                  <a:cubicBezTo>
                    <a:pt x="147" y="1311"/>
                    <a:pt x="145" y="1310"/>
                    <a:pt x="145" y="1306"/>
                  </a:cubicBezTo>
                  <a:cubicBezTo>
                    <a:pt x="145" y="1303"/>
                    <a:pt x="141" y="1304"/>
                    <a:pt x="140" y="1301"/>
                  </a:cubicBezTo>
                  <a:cubicBezTo>
                    <a:pt x="139" y="1290"/>
                    <a:pt x="129" y="1287"/>
                    <a:pt x="128" y="1276"/>
                  </a:cubicBezTo>
                  <a:cubicBezTo>
                    <a:pt x="119" y="1278"/>
                    <a:pt x="126" y="1265"/>
                    <a:pt x="118" y="1266"/>
                  </a:cubicBezTo>
                  <a:cubicBezTo>
                    <a:pt x="118" y="1262"/>
                    <a:pt x="117" y="1260"/>
                    <a:pt x="115" y="1258"/>
                  </a:cubicBezTo>
                  <a:cubicBezTo>
                    <a:pt x="112" y="1258"/>
                    <a:pt x="111" y="1255"/>
                    <a:pt x="110" y="1258"/>
                  </a:cubicBezTo>
                  <a:cubicBezTo>
                    <a:pt x="114" y="1261"/>
                    <a:pt x="115" y="1267"/>
                    <a:pt x="115" y="1273"/>
                  </a:cubicBezTo>
                  <a:close/>
                  <a:moveTo>
                    <a:pt x="427" y="1331"/>
                  </a:moveTo>
                  <a:cubicBezTo>
                    <a:pt x="427" y="1327"/>
                    <a:pt x="436" y="1326"/>
                    <a:pt x="430" y="1323"/>
                  </a:cubicBezTo>
                  <a:cubicBezTo>
                    <a:pt x="422" y="1329"/>
                    <a:pt x="427" y="1338"/>
                    <a:pt x="427" y="1331"/>
                  </a:cubicBezTo>
                  <a:close/>
                  <a:moveTo>
                    <a:pt x="402" y="1371"/>
                  </a:moveTo>
                  <a:cubicBezTo>
                    <a:pt x="394" y="1377"/>
                    <a:pt x="392" y="1390"/>
                    <a:pt x="385" y="1396"/>
                  </a:cubicBezTo>
                  <a:cubicBezTo>
                    <a:pt x="374" y="1414"/>
                    <a:pt x="363" y="1432"/>
                    <a:pt x="357" y="1454"/>
                  </a:cubicBezTo>
                  <a:cubicBezTo>
                    <a:pt x="353" y="1459"/>
                    <a:pt x="347" y="1461"/>
                    <a:pt x="347" y="1469"/>
                  </a:cubicBezTo>
                  <a:cubicBezTo>
                    <a:pt x="342" y="1473"/>
                    <a:pt x="341" y="1480"/>
                    <a:pt x="337" y="1485"/>
                  </a:cubicBezTo>
                  <a:cubicBezTo>
                    <a:pt x="333" y="1498"/>
                    <a:pt x="325" y="1508"/>
                    <a:pt x="322" y="1522"/>
                  </a:cubicBezTo>
                  <a:cubicBezTo>
                    <a:pt x="321" y="1526"/>
                    <a:pt x="319" y="1527"/>
                    <a:pt x="322" y="1530"/>
                  </a:cubicBezTo>
                  <a:cubicBezTo>
                    <a:pt x="319" y="1531"/>
                    <a:pt x="317" y="1533"/>
                    <a:pt x="317" y="1537"/>
                  </a:cubicBezTo>
                  <a:cubicBezTo>
                    <a:pt x="313" y="1542"/>
                    <a:pt x="314" y="1551"/>
                    <a:pt x="309" y="1555"/>
                  </a:cubicBezTo>
                  <a:cubicBezTo>
                    <a:pt x="307" y="1561"/>
                    <a:pt x="308" y="1570"/>
                    <a:pt x="304" y="1575"/>
                  </a:cubicBezTo>
                  <a:cubicBezTo>
                    <a:pt x="303" y="1580"/>
                    <a:pt x="298" y="1594"/>
                    <a:pt x="304" y="1598"/>
                  </a:cubicBezTo>
                  <a:cubicBezTo>
                    <a:pt x="320" y="1574"/>
                    <a:pt x="321" y="1536"/>
                    <a:pt x="337" y="1512"/>
                  </a:cubicBezTo>
                  <a:cubicBezTo>
                    <a:pt x="341" y="1497"/>
                    <a:pt x="349" y="1486"/>
                    <a:pt x="354" y="1472"/>
                  </a:cubicBezTo>
                  <a:cubicBezTo>
                    <a:pt x="359" y="1472"/>
                    <a:pt x="356" y="1463"/>
                    <a:pt x="359" y="1462"/>
                  </a:cubicBezTo>
                  <a:cubicBezTo>
                    <a:pt x="361" y="1458"/>
                    <a:pt x="363" y="1456"/>
                    <a:pt x="365" y="1452"/>
                  </a:cubicBezTo>
                  <a:cubicBezTo>
                    <a:pt x="369" y="1446"/>
                    <a:pt x="371" y="1438"/>
                    <a:pt x="372" y="1429"/>
                  </a:cubicBezTo>
                  <a:cubicBezTo>
                    <a:pt x="377" y="1429"/>
                    <a:pt x="374" y="1421"/>
                    <a:pt x="380" y="1422"/>
                  </a:cubicBezTo>
                  <a:cubicBezTo>
                    <a:pt x="381" y="1417"/>
                    <a:pt x="381" y="1411"/>
                    <a:pt x="385" y="1409"/>
                  </a:cubicBezTo>
                  <a:cubicBezTo>
                    <a:pt x="388" y="1401"/>
                    <a:pt x="392" y="1393"/>
                    <a:pt x="395" y="1384"/>
                  </a:cubicBezTo>
                  <a:cubicBezTo>
                    <a:pt x="401" y="1379"/>
                    <a:pt x="404" y="1371"/>
                    <a:pt x="407" y="1364"/>
                  </a:cubicBezTo>
                  <a:cubicBezTo>
                    <a:pt x="411" y="1361"/>
                    <a:pt x="412" y="1357"/>
                    <a:pt x="415" y="1354"/>
                  </a:cubicBezTo>
                  <a:cubicBezTo>
                    <a:pt x="414" y="1350"/>
                    <a:pt x="423" y="1344"/>
                    <a:pt x="417" y="1344"/>
                  </a:cubicBezTo>
                  <a:cubicBezTo>
                    <a:pt x="414" y="1355"/>
                    <a:pt x="403" y="1358"/>
                    <a:pt x="402" y="1371"/>
                  </a:cubicBezTo>
                  <a:close/>
                  <a:moveTo>
                    <a:pt x="483" y="1406"/>
                  </a:moveTo>
                  <a:cubicBezTo>
                    <a:pt x="475" y="1408"/>
                    <a:pt x="479" y="1423"/>
                    <a:pt x="470" y="1424"/>
                  </a:cubicBezTo>
                  <a:cubicBezTo>
                    <a:pt x="466" y="1429"/>
                    <a:pt x="467" y="1440"/>
                    <a:pt x="460" y="1442"/>
                  </a:cubicBezTo>
                  <a:cubicBezTo>
                    <a:pt x="460" y="1452"/>
                    <a:pt x="454" y="1456"/>
                    <a:pt x="450" y="1462"/>
                  </a:cubicBezTo>
                  <a:cubicBezTo>
                    <a:pt x="449" y="1483"/>
                    <a:pt x="435" y="1492"/>
                    <a:pt x="433" y="1512"/>
                  </a:cubicBezTo>
                  <a:cubicBezTo>
                    <a:pt x="425" y="1516"/>
                    <a:pt x="426" y="1527"/>
                    <a:pt x="422" y="1535"/>
                  </a:cubicBezTo>
                  <a:cubicBezTo>
                    <a:pt x="425" y="1543"/>
                    <a:pt x="419" y="1543"/>
                    <a:pt x="417" y="1547"/>
                  </a:cubicBezTo>
                  <a:cubicBezTo>
                    <a:pt x="425" y="1550"/>
                    <a:pt x="412" y="1551"/>
                    <a:pt x="415" y="1557"/>
                  </a:cubicBezTo>
                  <a:cubicBezTo>
                    <a:pt x="410" y="1558"/>
                    <a:pt x="413" y="1566"/>
                    <a:pt x="410" y="1568"/>
                  </a:cubicBezTo>
                  <a:cubicBezTo>
                    <a:pt x="412" y="1575"/>
                    <a:pt x="403" y="1572"/>
                    <a:pt x="405" y="1580"/>
                  </a:cubicBezTo>
                  <a:cubicBezTo>
                    <a:pt x="402" y="1583"/>
                    <a:pt x="402" y="1589"/>
                    <a:pt x="400" y="1593"/>
                  </a:cubicBezTo>
                  <a:cubicBezTo>
                    <a:pt x="398" y="1597"/>
                    <a:pt x="399" y="1603"/>
                    <a:pt x="395" y="1605"/>
                  </a:cubicBezTo>
                  <a:cubicBezTo>
                    <a:pt x="395" y="1616"/>
                    <a:pt x="389" y="1621"/>
                    <a:pt x="387" y="1630"/>
                  </a:cubicBezTo>
                  <a:cubicBezTo>
                    <a:pt x="386" y="1635"/>
                    <a:pt x="386" y="1641"/>
                    <a:pt x="382" y="1643"/>
                  </a:cubicBezTo>
                  <a:cubicBezTo>
                    <a:pt x="384" y="1648"/>
                    <a:pt x="375" y="1654"/>
                    <a:pt x="382" y="1656"/>
                  </a:cubicBezTo>
                  <a:cubicBezTo>
                    <a:pt x="386" y="1646"/>
                    <a:pt x="390" y="1637"/>
                    <a:pt x="395" y="1628"/>
                  </a:cubicBezTo>
                  <a:cubicBezTo>
                    <a:pt x="397" y="1623"/>
                    <a:pt x="401" y="1621"/>
                    <a:pt x="402" y="1615"/>
                  </a:cubicBezTo>
                  <a:cubicBezTo>
                    <a:pt x="402" y="1608"/>
                    <a:pt x="410" y="1608"/>
                    <a:pt x="407" y="1598"/>
                  </a:cubicBezTo>
                  <a:cubicBezTo>
                    <a:pt x="417" y="1594"/>
                    <a:pt x="412" y="1576"/>
                    <a:pt x="422" y="1573"/>
                  </a:cubicBezTo>
                  <a:cubicBezTo>
                    <a:pt x="425" y="1568"/>
                    <a:pt x="422" y="1559"/>
                    <a:pt x="430" y="1560"/>
                  </a:cubicBezTo>
                  <a:cubicBezTo>
                    <a:pt x="430" y="1552"/>
                    <a:pt x="430" y="1545"/>
                    <a:pt x="438" y="1545"/>
                  </a:cubicBezTo>
                  <a:cubicBezTo>
                    <a:pt x="436" y="1537"/>
                    <a:pt x="439" y="1533"/>
                    <a:pt x="440" y="1527"/>
                  </a:cubicBezTo>
                  <a:cubicBezTo>
                    <a:pt x="446" y="1526"/>
                    <a:pt x="443" y="1516"/>
                    <a:pt x="448" y="1515"/>
                  </a:cubicBezTo>
                  <a:cubicBezTo>
                    <a:pt x="450" y="1503"/>
                    <a:pt x="457" y="1495"/>
                    <a:pt x="460" y="1484"/>
                  </a:cubicBezTo>
                  <a:cubicBezTo>
                    <a:pt x="465" y="1483"/>
                    <a:pt x="462" y="1473"/>
                    <a:pt x="468" y="1472"/>
                  </a:cubicBezTo>
                  <a:cubicBezTo>
                    <a:pt x="469" y="1465"/>
                    <a:pt x="471" y="1460"/>
                    <a:pt x="475" y="1457"/>
                  </a:cubicBezTo>
                  <a:cubicBezTo>
                    <a:pt x="478" y="1446"/>
                    <a:pt x="485" y="1438"/>
                    <a:pt x="488" y="1427"/>
                  </a:cubicBezTo>
                  <a:cubicBezTo>
                    <a:pt x="492" y="1421"/>
                    <a:pt x="490" y="1410"/>
                    <a:pt x="493" y="1404"/>
                  </a:cubicBezTo>
                  <a:cubicBezTo>
                    <a:pt x="491" y="1399"/>
                    <a:pt x="496" y="1387"/>
                    <a:pt x="490" y="1386"/>
                  </a:cubicBezTo>
                  <a:cubicBezTo>
                    <a:pt x="490" y="1395"/>
                    <a:pt x="483" y="1398"/>
                    <a:pt x="483" y="1406"/>
                  </a:cubicBezTo>
                  <a:close/>
                  <a:moveTo>
                    <a:pt x="415" y="1444"/>
                  </a:moveTo>
                  <a:cubicBezTo>
                    <a:pt x="417" y="1454"/>
                    <a:pt x="421" y="1430"/>
                    <a:pt x="417" y="1439"/>
                  </a:cubicBezTo>
                  <a:cubicBezTo>
                    <a:pt x="417" y="1441"/>
                    <a:pt x="414" y="1440"/>
                    <a:pt x="415" y="1444"/>
                  </a:cubicBezTo>
                  <a:close/>
                  <a:moveTo>
                    <a:pt x="402" y="1477"/>
                  </a:moveTo>
                  <a:cubicBezTo>
                    <a:pt x="397" y="1479"/>
                    <a:pt x="396" y="1484"/>
                    <a:pt x="395" y="1490"/>
                  </a:cubicBezTo>
                  <a:cubicBezTo>
                    <a:pt x="400" y="1488"/>
                    <a:pt x="398" y="1478"/>
                    <a:pt x="405" y="1477"/>
                  </a:cubicBezTo>
                  <a:cubicBezTo>
                    <a:pt x="403" y="1470"/>
                    <a:pt x="408" y="1470"/>
                    <a:pt x="407" y="1464"/>
                  </a:cubicBezTo>
                  <a:cubicBezTo>
                    <a:pt x="409" y="1464"/>
                    <a:pt x="410" y="1462"/>
                    <a:pt x="410" y="1459"/>
                  </a:cubicBezTo>
                  <a:cubicBezTo>
                    <a:pt x="410" y="1456"/>
                    <a:pt x="413" y="1455"/>
                    <a:pt x="410" y="1454"/>
                  </a:cubicBezTo>
                  <a:cubicBezTo>
                    <a:pt x="407" y="1461"/>
                    <a:pt x="402" y="1467"/>
                    <a:pt x="402" y="1477"/>
                  </a:cubicBezTo>
                  <a:close/>
                  <a:moveTo>
                    <a:pt x="470" y="1484"/>
                  </a:moveTo>
                  <a:cubicBezTo>
                    <a:pt x="470" y="1498"/>
                    <a:pt x="461" y="1502"/>
                    <a:pt x="460" y="1515"/>
                  </a:cubicBezTo>
                  <a:cubicBezTo>
                    <a:pt x="437" y="1576"/>
                    <a:pt x="431" y="1575"/>
                    <a:pt x="430" y="1580"/>
                  </a:cubicBezTo>
                  <a:cubicBezTo>
                    <a:pt x="411" y="1635"/>
                    <a:pt x="400" y="1637"/>
                    <a:pt x="397" y="1648"/>
                  </a:cubicBezTo>
                  <a:cubicBezTo>
                    <a:pt x="386" y="1684"/>
                    <a:pt x="383" y="1687"/>
                    <a:pt x="382" y="1693"/>
                  </a:cubicBezTo>
                  <a:cubicBezTo>
                    <a:pt x="371" y="1730"/>
                    <a:pt x="371" y="1738"/>
                    <a:pt x="367" y="1741"/>
                  </a:cubicBezTo>
                  <a:cubicBezTo>
                    <a:pt x="361" y="1788"/>
                    <a:pt x="357" y="1799"/>
                    <a:pt x="362" y="1799"/>
                  </a:cubicBezTo>
                  <a:cubicBezTo>
                    <a:pt x="379" y="1754"/>
                    <a:pt x="376" y="1747"/>
                    <a:pt x="380" y="1746"/>
                  </a:cubicBezTo>
                  <a:cubicBezTo>
                    <a:pt x="391" y="1697"/>
                    <a:pt x="403" y="1699"/>
                    <a:pt x="400" y="1688"/>
                  </a:cubicBezTo>
                  <a:cubicBezTo>
                    <a:pt x="430" y="1632"/>
                    <a:pt x="427" y="1621"/>
                    <a:pt x="433" y="1618"/>
                  </a:cubicBezTo>
                  <a:cubicBezTo>
                    <a:pt x="459" y="1557"/>
                    <a:pt x="462" y="1552"/>
                    <a:pt x="465" y="1547"/>
                  </a:cubicBezTo>
                  <a:cubicBezTo>
                    <a:pt x="482" y="1493"/>
                    <a:pt x="477" y="1484"/>
                    <a:pt x="483" y="1484"/>
                  </a:cubicBezTo>
                  <a:close/>
                  <a:moveTo>
                    <a:pt x="166" y="1522"/>
                  </a:moveTo>
                  <a:cubicBezTo>
                    <a:pt x="169" y="1533"/>
                    <a:pt x="177" y="1538"/>
                    <a:pt x="181" y="1548"/>
                  </a:cubicBezTo>
                  <a:cubicBezTo>
                    <a:pt x="187" y="1555"/>
                    <a:pt x="191" y="1564"/>
                    <a:pt x="199" y="1570"/>
                  </a:cubicBezTo>
                  <a:cubicBezTo>
                    <a:pt x="197" y="1578"/>
                    <a:pt x="205" y="1577"/>
                    <a:pt x="206" y="1583"/>
                  </a:cubicBezTo>
                  <a:cubicBezTo>
                    <a:pt x="209" y="1583"/>
                    <a:pt x="208" y="1587"/>
                    <a:pt x="211" y="1588"/>
                  </a:cubicBezTo>
                  <a:cubicBezTo>
                    <a:pt x="210" y="1593"/>
                    <a:pt x="215" y="1593"/>
                    <a:pt x="216" y="1595"/>
                  </a:cubicBezTo>
                  <a:cubicBezTo>
                    <a:pt x="220" y="1604"/>
                    <a:pt x="227" y="1611"/>
                    <a:pt x="234" y="1618"/>
                  </a:cubicBezTo>
                  <a:cubicBezTo>
                    <a:pt x="240" y="1626"/>
                    <a:pt x="247" y="1633"/>
                    <a:pt x="254" y="1641"/>
                  </a:cubicBezTo>
                  <a:cubicBezTo>
                    <a:pt x="260" y="1648"/>
                    <a:pt x="265" y="1657"/>
                    <a:pt x="272" y="1663"/>
                  </a:cubicBezTo>
                  <a:cubicBezTo>
                    <a:pt x="275" y="1667"/>
                    <a:pt x="278" y="1670"/>
                    <a:pt x="282" y="1673"/>
                  </a:cubicBezTo>
                  <a:cubicBezTo>
                    <a:pt x="283" y="1680"/>
                    <a:pt x="288" y="1682"/>
                    <a:pt x="292" y="1686"/>
                  </a:cubicBezTo>
                  <a:cubicBezTo>
                    <a:pt x="293" y="1695"/>
                    <a:pt x="300" y="1698"/>
                    <a:pt x="302" y="1706"/>
                  </a:cubicBezTo>
                  <a:cubicBezTo>
                    <a:pt x="309" y="1709"/>
                    <a:pt x="309" y="1719"/>
                    <a:pt x="317" y="1721"/>
                  </a:cubicBezTo>
                  <a:cubicBezTo>
                    <a:pt x="317" y="1715"/>
                    <a:pt x="317" y="1709"/>
                    <a:pt x="314" y="1706"/>
                  </a:cubicBezTo>
                  <a:cubicBezTo>
                    <a:pt x="311" y="1705"/>
                    <a:pt x="313" y="1703"/>
                    <a:pt x="314" y="1701"/>
                  </a:cubicBezTo>
                  <a:cubicBezTo>
                    <a:pt x="311" y="1701"/>
                    <a:pt x="312" y="1697"/>
                    <a:pt x="312" y="1693"/>
                  </a:cubicBezTo>
                  <a:cubicBezTo>
                    <a:pt x="303" y="1693"/>
                    <a:pt x="307" y="1680"/>
                    <a:pt x="299" y="1678"/>
                  </a:cubicBezTo>
                  <a:cubicBezTo>
                    <a:pt x="302" y="1670"/>
                    <a:pt x="291" y="1676"/>
                    <a:pt x="294" y="1668"/>
                  </a:cubicBezTo>
                  <a:cubicBezTo>
                    <a:pt x="293" y="1665"/>
                    <a:pt x="290" y="1662"/>
                    <a:pt x="287" y="1661"/>
                  </a:cubicBezTo>
                  <a:cubicBezTo>
                    <a:pt x="281" y="1646"/>
                    <a:pt x="269" y="1638"/>
                    <a:pt x="264" y="1623"/>
                  </a:cubicBezTo>
                  <a:cubicBezTo>
                    <a:pt x="254" y="1618"/>
                    <a:pt x="249" y="1607"/>
                    <a:pt x="241" y="1600"/>
                  </a:cubicBezTo>
                  <a:cubicBezTo>
                    <a:pt x="239" y="1595"/>
                    <a:pt x="235" y="1592"/>
                    <a:pt x="231" y="1588"/>
                  </a:cubicBezTo>
                  <a:cubicBezTo>
                    <a:pt x="227" y="1584"/>
                    <a:pt x="225" y="1577"/>
                    <a:pt x="219" y="1575"/>
                  </a:cubicBezTo>
                  <a:cubicBezTo>
                    <a:pt x="215" y="1571"/>
                    <a:pt x="210" y="1568"/>
                    <a:pt x="209" y="1563"/>
                  </a:cubicBezTo>
                  <a:cubicBezTo>
                    <a:pt x="203" y="1560"/>
                    <a:pt x="199" y="1555"/>
                    <a:pt x="196" y="1550"/>
                  </a:cubicBezTo>
                  <a:cubicBezTo>
                    <a:pt x="188" y="1542"/>
                    <a:pt x="180" y="1534"/>
                    <a:pt x="171" y="1527"/>
                  </a:cubicBezTo>
                  <a:cubicBezTo>
                    <a:pt x="171" y="1518"/>
                    <a:pt x="164" y="1516"/>
                    <a:pt x="161" y="1510"/>
                  </a:cubicBezTo>
                  <a:cubicBezTo>
                    <a:pt x="160" y="1506"/>
                    <a:pt x="157" y="1506"/>
                    <a:pt x="156" y="1502"/>
                  </a:cubicBezTo>
                  <a:cubicBezTo>
                    <a:pt x="152" y="1504"/>
                    <a:pt x="150" y="1492"/>
                    <a:pt x="148" y="1500"/>
                  </a:cubicBezTo>
                  <a:cubicBezTo>
                    <a:pt x="157" y="1504"/>
                    <a:pt x="157" y="1518"/>
                    <a:pt x="166" y="1522"/>
                  </a:cubicBezTo>
                  <a:close/>
                  <a:moveTo>
                    <a:pt x="465" y="1575"/>
                  </a:moveTo>
                  <a:cubicBezTo>
                    <a:pt x="457" y="1583"/>
                    <a:pt x="454" y="1598"/>
                    <a:pt x="448" y="1608"/>
                  </a:cubicBezTo>
                  <a:cubicBezTo>
                    <a:pt x="445" y="1613"/>
                    <a:pt x="444" y="1620"/>
                    <a:pt x="440" y="1625"/>
                  </a:cubicBezTo>
                  <a:cubicBezTo>
                    <a:pt x="437" y="1631"/>
                    <a:pt x="440" y="1642"/>
                    <a:pt x="433" y="1643"/>
                  </a:cubicBezTo>
                  <a:cubicBezTo>
                    <a:pt x="434" y="1653"/>
                    <a:pt x="426" y="1653"/>
                    <a:pt x="425" y="1661"/>
                  </a:cubicBezTo>
                  <a:cubicBezTo>
                    <a:pt x="424" y="1668"/>
                    <a:pt x="419" y="1671"/>
                    <a:pt x="418" y="1678"/>
                  </a:cubicBezTo>
                  <a:cubicBezTo>
                    <a:pt x="414" y="1683"/>
                    <a:pt x="413" y="1690"/>
                    <a:pt x="410" y="1696"/>
                  </a:cubicBezTo>
                  <a:cubicBezTo>
                    <a:pt x="405" y="1696"/>
                    <a:pt x="411" y="1700"/>
                    <a:pt x="407" y="1701"/>
                  </a:cubicBezTo>
                  <a:cubicBezTo>
                    <a:pt x="407" y="1704"/>
                    <a:pt x="404" y="1705"/>
                    <a:pt x="407" y="1708"/>
                  </a:cubicBezTo>
                  <a:cubicBezTo>
                    <a:pt x="401" y="1710"/>
                    <a:pt x="401" y="1719"/>
                    <a:pt x="397" y="1724"/>
                  </a:cubicBezTo>
                  <a:cubicBezTo>
                    <a:pt x="399" y="1734"/>
                    <a:pt x="389" y="1732"/>
                    <a:pt x="392" y="1744"/>
                  </a:cubicBezTo>
                  <a:cubicBezTo>
                    <a:pt x="390" y="1749"/>
                    <a:pt x="388" y="1756"/>
                    <a:pt x="385" y="1761"/>
                  </a:cubicBezTo>
                  <a:cubicBezTo>
                    <a:pt x="384" y="1766"/>
                    <a:pt x="376" y="1775"/>
                    <a:pt x="382" y="1779"/>
                  </a:cubicBezTo>
                  <a:cubicBezTo>
                    <a:pt x="389" y="1772"/>
                    <a:pt x="391" y="1760"/>
                    <a:pt x="395" y="1751"/>
                  </a:cubicBezTo>
                  <a:cubicBezTo>
                    <a:pt x="398" y="1741"/>
                    <a:pt x="404" y="1733"/>
                    <a:pt x="405" y="1721"/>
                  </a:cubicBezTo>
                  <a:cubicBezTo>
                    <a:pt x="421" y="1704"/>
                    <a:pt x="428" y="1679"/>
                    <a:pt x="443" y="1661"/>
                  </a:cubicBezTo>
                  <a:cubicBezTo>
                    <a:pt x="445" y="1648"/>
                    <a:pt x="451" y="1638"/>
                    <a:pt x="455" y="1628"/>
                  </a:cubicBezTo>
                  <a:cubicBezTo>
                    <a:pt x="459" y="1624"/>
                    <a:pt x="459" y="1616"/>
                    <a:pt x="463" y="1613"/>
                  </a:cubicBezTo>
                  <a:cubicBezTo>
                    <a:pt x="463" y="1609"/>
                    <a:pt x="464" y="1607"/>
                    <a:pt x="465" y="1605"/>
                  </a:cubicBezTo>
                  <a:cubicBezTo>
                    <a:pt x="469" y="1605"/>
                    <a:pt x="467" y="1598"/>
                    <a:pt x="470" y="1598"/>
                  </a:cubicBezTo>
                  <a:cubicBezTo>
                    <a:pt x="468" y="1588"/>
                    <a:pt x="478" y="1590"/>
                    <a:pt x="475" y="1580"/>
                  </a:cubicBezTo>
                  <a:cubicBezTo>
                    <a:pt x="476" y="1573"/>
                    <a:pt x="480" y="1570"/>
                    <a:pt x="480" y="1562"/>
                  </a:cubicBezTo>
                  <a:cubicBezTo>
                    <a:pt x="485" y="1559"/>
                    <a:pt x="482" y="1549"/>
                    <a:pt x="485" y="1545"/>
                  </a:cubicBezTo>
                  <a:cubicBezTo>
                    <a:pt x="489" y="1540"/>
                    <a:pt x="488" y="1530"/>
                    <a:pt x="490" y="1525"/>
                  </a:cubicBezTo>
                  <a:cubicBezTo>
                    <a:pt x="490" y="1522"/>
                    <a:pt x="490" y="1520"/>
                    <a:pt x="490" y="1517"/>
                  </a:cubicBezTo>
                  <a:cubicBezTo>
                    <a:pt x="490" y="1514"/>
                    <a:pt x="494" y="1513"/>
                    <a:pt x="490" y="1512"/>
                  </a:cubicBezTo>
                  <a:cubicBezTo>
                    <a:pt x="489" y="1508"/>
                    <a:pt x="493" y="1497"/>
                    <a:pt x="488" y="1497"/>
                  </a:cubicBezTo>
                  <a:cubicBezTo>
                    <a:pt x="484" y="1527"/>
                    <a:pt x="474" y="1550"/>
                    <a:pt x="465" y="1575"/>
                  </a:cubicBezTo>
                  <a:close/>
                  <a:moveTo>
                    <a:pt x="337" y="1693"/>
                  </a:moveTo>
                  <a:cubicBezTo>
                    <a:pt x="336" y="1689"/>
                    <a:pt x="340" y="1688"/>
                    <a:pt x="340" y="1683"/>
                  </a:cubicBezTo>
                  <a:cubicBezTo>
                    <a:pt x="340" y="1680"/>
                    <a:pt x="339" y="1674"/>
                    <a:pt x="342" y="1673"/>
                  </a:cubicBezTo>
                  <a:cubicBezTo>
                    <a:pt x="337" y="1663"/>
                    <a:pt x="347" y="1649"/>
                    <a:pt x="347" y="1636"/>
                  </a:cubicBezTo>
                  <a:cubicBezTo>
                    <a:pt x="350" y="1635"/>
                    <a:pt x="350" y="1632"/>
                    <a:pt x="350" y="1628"/>
                  </a:cubicBezTo>
                  <a:cubicBezTo>
                    <a:pt x="350" y="1625"/>
                    <a:pt x="353" y="1623"/>
                    <a:pt x="352" y="1618"/>
                  </a:cubicBezTo>
                  <a:cubicBezTo>
                    <a:pt x="356" y="1613"/>
                    <a:pt x="354" y="1604"/>
                    <a:pt x="357" y="1598"/>
                  </a:cubicBezTo>
                  <a:cubicBezTo>
                    <a:pt x="359" y="1591"/>
                    <a:pt x="360" y="1584"/>
                    <a:pt x="365" y="1580"/>
                  </a:cubicBezTo>
                  <a:cubicBezTo>
                    <a:pt x="369" y="1576"/>
                    <a:pt x="366" y="1565"/>
                    <a:pt x="372" y="1563"/>
                  </a:cubicBezTo>
                  <a:cubicBezTo>
                    <a:pt x="372" y="1557"/>
                    <a:pt x="372" y="1552"/>
                    <a:pt x="372" y="1547"/>
                  </a:cubicBezTo>
                  <a:cubicBezTo>
                    <a:pt x="380" y="1547"/>
                    <a:pt x="370" y="1537"/>
                    <a:pt x="372" y="1547"/>
                  </a:cubicBezTo>
                  <a:cubicBezTo>
                    <a:pt x="368" y="1551"/>
                    <a:pt x="369" y="1560"/>
                    <a:pt x="365" y="1563"/>
                  </a:cubicBezTo>
                  <a:cubicBezTo>
                    <a:pt x="363" y="1568"/>
                    <a:pt x="362" y="1575"/>
                    <a:pt x="360" y="1580"/>
                  </a:cubicBezTo>
                  <a:cubicBezTo>
                    <a:pt x="356" y="1584"/>
                    <a:pt x="357" y="1593"/>
                    <a:pt x="352" y="1595"/>
                  </a:cubicBezTo>
                  <a:cubicBezTo>
                    <a:pt x="352" y="1604"/>
                    <a:pt x="349" y="1609"/>
                    <a:pt x="345" y="1613"/>
                  </a:cubicBezTo>
                  <a:cubicBezTo>
                    <a:pt x="342" y="1647"/>
                    <a:pt x="327" y="1669"/>
                    <a:pt x="330" y="1708"/>
                  </a:cubicBezTo>
                  <a:cubicBezTo>
                    <a:pt x="338" y="1709"/>
                    <a:pt x="334" y="1698"/>
                    <a:pt x="337" y="1693"/>
                  </a:cubicBezTo>
                  <a:close/>
                  <a:moveTo>
                    <a:pt x="299" y="1623"/>
                  </a:moveTo>
                  <a:cubicBezTo>
                    <a:pt x="299" y="1618"/>
                    <a:pt x="306" y="1608"/>
                    <a:pt x="299" y="1605"/>
                  </a:cubicBezTo>
                  <a:cubicBezTo>
                    <a:pt x="299" y="1610"/>
                    <a:pt x="292" y="1620"/>
                    <a:pt x="299" y="1623"/>
                  </a:cubicBezTo>
                  <a:close/>
                  <a:moveTo>
                    <a:pt x="372" y="1678"/>
                  </a:moveTo>
                  <a:cubicBezTo>
                    <a:pt x="367" y="1681"/>
                    <a:pt x="371" y="1692"/>
                    <a:pt x="365" y="1693"/>
                  </a:cubicBezTo>
                  <a:cubicBezTo>
                    <a:pt x="366" y="1702"/>
                    <a:pt x="363" y="1705"/>
                    <a:pt x="362" y="1711"/>
                  </a:cubicBezTo>
                  <a:cubicBezTo>
                    <a:pt x="363" y="1715"/>
                    <a:pt x="355" y="1724"/>
                    <a:pt x="362" y="1726"/>
                  </a:cubicBezTo>
                  <a:cubicBezTo>
                    <a:pt x="367" y="1717"/>
                    <a:pt x="364" y="1701"/>
                    <a:pt x="372" y="1696"/>
                  </a:cubicBezTo>
                  <a:cubicBezTo>
                    <a:pt x="370" y="1686"/>
                    <a:pt x="375" y="1684"/>
                    <a:pt x="375" y="1676"/>
                  </a:cubicBezTo>
                  <a:cubicBezTo>
                    <a:pt x="375" y="1672"/>
                    <a:pt x="386" y="1660"/>
                    <a:pt x="375" y="1661"/>
                  </a:cubicBezTo>
                  <a:cubicBezTo>
                    <a:pt x="376" y="1669"/>
                    <a:pt x="370" y="1670"/>
                    <a:pt x="372" y="1678"/>
                  </a:cubicBezTo>
                  <a:close/>
                  <a:moveTo>
                    <a:pt x="352" y="1776"/>
                  </a:moveTo>
                  <a:cubicBezTo>
                    <a:pt x="352" y="1773"/>
                    <a:pt x="352" y="1770"/>
                    <a:pt x="352" y="1766"/>
                  </a:cubicBezTo>
                  <a:cubicBezTo>
                    <a:pt x="350" y="1766"/>
                    <a:pt x="347" y="1766"/>
                    <a:pt x="345" y="1766"/>
                  </a:cubicBezTo>
                  <a:cubicBezTo>
                    <a:pt x="346" y="1771"/>
                    <a:pt x="346" y="1777"/>
                    <a:pt x="352" y="1776"/>
                  </a:cubicBezTo>
                  <a:close/>
                  <a:moveTo>
                    <a:pt x="375" y="1804"/>
                  </a:moveTo>
                  <a:cubicBezTo>
                    <a:pt x="376" y="1799"/>
                    <a:pt x="383" y="1788"/>
                    <a:pt x="377" y="1784"/>
                  </a:cubicBezTo>
                  <a:cubicBezTo>
                    <a:pt x="378" y="1791"/>
                    <a:pt x="368" y="1799"/>
                    <a:pt x="375" y="1804"/>
                  </a:cubicBezTo>
                  <a:close/>
                </a:path>
              </a:pathLst>
            </a:custGeom>
            <a:solidFill>
              <a:srgbClr val="d0cdbb">
                <a:alpha val="75000"/>
              </a:srgbClr>
            </a:solidFill>
            <a:ln w="0">
              <a:noFill/>
            </a:ln>
          </p:spPr>
          <p:style>
            <a:lnRef idx="0"/>
            <a:fillRef idx="0"/>
            <a:effectRef idx="0"/>
            <a:fontRef idx="minor"/>
          </p:style>
          <p:txBody>
            <a:bodyPr tIns="91440" bIns="91440" anchor="ctr">
              <a:noAutofit/>
            </a:bodyPr>
            <a:p>
              <a:pPr>
                <a:lnSpc>
                  <a:spcPct val="100000"/>
                </a:lnSpc>
                <a:tabLst>
                  <a:tab algn="l" pos="0"/>
                </a:tabLst>
              </a:pPr>
              <a:endParaRPr b="0" lang="en-US" sz="1400" spc="-1" strike="noStrike">
                <a:solidFill>
                  <a:srgbClr val="000000"/>
                </a:solidFill>
                <a:latin typeface="Arial"/>
                <a:ea typeface="Arial"/>
              </a:endParaRPr>
            </a:p>
          </p:txBody>
        </p:sp>
        <p:sp>
          <p:nvSpPr>
            <p:cNvPr id="127" name="Google Shape;53;p13"/>
            <p:cNvSpPr/>
            <p:nvPr/>
          </p:nvSpPr>
          <p:spPr>
            <a:xfrm>
              <a:off x="907920" y="1528200"/>
              <a:ext cx="2507760" cy="3231000"/>
            </a:xfrm>
            <a:custGeom>
              <a:avLst/>
              <a:gdLst>
                <a:gd name="textAreaLeft" fmla="*/ 0 w 2507760"/>
                <a:gd name="textAreaRight" fmla="*/ 2508120 w 2507760"/>
                <a:gd name="textAreaTop" fmla="*/ 0 h 3231000"/>
                <a:gd name="textAreaBottom" fmla="*/ 3231360 h 3231000"/>
              </a:gdLst>
              <a:ahLst/>
              <a:rect l="textAreaLeft" t="textAreaTop" r="textAreaRight" b="textAreaBottom"/>
              <a:pathLst>
                <a:path w="869" h="1495">
                  <a:moveTo>
                    <a:pt x="865" y="156"/>
                  </a:moveTo>
                  <a:cubicBezTo>
                    <a:pt x="856" y="165"/>
                    <a:pt x="851" y="173"/>
                    <a:pt x="844" y="182"/>
                  </a:cubicBezTo>
                  <a:cubicBezTo>
                    <a:pt x="804" y="216"/>
                    <a:pt x="802" y="216"/>
                    <a:pt x="800" y="216"/>
                  </a:cubicBezTo>
                  <a:cubicBezTo>
                    <a:pt x="775" y="232"/>
                    <a:pt x="768" y="237"/>
                    <a:pt x="760" y="239"/>
                  </a:cubicBezTo>
                  <a:cubicBezTo>
                    <a:pt x="699" y="279"/>
                    <a:pt x="696" y="275"/>
                    <a:pt x="693" y="278"/>
                  </a:cubicBezTo>
                  <a:cubicBezTo>
                    <a:pt x="706" y="270"/>
                    <a:pt x="707" y="266"/>
                    <a:pt x="714" y="263"/>
                  </a:cubicBezTo>
                  <a:cubicBezTo>
                    <a:pt x="766" y="230"/>
                    <a:pt x="774" y="225"/>
                    <a:pt x="782" y="219"/>
                  </a:cubicBezTo>
                  <a:cubicBezTo>
                    <a:pt x="830" y="181"/>
                    <a:pt x="830" y="177"/>
                    <a:pt x="834" y="174"/>
                  </a:cubicBezTo>
                  <a:cubicBezTo>
                    <a:pt x="831" y="170"/>
                    <a:pt x="831" y="178"/>
                    <a:pt x="827" y="175"/>
                  </a:cubicBezTo>
                  <a:cubicBezTo>
                    <a:pt x="792" y="205"/>
                    <a:pt x="784" y="209"/>
                    <a:pt x="783" y="213"/>
                  </a:cubicBezTo>
                  <a:cubicBezTo>
                    <a:pt x="763" y="227"/>
                    <a:pt x="760" y="223"/>
                    <a:pt x="757" y="227"/>
                  </a:cubicBezTo>
                  <a:cubicBezTo>
                    <a:pt x="776" y="212"/>
                    <a:pt x="774" y="208"/>
                    <a:pt x="780" y="206"/>
                  </a:cubicBezTo>
                  <a:cubicBezTo>
                    <a:pt x="824" y="164"/>
                    <a:pt x="830" y="160"/>
                    <a:pt x="833" y="155"/>
                  </a:cubicBezTo>
                  <a:cubicBezTo>
                    <a:pt x="806" y="176"/>
                    <a:pt x="797" y="184"/>
                    <a:pt x="788" y="193"/>
                  </a:cubicBezTo>
                  <a:cubicBezTo>
                    <a:pt x="731" y="226"/>
                    <a:pt x="724" y="237"/>
                    <a:pt x="720" y="234"/>
                  </a:cubicBezTo>
                  <a:cubicBezTo>
                    <a:pt x="766" y="194"/>
                    <a:pt x="786" y="180"/>
                    <a:pt x="803" y="159"/>
                  </a:cubicBezTo>
                  <a:cubicBezTo>
                    <a:pt x="785" y="170"/>
                    <a:pt x="775" y="180"/>
                    <a:pt x="763" y="188"/>
                  </a:cubicBezTo>
                  <a:cubicBezTo>
                    <a:pt x="736" y="208"/>
                    <a:pt x="735" y="202"/>
                    <a:pt x="737" y="200"/>
                  </a:cubicBezTo>
                  <a:cubicBezTo>
                    <a:pt x="749" y="181"/>
                    <a:pt x="754" y="177"/>
                    <a:pt x="756" y="172"/>
                  </a:cubicBezTo>
                  <a:cubicBezTo>
                    <a:pt x="787" y="134"/>
                    <a:pt x="791" y="136"/>
                    <a:pt x="790" y="130"/>
                  </a:cubicBezTo>
                  <a:cubicBezTo>
                    <a:pt x="769" y="150"/>
                    <a:pt x="765" y="152"/>
                    <a:pt x="766" y="155"/>
                  </a:cubicBezTo>
                  <a:cubicBezTo>
                    <a:pt x="746" y="174"/>
                    <a:pt x="746" y="170"/>
                    <a:pt x="746" y="169"/>
                  </a:cubicBezTo>
                  <a:cubicBezTo>
                    <a:pt x="748" y="164"/>
                    <a:pt x="752" y="160"/>
                    <a:pt x="752" y="160"/>
                  </a:cubicBezTo>
                  <a:cubicBezTo>
                    <a:pt x="764" y="139"/>
                    <a:pt x="770" y="129"/>
                    <a:pt x="777" y="119"/>
                  </a:cubicBezTo>
                  <a:cubicBezTo>
                    <a:pt x="800" y="82"/>
                    <a:pt x="812" y="81"/>
                    <a:pt x="808" y="77"/>
                  </a:cubicBezTo>
                  <a:cubicBezTo>
                    <a:pt x="770" y="123"/>
                    <a:pt x="765" y="125"/>
                    <a:pt x="763" y="127"/>
                  </a:cubicBezTo>
                  <a:cubicBezTo>
                    <a:pt x="747" y="156"/>
                    <a:pt x="743" y="161"/>
                    <a:pt x="740" y="166"/>
                  </a:cubicBezTo>
                  <a:cubicBezTo>
                    <a:pt x="744" y="144"/>
                    <a:pt x="749" y="134"/>
                    <a:pt x="753" y="124"/>
                  </a:cubicBezTo>
                  <a:cubicBezTo>
                    <a:pt x="782" y="79"/>
                    <a:pt x="781" y="77"/>
                    <a:pt x="784" y="75"/>
                  </a:cubicBezTo>
                  <a:cubicBezTo>
                    <a:pt x="769" y="89"/>
                    <a:pt x="765" y="92"/>
                    <a:pt x="765" y="96"/>
                  </a:cubicBezTo>
                  <a:cubicBezTo>
                    <a:pt x="728" y="162"/>
                    <a:pt x="722" y="177"/>
                    <a:pt x="718" y="191"/>
                  </a:cubicBezTo>
                  <a:cubicBezTo>
                    <a:pt x="710" y="205"/>
                    <a:pt x="719" y="210"/>
                    <a:pt x="712" y="213"/>
                  </a:cubicBezTo>
                  <a:cubicBezTo>
                    <a:pt x="703" y="240"/>
                    <a:pt x="708" y="247"/>
                    <a:pt x="697" y="251"/>
                  </a:cubicBezTo>
                  <a:cubicBezTo>
                    <a:pt x="699" y="232"/>
                    <a:pt x="702" y="230"/>
                    <a:pt x="701" y="228"/>
                  </a:cubicBezTo>
                  <a:cubicBezTo>
                    <a:pt x="714" y="177"/>
                    <a:pt x="714" y="170"/>
                    <a:pt x="714" y="162"/>
                  </a:cubicBezTo>
                  <a:cubicBezTo>
                    <a:pt x="735" y="103"/>
                    <a:pt x="740" y="88"/>
                    <a:pt x="749" y="73"/>
                  </a:cubicBezTo>
                  <a:cubicBezTo>
                    <a:pt x="757" y="53"/>
                    <a:pt x="753" y="62"/>
                    <a:pt x="744" y="70"/>
                  </a:cubicBezTo>
                  <a:cubicBezTo>
                    <a:pt x="727" y="107"/>
                    <a:pt x="722" y="112"/>
                    <a:pt x="722" y="118"/>
                  </a:cubicBezTo>
                  <a:cubicBezTo>
                    <a:pt x="706" y="172"/>
                    <a:pt x="705" y="175"/>
                    <a:pt x="703" y="177"/>
                  </a:cubicBezTo>
                  <a:cubicBezTo>
                    <a:pt x="696" y="206"/>
                    <a:pt x="696" y="209"/>
                    <a:pt x="696" y="212"/>
                  </a:cubicBezTo>
                  <a:cubicBezTo>
                    <a:pt x="687" y="247"/>
                    <a:pt x="685" y="253"/>
                    <a:pt x="684" y="260"/>
                  </a:cubicBezTo>
                  <a:cubicBezTo>
                    <a:pt x="671" y="275"/>
                    <a:pt x="673" y="272"/>
                    <a:pt x="677" y="270"/>
                  </a:cubicBezTo>
                  <a:cubicBezTo>
                    <a:pt x="682" y="240"/>
                    <a:pt x="681" y="234"/>
                    <a:pt x="684" y="229"/>
                  </a:cubicBezTo>
                  <a:cubicBezTo>
                    <a:pt x="694" y="189"/>
                    <a:pt x="690" y="182"/>
                    <a:pt x="693" y="177"/>
                  </a:cubicBezTo>
                  <a:cubicBezTo>
                    <a:pt x="706" y="119"/>
                    <a:pt x="707" y="113"/>
                    <a:pt x="709" y="107"/>
                  </a:cubicBezTo>
                  <a:cubicBezTo>
                    <a:pt x="721" y="64"/>
                    <a:pt x="727" y="59"/>
                    <a:pt x="729" y="53"/>
                  </a:cubicBezTo>
                  <a:cubicBezTo>
                    <a:pt x="751" y="15"/>
                    <a:pt x="760" y="13"/>
                    <a:pt x="759" y="10"/>
                  </a:cubicBezTo>
                  <a:cubicBezTo>
                    <a:pt x="752" y="12"/>
                    <a:pt x="750" y="14"/>
                    <a:pt x="749" y="17"/>
                  </a:cubicBezTo>
                  <a:cubicBezTo>
                    <a:pt x="722" y="50"/>
                    <a:pt x="719" y="46"/>
                    <a:pt x="715" y="51"/>
                  </a:cubicBezTo>
                  <a:cubicBezTo>
                    <a:pt x="696" y="86"/>
                    <a:pt x="689" y="94"/>
                    <a:pt x="687" y="103"/>
                  </a:cubicBezTo>
                  <a:cubicBezTo>
                    <a:pt x="667" y="145"/>
                    <a:pt x="670" y="146"/>
                    <a:pt x="670" y="148"/>
                  </a:cubicBezTo>
                  <a:cubicBezTo>
                    <a:pt x="662" y="166"/>
                    <a:pt x="660" y="175"/>
                    <a:pt x="659" y="185"/>
                  </a:cubicBezTo>
                  <a:cubicBezTo>
                    <a:pt x="655" y="217"/>
                    <a:pt x="655" y="222"/>
                    <a:pt x="653" y="226"/>
                  </a:cubicBezTo>
                  <a:cubicBezTo>
                    <a:pt x="646" y="259"/>
                    <a:pt x="650" y="265"/>
                    <a:pt x="650" y="270"/>
                  </a:cubicBezTo>
                  <a:cubicBezTo>
                    <a:pt x="632" y="316"/>
                    <a:pt x="637" y="319"/>
                    <a:pt x="630" y="321"/>
                  </a:cubicBezTo>
                  <a:cubicBezTo>
                    <a:pt x="630" y="285"/>
                    <a:pt x="633" y="283"/>
                    <a:pt x="633" y="280"/>
                  </a:cubicBezTo>
                  <a:cubicBezTo>
                    <a:pt x="637" y="248"/>
                    <a:pt x="637" y="243"/>
                    <a:pt x="639" y="238"/>
                  </a:cubicBezTo>
                  <a:cubicBezTo>
                    <a:pt x="639" y="222"/>
                    <a:pt x="641" y="220"/>
                    <a:pt x="641" y="217"/>
                  </a:cubicBezTo>
                  <a:cubicBezTo>
                    <a:pt x="649" y="175"/>
                    <a:pt x="652" y="166"/>
                    <a:pt x="654" y="157"/>
                  </a:cubicBezTo>
                  <a:cubicBezTo>
                    <a:pt x="673" y="112"/>
                    <a:pt x="670" y="107"/>
                    <a:pt x="677" y="103"/>
                  </a:cubicBezTo>
                  <a:cubicBezTo>
                    <a:pt x="690" y="65"/>
                    <a:pt x="699" y="63"/>
                    <a:pt x="694" y="59"/>
                  </a:cubicBezTo>
                  <a:cubicBezTo>
                    <a:pt x="663" y="118"/>
                    <a:pt x="658" y="124"/>
                    <a:pt x="654" y="130"/>
                  </a:cubicBezTo>
                  <a:cubicBezTo>
                    <a:pt x="644" y="160"/>
                    <a:pt x="640" y="163"/>
                    <a:pt x="644" y="166"/>
                  </a:cubicBezTo>
                  <a:cubicBezTo>
                    <a:pt x="632" y="198"/>
                    <a:pt x="638" y="202"/>
                    <a:pt x="632" y="204"/>
                  </a:cubicBezTo>
                  <a:cubicBezTo>
                    <a:pt x="630" y="226"/>
                    <a:pt x="628" y="229"/>
                    <a:pt x="630" y="233"/>
                  </a:cubicBezTo>
                  <a:cubicBezTo>
                    <a:pt x="624" y="286"/>
                    <a:pt x="621" y="292"/>
                    <a:pt x="621" y="298"/>
                  </a:cubicBezTo>
                  <a:cubicBezTo>
                    <a:pt x="622" y="314"/>
                    <a:pt x="617" y="316"/>
                    <a:pt x="621" y="318"/>
                  </a:cubicBezTo>
                  <a:cubicBezTo>
                    <a:pt x="615" y="341"/>
                    <a:pt x="613" y="344"/>
                    <a:pt x="612" y="347"/>
                  </a:cubicBezTo>
                  <a:cubicBezTo>
                    <a:pt x="610" y="337"/>
                    <a:pt x="612" y="332"/>
                    <a:pt x="615" y="327"/>
                  </a:cubicBezTo>
                  <a:cubicBezTo>
                    <a:pt x="612" y="290"/>
                    <a:pt x="621" y="286"/>
                    <a:pt x="616" y="280"/>
                  </a:cubicBezTo>
                  <a:cubicBezTo>
                    <a:pt x="615" y="259"/>
                    <a:pt x="621" y="255"/>
                    <a:pt x="620" y="250"/>
                  </a:cubicBezTo>
                  <a:cubicBezTo>
                    <a:pt x="624" y="201"/>
                    <a:pt x="625" y="198"/>
                    <a:pt x="626" y="196"/>
                  </a:cubicBezTo>
                  <a:cubicBezTo>
                    <a:pt x="635" y="171"/>
                    <a:pt x="633" y="168"/>
                    <a:pt x="634" y="166"/>
                  </a:cubicBezTo>
                  <a:cubicBezTo>
                    <a:pt x="642" y="141"/>
                    <a:pt x="642" y="139"/>
                    <a:pt x="642" y="136"/>
                  </a:cubicBezTo>
                  <a:cubicBezTo>
                    <a:pt x="655" y="109"/>
                    <a:pt x="657" y="104"/>
                    <a:pt x="662" y="99"/>
                  </a:cubicBezTo>
                  <a:cubicBezTo>
                    <a:pt x="645" y="113"/>
                    <a:pt x="645" y="122"/>
                    <a:pt x="637" y="130"/>
                  </a:cubicBezTo>
                  <a:cubicBezTo>
                    <a:pt x="617" y="197"/>
                    <a:pt x="614" y="202"/>
                    <a:pt x="614" y="207"/>
                  </a:cubicBezTo>
                  <a:cubicBezTo>
                    <a:pt x="613" y="227"/>
                    <a:pt x="609" y="228"/>
                    <a:pt x="612" y="231"/>
                  </a:cubicBezTo>
                  <a:cubicBezTo>
                    <a:pt x="612" y="251"/>
                    <a:pt x="612" y="254"/>
                    <a:pt x="608" y="256"/>
                  </a:cubicBezTo>
                  <a:cubicBezTo>
                    <a:pt x="608" y="278"/>
                    <a:pt x="607" y="283"/>
                    <a:pt x="607" y="289"/>
                  </a:cubicBezTo>
                  <a:cubicBezTo>
                    <a:pt x="595" y="363"/>
                    <a:pt x="592" y="374"/>
                    <a:pt x="587" y="384"/>
                  </a:cubicBezTo>
                  <a:cubicBezTo>
                    <a:pt x="589" y="326"/>
                    <a:pt x="592" y="323"/>
                    <a:pt x="592" y="319"/>
                  </a:cubicBezTo>
                  <a:cubicBezTo>
                    <a:pt x="594" y="243"/>
                    <a:pt x="593" y="240"/>
                    <a:pt x="594" y="237"/>
                  </a:cubicBezTo>
                  <a:cubicBezTo>
                    <a:pt x="597" y="223"/>
                    <a:pt x="596" y="219"/>
                    <a:pt x="596" y="216"/>
                  </a:cubicBezTo>
                  <a:cubicBezTo>
                    <a:pt x="608" y="177"/>
                    <a:pt x="610" y="170"/>
                    <a:pt x="614" y="163"/>
                  </a:cubicBezTo>
                  <a:cubicBezTo>
                    <a:pt x="624" y="125"/>
                    <a:pt x="623" y="130"/>
                    <a:pt x="621" y="134"/>
                  </a:cubicBezTo>
                  <a:cubicBezTo>
                    <a:pt x="598" y="185"/>
                    <a:pt x="595" y="190"/>
                    <a:pt x="594" y="195"/>
                  </a:cubicBezTo>
                  <a:cubicBezTo>
                    <a:pt x="583" y="227"/>
                    <a:pt x="590" y="232"/>
                    <a:pt x="586" y="235"/>
                  </a:cubicBezTo>
                  <a:cubicBezTo>
                    <a:pt x="585" y="269"/>
                    <a:pt x="583" y="276"/>
                    <a:pt x="584" y="284"/>
                  </a:cubicBezTo>
                  <a:cubicBezTo>
                    <a:pt x="583" y="334"/>
                    <a:pt x="581" y="338"/>
                    <a:pt x="584" y="342"/>
                  </a:cubicBezTo>
                  <a:cubicBezTo>
                    <a:pt x="578" y="377"/>
                    <a:pt x="579" y="381"/>
                    <a:pt x="575" y="384"/>
                  </a:cubicBezTo>
                  <a:cubicBezTo>
                    <a:pt x="572" y="368"/>
                    <a:pt x="578" y="365"/>
                    <a:pt x="575" y="361"/>
                  </a:cubicBezTo>
                  <a:cubicBezTo>
                    <a:pt x="580" y="316"/>
                    <a:pt x="571" y="307"/>
                    <a:pt x="578" y="300"/>
                  </a:cubicBezTo>
                  <a:cubicBezTo>
                    <a:pt x="572" y="220"/>
                    <a:pt x="574" y="213"/>
                    <a:pt x="573" y="205"/>
                  </a:cubicBezTo>
                  <a:cubicBezTo>
                    <a:pt x="581" y="177"/>
                    <a:pt x="576" y="169"/>
                    <a:pt x="580" y="163"/>
                  </a:cubicBezTo>
                  <a:cubicBezTo>
                    <a:pt x="594" y="117"/>
                    <a:pt x="601" y="111"/>
                    <a:pt x="598" y="103"/>
                  </a:cubicBezTo>
                  <a:cubicBezTo>
                    <a:pt x="577" y="151"/>
                    <a:pt x="576" y="154"/>
                    <a:pt x="573" y="156"/>
                  </a:cubicBezTo>
                  <a:cubicBezTo>
                    <a:pt x="562" y="241"/>
                    <a:pt x="563" y="252"/>
                    <a:pt x="564" y="263"/>
                  </a:cubicBezTo>
                  <a:cubicBezTo>
                    <a:pt x="569" y="302"/>
                    <a:pt x="564" y="307"/>
                    <a:pt x="568" y="312"/>
                  </a:cubicBezTo>
                  <a:cubicBezTo>
                    <a:pt x="566" y="341"/>
                    <a:pt x="565" y="352"/>
                    <a:pt x="568" y="364"/>
                  </a:cubicBezTo>
                  <a:cubicBezTo>
                    <a:pt x="553" y="423"/>
                    <a:pt x="553" y="420"/>
                    <a:pt x="555" y="417"/>
                  </a:cubicBezTo>
                  <a:cubicBezTo>
                    <a:pt x="556" y="394"/>
                    <a:pt x="560" y="392"/>
                    <a:pt x="558" y="388"/>
                  </a:cubicBezTo>
                  <a:cubicBezTo>
                    <a:pt x="561" y="333"/>
                    <a:pt x="563" y="331"/>
                    <a:pt x="562" y="329"/>
                  </a:cubicBezTo>
                  <a:cubicBezTo>
                    <a:pt x="559" y="274"/>
                    <a:pt x="553" y="255"/>
                    <a:pt x="554" y="236"/>
                  </a:cubicBezTo>
                  <a:cubicBezTo>
                    <a:pt x="554" y="218"/>
                    <a:pt x="555" y="214"/>
                    <a:pt x="554" y="209"/>
                  </a:cubicBezTo>
                  <a:cubicBezTo>
                    <a:pt x="559" y="193"/>
                    <a:pt x="557" y="190"/>
                    <a:pt x="559" y="188"/>
                  </a:cubicBezTo>
                  <a:cubicBezTo>
                    <a:pt x="569" y="145"/>
                    <a:pt x="573" y="136"/>
                    <a:pt x="573" y="126"/>
                  </a:cubicBezTo>
                  <a:cubicBezTo>
                    <a:pt x="557" y="167"/>
                    <a:pt x="554" y="173"/>
                    <a:pt x="555" y="179"/>
                  </a:cubicBezTo>
                  <a:cubicBezTo>
                    <a:pt x="548" y="204"/>
                    <a:pt x="545" y="211"/>
                    <a:pt x="547" y="219"/>
                  </a:cubicBezTo>
                  <a:cubicBezTo>
                    <a:pt x="545" y="249"/>
                    <a:pt x="547" y="257"/>
                    <a:pt x="548" y="265"/>
                  </a:cubicBezTo>
                  <a:cubicBezTo>
                    <a:pt x="553" y="302"/>
                    <a:pt x="551" y="305"/>
                    <a:pt x="550" y="308"/>
                  </a:cubicBezTo>
                  <a:cubicBezTo>
                    <a:pt x="556" y="350"/>
                    <a:pt x="553" y="352"/>
                    <a:pt x="554" y="354"/>
                  </a:cubicBezTo>
                  <a:cubicBezTo>
                    <a:pt x="551" y="391"/>
                    <a:pt x="544" y="394"/>
                    <a:pt x="549" y="399"/>
                  </a:cubicBezTo>
                  <a:cubicBezTo>
                    <a:pt x="548" y="423"/>
                    <a:pt x="541" y="425"/>
                    <a:pt x="543" y="428"/>
                  </a:cubicBezTo>
                  <a:cubicBezTo>
                    <a:pt x="534" y="435"/>
                    <a:pt x="534" y="428"/>
                    <a:pt x="538" y="422"/>
                  </a:cubicBezTo>
                  <a:cubicBezTo>
                    <a:pt x="537" y="386"/>
                    <a:pt x="541" y="383"/>
                    <a:pt x="540" y="379"/>
                  </a:cubicBezTo>
                  <a:cubicBezTo>
                    <a:pt x="538" y="342"/>
                    <a:pt x="537" y="338"/>
                    <a:pt x="538" y="333"/>
                  </a:cubicBezTo>
                  <a:cubicBezTo>
                    <a:pt x="535" y="297"/>
                    <a:pt x="532" y="288"/>
                    <a:pt x="531" y="280"/>
                  </a:cubicBezTo>
                  <a:cubicBezTo>
                    <a:pt x="528" y="237"/>
                    <a:pt x="531" y="236"/>
                    <a:pt x="530" y="234"/>
                  </a:cubicBezTo>
                  <a:cubicBezTo>
                    <a:pt x="531" y="195"/>
                    <a:pt x="535" y="192"/>
                    <a:pt x="534" y="187"/>
                  </a:cubicBezTo>
                  <a:cubicBezTo>
                    <a:pt x="537" y="169"/>
                    <a:pt x="538" y="165"/>
                    <a:pt x="539" y="161"/>
                  </a:cubicBezTo>
                  <a:cubicBezTo>
                    <a:pt x="534" y="156"/>
                    <a:pt x="534" y="160"/>
                    <a:pt x="532" y="164"/>
                  </a:cubicBezTo>
                  <a:cubicBezTo>
                    <a:pt x="527" y="184"/>
                    <a:pt x="527" y="187"/>
                    <a:pt x="528" y="189"/>
                  </a:cubicBezTo>
                  <a:cubicBezTo>
                    <a:pt x="521" y="228"/>
                    <a:pt x="522" y="230"/>
                    <a:pt x="522" y="232"/>
                  </a:cubicBezTo>
                  <a:cubicBezTo>
                    <a:pt x="521" y="256"/>
                    <a:pt x="520" y="257"/>
                    <a:pt x="522" y="259"/>
                  </a:cubicBezTo>
                  <a:cubicBezTo>
                    <a:pt x="527" y="285"/>
                    <a:pt x="520" y="288"/>
                    <a:pt x="524" y="293"/>
                  </a:cubicBezTo>
                  <a:cubicBezTo>
                    <a:pt x="532" y="343"/>
                    <a:pt x="530" y="351"/>
                    <a:pt x="534" y="361"/>
                  </a:cubicBezTo>
                  <a:cubicBezTo>
                    <a:pt x="531" y="378"/>
                    <a:pt x="529" y="380"/>
                    <a:pt x="532" y="382"/>
                  </a:cubicBezTo>
                  <a:cubicBezTo>
                    <a:pt x="530" y="417"/>
                    <a:pt x="530" y="421"/>
                    <a:pt x="528" y="424"/>
                  </a:cubicBezTo>
                  <a:cubicBezTo>
                    <a:pt x="523" y="442"/>
                    <a:pt x="525" y="445"/>
                    <a:pt x="522" y="444"/>
                  </a:cubicBezTo>
                  <a:cubicBezTo>
                    <a:pt x="523" y="396"/>
                    <a:pt x="516" y="383"/>
                    <a:pt x="519" y="372"/>
                  </a:cubicBezTo>
                  <a:cubicBezTo>
                    <a:pt x="517" y="348"/>
                    <a:pt x="514" y="341"/>
                    <a:pt x="515" y="335"/>
                  </a:cubicBezTo>
                  <a:cubicBezTo>
                    <a:pt x="506" y="291"/>
                    <a:pt x="509" y="286"/>
                    <a:pt x="507" y="280"/>
                  </a:cubicBezTo>
                  <a:cubicBezTo>
                    <a:pt x="508" y="220"/>
                    <a:pt x="509" y="215"/>
                    <a:pt x="510" y="209"/>
                  </a:cubicBezTo>
                  <a:cubicBezTo>
                    <a:pt x="513" y="185"/>
                    <a:pt x="512" y="178"/>
                    <a:pt x="516" y="173"/>
                  </a:cubicBezTo>
                  <a:cubicBezTo>
                    <a:pt x="515" y="159"/>
                    <a:pt x="514" y="162"/>
                    <a:pt x="512" y="164"/>
                  </a:cubicBezTo>
                  <a:cubicBezTo>
                    <a:pt x="505" y="191"/>
                    <a:pt x="507" y="196"/>
                    <a:pt x="504" y="201"/>
                  </a:cubicBezTo>
                  <a:cubicBezTo>
                    <a:pt x="500" y="221"/>
                    <a:pt x="502" y="226"/>
                    <a:pt x="501" y="230"/>
                  </a:cubicBezTo>
                  <a:cubicBezTo>
                    <a:pt x="498" y="248"/>
                    <a:pt x="500" y="251"/>
                    <a:pt x="500" y="253"/>
                  </a:cubicBezTo>
                  <a:cubicBezTo>
                    <a:pt x="496" y="271"/>
                    <a:pt x="502" y="275"/>
                    <a:pt x="498" y="277"/>
                  </a:cubicBezTo>
                  <a:cubicBezTo>
                    <a:pt x="497" y="300"/>
                    <a:pt x="497" y="294"/>
                    <a:pt x="497" y="290"/>
                  </a:cubicBezTo>
                  <a:cubicBezTo>
                    <a:pt x="494" y="271"/>
                    <a:pt x="495" y="268"/>
                    <a:pt x="495" y="266"/>
                  </a:cubicBezTo>
                  <a:cubicBezTo>
                    <a:pt x="494" y="202"/>
                    <a:pt x="495" y="187"/>
                    <a:pt x="499" y="173"/>
                  </a:cubicBezTo>
                  <a:cubicBezTo>
                    <a:pt x="501" y="135"/>
                    <a:pt x="510" y="133"/>
                    <a:pt x="503" y="128"/>
                  </a:cubicBezTo>
                  <a:cubicBezTo>
                    <a:pt x="490" y="173"/>
                    <a:pt x="490" y="178"/>
                    <a:pt x="489" y="183"/>
                  </a:cubicBezTo>
                  <a:cubicBezTo>
                    <a:pt x="485" y="220"/>
                    <a:pt x="485" y="223"/>
                    <a:pt x="485" y="225"/>
                  </a:cubicBezTo>
                  <a:cubicBezTo>
                    <a:pt x="484" y="256"/>
                    <a:pt x="483" y="258"/>
                    <a:pt x="486" y="261"/>
                  </a:cubicBezTo>
                  <a:cubicBezTo>
                    <a:pt x="484" y="277"/>
                    <a:pt x="489" y="280"/>
                    <a:pt x="487" y="282"/>
                  </a:cubicBezTo>
                  <a:cubicBezTo>
                    <a:pt x="498" y="337"/>
                    <a:pt x="496" y="347"/>
                    <a:pt x="502" y="357"/>
                  </a:cubicBezTo>
                  <a:cubicBezTo>
                    <a:pt x="506" y="408"/>
                    <a:pt x="505" y="413"/>
                    <a:pt x="503" y="418"/>
                  </a:cubicBezTo>
                  <a:cubicBezTo>
                    <a:pt x="505" y="450"/>
                    <a:pt x="505" y="453"/>
                    <a:pt x="503" y="455"/>
                  </a:cubicBezTo>
                  <a:cubicBezTo>
                    <a:pt x="499" y="471"/>
                    <a:pt x="503" y="479"/>
                    <a:pt x="498" y="475"/>
                  </a:cubicBezTo>
                  <a:cubicBezTo>
                    <a:pt x="493" y="426"/>
                    <a:pt x="495" y="423"/>
                    <a:pt x="495" y="419"/>
                  </a:cubicBezTo>
                  <a:cubicBezTo>
                    <a:pt x="485" y="375"/>
                    <a:pt x="480" y="366"/>
                    <a:pt x="483" y="359"/>
                  </a:cubicBezTo>
                  <a:cubicBezTo>
                    <a:pt x="470" y="321"/>
                    <a:pt x="476" y="319"/>
                    <a:pt x="470" y="314"/>
                  </a:cubicBezTo>
                  <a:cubicBezTo>
                    <a:pt x="459" y="218"/>
                    <a:pt x="466" y="212"/>
                    <a:pt x="462" y="204"/>
                  </a:cubicBezTo>
                  <a:cubicBezTo>
                    <a:pt x="457" y="195"/>
                    <a:pt x="457" y="204"/>
                    <a:pt x="457" y="213"/>
                  </a:cubicBezTo>
                  <a:cubicBezTo>
                    <a:pt x="457" y="232"/>
                    <a:pt x="452" y="236"/>
                    <a:pt x="455" y="241"/>
                  </a:cubicBezTo>
                  <a:cubicBezTo>
                    <a:pt x="454" y="275"/>
                    <a:pt x="459" y="280"/>
                    <a:pt x="456" y="285"/>
                  </a:cubicBezTo>
                  <a:cubicBezTo>
                    <a:pt x="462" y="317"/>
                    <a:pt x="462" y="322"/>
                    <a:pt x="465" y="327"/>
                  </a:cubicBezTo>
                  <a:cubicBezTo>
                    <a:pt x="475" y="362"/>
                    <a:pt x="473" y="368"/>
                    <a:pt x="475" y="375"/>
                  </a:cubicBezTo>
                  <a:cubicBezTo>
                    <a:pt x="478" y="394"/>
                    <a:pt x="483" y="397"/>
                    <a:pt x="481" y="400"/>
                  </a:cubicBezTo>
                  <a:cubicBezTo>
                    <a:pt x="484" y="436"/>
                    <a:pt x="490" y="444"/>
                    <a:pt x="487" y="449"/>
                  </a:cubicBezTo>
                  <a:cubicBezTo>
                    <a:pt x="483" y="480"/>
                    <a:pt x="490" y="485"/>
                    <a:pt x="488" y="488"/>
                  </a:cubicBezTo>
                  <a:cubicBezTo>
                    <a:pt x="483" y="503"/>
                    <a:pt x="485" y="499"/>
                    <a:pt x="485" y="495"/>
                  </a:cubicBezTo>
                  <a:cubicBezTo>
                    <a:pt x="486" y="464"/>
                    <a:pt x="482" y="459"/>
                    <a:pt x="483" y="454"/>
                  </a:cubicBezTo>
                  <a:cubicBezTo>
                    <a:pt x="474" y="394"/>
                    <a:pt x="466" y="388"/>
                    <a:pt x="469" y="384"/>
                  </a:cubicBezTo>
                  <a:cubicBezTo>
                    <a:pt x="462" y="348"/>
                    <a:pt x="459" y="346"/>
                    <a:pt x="457" y="346"/>
                  </a:cubicBezTo>
                  <a:cubicBezTo>
                    <a:pt x="449" y="328"/>
                    <a:pt x="460" y="322"/>
                    <a:pt x="453" y="324"/>
                  </a:cubicBezTo>
                  <a:cubicBezTo>
                    <a:pt x="446" y="286"/>
                    <a:pt x="449" y="281"/>
                    <a:pt x="445" y="276"/>
                  </a:cubicBezTo>
                  <a:cubicBezTo>
                    <a:pt x="449" y="241"/>
                    <a:pt x="443" y="235"/>
                    <a:pt x="444" y="230"/>
                  </a:cubicBezTo>
                  <a:cubicBezTo>
                    <a:pt x="450" y="210"/>
                    <a:pt x="442" y="203"/>
                    <a:pt x="449" y="199"/>
                  </a:cubicBezTo>
                  <a:cubicBezTo>
                    <a:pt x="454" y="163"/>
                    <a:pt x="461" y="159"/>
                    <a:pt x="458" y="153"/>
                  </a:cubicBezTo>
                  <a:cubicBezTo>
                    <a:pt x="444" y="191"/>
                    <a:pt x="439" y="200"/>
                    <a:pt x="440" y="211"/>
                  </a:cubicBezTo>
                  <a:cubicBezTo>
                    <a:pt x="435" y="250"/>
                    <a:pt x="436" y="261"/>
                    <a:pt x="437" y="271"/>
                  </a:cubicBezTo>
                  <a:cubicBezTo>
                    <a:pt x="442" y="313"/>
                    <a:pt x="444" y="323"/>
                    <a:pt x="448" y="335"/>
                  </a:cubicBezTo>
                  <a:cubicBezTo>
                    <a:pt x="458" y="387"/>
                    <a:pt x="461" y="393"/>
                    <a:pt x="460" y="398"/>
                  </a:cubicBezTo>
                  <a:cubicBezTo>
                    <a:pt x="473" y="464"/>
                    <a:pt x="476" y="471"/>
                    <a:pt x="475" y="477"/>
                  </a:cubicBezTo>
                  <a:cubicBezTo>
                    <a:pt x="472" y="519"/>
                    <a:pt x="470" y="522"/>
                    <a:pt x="473" y="526"/>
                  </a:cubicBezTo>
                  <a:cubicBezTo>
                    <a:pt x="466" y="546"/>
                    <a:pt x="465" y="547"/>
                    <a:pt x="465" y="548"/>
                  </a:cubicBezTo>
                  <a:cubicBezTo>
                    <a:pt x="459" y="507"/>
                    <a:pt x="462" y="504"/>
                    <a:pt x="463" y="501"/>
                  </a:cubicBezTo>
                  <a:cubicBezTo>
                    <a:pt x="458" y="462"/>
                    <a:pt x="451" y="454"/>
                    <a:pt x="451" y="448"/>
                  </a:cubicBezTo>
                  <a:cubicBezTo>
                    <a:pt x="436" y="412"/>
                    <a:pt x="440" y="409"/>
                    <a:pt x="436" y="405"/>
                  </a:cubicBezTo>
                  <a:cubicBezTo>
                    <a:pt x="427" y="372"/>
                    <a:pt x="429" y="369"/>
                    <a:pt x="426" y="365"/>
                  </a:cubicBezTo>
                  <a:cubicBezTo>
                    <a:pt x="421" y="351"/>
                    <a:pt x="423" y="350"/>
                    <a:pt x="421" y="347"/>
                  </a:cubicBezTo>
                  <a:cubicBezTo>
                    <a:pt x="417" y="313"/>
                    <a:pt x="414" y="309"/>
                    <a:pt x="415" y="305"/>
                  </a:cubicBezTo>
                  <a:cubicBezTo>
                    <a:pt x="416" y="260"/>
                    <a:pt x="418" y="257"/>
                    <a:pt x="414" y="253"/>
                  </a:cubicBezTo>
                  <a:cubicBezTo>
                    <a:pt x="416" y="237"/>
                    <a:pt x="416" y="229"/>
                    <a:pt x="414" y="222"/>
                  </a:cubicBezTo>
                  <a:cubicBezTo>
                    <a:pt x="416" y="200"/>
                    <a:pt x="418" y="197"/>
                    <a:pt x="418" y="194"/>
                  </a:cubicBezTo>
                  <a:cubicBezTo>
                    <a:pt x="414" y="206"/>
                    <a:pt x="410" y="211"/>
                    <a:pt x="412" y="216"/>
                  </a:cubicBezTo>
                  <a:cubicBezTo>
                    <a:pt x="409" y="236"/>
                    <a:pt x="410" y="242"/>
                    <a:pt x="410" y="247"/>
                  </a:cubicBezTo>
                  <a:cubicBezTo>
                    <a:pt x="407" y="327"/>
                    <a:pt x="412" y="332"/>
                    <a:pt x="410" y="335"/>
                  </a:cubicBezTo>
                  <a:cubicBezTo>
                    <a:pt x="414" y="368"/>
                    <a:pt x="422" y="373"/>
                    <a:pt x="420" y="377"/>
                  </a:cubicBezTo>
                  <a:cubicBezTo>
                    <a:pt x="438" y="439"/>
                    <a:pt x="445" y="459"/>
                    <a:pt x="448" y="477"/>
                  </a:cubicBezTo>
                  <a:cubicBezTo>
                    <a:pt x="451" y="509"/>
                    <a:pt x="452" y="514"/>
                    <a:pt x="453" y="518"/>
                  </a:cubicBezTo>
                  <a:cubicBezTo>
                    <a:pt x="449" y="518"/>
                    <a:pt x="452" y="515"/>
                    <a:pt x="448" y="512"/>
                  </a:cubicBezTo>
                  <a:cubicBezTo>
                    <a:pt x="443" y="484"/>
                    <a:pt x="442" y="477"/>
                    <a:pt x="441" y="470"/>
                  </a:cubicBezTo>
                  <a:cubicBezTo>
                    <a:pt x="432" y="436"/>
                    <a:pt x="429" y="432"/>
                    <a:pt x="428" y="428"/>
                  </a:cubicBezTo>
                  <a:cubicBezTo>
                    <a:pt x="416" y="393"/>
                    <a:pt x="413" y="389"/>
                    <a:pt x="414" y="386"/>
                  </a:cubicBezTo>
                  <a:cubicBezTo>
                    <a:pt x="407" y="359"/>
                    <a:pt x="405" y="356"/>
                    <a:pt x="403" y="350"/>
                  </a:cubicBezTo>
                  <a:cubicBezTo>
                    <a:pt x="401" y="334"/>
                    <a:pt x="403" y="333"/>
                    <a:pt x="403" y="333"/>
                  </a:cubicBezTo>
                  <a:cubicBezTo>
                    <a:pt x="401" y="321"/>
                    <a:pt x="400" y="317"/>
                    <a:pt x="399" y="314"/>
                  </a:cubicBezTo>
                  <a:cubicBezTo>
                    <a:pt x="395" y="298"/>
                    <a:pt x="397" y="295"/>
                    <a:pt x="396" y="293"/>
                  </a:cubicBezTo>
                  <a:cubicBezTo>
                    <a:pt x="390" y="256"/>
                    <a:pt x="396" y="250"/>
                    <a:pt x="392" y="243"/>
                  </a:cubicBezTo>
                  <a:cubicBezTo>
                    <a:pt x="394" y="217"/>
                    <a:pt x="395" y="215"/>
                    <a:pt x="395" y="213"/>
                  </a:cubicBezTo>
                  <a:cubicBezTo>
                    <a:pt x="388" y="211"/>
                    <a:pt x="391" y="212"/>
                    <a:pt x="391" y="214"/>
                  </a:cubicBezTo>
                  <a:cubicBezTo>
                    <a:pt x="386" y="231"/>
                    <a:pt x="389" y="235"/>
                    <a:pt x="386" y="237"/>
                  </a:cubicBezTo>
                  <a:cubicBezTo>
                    <a:pt x="387" y="268"/>
                    <a:pt x="385" y="271"/>
                    <a:pt x="388" y="275"/>
                  </a:cubicBezTo>
                  <a:cubicBezTo>
                    <a:pt x="391" y="325"/>
                    <a:pt x="397" y="338"/>
                    <a:pt x="393" y="350"/>
                  </a:cubicBezTo>
                  <a:cubicBezTo>
                    <a:pt x="405" y="382"/>
                    <a:pt x="403" y="390"/>
                    <a:pt x="408" y="398"/>
                  </a:cubicBezTo>
                  <a:cubicBezTo>
                    <a:pt x="419" y="430"/>
                    <a:pt x="421" y="438"/>
                    <a:pt x="423" y="446"/>
                  </a:cubicBezTo>
                  <a:cubicBezTo>
                    <a:pt x="436" y="483"/>
                    <a:pt x="432" y="487"/>
                    <a:pt x="436" y="491"/>
                  </a:cubicBezTo>
                  <a:cubicBezTo>
                    <a:pt x="440" y="554"/>
                    <a:pt x="443" y="558"/>
                    <a:pt x="443" y="562"/>
                  </a:cubicBezTo>
                  <a:cubicBezTo>
                    <a:pt x="428" y="572"/>
                    <a:pt x="429" y="568"/>
                    <a:pt x="430" y="564"/>
                  </a:cubicBezTo>
                  <a:cubicBezTo>
                    <a:pt x="417" y="498"/>
                    <a:pt x="416" y="485"/>
                    <a:pt x="415" y="472"/>
                  </a:cubicBezTo>
                  <a:cubicBezTo>
                    <a:pt x="409" y="449"/>
                    <a:pt x="405" y="442"/>
                    <a:pt x="406" y="436"/>
                  </a:cubicBezTo>
                  <a:cubicBezTo>
                    <a:pt x="401" y="421"/>
                    <a:pt x="398" y="415"/>
                    <a:pt x="398" y="411"/>
                  </a:cubicBezTo>
                  <a:cubicBezTo>
                    <a:pt x="393" y="374"/>
                    <a:pt x="387" y="375"/>
                    <a:pt x="389" y="372"/>
                  </a:cubicBezTo>
                  <a:cubicBezTo>
                    <a:pt x="382" y="312"/>
                    <a:pt x="377" y="293"/>
                    <a:pt x="381" y="275"/>
                  </a:cubicBezTo>
                  <a:cubicBezTo>
                    <a:pt x="385" y="244"/>
                    <a:pt x="380" y="238"/>
                    <a:pt x="383" y="234"/>
                  </a:cubicBezTo>
                  <a:cubicBezTo>
                    <a:pt x="377" y="239"/>
                    <a:pt x="376" y="242"/>
                    <a:pt x="376" y="244"/>
                  </a:cubicBezTo>
                  <a:cubicBezTo>
                    <a:pt x="375" y="300"/>
                    <a:pt x="373" y="312"/>
                    <a:pt x="372" y="324"/>
                  </a:cubicBezTo>
                  <a:cubicBezTo>
                    <a:pt x="386" y="402"/>
                    <a:pt x="389" y="407"/>
                    <a:pt x="389" y="412"/>
                  </a:cubicBezTo>
                  <a:cubicBezTo>
                    <a:pt x="411" y="512"/>
                    <a:pt x="416" y="522"/>
                    <a:pt x="416" y="532"/>
                  </a:cubicBezTo>
                  <a:cubicBezTo>
                    <a:pt x="418" y="573"/>
                    <a:pt x="419" y="584"/>
                    <a:pt x="420" y="595"/>
                  </a:cubicBezTo>
                  <a:cubicBezTo>
                    <a:pt x="411" y="622"/>
                    <a:pt x="419" y="616"/>
                    <a:pt x="413" y="608"/>
                  </a:cubicBezTo>
                  <a:cubicBezTo>
                    <a:pt x="406" y="541"/>
                    <a:pt x="407" y="534"/>
                    <a:pt x="403" y="527"/>
                  </a:cubicBezTo>
                  <a:cubicBezTo>
                    <a:pt x="394" y="499"/>
                    <a:pt x="398" y="493"/>
                    <a:pt x="395" y="486"/>
                  </a:cubicBezTo>
                  <a:cubicBezTo>
                    <a:pt x="376" y="417"/>
                    <a:pt x="378" y="413"/>
                    <a:pt x="374" y="408"/>
                  </a:cubicBezTo>
                  <a:cubicBezTo>
                    <a:pt x="370" y="378"/>
                    <a:pt x="365" y="372"/>
                    <a:pt x="367" y="369"/>
                  </a:cubicBezTo>
                  <a:cubicBezTo>
                    <a:pt x="363" y="308"/>
                    <a:pt x="356" y="298"/>
                    <a:pt x="360" y="290"/>
                  </a:cubicBezTo>
                  <a:cubicBezTo>
                    <a:pt x="362" y="248"/>
                    <a:pt x="362" y="244"/>
                    <a:pt x="362" y="239"/>
                  </a:cubicBezTo>
                  <a:cubicBezTo>
                    <a:pt x="363" y="220"/>
                    <a:pt x="361" y="223"/>
                    <a:pt x="360" y="226"/>
                  </a:cubicBezTo>
                  <a:cubicBezTo>
                    <a:pt x="358" y="241"/>
                    <a:pt x="353" y="244"/>
                    <a:pt x="357" y="248"/>
                  </a:cubicBezTo>
                  <a:cubicBezTo>
                    <a:pt x="352" y="267"/>
                    <a:pt x="356" y="270"/>
                    <a:pt x="351" y="272"/>
                  </a:cubicBezTo>
                  <a:cubicBezTo>
                    <a:pt x="350" y="303"/>
                    <a:pt x="355" y="306"/>
                    <a:pt x="353" y="308"/>
                  </a:cubicBezTo>
                  <a:cubicBezTo>
                    <a:pt x="351" y="332"/>
                    <a:pt x="356" y="338"/>
                    <a:pt x="353" y="342"/>
                  </a:cubicBezTo>
                  <a:cubicBezTo>
                    <a:pt x="363" y="389"/>
                    <a:pt x="362" y="393"/>
                    <a:pt x="367" y="398"/>
                  </a:cubicBezTo>
                  <a:cubicBezTo>
                    <a:pt x="367" y="433"/>
                    <a:pt x="379" y="443"/>
                    <a:pt x="375" y="451"/>
                  </a:cubicBezTo>
                  <a:cubicBezTo>
                    <a:pt x="395" y="536"/>
                    <a:pt x="399" y="541"/>
                    <a:pt x="399" y="545"/>
                  </a:cubicBezTo>
                  <a:cubicBezTo>
                    <a:pt x="400" y="576"/>
                    <a:pt x="402" y="581"/>
                    <a:pt x="406" y="586"/>
                  </a:cubicBezTo>
                  <a:cubicBezTo>
                    <a:pt x="406" y="605"/>
                    <a:pt x="405" y="608"/>
                    <a:pt x="404" y="610"/>
                  </a:cubicBezTo>
                  <a:cubicBezTo>
                    <a:pt x="402" y="627"/>
                    <a:pt x="408" y="632"/>
                    <a:pt x="403" y="635"/>
                  </a:cubicBezTo>
                  <a:cubicBezTo>
                    <a:pt x="396" y="601"/>
                    <a:pt x="401" y="597"/>
                    <a:pt x="398" y="592"/>
                  </a:cubicBezTo>
                  <a:cubicBezTo>
                    <a:pt x="383" y="512"/>
                    <a:pt x="375" y="506"/>
                    <a:pt x="377" y="501"/>
                  </a:cubicBezTo>
                  <a:cubicBezTo>
                    <a:pt x="354" y="435"/>
                    <a:pt x="354" y="416"/>
                    <a:pt x="344" y="395"/>
                  </a:cubicBezTo>
                  <a:cubicBezTo>
                    <a:pt x="338" y="338"/>
                    <a:pt x="338" y="335"/>
                    <a:pt x="339" y="333"/>
                  </a:cubicBezTo>
                  <a:cubicBezTo>
                    <a:pt x="340" y="299"/>
                    <a:pt x="336" y="293"/>
                    <a:pt x="338" y="287"/>
                  </a:cubicBezTo>
                  <a:cubicBezTo>
                    <a:pt x="331" y="289"/>
                    <a:pt x="332" y="300"/>
                    <a:pt x="330" y="310"/>
                  </a:cubicBezTo>
                  <a:cubicBezTo>
                    <a:pt x="334" y="336"/>
                    <a:pt x="329" y="338"/>
                    <a:pt x="333" y="342"/>
                  </a:cubicBezTo>
                  <a:cubicBezTo>
                    <a:pt x="337" y="378"/>
                    <a:pt x="335" y="383"/>
                    <a:pt x="337" y="388"/>
                  </a:cubicBezTo>
                  <a:cubicBezTo>
                    <a:pt x="337" y="409"/>
                    <a:pt x="345" y="415"/>
                    <a:pt x="343" y="420"/>
                  </a:cubicBezTo>
                  <a:cubicBezTo>
                    <a:pt x="357" y="454"/>
                    <a:pt x="351" y="461"/>
                    <a:pt x="357" y="467"/>
                  </a:cubicBezTo>
                  <a:cubicBezTo>
                    <a:pt x="369" y="497"/>
                    <a:pt x="364" y="504"/>
                    <a:pt x="368" y="506"/>
                  </a:cubicBezTo>
                  <a:cubicBezTo>
                    <a:pt x="379" y="543"/>
                    <a:pt x="382" y="551"/>
                    <a:pt x="384" y="558"/>
                  </a:cubicBezTo>
                  <a:cubicBezTo>
                    <a:pt x="390" y="600"/>
                    <a:pt x="393" y="605"/>
                    <a:pt x="388" y="609"/>
                  </a:cubicBezTo>
                  <a:cubicBezTo>
                    <a:pt x="376" y="559"/>
                    <a:pt x="371" y="556"/>
                    <a:pt x="373" y="554"/>
                  </a:cubicBezTo>
                  <a:cubicBezTo>
                    <a:pt x="357" y="504"/>
                    <a:pt x="350" y="497"/>
                    <a:pt x="350" y="491"/>
                  </a:cubicBezTo>
                  <a:cubicBezTo>
                    <a:pt x="323" y="433"/>
                    <a:pt x="327" y="431"/>
                    <a:pt x="324" y="427"/>
                  </a:cubicBezTo>
                  <a:cubicBezTo>
                    <a:pt x="313" y="386"/>
                    <a:pt x="309" y="374"/>
                    <a:pt x="308" y="362"/>
                  </a:cubicBezTo>
                  <a:cubicBezTo>
                    <a:pt x="306" y="320"/>
                    <a:pt x="303" y="314"/>
                    <a:pt x="304" y="308"/>
                  </a:cubicBezTo>
                  <a:cubicBezTo>
                    <a:pt x="303" y="284"/>
                    <a:pt x="306" y="279"/>
                    <a:pt x="306" y="273"/>
                  </a:cubicBezTo>
                  <a:cubicBezTo>
                    <a:pt x="300" y="263"/>
                    <a:pt x="301" y="273"/>
                    <a:pt x="300" y="282"/>
                  </a:cubicBezTo>
                  <a:cubicBezTo>
                    <a:pt x="298" y="301"/>
                    <a:pt x="297" y="305"/>
                    <a:pt x="295" y="310"/>
                  </a:cubicBezTo>
                  <a:cubicBezTo>
                    <a:pt x="307" y="382"/>
                    <a:pt x="302" y="391"/>
                    <a:pt x="310" y="402"/>
                  </a:cubicBezTo>
                  <a:cubicBezTo>
                    <a:pt x="317" y="439"/>
                    <a:pt x="325" y="446"/>
                    <a:pt x="323" y="450"/>
                  </a:cubicBezTo>
                  <a:cubicBezTo>
                    <a:pt x="337" y="478"/>
                    <a:pt x="337" y="489"/>
                    <a:pt x="345" y="500"/>
                  </a:cubicBezTo>
                  <a:cubicBezTo>
                    <a:pt x="352" y="526"/>
                    <a:pt x="359" y="530"/>
                    <a:pt x="355" y="532"/>
                  </a:cubicBezTo>
                  <a:cubicBezTo>
                    <a:pt x="378" y="589"/>
                    <a:pt x="373" y="597"/>
                    <a:pt x="377" y="600"/>
                  </a:cubicBezTo>
                  <a:cubicBezTo>
                    <a:pt x="374" y="595"/>
                    <a:pt x="367" y="591"/>
                    <a:pt x="366" y="588"/>
                  </a:cubicBezTo>
                  <a:cubicBezTo>
                    <a:pt x="355" y="552"/>
                    <a:pt x="348" y="544"/>
                    <a:pt x="350" y="538"/>
                  </a:cubicBezTo>
                  <a:cubicBezTo>
                    <a:pt x="324" y="484"/>
                    <a:pt x="321" y="468"/>
                    <a:pt x="311" y="451"/>
                  </a:cubicBezTo>
                  <a:cubicBezTo>
                    <a:pt x="301" y="423"/>
                    <a:pt x="301" y="419"/>
                    <a:pt x="300" y="415"/>
                  </a:cubicBezTo>
                  <a:cubicBezTo>
                    <a:pt x="290" y="374"/>
                    <a:pt x="287" y="369"/>
                    <a:pt x="289" y="366"/>
                  </a:cubicBezTo>
                  <a:cubicBezTo>
                    <a:pt x="286" y="345"/>
                    <a:pt x="285" y="337"/>
                    <a:pt x="285" y="330"/>
                  </a:cubicBezTo>
                  <a:cubicBezTo>
                    <a:pt x="278" y="309"/>
                    <a:pt x="280" y="316"/>
                    <a:pt x="280" y="319"/>
                  </a:cubicBezTo>
                  <a:cubicBezTo>
                    <a:pt x="279" y="330"/>
                    <a:pt x="279" y="333"/>
                    <a:pt x="279" y="334"/>
                  </a:cubicBezTo>
                  <a:cubicBezTo>
                    <a:pt x="276" y="357"/>
                    <a:pt x="284" y="362"/>
                    <a:pt x="281" y="365"/>
                  </a:cubicBezTo>
                  <a:cubicBezTo>
                    <a:pt x="287" y="400"/>
                    <a:pt x="290" y="404"/>
                    <a:pt x="290" y="407"/>
                  </a:cubicBezTo>
                  <a:cubicBezTo>
                    <a:pt x="314" y="477"/>
                    <a:pt x="313" y="479"/>
                    <a:pt x="313" y="481"/>
                  </a:cubicBezTo>
                  <a:cubicBezTo>
                    <a:pt x="324" y="507"/>
                    <a:pt x="331" y="514"/>
                    <a:pt x="329" y="519"/>
                  </a:cubicBezTo>
                  <a:cubicBezTo>
                    <a:pt x="359" y="601"/>
                    <a:pt x="365" y="601"/>
                    <a:pt x="364" y="609"/>
                  </a:cubicBezTo>
                  <a:cubicBezTo>
                    <a:pt x="371" y="640"/>
                    <a:pt x="372" y="643"/>
                    <a:pt x="374" y="646"/>
                  </a:cubicBezTo>
                  <a:cubicBezTo>
                    <a:pt x="376" y="667"/>
                    <a:pt x="377" y="669"/>
                    <a:pt x="374" y="671"/>
                  </a:cubicBezTo>
                  <a:cubicBezTo>
                    <a:pt x="375" y="687"/>
                    <a:pt x="374" y="690"/>
                    <a:pt x="375" y="692"/>
                  </a:cubicBezTo>
                  <a:cubicBezTo>
                    <a:pt x="370" y="713"/>
                    <a:pt x="369" y="717"/>
                    <a:pt x="367" y="715"/>
                  </a:cubicBezTo>
                  <a:cubicBezTo>
                    <a:pt x="363" y="675"/>
                    <a:pt x="362" y="670"/>
                    <a:pt x="363" y="666"/>
                  </a:cubicBezTo>
                  <a:cubicBezTo>
                    <a:pt x="352" y="608"/>
                    <a:pt x="345" y="610"/>
                    <a:pt x="346" y="605"/>
                  </a:cubicBezTo>
                  <a:cubicBezTo>
                    <a:pt x="334" y="572"/>
                    <a:pt x="329" y="574"/>
                    <a:pt x="329" y="568"/>
                  </a:cubicBezTo>
                  <a:cubicBezTo>
                    <a:pt x="310" y="526"/>
                    <a:pt x="303" y="521"/>
                    <a:pt x="305" y="517"/>
                  </a:cubicBezTo>
                  <a:cubicBezTo>
                    <a:pt x="290" y="492"/>
                    <a:pt x="293" y="489"/>
                    <a:pt x="289" y="484"/>
                  </a:cubicBezTo>
                  <a:cubicBezTo>
                    <a:pt x="272" y="442"/>
                    <a:pt x="272" y="433"/>
                    <a:pt x="267" y="424"/>
                  </a:cubicBezTo>
                  <a:cubicBezTo>
                    <a:pt x="263" y="382"/>
                    <a:pt x="261" y="377"/>
                    <a:pt x="262" y="373"/>
                  </a:cubicBezTo>
                  <a:cubicBezTo>
                    <a:pt x="263" y="332"/>
                    <a:pt x="259" y="327"/>
                    <a:pt x="260" y="323"/>
                  </a:cubicBezTo>
                  <a:cubicBezTo>
                    <a:pt x="255" y="324"/>
                    <a:pt x="255" y="328"/>
                    <a:pt x="258" y="332"/>
                  </a:cubicBezTo>
                  <a:cubicBezTo>
                    <a:pt x="253" y="357"/>
                    <a:pt x="255" y="358"/>
                    <a:pt x="255" y="359"/>
                  </a:cubicBezTo>
                  <a:cubicBezTo>
                    <a:pt x="256" y="372"/>
                    <a:pt x="254" y="373"/>
                    <a:pt x="255" y="376"/>
                  </a:cubicBezTo>
                  <a:cubicBezTo>
                    <a:pt x="262" y="413"/>
                    <a:pt x="257" y="421"/>
                    <a:pt x="262" y="430"/>
                  </a:cubicBezTo>
                  <a:cubicBezTo>
                    <a:pt x="271" y="463"/>
                    <a:pt x="270" y="468"/>
                    <a:pt x="276" y="474"/>
                  </a:cubicBezTo>
                  <a:cubicBezTo>
                    <a:pt x="293" y="525"/>
                    <a:pt x="305" y="537"/>
                    <a:pt x="308" y="549"/>
                  </a:cubicBezTo>
                  <a:cubicBezTo>
                    <a:pt x="326" y="593"/>
                    <a:pt x="338" y="598"/>
                    <a:pt x="333" y="600"/>
                  </a:cubicBezTo>
                  <a:cubicBezTo>
                    <a:pt x="344" y="639"/>
                    <a:pt x="350" y="643"/>
                    <a:pt x="348" y="645"/>
                  </a:cubicBezTo>
                  <a:cubicBezTo>
                    <a:pt x="360" y="675"/>
                    <a:pt x="349" y="681"/>
                    <a:pt x="356" y="679"/>
                  </a:cubicBezTo>
                  <a:cubicBezTo>
                    <a:pt x="356" y="718"/>
                    <a:pt x="357" y="722"/>
                    <a:pt x="358" y="727"/>
                  </a:cubicBezTo>
                  <a:cubicBezTo>
                    <a:pt x="355" y="728"/>
                    <a:pt x="353" y="720"/>
                    <a:pt x="355" y="712"/>
                  </a:cubicBezTo>
                  <a:cubicBezTo>
                    <a:pt x="344" y="656"/>
                    <a:pt x="337" y="650"/>
                    <a:pt x="339" y="647"/>
                  </a:cubicBezTo>
                  <a:cubicBezTo>
                    <a:pt x="327" y="614"/>
                    <a:pt x="329" y="612"/>
                    <a:pt x="327" y="609"/>
                  </a:cubicBezTo>
                  <a:cubicBezTo>
                    <a:pt x="296" y="547"/>
                    <a:pt x="292" y="535"/>
                    <a:pt x="286" y="521"/>
                  </a:cubicBezTo>
                  <a:cubicBezTo>
                    <a:pt x="264" y="475"/>
                    <a:pt x="265" y="471"/>
                    <a:pt x="260" y="465"/>
                  </a:cubicBezTo>
                  <a:cubicBezTo>
                    <a:pt x="247" y="411"/>
                    <a:pt x="246" y="405"/>
                    <a:pt x="244" y="399"/>
                  </a:cubicBezTo>
                  <a:cubicBezTo>
                    <a:pt x="237" y="392"/>
                    <a:pt x="243" y="396"/>
                    <a:pt x="240" y="399"/>
                  </a:cubicBezTo>
                  <a:cubicBezTo>
                    <a:pt x="245" y="450"/>
                    <a:pt x="252" y="456"/>
                    <a:pt x="251" y="460"/>
                  </a:cubicBezTo>
                  <a:cubicBezTo>
                    <a:pt x="278" y="524"/>
                    <a:pt x="284" y="536"/>
                    <a:pt x="288" y="548"/>
                  </a:cubicBezTo>
                  <a:cubicBezTo>
                    <a:pt x="302" y="574"/>
                    <a:pt x="305" y="577"/>
                    <a:pt x="303" y="579"/>
                  </a:cubicBezTo>
                  <a:cubicBezTo>
                    <a:pt x="316" y="612"/>
                    <a:pt x="323" y="618"/>
                    <a:pt x="323" y="624"/>
                  </a:cubicBezTo>
                  <a:cubicBezTo>
                    <a:pt x="325" y="635"/>
                    <a:pt x="328" y="634"/>
                    <a:pt x="329" y="635"/>
                  </a:cubicBezTo>
                  <a:cubicBezTo>
                    <a:pt x="329" y="647"/>
                    <a:pt x="332" y="649"/>
                    <a:pt x="330" y="651"/>
                  </a:cubicBezTo>
                  <a:cubicBezTo>
                    <a:pt x="342" y="695"/>
                    <a:pt x="341" y="702"/>
                    <a:pt x="346" y="710"/>
                  </a:cubicBezTo>
                  <a:cubicBezTo>
                    <a:pt x="344" y="729"/>
                    <a:pt x="346" y="732"/>
                    <a:pt x="343" y="730"/>
                  </a:cubicBezTo>
                  <a:cubicBezTo>
                    <a:pt x="342" y="696"/>
                    <a:pt x="336" y="691"/>
                    <a:pt x="340" y="688"/>
                  </a:cubicBezTo>
                  <a:cubicBezTo>
                    <a:pt x="322" y="644"/>
                    <a:pt x="323" y="635"/>
                    <a:pt x="319" y="625"/>
                  </a:cubicBezTo>
                  <a:cubicBezTo>
                    <a:pt x="304" y="603"/>
                    <a:pt x="309" y="596"/>
                    <a:pt x="304" y="598"/>
                  </a:cubicBezTo>
                  <a:cubicBezTo>
                    <a:pt x="283" y="562"/>
                    <a:pt x="281" y="562"/>
                    <a:pt x="280" y="557"/>
                  </a:cubicBezTo>
                  <a:cubicBezTo>
                    <a:pt x="239" y="483"/>
                    <a:pt x="234" y="468"/>
                    <a:pt x="227" y="453"/>
                  </a:cubicBezTo>
                  <a:cubicBezTo>
                    <a:pt x="222" y="406"/>
                    <a:pt x="214" y="401"/>
                    <a:pt x="217" y="399"/>
                  </a:cubicBezTo>
                  <a:cubicBezTo>
                    <a:pt x="210" y="368"/>
                    <a:pt x="206" y="371"/>
                    <a:pt x="209" y="374"/>
                  </a:cubicBezTo>
                  <a:cubicBezTo>
                    <a:pt x="211" y="412"/>
                    <a:pt x="214" y="416"/>
                    <a:pt x="212" y="419"/>
                  </a:cubicBezTo>
                  <a:cubicBezTo>
                    <a:pt x="217" y="447"/>
                    <a:pt x="220" y="451"/>
                    <a:pt x="218" y="454"/>
                  </a:cubicBezTo>
                  <a:cubicBezTo>
                    <a:pt x="237" y="486"/>
                    <a:pt x="228" y="488"/>
                    <a:pt x="233" y="492"/>
                  </a:cubicBezTo>
                  <a:cubicBezTo>
                    <a:pt x="243" y="506"/>
                    <a:pt x="241" y="507"/>
                    <a:pt x="243" y="510"/>
                  </a:cubicBezTo>
                  <a:cubicBezTo>
                    <a:pt x="273" y="563"/>
                    <a:pt x="281" y="573"/>
                    <a:pt x="290" y="592"/>
                  </a:cubicBezTo>
                  <a:cubicBezTo>
                    <a:pt x="313" y="641"/>
                    <a:pt x="320" y="646"/>
                    <a:pt x="317" y="650"/>
                  </a:cubicBezTo>
                  <a:cubicBezTo>
                    <a:pt x="324" y="674"/>
                    <a:pt x="328" y="677"/>
                    <a:pt x="326" y="679"/>
                  </a:cubicBezTo>
                  <a:cubicBezTo>
                    <a:pt x="331" y="728"/>
                    <a:pt x="335" y="734"/>
                    <a:pt x="335" y="739"/>
                  </a:cubicBezTo>
                  <a:cubicBezTo>
                    <a:pt x="329" y="772"/>
                    <a:pt x="335" y="778"/>
                    <a:pt x="329" y="782"/>
                  </a:cubicBezTo>
                  <a:cubicBezTo>
                    <a:pt x="329" y="760"/>
                    <a:pt x="324" y="756"/>
                    <a:pt x="326" y="754"/>
                  </a:cubicBezTo>
                  <a:cubicBezTo>
                    <a:pt x="316" y="694"/>
                    <a:pt x="311" y="688"/>
                    <a:pt x="312" y="684"/>
                  </a:cubicBezTo>
                  <a:cubicBezTo>
                    <a:pt x="303" y="664"/>
                    <a:pt x="300" y="660"/>
                    <a:pt x="297" y="655"/>
                  </a:cubicBezTo>
                  <a:cubicBezTo>
                    <a:pt x="277" y="614"/>
                    <a:pt x="276" y="603"/>
                    <a:pt x="266" y="592"/>
                  </a:cubicBezTo>
                  <a:cubicBezTo>
                    <a:pt x="229" y="512"/>
                    <a:pt x="224" y="509"/>
                    <a:pt x="226" y="507"/>
                  </a:cubicBezTo>
                  <a:cubicBezTo>
                    <a:pt x="219" y="487"/>
                    <a:pt x="218" y="484"/>
                    <a:pt x="215" y="481"/>
                  </a:cubicBezTo>
                  <a:cubicBezTo>
                    <a:pt x="207" y="434"/>
                    <a:pt x="204" y="427"/>
                    <a:pt x="203" y="421"/>
                  </a:cubicBezTo>
                  <a:cubicBezTo>
                    <a:pt x="200" y="407"/>
                    <a:pt x="202" y="403"/>
                    <a:pt x="198" y="400"/>
                  </a:cubicBezTo>
                  <a:cubicBezTo>
                    <a:pt x="196" y="424"/>
                    <a:pt x="202" y="423"/>
                    <a:pt x="200" y="426"/>
                  </a:cubicBezTo>
                  <a:cubicBezTo>
                    <a:pt x="204" y="466"/>
                    <a:pt x="207" y="469"/>
                    <a:pt x="205" y="471"/>
                  </a:cubicBezTo>
                  <a:cubicBezTo>
                    <a:pt x="232" y="535"/>
                    <a:pt x="234" y="550"/>
                    <a:pt x="247" y="566"/>
                  </a:cubicBezTo>
                  <a:cubicBezTo>
                    <a:pt x="301" y="688"/>
                    <a:pt x="306" y="693"/>
                    <a:pt x="305" y="698"/>
                  </a:cubicBezTo>
                  <a:cubicBezTo>
                    <a:pt x="318" y="764"/>
                    <a:pt x="321" y="768"/>
                    <a:pt x="316" y="771"/>
                  </a:cubicBezTo>
                  <a:cubicBezTo>
                    <a:pt x="320" y="797"/>
                    <a:pt x="318" y="798"/>
                    <a:pt x="320" y="800"/>
                  </a:cubicBezTo>
                  <a:cubicBezTo>
                    <a:pt x="311" y="765"/>
                    <a:pt x="308" y="755"/>
                    <a:pt x="311" y="746"/>
                  </a:cubicBezTo>
                  <a:cubicBezTo>
                    <a:pt x="292" y="699"/>
                    <a:pt x="295" y="695"/>
                    <a:pt x="291" y="689"/>
                  </a:cubicBezTo>
                  <a:cubicBezTo>
                    <a:pt x="279" y="664"/>
                    <a:pt x="281" y="659"/>
                    <a:pt x="274" y="652"/>
                  </a:cubicBezTo>
                  <a:cubicBezTo>
                    <a:pt x="272" y="634"/>
                    <a:pt x="265" y="630"/>
                    <a:pt x="264" y="627"/>
                  </a:cubicBezTo>
                  <a:cubicBezTo>
                    <a:pt x="258" y="606"/>
                    <a:pt x="250" y="601"/>
                    <a:pt x="253" y="598"/>
                  </a:cubicBezTo>
                  <a:cubicBezTo>
                    <a:pt x="219" y="535"/>
                    <a:pt x="210" y="531"/>
                    <a:pt x="213" y="526"/>
                  </a:cubicBezTo>
                  <a:cubicBezTo>
                    <a:pt x="196" y="496"/>
                    <a:pt x="200" y="495"/>
                    <a:pt x="199" y="493"/>
                  </a:cubicBezTo>
                  <a:cubicBezTo>
                    <a:pt x="188" y="444"/>
                    <a:pt x="183" y="435"/>
                    <a:pt x="184" y="427"/>
                  </a:cubicBezTo>
                  <a:cubicBezTo>
                    <a:pt x="176" y="409"/>
                    <a:pt x="175" y="415"/>
                    <a:pt x="176" y="421"/>
                  </a:cubicBezTo>
                  <a:cubicBezTo>
                    <a:pt x="180" y="443"/>
                    <a:pt x="180" y="448"/>
                    <a:pt x="180" y="452"/>
                  </a:cubicBezTo>
                  <a:cubicBezTo>
                    <a:pt x="181" y="498"/>
                    <a:pt x="184" y="526"/>
                    <a:pt x="195" y="545"/>
                  </a:cubicBezTo>
                  <a:cubicBezTo>
                    <a:pt x="206" y="572"/>
                    <a:pt x="208" y="569"/>
                    <a:pt x="211" y="577"/>
                  </a:cubicBezTo>
                  <a:cubicBezTo>
                    <a:pt x="236" y="627"/>
                    <a:pt x="240" y="630"/>
                    <a:pt x="238" y="632"/>
                  </a:cubicBezTo>
                  <a:cubicBezTo>
                    <a:pt x="260" y="671"/>
                    <a:pt x="263" y="679"/>
                    <a:pt x="270" y="687"/>
                  </a:cubicBezTo>
                  <a:cubicBezTo>
                    <a:pt x="277" y="703"/>
                    <a:pt x="278" y="705"/>
                    <a:pt x="280" y="707"/>
                  </a:cubicBezTo>
                  <a:cubicBezTo>
                    <a:pt x="284" y="736"/>
                    <a:pt x="293" y="745"/>
                    <a:pt x="290" y="751"/>
                  </a:cubicBezTo>
                  <a:cubicBezTo>
                    <a:pt x="300" y="786"/>
                    <a:pt x="298" y="788"/>
                    <a:pt x="301" y="790"/>
                  </a:cubicBezTo>
                  <a:cubicBezTo>
                    <a:pt x="285" y="760"/>
                    <a:pt x="280" y="751"/>
                    <a:pt x="281" y="743"/>
                  </a:cubicBezTo>
                  <a:cubicBezTo>
                    <a:pt x="267" y="717"/>
                    <a:pt x="263" y="712"/>
                    <a:pt x="264" y="709"/>
                  </a:cubicBezTo>
                  <a:cubicBezTo>
                    <a:pt x="248" y="682"/>
                    <a:pt x="246" y="670"/>
                    <a:pt x="242" y="658"/>
                  </a:cubicBezTo>
                  <a:cubicBezTo>
                    <a:pt x="179" y="534"/>
                    <a:pt x="172" y="518"/>
                    <a:pt x="162" y="502"/>
                  </a:cubicBezTo>
                  <a:cubicBezTo>
                    <a:pt x="145" y="444"/>
                    <a:pt x="148" y="430"/>
                    <a:pt x="143" y="415"/>
                  </a:cubicBezTo>
                  <a:cubicBezTo>
                    <a:pt x="140" y="444"/>
                    <a:pt x="143" y="452"/>
                    <a:pt x="143" y="459"/>
                  </a:cubicBezTo>
                  <a:cubicBezTo>
                    <a:pt x="153" y="499"/>
                    <a:pt x="156" y="503"/>
                    <a:pt x="155" y="507"/>
                  </a:cubicBezTo>
                  <a:cubicBezTo>
                    <a:pt x="184" y="563"/>
                    <a:pt x="185" y="565"/>
                    <a:pt x="185" y="569"/>
                  </a:cubicBezTo>
                  <a:cubicBezTo>
                    <a:pt x="202" y="603"/>
                    <a:pt x="208" y="605"/>
                    <a:pt x="207" y="612"/>
                  </a:cubicBezTo>
                  <a:cubicBezTo>
                    <a:pt x="217" y="641"/>
                    <a:pt x="230" y="639"/>
                    <a:pt x="224" y="644"/>
                  </a:cubicBezTo>
                  <a:cubicBezTo>
                    <a:pt x="287" y="796"/>
                    <a:pt x="292" y="802"/>
                    <a:pt x="291" y="807"/>
                  </a:cubicBezTo>
                  <a:cubicBezTo>
                    <a:pt x="298" y="844"/>
                    <a:pt x="299" y="847"/>
                    <a:pt x="297" y="849"/>
                  </a:cubicBezTo>
                  <a:cubicBezTo>
                    <a:pt x="295" y="844"/>
                    <a:pt x="294" y="840"/>
                    <a:pt x="292" y="836"/>
                  </a:cubicBezTo>
                  <a:cubicBezTo>
                    <a:pt x="285" y="809"/>
                    <a:pt x="281" y="804"/>
                    <a:pt x="278" y="799"/>
                  </a:cubicBezTo>
                  <a:cubicBezTo>
                    <a:pt x="255" y="746"/>
                    <a:pt x="249" y="747"/>
                    <a:pt x="250" y="741"/>
                  </a:cubicBezTo>
                  <a:cubicBezTo>
                    <a:pt x="223" y="694"/>
                    <a:pt x="225" y="692"/>
                    <a:pt x="223" y="689"/>
                  </a:cubicBezTo>
                  <a:cubicBezTo>
                    <a:pt x="216" y="674"/>
                    <a:pt x="215" y="671"/>
                    <a:pt x="212" y="667"/>
                  </a:cubicBezTo>
                  <a:cubicBezTo>
                    <a:pt x="201" y="644"/>
                    <a:pt x="195" y="640"/>
                    <a:pt x="198" y="638"/>
                  </a:cubicBezTo>
                  <a:cubicBezTo>
                    <a:pt x="149" y="549"/>
                    <a:pt x="156" y="559"/>
                    <a:pt x="157" y="567"/>
                  </a:cubicBezTo>
                  <a:cubicBezTo>
                    <a:pt x="160" y="580"/>
                    <a:pt x="164" y="583"/>
                    <a:pt x="165" y="586"/>
                  </a:cubicBezTo>
                  <a:cubicBezTo>
                    <a:pt x="177" y="613"/>
                    <a:pt x="172" y="614"/>
                    <a:pt x="179" y="618"/>
                  </a:cubicBezTo>
                  <a:cubicBezTo>
                    <a:pt x="187" y="642"/>
                    <a:pt x="191" y="644"/>
                    <a:pt x="192" y="647"/>
                  </a:cubicBezTo>
                  <a:cubicBezTo>
                    <a:pt x="208" y="677"/>
                    <a:pt x="206" y="681"/>
                    <a:pt x="209" y="680"/>
                  </a:cubicBezTo>
                  <a:cubicBezTo>
                    <a:pt x="229" y="715"/>
                    <a:pt x="236" y="735"/>
                    <a:pt x="245" y="754"/>
                  </a:cubicBezTo>
                  <a:cubicBezTo>
                    <a:pt x="265" y="789"/>
                    <a:pt x="268" y="793"/>
                    <a:pt x="268" y="796"/>
                  </a:cubicBezTo>
                  <a:cubicBezTo>
                    <a:pt x="284" y="831"/>
                    <a:pt x="281" y="834"/>
                    <a:pt x="283" y="837"/>
                  </a:cubicBezTo>
                  <a:cubicBezTo>
                    <a:pt x="287" y="855"/>
                    <a:pt x="283" y="857"/>
                    <a:pt x="287" y="859"/>
                  </a:cubicBezTo>
                  <a:cubicBezTo>
                    <a:pt x="285" y="886"/>
                    <a:pt x="282" y="878"/>
                    <a:pt x="285" y="870"/>
                  </a:cubicBezTo>
                  <a:cubicBezTo>
                    <a:pt x="268" y="821"/>
                    <a:pt x="270" y="819"/>
                    <a:pt x="268" y="816"/>
                  </a:cubicBezTo>
                  <a:cubicBezTo>
                    <a:pt x="259" y="786"/>
                    <a:pt x="252" y="782"/>
                    <a:pt x="251" y="779"/>
                  </a:cubicBezTo>
                  <a:cubicBezTo>
                    <a:pt x="234" y="751"/>
                    <a:pt x="238" y="749"/>
                    <a:pt x="234" y="745"/>
                  </a:cubicBezTo>
                  <a:cubicBezTo>
                    <a:pt x="205" y="692"/>
                    <a:pt x="202" y="688"/>
                    <a:pt x="199" y="684"/>
                  </a:cubicBezTo>
                  <a:cubicBezTo>
                    <a:pt x="177" y="630"/>
                    <a:pt x="166" y="611"/>
                    <a:pt x="158" y="593"/>
                  </a:cubicBezTo>
                  <a:cubicBezTo>
                    <a:pt x="147" y="546"/>
                    <a:pt x="142" y="548"/>
                    <a:pt x="140" y="540"/>
                  </a:cubicBezTo>
                  <a:cubicBezTo>
                    <a:pt x="140" y="522"/>
                    <a:pt x="138" y="522"/>
                    <a:pt x="136" y="521"/>
                  </a:cubicBezTo>
                  <a:cubicBezTo>
                    <a:pt x="130" y="496"/>
                    <a:pt x="129" y="493"/>
                    <a:pt x="131" y="490"/>
                  </a:cubicBezTo>
                  <a:cubicBezTo>
                    <a:pt x="122" y="493"/>
                    <a:pt x="128" y="497"/>
                    <a:pt x="125" y="499"/>
                  </a:cubicBezTo>
                  <a:cubicBezTo>
                    <a:pt x="131" y="527"/>
                    <a:pt x="132" y="536"/>
                    <a:pt x="136" y="545"/>
                  </a:cubicBezTo>
                  <a:cubicBezTo>
                    <a:pt x="139" y="569"/>
                    <a:pt x="140" y="574"/>
                    <a:pt x="139" y="580"/>
                  </a:cubicBezTo>
                  <a:cubicBezTo>
                    <a:pt x="160" y="639"/>
                    <a:pt x="161" y="642"/>
                    <a:pt x="159" y="645"/>
                  </a:cubicBezTo>
                  <a:cubicBezTo>
                    <a:pt x="169" y="668"/>
                    <a:pt x="176" y="672"/>
                    <a:pt x="172" y="674"/>
                  </a:cubicBezTo>
                  <a:cubicBezTo>
                    <a:pt x="200" y="724"/>
                    <a:pt x="201" y="738"/>
                    <a:pt x="214" y="755"/>
                  </a:cubicBezTo>
                  <a:cubicBezTo>
                    <a:pt x="236" y="805"/>
                    <a:pt x="246" y="814"/>
                    <a:pt x="247" y="821"/>
                  </a:cubicBezTo>
                  <a:cubicBezTo>
                    <a:pt x="268" y="868"/>
                    <a:pt x="261" y="870"/>
                    <a:pt x="266" y="874"/>
                  </a:cubicBezTo>
                  <a:cubicBezTo>
                    <a:pt x="224" y="800"/>
                    <a:pt x="220" y="795"/>
                    <a:pt x="217" y="789"/>
                  </a:cubicBezTo>
                  <a:cubicBezTo>
                    <a:pt x="185" y="740"/>
                    <a:pt x="190" y="733"/>
                    <a:pt x="185" y="736"/>
                  </a:cubicBezTo>
                  <a:cubicBezTo>
                    <a:pt x="171" y="702"/>
                    <a:pt x="168" y="697"/>
                    <a:pt x="166" y="693"/>
                  </a:cubicBezTo>
                  <a:cubicBezTo>
                    <a:pt x="134" y="606"/>
                    <a:pt x="125" y="601"/>
                    <a:pt x="129" y="597"/>
                  </a:cubicBezTo>
                  <a:cubicBezTo>
                    <a:pt x="119" y="542"/>
                    <a:pt x="118" y="540"/>
                    <a:pt x="116" y="538"/>
                  </a:cubicBezTo>
                  <a:cubicBezTo>
                    <a:pt x="111" y="539"/>
                    <a:pt x="113" y="558"/>
                    <a:pt x="117" y="576"/>
                  </a:cubicBezTo>
                  <a:cubicBezTo>
                    <a:pt x="141" y="650"/>
                    <a:pt x="140" y="667"/>
                    <a:pt x="151" y="685"/>
                  </a:cubicBezTo>
                  <a:cubicBezTo>
                    <a:pt x="194" y="767"/>
                    <a:pt x="201" y="774"/>
                    <a:pt x="207" y="789"/>
                  </a:cubicBezTo>
                  <a:cubicBezTo>
                    <a:pt x="228" y="836"/>
                    <a:pt x="240" y="840"/>
                    <a:pt x="235" y="842"/>
                  </a:cubicBezTo>
                  <a:cubicBezTo>
                    <a:pt x="251" y="882"/>
                    <a:pt x="258" y="889"/>
                    <a:pt x="255" y="894"/>
                  </a:cubicBezTo>
                  <a:cubicBezTo>
                    <a:pt x="228" y="846"/>
                    <a:pt x="227" y="844"/>
                    <a:pt x="225" y="842"/>
                  </a:cubicBezTo>
                  <a:cubicBezTo>
                    <a:pt x="212" y="821"/>
                    <a:pt x="210" y="822"/>
                    <a:pt x="209" y="820"/>
                  </a:cubicBezTo>
                  <a:cubicBezTo>
                    <a:pt x="166" y="769"/>
                    <a:pt x="157" y="757"/>
                    <a:pt x="144" y="743"/>
                  </a:cubicBezTo>
                  <a:cubicBezTo>
                    <a:pt x="123" y="700"/>
                    <a:pt x="116" y="696"/>
                    <a:pt x="115" y="693"/>
                  </a:cubicBezTo>
                  <a:cubicBezTo>
                    <a:pt x="107" y="669"/>
                    <a:pt x="105" y="663"/>
                    <a:pt x="101" y="657"/>
                  </a:cubicBezTo>
                  <a:cubicBezTo>
                    <a:pt x="96" y="630"/>
                    <a:pt x="93" y="623"/>
                    <a:pt x="91" y="615"/>
                  </a:cubicBezTo>
                  <a:cubicBezTo>
                    <a:pt x="87" y="604"/>
                    <a:pt x="82" y="608"/>
                    <a:pt x="85" y="614"/>
                  </a:cubicBezTo>
                  <a:cubicBezTo>
                    <a:pt x="95" y="654"/>
                    <a:pt x="92" y="660"/>
                    <a:pt x="95" y="666"/>
                  </a:cubicBezTo>
                  <a:cubicBezTo>
                    <a:pt x="154" y="770"/>
                    <a:pt x="155" y="771"/>
                    <a:pt x="161" y="778"/>
                  </a:cubicBezTo>
                  <a:cubicBezTo>
                    <a:pt x="204" y="829"/>
                    <a:pt x="208" y="830"/>
                    <a:pt x="211" y="836"/>
                  </a:cubicBezTo>
                  <a:cubicBezTo>
                    <a:pt x="249" y="919"/>
                    <a:pt x="255" y="928"/>
                    <a:pt x="253" y="935"/>
                  </a:cubicBezTo>
                  <a:cubicBezTo>
                    <a:pt x="253" y="956"/>
                    <a:pt x="256" y="954"/>
                    <a:pt x="252" y="951"/>
                  </a:cubicBezTo>
                  <a:cubicBezTo>
                    <a:pt x="255" y="941"/>
                    <a:pt x="249" y="937"/>
                    <a:pt x="247" y="934"/>
                  </a:cubicBezTo>
                  <a:cubicBezTo>
                    <a:pt x="223" y="877"/>
                    <a:pt x="219" y="872"/>
                    <a:pt x="216" y="866"/>
                  </a:cubicBezTo>
                  <a:cubicBezTo>
                    <a:pt x="166" y="796"/>
                    <a:pt x="160" y="792"/>
                    <a:pt x="155" y="782"/>
                  </a:cubicBezTo>
                  <a:cubicBezTo>
                    <a:pt x="107" y="716"/>
                    <a:pt x="103" y="719"/>
                    <a:pt x="103" y="714"/>
                  </a:cubicBezTo>
                  <a:cubicBezTo>
                    <a:pt x="85" y="675"/>
                    <a:pt x="83" y="673"/>
                    <a:pt x="82" y="671"/>
                  </a:cubicBezTo>
                  <a:cubicBezTo>
                    <a:pt x="79" y="658"/>
                    <a:pt x="74" y="655"/>
                    <a:pt x="76" y="653"/>
                  </a:cubicBezTo>
                  <a:cubicBezTo>
                    <a:pt x="72" y="651"/>
                    <a:pt x="73" y="653"/>
                    <a:pt x="70" y="654"/>
                  </a:cubicBezTo>
                  <a:cubicBezTo>
                    <a:pt x="78" y="674"/>
                    <a:pt x="75" y="677"/>
                    <a:pt x="80" y="682"/>
                  </a:cubicBezTo>
                  <a:cubicBezTo>
                    <a:pt x="93" y="713"/>
                    <a:pt x="99" y="721"/>
                    <a:pt x="102" y="730"/>
                  </a:cubicBezTo>
                  <a:cubicBezTo>
                    <a:pt x="168" y="818"/>
                    <a:pt x="173" y="816"/>
                    <a:pt x="176" y="821"/>
                  </a:cubicBezTo>
                  <a:cubicBezTo>
                    <a:pt x="206" y="868"/>
                    <a:pt x="208" y="871"/>
                    <a:pt x="210" y="875"/>
                  </a:cubicBezTo>
                  <a:cubicBezTo>
                    <a:pt x="237" y="926"/>
                    <a:pt x="238" y="934"/>
                    <a:pt x="240" y="942"/>
                  </a:cubicBezTo>
                  <a:cubicBezTo>
                    <a:pt x="254" y="974"/>
                    <a:pt x="251" y="976"/>
                    <a:pt x="252" y="978"/>
                  </a:cubicBezTo>
                  <a:cubicBezTo>
                    <a:pt x="244" y="978"/>
                    <a:pt x="245" y="972"/>
                    <a:pt x="245" y="965"/>
                  </a:cubicBezTo>
                  <a:cubicBezTo>
                    <a:pt x="220" y="909"/>
                    <a:pt x="215" y="897"/>
                    <a:pt x="207" y="885"/>
                  </a:cubicBezTo>
                  <a:cubicBezTo>
                    <a:pt x="195" y="866"/>
                    <a:pt x="195" y="864"/>
                    <a:pt x="193" y="865"/>
                  </a:cubicBezTo>
                  <a:cubicBezTo>
                    <a:pt x="179" y="855"/>
                    <a:pt x="185" y="844"/>
                    <a:pt x="180" y="848"/>
                  </a:cubicBezTo>
                  <a:cubicBezTo>
                    <a:pt x="148" y="807"/>
                    <a:pt x="140" y="795"/>
                    <a:pt x="131" y="783"/>
                  </a:cubicBezTo>
                  <a:cubicBezTo>
                    <a:pt x="118" y="762"/>
                    <a:pt x="110" y="755"/>
                    <a:pt x="106" y="749"/>
                  </a:cubicBezTo>
                  <a:cubicBezTo>
                    <a:pt x="80" y="696"/>
                    <a:pt x="80" y="694"/>
                    <a:pt x="80" y="692"/>
                  </a:cubicBezTo>
                  <a:cubicBezTo>
                    <a:pt x="71" y="664"/>
                    <a:pt x="69" y="658"/>
                    <a:pt x="65" y="661"/>
                  </a:cubicBezTo>
                  <a:cubicBezTo>
                    <a:pt x="71" y="688"/>
                    <a:pt x="73" y="693"/>
                    <a:pt x="76" y="697"/>
                  </a:cubicBezTo>
                  <a:cubicBezTo>
                    <a:pt x="113" y="772"/>
                    <a:pt x="120" y="781"/>
                    <a:pt x="125" y="789"/>
                  </a:cubicBezTo>
                  <a:cubicBezTo>
                    <a:pt x="135" y="803"/>
                    <a:pt x="136" y="809"/>
                    <a:pt x="140" y="813"/>
                  </a:cubicBezTo>
                  <a:cubicBezTo>
                    <a:pt x="178" y="859"/>
                    <a:pt x="181" y="858"/>
                    <a:pt x="179" y="860"/>
                  </a:cubicBezTo>
                  <a:cubicBezTo>
                    <a:pt x="193" y="881"/>
                    <a:pt x="195" y="882"/>
                    <a:pt x="198" y="889"/>
                  </a:cubicBezTo>
                  <a:cubicBezTo>
                    <a:pt x="227" y="944"/>
                    <a:pt x="231" y="952"/>
                    <a:pt x="235" y="961"/>
                  </a:cubicBezTo>
                  <a:cubicBezTo>
                    <a:pt x="244" y="999"/>
                    <a:pt x="243" y="1002"/>
                    <a:pt x="242" y="1005"/>
                  </a:cubicBezTo>
                  <a:cubicBezTo>
                    <a:pt x="238" y="996"/>
                    <a:pt x="233" y="991"/>
                    <a:pt x="234" y="988"/>
                  </a:cubicBezTo>
                  <a:cubicBezTo>
                    <a:pt x="225" y="962"/>
                    <a:pt x="224" y="959"/>
                    <a:pt x="222" y="957"/>
                  </a:cubicBezTo>
                  <a:cubicBezTo>
                    <a:pt x="210" y="930"/>
                    <a:pt x="207" y="921"/>
                    <a:pt x="204" y="912"/>
                  </a:cubicBezTo>
                  <a:cubicBezTo>
                    <a:pt x="190" y="898"/>
                    <a:pt x="190" y="892"/>
                    <a:pt x="189" y="891"/>
                  </a:cubicBezTo>
                  <a:cubicBezTo>
                    <a:pt x="171" y="869"/>
                    <a:pt x="172" y="868"/>
                    <a:pt x="171" y="866"/>
                  </a:cubicBezTo>
                  <a:cubicBezTo>
                    <a:pt x="166" y="860"/>
                    <a:pt x="165" y="861"/>
                    <a:pt x="164" y="859"/>
                  </a:cubicBezTo>
                  <a:cubicBezTo>
                    <a:pt x="156" y="850"/>
                    <a:pt x="152" y="845"/>
                    <a:pt x="148" y="841"/>
                  </a:cubicBezTo>
                  <a:cubicBezTo>
                    <a:pt x="65" y="711"/>
                    <a:pt x="53" y="694"/>
                    <a:pt x="50" y="678"/>
                  </a:cubicBezTo>
                  <a:cubicBezTo>
                    <a:pt x="50" y="701"/>
                    <a:pt x="55" y="704"/>
                    <a:pt x="53" y="706"/>
                  </a:cubicBezTo>
                  <a:cubicBezTo>
                    <a:pt x="169" y="875"/>
                    <a:pt x="172" y="884"/>
                    <a:pt x="197" y="919"/>
                  </a:cubicBezTo>
                  <a:cubicBezTo>
                    <a:pt x="218" y="976"/>
                    <a:pt x="221" y="979"/>
                    <a:pt x="224" y="983"/>
                  </a:cubicBezTo>
                  <a:cubicBezTo>
                    <a:pt x="228" y="1009"/>
                    <a:pt x="232" y="1014"/>
                    <a:pt x="228" y="1017"/>
                  </a:cubicBezTo>
                  <a:cubicBezTo>
                    <a:pt x="224" y="1004"/>
                    <a:pt x="219" y="996"/>
                    <a:pt x="221" y="990"/>
                  </a:cubicBezTo>
                  <a:cubicBezTo>
                    <a:pt x="201" y="949"/>
                    <a:pt x="198" y="938"/>
                    <a:pt x="196" y="934"/>
                  </a:cubicBezTo>
                  <a:cubicBezTo>
                    <a:pt x="166" y="892"/>
                    <a:pt x="165" y="887"/>
                    <a:pt x="163" y="885"/>
                  </a:cubicBezTo>
                  <a:cubicBezTo>
                    <a:pt x="129" y="843"/>
                    <a:pt x="120" y="840"/>
                    <a:pt x="115" y="826"/>
                  </a:cubicBezTo>
                  <a:cubicBezTo>
                    <a:pt x="95" y="810"/>
                    <a:pt x="100" y="803"/>
                    <a:pt x="95" y="801"/>
                  </a:cubicBezTo>
                  <a:cubicBezTo>
                    <a:pt x="58" y="746"/>
                    <a:pt x="61" y="750"/>
                    <a:pt x="63" y="753"/>
                  </a:cubicBezTo>
                  <a:cubicBezTo>
                    <a:pt x="73" y="778"/>
                    <a:pt x="76" y="782"/>
                    <a:pt x="79" y="786"/>
                  </a:cubicBezTo>
                  <a:cubicBezTo>
                    <a:pt x="96" y="817"/>
                    <a:pt x="95" y="817"/>
                    <a:pt x="101" y="826"/>
                  </a:cubicBezTo>
                  <a:cubicBezTo>
                    <a:pt x="112" y="844"/>
                    <a:pt x="119" y="843"/>
                    <a:pt x="118" y="851"/>
                  </a:cubicBezTo>
                  <a:cubicBezTo>
                    <a:pt x="187" y="941"/>
                    <a:pt x="193" y="948"/>
                    <a:pt x="198" y="955"/>
                  </a:cubicBezTo>
                  <a:cubicBezTo>
                    <a:pt x="206" y="972"/>
                    <a:pt x="204" y="974"/>
                    <a:pt x="206" y="976"/>
                  </a:cubicBezTo>
                  <a:cubicBezTo>
                    <a:pt x="210" y="996"/>
                    <a:pt x="210" y="999"/>
                    <a:pt x="212" y="1001"/>
                  </a:cubicBezTo>
                  <a:cubicBezTo>
                    <a:pt x="219" y="1030"/>
                    <a:pt x="221" y="1035"/>
                    <a:pt x="219" y="1038"/>
                  </a:cubicBezTo>
                  <a:cubicBezTo>
                    <a:pt x="213" y="1023"/>
                    <a:pt x="208" y="1019"/>
                    <a:pt x="207" y="1015"/>
                  </a:cubicBezTo>
                  <a:cubicBezTo>
                    <a:pt x="176" y="958"/>
                    <a:pt x="173" y="948"/>
                    <a:pt x="164" y="941"/>
                  </a:cubicBezTo>
                  <a:cubicBezTo>
                    <a:pt x="138" y="898"/>
                    <a:pt x="141" y="893"/>
                    <a:pt x="136" y="892"/>
                  </a:cubicBezTo>
                  <a:cubicBezTo>
                    <a:pt x="80" y="806"/>
                    <a:pt x="75" y="794"/>
                    <a:pt x="68" y="781"/>
                  </a:cubicBezTo>
                  <a:cubicBezTo>
                    <a:pt x="55" y="735"/>
                    <a:pt x="49" y="731"/>
                    <a:pt x="52" y="729"/>
                  </a:cubicBezTo>
                  <a:cubicBezTo>
                    <a:pt x="46" y="719"/>
                    <a:pt x="43" y="724"/>
                    <a:pt x="46" y="731"/>
                  </a:cubicBezTo>
                  <a:cubicBezTo>
                    <a:pt x="61" y="773"/>
                    <a:pt x="58" y="778"/>
                    <a:pt x="63" y="785"/>
                  </a:cubicBezTo>
                  <a:cubicBezTo>
                    <a:pt x="108" y="861"/>
                    <a:pt x="106" y="867"/>
                    <a:pt x="113" y="874"/>
                  </a:cubicBezTo>
                  <a:cubicBezTo>
                    <a:pt x="153" y="937"/>
                    <a:pt x="160" y="950"/>
                    <a:pt x="170" y="963"/>
                  </a:cubicBezTo>
                  <a:cubicBezTo>
                    <a:pt x="201" y="1018"/>
                    <a:pt x="197" y="1023"/>
                    <a:pt x="203" y="1030"/>
                  </a:cubicBezTo>
                  <a:cubicBezTo>
                    <a:pt x="212" y="1054"/>
                    <a:pt x="211" y="1060"/>
                    <a:pt x="215" y="1066"/>
                  </a:cubicBezTo>
                  <a:cubicBezTo>
                    <a:pt x="213" y="1076"/>
                    <a:pt x="211" y="1072"/>
                    <a:pt x="209" y="1068"/>
                  </a:cubicBezTo>
                  <a:cubicBezTo>
                    <a:pt x="192" y="1018"/>
                    <a:pt x="185" y="1004"/>
                    <a:pt x="179" y="986"/>
                  </a:cubicBezTo>
                  <a:cubicBezTo>
                    <a:pt x="167" y="965"/>
                    <a:pt x="163" y="959"/>
                    <a:pt x="162" y="959"/>
                  </a:cubicBezTo>
                  <a:cubicBezTo>
                    <a:pt x="150" y="943"/>
                    <a:pt x="146" y="939"/>
                    <a:pt x="143" y="936"/>
                  </a:cubicBezTo>
                  <a:cubicBezTo>
                    <a:pt x="94" y="874"/>
                    <a:pt x="79" y="852"/>
                    <a:pt x="64" y="833"/>
                  </a:cubicBezTo>
                  <a:cubicBezTo>
                    <a:pt x="39" y="757"/>
                    <a:pt x="29" y="752"/>
                    <a:pt x="35" y="749"/>
                  </a:cubicBezTo>
                  <a:cubicBezTo>
                    <a:pt x="29" y="755"/>
                    <a:pt x="31" y="759"/>
                    <a:pt x="33" y="763"/>
                  </a:cubicBezTo>
                  <a:cubicBezTo>
                    <a:pt x="44" y="793"/>
                    <a:pt x="39" y="799"/>
                    <a:pt x="45" y="807"/>
                  </a:cubicBezTo>
                  <a:cubicBezTo>
                    <a:pt x="89" y="874"/>
                    <a:pt x="113" y="915"/>
                    <a:pt x="129" y="931"/>
                  </a:cubicBezTo>
                  <a:cubicBezTo>
                    <a:pt x="153" y="967"/>
                    <a:pt x="164" y="977"/>
                    <a:pt x="170" y="987"/>
                  </a:cubicBezTo>
                  <a:cubicBezTo>
                    <a:pt x="186" y="1036"/>
                    <a:pt x="176" y="1025"/>
                    <a:pt x="171" y="1012"/>
                  </a:cubicBezTo>
                  <a:cubicBezTo>
                    <a:pt x="150" y="985"/>
                    <a:pt x="142" y="980"/>
                    <a:pt x="145" y="976"/>
                  </a:cubicBezTo>
                  <a:cubicBezTo>
                    <a:pt x="89" y="910"/>
                    <a:pt x="75" y="887"/>
                    <a:pt x="51" y="850"/>
                  </a:cubicBezTo>
                  <a:cubicBezTo>
                    <a:pt x="32" y="802"/>
                    <a:pt x="32" y="799"/>
                    <a:pt x="33" y="797"/>
                  </a:cubicBezTo>
                  <a:cubicBezTo>
                    <a:pt x="29" y="798"/>
                    <a:pt x="29" y="800"/>
                    <a:pt x="29" y="802"/>
                  </a:cubicBezTo>
                  <a:cubicBezTo>
                    <a:pt x="34" y="829"/>
                    <a:pt x="41" y="834"/>
                    <a:pt x="38" y="838"/>
                  </a:cubicBezTo>
                  <a:cubicBezTo>
                    <a:pt x="56" y="874"/>
                    <a:pt x="56" y="876"/>
                    <a:pt x="56" y="876"/>
                  </a:cubicBezTo>
                  <a:cubicBezTo>
                    <a:pt x="77" y="905"/>
                    <a:pt x="93" y="930"/>
                    <a:pt x="103" y="938"/>
                  </a:cubicBezTo>
                  <a:cubicBezTo>
                    <a:pt x="143" y="990"/>
                    <a:pt x="145" y="993"/>
                    <a:pt x="147" y="997"/>
                  </a:cubicBezTo>
                  <a:cubicBezTo>
                    <a:pt x="170" y="1023"/>
                    <a:pt x="170" y="1030"/>
                    <a:pt x="170" y="1032"/>
                  </a:cubicBezTo>
                  <a:cubicBezTo>
                    <a:pt x="192" y="1072"/>
                    <a:pt x="200" y="1081"/>
                    <a:pt x="202" y="1090"/>
                  </a:cubicBezTo>
                  <a:cubicBezTo>
                    <a:pt x="202" y="1098"/>
                    <a:pt x="196" y="1094"/>
                    <a:pt x="199" y="1092"/>
                  </a:cubicBezTo>
                  <a:cubicBezTo>
                    <a:pt x="171" y="1039"/>
                    <a:pt x="164" y="1029"/>
                    <a:pt x="160" y="1024"/>
                  </a:cubicBezTo>
                  <a:cubicBezTo>
                    <a:pt x="153" y="1014"/>
                    <a:pt x="150" y="1010"/>
                    <a:pt x="146" y="1005"/>
                  </a:cubicBezTo>
                  <a:cubicBezTo>
                    <a:pt x="40" y="864"/>
                    <a:pt x="36" y="858"/>
                    <a:pt x="31" y="852"/>
                  </a:cubicBezTo>
                  <a:cubicBezTo>
                    <a:pt x="22" y="845"/>
                    <a:pt x="25" y="854"/>
                    <a:pt x="29" y="863"/>
                  </a:cubicBezTo>
                  <a:cubicBezTo>
                    <a:pt x="50" y="911"/>
                    <a:pt x="48" y="916"/>
                    <a:pt x="54" y="922"/>
                  </a:cubicBezTo>
                  <a:cubicBezTo>
                    <a:pt x="84" y="967"/>
                    <a:pt x="81" y="972"/>
                    <a:pt x="86" y="972"/>
                  </a:cubicBezTo>
                  <a:cubicBezTo>
                    <a:pt x="97" y="985"/>
                    <a:pt x="95" y="988"/>
                    <a:pt x="95" y="988"/>
                  </a:cubicBezTo>
                  <a:cubicBezTo>
                    <a:pt x="134" y="1039"/>
                    <a:pt x="133" y="1041"/>
                    <a:pt x="134" y="1043"/>
                  </a:cubicBezTo>
                  <a:cubicBezTo>
                    <a:pt x="154" y="1066"/>
                    <a:pt x="152" y="1068"/>
                    <a:pt x="153" y="1069"/>
                  </a:cubicBezTo>
                  <a:cubicBezTo>
                    <a:pt x="163" y="1084"/>
                    <a:pt x="168" y="1094"/>
                    <a:pt x="176" y="1104"/>
                  </a:cubicBezTo>
                  <a:cubicBezTo>
                    <a:pt x="193" y="1150"/>
                    <a:pt x="191" y="1152"/>
                    <a:pt x="193" y="1155"/>
                  </a:cubicBezTo>
                  <a:cubicBezTo>
                    <a:pt x="174" y="1126"/>
                    <a:pt x="178" y="1120"/>
                    <a:pt x="173" y="1121"/>
                  </a:cubicBezTo>
                  <a:cubicBezTo>
                    <a:pt x="150" y="1085"/>
                    <a:pt x="146" y="1076"/>
                    <a:pt x="137" y="1068"/>
                  </a:cubicBezTo>
                  <a:cubicBezTo>
                    <a:pt x="122" y="1043"/>
                    <a:pt x="118" y="1038"/>
                    <a:pt x="116" y="1034"/>
                  </a:cubicBezTo>
                  <a:cubicBezTo>
                    <a:pt x="107" y="1023"/>
                    <a:pt x="105" y="1016"/>
                    <a:pt x="100" y="1009"/>
                  </a:cubicBezTo>
                  <a:cubicBezTo>
                    <a:pt x="90" y="998"/>
                    <a:pt x="92" y="997"/>
                    <a:pt x="89" y="997"/>
                  </a:cubicBezTo>
                  <a:cubicBezTo>
                    <a:pt x="85" y="986"/>
                    <a:pt x="82" y="987"/>
                    <a:pt x="82" y="987"/>
                  </a:cubicBezTo>
                  <a:cubicBezTo>
                    <a:pt x="53" y="952"/>
                    <a:pt x="52" y="942"/>
                    <a:pt x="49" y="942"/>
                  </a:cubicBezTo>
                  <a:cubicBezTo>
                    <a:pt x="31" y="899"/>
                    <a:pt x="22" y="894"/>
                    <a:pt x="26" y="890"/>
                  </a:cubicBezTo>
                  <a:cubicBezTo>
                    <a:pt x="40" y="944"/>
                    <a:pt x="46" y="951"/>
                    <a:pt x="50" y="957"/>
                  </a:cubicBezTo>
                  <a:cubicBezTo>
                    <a:pt x="55" y="964"/>
                    <a:pt x="54" y="966"/>
                    <a:pt x="55" y="967"/>
                  </a:cubicBezTo>
                  <a:cubicBezTo>
                    <a:pt x="62" y="976"/>
                    <a:pt x="63" y="974"/>
                    <a:pt x="64" y="976"/>
                  </a:cubicBezTo>
                  <a:cubicBezTo>
                    <a:pt x="71" y="991"/>
                    <a:pt x="75" y="992"/>
                    <a:pt x="75" y="992"/>
                  </a:cubicBezTo>
                  <a:cubicBezTo>
                    <a:pt x="87" y="1006"/>
                    <a:pt x="91" y="1013"/>
                    <a:pt x="94" y="1018"/>
                  </a:cubicBezTo>
                  <a:cubicBezTo>
                    <a:pt x="102" y="1029"/>
                    <a:pt x="101" y="1031"/>
                    <a:pt x="102" y="1032"/>
                  </a:cubicBezTo>
                  <a:cubicBezTo>
                    <a:pt x="136" y="1079"/>
                    <a:pt x="145" y="1091"/>
                    <a:pt x="153" y="1103"/>
                  </a:cubicBezTo>
                  <a:cubicBezTo>
                    <a:pt x="187" y="1163"/>
                    <a:pt x="182" y="1168"/>
                    <a:pt x="186" y="1173"/>
                  </a:cubicBezTo>
                  <a:cubicBezTo>
                    <a:pt x="178" y="1170"/>
                    <a:pt x="174" y="1167"/>
                    <a:pt x="173" y="1165"/>
                  </a:cubicBezTo>
                  <a:cubicBezTo>
                    <a:pt x="155" y="1142"/>
                    <a:pt x="146" y="1120"/>
                    <a:pt x="135" y="1111"/>
                  </a:cubicBezTo>
                  <a:cubicBezTo>
                    <a:pt x="110" y="1078"/>
                    <a:pt x="102" y="1080"/>
                    <a:pt x="106" y="1076"/>
                  </a:cubicBezTo>
                  <a:cubicBezTo>
                    <a:pt x="83" y="1057"/>
                    <a:pt x="75" y="1040"/>
                    <a:pt x="65" y="1032"/>
                  </a:cubicBezTo>
                  <a:cubicBezTo>
                    <a:pt x="32" y="978"/>
                    <a:pt x="31" y="976"/>
                    <a:pt x="24" y="965"/>
                  </a:cubicBezTo>
                  <a:cubicBezTo>
                    <a:pt x="9" y="949"/>
                    <a:pt x="15" y="952"/>
                    <a:pt x="15" y="957"/>
                  </a:cubicBezTo>
                  <a:cubicBezTo>
                    <a:pt x="47" y="1023"/>
                    <a:pt x="52" y="1028"/>
                    <a:pt x="57" y="1035"/>
                  </a:cubicBezTo>
                  <a:cubicBezTo>
                    <a:pt x="102" y="1083"/>
                    <a:pt x="107" y="1092"/>
                    <a:pt x="113" y="1095"/>
                  </a:cubicBezTo>
                  <a:cubicBezTo>
                    <a:pt x="149" y="1143"/>
                    <a:pt x="150" y="1151"/>
                    <a:pt x="154" y="1149"/>
                  </a:cubicBezTo>
                  <a:cubicBezTo>
                    <a:pt x="174" y="1202"/>
                    <a:pt x="185" y="1210"/>
                    <a:pt x="182" y="1215"/>
                  </a:cubicBezTo>
                  <a:cubicBezTo>
                    <a:pt x="168" y="1179"/>
                    <a:pt x="159" y="1180"/>
                    <a:pt x="162" y="1177"/>
                  </a:cubicBezTo>
                  <a:cubicBezTo>
                    <a:pt x="140" y="1153"/>
                    <a:pt x="142" y="1142"/>
                    <a:pt x="135" y="1136"/>
                  </a:cubicBezTo>
                  <a:cubicBezTo>
                    <a:pt x="98" y="1090"/>
                    <a:pt x="95" y="1086"/>
                    <a:pt x="92" y="1086"/>
                  </a:cubicBezTo>
                  <a:cubicBezTo>
                    <a:pt x="82" y="1073"/>
                    <a:pt x="82" y="1071"/>
                    <a:pt x="82" y="1069"/>
                  </a:cubicBezTo>
                  <a:cubicBezTo>
                    <a:pt x="44" y="1034"/>
                    <a:pt x="41" y="1030"/>
                    <a:pt x="39" y="1026"/>
                  </a:cubicBezTo>
                  <a:cubicBezTo>
                    <a:pt x="13" y="992"/>
                    <a:pt x="16" y="996"/>
                    <a:pt x="17" y="1000"/>
                  </a:cubicBezTo>
                  <a:cubicBezTo>
                    <a:pt x="48" y="1041"/>
                    <a:pt x="46" y="1053"/>
                    <a:pt x="55" y="1056"/>
                  </a:cubicBezTo>
                  <a:cubicBezTo>
                    <a:pt x="80" y="1083"/>
                    <a:pt x="81" y="1085"/>
                    <a:pt x="83" y="1087"/>
                  </a:cubicBezTo>
                  <a:cubicBezTo>
                    <a:pt x="89" y="1101"/>
                    <a:pt x="103" y="1099"/>
                    <a:pt x="97" y="1104"/>
                  </a:cubicBezTo>
                  <a:cubicBezTo>
                    <a:pt x="125" y="1140"/>
                    <a:pt x="131" y="1145"/>
                    <a:pt x="130" y="1149"/>
                  </a:cubicBezTo>
                  <a:cubicBezTo>
                    <a:pt x="93" y="1107"/>
                    <a:pt x="89" y="1106"/>
                    <a:pt x="86" y="1102"/>
                  </a:cubicBezTo>
                  <a:cubicBezTo>
                    <a:pt x="63" y="1079"/>
                    <a:pt x="59" y="1075"/>
                    <a:pt x="55" y="1073"/>
                  </a:cubicBezTo>
                  <a:cubicBezTo>
                    <a:pt x="0" y="1009"/>
                    <a:pt x="9" y="1016"/>
                    <a:pt x="8" y="1021"/>
                  </a:cubicBezTo>
                  <a:cubicBezTo>
                    <a:pt x="27" y="1050"/>
                    <a:pt x="29" y="1050"/>
                    <a:pt x="30" y="1052"/>
                  </a:cubicBezTo>
                  <a:cubicBezTo>
                    <a:pt x="33" y="1062"/>
                    <a:pt x="38" y="1060"/>
                    <a:pt x="41" y="1066"/>
                  </a:cubicBezTo>
                  <a:cubicBezTo>
                    <a:pt x="86" y="1110"/>
                    <a:pt x="90" y="1120"/>
                    <a:pt x="96" y="1122"/>
                  </a:cubicBezTo>
                  <a:cubicBezTo>
                    <a:pt x="118" y="1149"/>
                    <a:pt x="127" y="1163"/>
                    <a:pt x="137" y="1176"/>
                  </a:cubicBezTo>
                  <a:cubicBezTo>
                    <a:pt x="148" y="1204"/>
                    <a:pt x="162" y="1211"/>
                    <a:pt x="158" y="1215"/>
                  </a:cubicBezTo>
                  <a:cubicBezTo>
                    <a:pt x="165" y="1240"/>
                    <a:pt x="164" y="1234"/>
                    <a:pt x="163" y="1229"/>
                  </a:cubicBezTo>
                  <a:cubicBezTo>
                    <a:pt x="151" y="1205"/>
                    <a:pt x="144" y="1201"/>
                    <a:pt x="143" y="1199"/>
                  </a:cubicBezTo>
                  <a:cubicBezTo>
                    <a:pt x="118" y="1171"/>
                    <a:pt x="122" y="1166"/>
                    <a:pt x="116" y="1164"/>
                  </a:cubicBezTo>
                  <a:cubicBezTo>
                    <a:pt x="82" y="1123"/>
                    <a:pt x="68" y="1114"/>
                    <a:pt x="60" y="1107"/>
                  </a:cubicBezTo>
                  <a:cubicBezTo>
                    <a:pt x="19" y="1050"/>
                    <a:pt x="22" y="1042"/>
                    <a:pt x="13" y="1042"/>
                  </a:cubicBezTo>
                  <a:cubicBezTo>
                    <a:pt x="62" y="1117"/>
                    <a:pt x="74" y="1136"/>
                    <a:pt x="95" y="1152"/>
                  </a:cubicBezTo>
                  <a:cubicBezTo>
                    <a:pt x="135" y="1204"/>
                    <a:pt x="140" y="1211"/>
                    <a:pt x="145" y="1217"/>
                  </a:cubicBezTo>
                  <a:cubicBezTo>
                    <a:pt x="170" y="1269"/>
                    <a:pt x="166" y="1271"/>
                    <a:pt x="171" y="1274"/>
                  </a:cubicBezTo>
                  <a:cubicBezTo>
                    <a:pt x="178" y="1302"/>
                    <a:pt x="178" y="1304"/>
                    <a:pt x="177" y="1307"/>
                  </a:cubicBezTo>
                  <a:cubicBezTo>
                    <a:pt x="169" y="1297"/>
                    <a:pt x="173" y="1295"/>
                    <a:pt x="168" y="1291"/>
                  </a:cubicBezTo>
                  <a:cubicBezTo>
                    <a:pt x="133" y="1236"/>
                    <a:pt x="128" y="1228"/>
                    <a:pt x="116" y="1208"/>
                  </a:cubicBezTo>
                  <a:cubicBezTo>
                    <a:pt x="41" y="1115"/>
                    <a:pt x="40" y="1112"/>
                    <a:pt x="37" y="1109"/>
                  </a:cubicBezTo>
                  <a:cubicBezTo>
                    <a:pt x="25" y="1086"/>
                    <a:pt x="30" y="1079"/>
                    <a:pt x="24" y="1081"/>
                  </a:cubicBezTo>
                  <a:cubicBezTo>
                    <a:pt x="59" y="1159"/>
                    <a:pt x="64" y="1161"/>
                    <a:pt x="69" y="1166"/>
                  </a:cubicBezTo>
                  <a:cubicBezTo>
                    <a:pt x="116" y="1220"/>
                    <a:pt x="123" y="1241"/>
                    <a:pt x="133" y="1245"/>
                  </a:cubicBezTo>
                  <a:cubicBezTo>
                    <a:pt x="146" y="1275"/>
                    <a:pt x="149" y="1274"/>
                    <a:pt x="153" y="1283"/>
                  </a:cubicBezTo>
                  <a:cubicBezTo>
                    <a:pt x="167" y="1322"/>
                    <a:pt x="173" y="1328"/>
                    <a:pt x="172" y="1333"/>
                  </a:cubicBezTo>
                  <a:cubicBezTo>
                    <a:pt x="172" y="1344"/>
                    <a:pt x="171" y="1342"/>
                    <a:pt x="167" y="1341"/>
                  </a:cubicBezTo>
                  <a:cubicBezTo>
                    <a:pt x="163" y="1322"/>
                    <a:pt x="155" y="1318"/>
                    <a:pt x="159" y="1315"/>
                  </a:cubicBezTo>
                  <a:cubicBezTo>
                    <a:pt x="128" y="1261"/>
                    <a:pt x="129" y="1259"/>
                    <a:pt x="117" y="1247"/>
                  </a:cubicBezTo>
                  <a:cubicBezTo>
                    <a:pt x="67" y="1189"/>
                    <a:pt x="67" y="1186"/>
                    <a:pt x="62" y="1181"/>
                  </a:cubicBezTo>
                  <a:cubicBezTo>
                    <a:pt x="50" y="1165"/>
                    <a:pt x="47" y="1166"/>
                    <a:pt x="49" y="1163"/>
                  </a:cubicBezTo>
                  <a:cubicBezTo>
                    <a:pt x="12" y="1111"/>
                    <a:pt x="15" y="1107"/>
                    <a:pt x="9" y="1101"/>
                  </a:cubicBezTo>
                  <a:cubicBezTo>
                    <a:pt x="13" y="1122"/>
                    <a:pt x="19" y="1126"/>
                    <a:pt x="16" y="1128"/>
                  </a:cubicBezTo>
                  <a:cubicBezTo>
                    <a:pt x="47" y="1180"/>
                    <a:pt x="52" y="1178"/>
                    <a:pt x="54" y="1184"/>
                  </a:cubicBezTo>
                  <a:cubicBezTo>
                    <a:pt x="108" y="1249"/>
                    <a:pt x="110" y="1258"/>
                    <a:pt x="114" y="1257"/>
                  </a:cubicBezTo>
                  <a:cubicBezTo>
                    <a:pt x="108" y="1251"/>
                    <a:pt x="101" y="1249"/>
                    <a:pt x="97" y="1247"/>
                  </a:cubicBezTo>
                  <a:cubicBezTo>
                    <a:pt x="70" y="1217"/>
                    <a:pt x="67" y="1206"/>
                    <a:pt x="63" y="1203"/>
                  </a:cubicBezTo>
                  <a:cubicBezTo>
                    <a:pt x="43" y="1184"/>
                    <a:pt x="42" y="1180"/>
                    <a:pt x="40" y="1177"/>
                  </a:cubicBezTo>
                  <a:cubicBezTo>
                    <a:pt x="2" y="1139"/>
                    <a:pt x="9" y="1144"/>
                    <a:pt x="8" y="1147"/>
                  </a:cubicBezTo>
                  <a:cubicBezTo>
                    <a:pt x="31" y="1180"/>
                    <a:pt x="28" y="1183"/>
                    <a:pt x="34" y="1187"/>
                  </a:cubicBezTo>
                  <a:cubicBezTo>
                    <a:pt x="104" y="1266"/>
                    <a:pt x="106" y="1270"/>
                    <a:pt x="109" y="1273"/>
                  </a:cubicBezTo>
                  <a:cubicBezTo>
                    <a:pt x="130" y="1308"/>
                    <a:pt x="136" y="1314"/>
                    <a:pt x="138" y="1320"/>
                  </a:cubicBezTo>
                  <a:cubicBezTo>
                    <a:pt x="148" y="1353"/>
                    <a:pt x="160" y="1358"/>
                    <a:pt x="154" y="1360"/>
                  </a:cubicBezTo>
                  <a:cubicBezTo>
                    <a:pt x="143" y="1349"/>
                    <a:pt x="143" y="1342"/>
                    <a:pt x="136" y="1334"/>
                  </a:cubicBezTo>
                  <a:cubicBezTo>
                    <a:pt x="102" y="1286"/>
                    <a:pt x="93" y="1279"/>
                    <a:pt x="95" y="1275"/>
                  </a:cubicBezTo>
                  <a:cubicBezTo>
                    <a:pt x="30" y="1202"/>
                    <a:pt x="24" y="1194"/>
                    <a:pt x="18" y="1185"/>
                  </a:cubicBezTo>
                  <a:cubicBezTo>
                    <a:pt x="17" y="1202"/>
                    <a:pt x="20" y="1204"/>
                    <a:pt x="22" y="1205"/>
                  </a:cubicBezTo>
                  <a:cubicBezTo>
                    <a:pt x="28" y="1233"/>
                    <a:pt x="31" y="1245"/>
                    <a:pt x="36" y="1247"/>
                  </a:cubicBezTo>
                  <a:cubicBezTo>
                    <a:pt x="44" y="1265"/>
                    <a:pt x="42" y="1268"/>
                    <a:pt x="45" y="1267"/>
                  </a:cubicBezTo>
                  <a:cubicBezTo>
                    <a:pt x="78" y="1315"/>
                    <a:pt x="77" y="1317"/>
                    <a:pt x="84" y="1325"/>
                  </a:cubicBezTo>
                  <a:cubicBezTo>
                    <a:pt x="106" y="1353"/>
                    <a:pt x="114" y="1357"/>
                    <a:pt x="107" y="1360"/>
                  </a:cubicBezTo>
                  <a:cubicBezTo>
                    <a:pt x="74" y="1315"/>
                    <a:pt x="69" y="1314"/>
                    <a:pt x="66" y="1306"/>
                  </a:cubicBezTo>
                  <a:cubicBezTo>
                    <a:pt x="42" y="1273"/>
                    <a:pt x="39" y="1262"/>
                    <a:pt x="33" y="1256"/>
                  </a:cubicBezTo>
                  <a:cubicBezTo>
                    <a:pt x="26" y="1249"/>
                    <a:pt x="31" y="1241"/>
                    <a:pt x="27" y="1238"/>
                  </a:cubicBezTo>
                  <a:cubicBezTo>
                    <a:pt x="23" y="1255"/>
                    <a:pt x="30" y="1264"/>
                    <a:pt x="33" y="1273"/>
                  </a:cubicBezTo>
                  <a:cubicBezTo>
                    <a:pt x="72" y="1327"/>
                    <a:pt x="77" y="1337"/>
                    <a:pt x="86" y="1343"/>
                  </a:cubicBezTo>
                  <a:cubicBezTo>
                    <a:pt x="91" y="1356"/>
                    <a:pt x="95" y="1356"/>
                    <a:pt x="95" y="1356"/>
                  </a:cubicBezTo>
                  <a:cubicBezTo>
                    <a:pt x="113" y="1378"/>
                    <a:pt x="122" y="1391"/>
                    <a:pt x="131" y="1399"/>
                  </a:cubicBezTo>
                  <a:cubicBezTo>
                    <a:pt x="141" y="1414"/>
                    <a:pt x="144" y="1416"/>
                    <a:pt x="146" y="1420"/>
                  </a:cubicBezTo>
                  <a:cubicBezTo>
                    <a:pt x="142" y="1419"/>
                    <a:pt x="139" y="1422"/>
                    <a:pt x="137" y="1417"/>
                  </a:cubicBezTo>
                  <a:cubicBezTo>
                    <a:pt x="104" y="1393"/>
                    <a:pt x="99" y="1389"/>
                    <a:pt x="94" y="1389"/>
                  </a:cubicBezTo>
                  <a:cubicBezTo>
                    <a:pt x="39" y="1357"/>
                    <a:pt x="44" y="1357"/>
                    <a:pt x="47" y="1361"/>
                  </a:cubicBezTo>
                  <a:cubicBezTo>
                    <a:pt x="73" y="1381"/>
                    <a:pt x="77" y="1386"/>
                    <a:pt x="82" y="1385"/>
                  </a:cubicBezTo>
                  <a:cubicBezTo>
                    <a:pt x="123" y="1414"/>
                    <a:pt x="127" y="1423"/>
                    <a:pt x="131" y="1423"/>
                  </a:cubicBezTo>
                  <a:cubicBezTo>
                    <a:pt x="163" y="1460"/>
                    <a:pt x="167" y="1459"/>
                    <a:pt x="169" y="1462"/>
                  </a:cubicBezTo>
                  <a:cubicBezTo>
                    <a:pt x="183" y="1480"/>
                    <a:pt x="180" y="1489"/>
                    <a:pt x="185" y="1495"/>
                  </a:cubicBezTo>
                  <a:cubicBezTo>
                    <a:pt x="198" y="1470"/>
                    <a:pt x="199" y="1467"/>
                    <a:pt x="200" y="1465"/>
                  </a:cubicBezTo>
                  <a:cubicBezTo>
                    <a:pt x="239" y="1447"/>
                    <a:pt x="243" y="1445"/>
                    <a:pt x="246" y="1443"/>
                  </a:cubicBezTo>
                  <a:cubicBezTo>
                    <a:pt x="237" y="1440"/>
                    <a:pt x="233" y="1441"/>
                    <a:pt x="230" y="1441"/>
                  </a:cubicBezTo>
                  <a:cubicBezTo>
                    <a:pt x="214" y="1443"/>
                    <a:pt x="212" y="1436"/>
                    <a:pt x="217" y="1430"/>
                  </a:cubicBezTo>
                  <a:cubicBezTo>
                    <a:pt x="295" y="1389"/>
                    <a:pt x="303" y="1382"/>
                    <a:pt x="310" y="1385"/>
                  </a:cubicBezTo>
                  <a:cubicBezTo>
                    <a:pt x="381" y="1375"/>
                    <a:pt x="383" y="1379"/>
                    <a:pt x="388" y="1373"/>
                  </a:cubicBezTo>
                  <a:cubicBezTo>
                    <a:pt x="426" y="1368"/>
                    <a:pt x="430" y="1366"/>
                    <a:pt x="433" y="1365"/>
                  </a:cubicBezTo>
                  <a:cubicBezTo>
                    <a:pt x="449" y="1360"/>
                    <a:pt x="453" y="1363"/>
                    <a:pt x="457" y="1358"/>
                  </a:cubicBezTo>
                  <a:cubicBezTo>
                    <a:pt x="441" y="1356"/>
                    <a:pt x="440" y="1359"/>
                    <a:pt x="438" y="1359"/>
                  </a:cubicBezTo>
                  <a:cubicBezTo>
                    <a:pt x="426" y="1362"/>
                    <a:pt x="425" y="1358"/>
                    <a:pt x="421" y="1362"/>
                  </a:cubicBezTo>
                  <a:cubicBezTo>
                    <a:pt x="371" y="1366"/>
                    <a:pt x="364" y="1369"/>
                    <a:pt x="357" y="1369"/>
                  </a:cubicBezTo>
                  <a:cubicBezTo>
                    <a:pt x="338" y="1375"/>
                    <a:pt x="337" y="1371"/>
                    <a:pt x="335" y="1372"/>
                  </a:cubicBezTo>
                  <a:cubicBezTo>
                    <a:pt x="307" y="1376"/>
                    <a:pt x="306" y="1372"/>
                    <a:pt x="303" y="1376"/>
                  </a:cubicBezTo>
                  <a:cubicBezTo>
                    <a:pt x="270" y="1383"/>
                    <a:pt x="263" y="1389"/>
                    <a:pt x="258" y="1388"/>
                  </a:cubicBezTo>
                  <a:cubicBezTo>
                    <a:pt x="202" y="1433"/>
                    <a:pt x="200" y="1437"/>
                    <a:pt x="196" y="1441"/>
                  </a:cubicBezTo>
                  <a:cubicBezTo>
                    <a:pt x="185" y="1441"/>
                    <a:pt x="190" y="1433"/>
                    <a:pt x="197" y="1425"/>
                  </a:cubicBezTo>
                  <a:cubicBezTo>
                    <a:pt x="279" y="1366"/>
                    <a:pt x="282" y="1364"/>
                    <a:pt x="284" y="1362"/>
                  </a:cubicBezTo>
                  <a:cubicBezTo>
                    <a:pt x="315" y="1356"/>
                    <a:pt x="324" y="1356"/>
                    <a:pt x="334" y="1353"/>
                  </a:cubicBezTo>
                  <a:cubicBezTo>
                    <a:pt x="381" y="1350"/>
                    <a:pt x="385" y="1350"/>
                    <a:pt x="390" y="1350"/>
                  </a:cubicBezTo>
                  <a:cubicBezTo>
                    <a:pt x="436" y="1341"/>
                    <a:pt x="441" y="1339"/>
                    <a:pt x="446" y="1339"/>
                  </a:cubicBezTo>
                  <a:cubicBezTo>
                    <a:pt x="489" y="1324"/>
                    <a:pt x="486" y="1320"/>
                    <a:pt x="481" y="1326"/>
                  </a:cubicBezTo>
                  <a:cubicBezTo>
                    <a:pt x="445" y="1330"/>
                    <a:pt x="442" y="1333"/>
                    <a:pt x="438" y="1335"/>
                  </a:cubicBezTo>
                  <a:cubicBezTo>
                    <a:pt x="414" y="1334"/>
                    <a:pt x="409" y="1345"/>
                    <a:pt x="406" y="1338"/>
                  </a:cubicBezTo>
                  <a:cubicBezTo>
                    <a:pt x="436" y="1330"/>
                    <a:pt x="444" y="1327"/>
                    <a:pt x="451" y="1328"/>
                  </a:cubicBezTo>
                  <a:cubicBezTo>
                    <a:pt x="502" y="1292"/>
                    <a:pt x="500" y="1297"/>
                    <a:pt x="495" y="1301"/>
                  </a:cubicBezTo>
                  <a:cubicBezTo>
                    <a:pt x="463" y="1311"/>
                    <a:pt x="458" y="1319"/>
                    <a:pt x="455" y="1320"/>
                  </a:cubicBezTo>
                  <a:cubicBezTo>
                    <a:pt x="410" y="1329"/>
                    <a:pt x="405" y="1329"/>
                    <a:pt x="400" y="1333"/>
                  </a:cubicBezTo>
                  <a:cubicBezTo>
                    <a:pt x="380" y="1333"/>
                    <a:pt x="378" y="1331"/>
                    <a:pt x="376" y="1333"/>
                  </a:cubicBezTo>
                  <a:cubicBezTo>
                    <a:pt x="356" y="1334"/>
                    <a:pt x="353" y="1333"/>
                    <a:pt x="355" y="1331"/>
                  </a:cubicBezTo>
                  <a:cubicBezTo>
                    <a:pt x="400" y="1320"/>
                    <a:pt x="402" y="1322"/>
                    <a:pt x="405" y="1319"/>
                  </a:cubicBezTo>
                  <a:cubicBezTo>
                    <a:pt x="429" y="1309"/>
                    <a:pt x="438" y="1305"/>
                    <a:pt x="450" y="1297"/>
                  </a:cubicBezTo>
                  <a:cubicBezTo>
                    <a:pt x="498" y="1254"/>
                    <a:pt x="508" y="1256"/>
                    <a:pt x="503" y="1248"/>
                  </a:cubicBezTo>
                  <a:cubicBezTo>
                    <a:pt x="391" y="1316"/>
                    <a:pt x="387" y="1317"/>
                    <a:pt x="384" y="1317"/>
                  </a:cubicBezTo>
                  <a:cubicBezTo>
                    <a:pt x="365" y="1320"/>
                    <a:pt x="363" y="1321"/>
                    <a:pt x="360" y="1322"/>
                  </a:cubicBezTo>
                  <a:cubicBezTo>
                    <a:pt x="345" y="1324"/>
                    <a:pt x="344" y="1319"/>
                    <a:pt x="342" y="1323"/>
                  </a:cubicBezTo>
                  <a:cubicBezTo>
                    <a:pt x="303" y="1328"/>
                    <a:pt x="296" y="1326"/>
                    <a:pt x="290" y="1326"/>
                  </a:cubicBezTo>
                  <a:cubicBezTo>
                    <a:pt x="244" y="1332"/>
                    <a:pt x="240" y="1335"/>
                    <a:pt x="237" y="1335"/>
                  </a:cubicBezTo>
                  <a:cubicBezTo>
                    <a:pt x="200" y="1351"/>
                    <a:pt x="199" y="1362"/>
                    <a:pt x="193" y="1356"/>
                  </a:cubicBezTo>
                  <a:cubicBezTo>
                    <a:pt x="222" y="1332"/>
                    <a:pt x="227" y="1334"/>
                    <a:pt x="232" y="1328"/>
                  </a:cubicBezTo>
                  <a:cubicBezTo>
                    <a:pt x="257" y="1323"/>
                    <a:pt x="260" y="1322"/>
                    <a:pt x="262" y="1322"/>
                  </a:cubicBezTo>
                  <a:cubicBezTo>
                    <a:pt x="340" y="1309"/>
                    <a:pt x="350" y="1304"/>
                    <a:pt x="360" y="1305"/>
                  </a:cubicBezTo>
                  <a:cubicBezTo>
                    <a:pt x="414" y="1282"/>
                    <a:pt x="428" y="1278"/>
                    <a:pt x="443" y="1270"/>
                  </a:cubicBezTo>
                  <a:cubicBezTo>
                    <a:pt x="485" y="1238"/>
                    <a:pt x="488" y="1241"/>
                    <a:pt x="493" y="1236"/>
                  </a:cubicBezTo>
                  <a:cubicBezTo>
                    <a:pt x="503" y="1226"/>
                    <a:pt x="507" y="1224"/>
                    <a:pt x="512" y="1220"/>
                  </a:cubicBezTo>
                  <a:cubicBezTo>
                    <a:pt x="513" y="1206"/>
                    <a:pt x="509" y="1214"/>
                    <a:pt x="502" y="1222"/>
                  </a:cubicBezTo>
                  <a:cubicBezTo>
                    <a:pt x="460" y="1250"/>
                    <a:pt x="445" y="1261"/>
                    <a:pt x="435" y="1266"/>
                  </a:cubicBezTo>
                  <a:cubicBezTo>
                    <a:pt x="399" y="1282"/>
                    <a:pt x="395" y="1285"/>
                    <a:pt x="392" y="1284"/>
                  </a:cubicBezTo>
                  <a:cubicBezTo>
                    <a:pt x="323" y="1300"/>
                    <a:pt x="316" y="1303"/>
                    <a:pt x="308" y="1308"/>
                  </a:cubicBezTo>
                  <a:cubicBezTo>
                    <a:pt x="286" y="1307"/>
                    <a:pt x="284" y="1307"/>
                    <a:pt x="281" y="1308"/>
                  </a:cubicBezTo>
                  <a:cubicBezTo>
                    <a:pt x="265" y="1315"/>
                    <a:pt x="263" y="1313"/>
                    <a:pt x="260" y="1316"/>
                  </a:cubicBezTo>
                  <a:cubicBezTo>
                    <a:pt x="276" y="1302"/>
                    <a:pt x="278" y="1307"/>
                    <a:pt x="282" y="1305"/>
                  </a:cubicBezTo>
                  <a:cubicBezTo>
                    <a:pt x="318" y="1297"/>
                    <a:pt x="324" y="1295"/>
                    <a:pt x="330" y="1297"/>
                  </a:cubicBezTo>
                  <a:cubicBezTo>
                    <a:pt x="385" y="1284"/>
                    <a:pt x="390" y="1272"/>
                    <a:pt x="392" y="1277"/>
                  </a:cubicBezTo>
                  <a:cubicBezTo>
                    <a:pt x="458" y="1239"/>
                    <a:pt x="469" y="1229"/>
                    <a:pt x="477" y="1218"/>
                  </a:cubicBezTo>
                  <a:cubicBezTo>
                    <a:pt x="489" y="1197"/>
                    <a:pt x="479" y="1209"/>
                    <a:pt x="469" y="1221"/>
                  </a:cubicBezTo>
                  <a:cubicBezTo>
                    <a:pt x="433" y="1250"/>
                    <a:pt x="428" y="1253"/>
                    <a:pt x="424" y="1257"/>
                  </a:cubicBezTo>
                  <a:cubicBezTo>
                    <a:pt x="379" y="1272"/>
                    <a:pt x="373" y="1275"/>
                    <a:pt x="368" y="1275"/>
                  </a:cubicBezTo>
                  <a:cubicBezTo>
                    <a:pt x="317" y="1286"/>
                    <a:pt x="313" y="1290"/>
                    <a:pt x="308" y="1294"/>
                  </a:cubicBezTo>
                  <a:cubicBezTo>
                    <a:pt x="276" y="1296"/>
                    <a:pt x="268" y="1298"/>
                    <a:pt x="259" y="1301"/>
                  </a:cubicBezTo>
                  <a:cubicBezTo>
                    <a:pt x="226" y="1315"/>
                    <a:pt x="218" y="1314"/>
                    <a:pt x="210" y="1318"/>
                  </a:cubicBezTo>
                  <a:cubicBezTo>
                    <a:pt x="188" y="1324"/>
                    <a:pt x="198" y="1326"/>
                    <a:pt x="196" y="1323"/>
                  </a:cubicBezTo>
                  <a:cubicBezTo>
                    <a:pt x="245" y="1292"/>
                    <a:pt x="250" y="1296"/>
                    <a:pt x="257" y="1291"/>
                  </a:cubicBezTo>
                  <a:cubicBezTo>
                    <a:pt x="286" y="1281"/>
                    <a:pt x="297" y="1283"/>
                    <a:pt x="309" y="1278"/>
                  </a:cubicBezTo>
                  <a:cubicBezTo>
                    <a:pt x="360" y="1270"/>
                    <a:pt x="377" y="1254"/>
                    <a:pt x="392" y="1257"/>
                  </a:cubicBezTo>
                  <a:cubicBezTo>
                    <a:pt x="464" y="1216"/>
                    <a:pt x="478" y="1201"/>
                    <a:pt x="492" y="1188"/>
                  </a:cubicBezTo>
                  <a:cubicBezTo>
                    <a:pt x="510" y="1153"/>
                    <a:pt x="511" y="1156"/>
                    <a:pt x="505" y="1158"/>
                  </a:cubicBezTo>
                  <a:cubicBezTo>
                    <a:pt x="490" y="1176"/>
                    <a:pt x="487" y="1180"/>
                    <a:pt x="487" y="1184"/>
                  </a:cubicBezTo>
                  <a:cubicBezTo>
                    <a:pt x="443" y="1223"/>
                    <a:pt x="444" y="1226"/>
                    <a:pt x="442" y="1224"/>
                  </a:cubicBezTo>
                  <a:cubicBezTo>
                    <a:pt x="413" y="1237"/>
                    <a:pt x="407" y="1243"/>
                    <a:pt x="403" y="1242"/>
                  </a:cubicBezTo>
                  <a:cubicBezTo>
                    <a:pt x="325" y="1267"/>
                    <a:pt x="322" y="1265"/>
                    <a:pt x="318" y="1267"/>
                  </a:cubicBezTo>
                  <a:cubicBezTo>
                    <a:pt x="273" y="1273"/>
                    <a:pt x="263" y="1283"/>
                    <a:pt x="256" y="1279"/>
                  </a:cubicBezTo>
                  <a:cubicBezTo>
                    <a:pt x="295" y="1265"/>
                    <a:pt x="305" y="1261"/>
                    <a:pt x="314" y="1262"/>
                  </a:cubicBezTo>
                  <a:cubicBezTo>
                    <a:pt x="363" y="1241"/>
                    <a:pt x="375" y="1239"/>
                    <a:pt x="387" y="1234"/>
                  </a:cubicBezTo>
                  <a:cubicBezTo>
                    <a:pt x="479" y="1164"/>
                    <a:pt x="483" y="1161"/>
                    <a:pt x="485" y="1158"/>
                  </a:cubicBezTo>
                  <a:cubicBezTo>
                    <a:pt x="512" y="1124"/>
                    <a:pt x="513" y="1117"/>
                    <a:pt x="520" y="1111"/>
                  </a:cubicBezTo>
                  <a:cubicBezTo>
                    <a:pt x="509" y="1116"/>
                    <a:pt x="505" y="1120"/>
                    <a:pt x="502" y="1124"/>
                  </a:cubicBezTo>
                  <a:cubicBezTo>
                    <a:pt x="478" y="1160"/>
                    <a:pt x="470" y="1160"/>
                    <a:pt x="471" y="1166"/>
                  </a:cubicBezTo>
                  <a:cubicBezTo>
                    <a:pt x="431" y="1191"/>
                    <a:pt x="426" y="1200"/>
                    <a:pt x="421" y="1202"/>
                  </a:cubicBezTo>
                  <a:cubicBezTo>
                    <a:pt x="378" y="1227"/>
                    <a:pt x="371" y="1230"/>
                    <a:pt x="363" y="1234"/>
                  </a:cubicBezTo>
                  <a:cubicBezTo>
                    <a:pt x="322" y="1251"/>
                    <a:pt x="307" y="1250"/>
                    <a:pt x="290" y="1259"/>
                  </a:cubicBezTo>
                  <a:cubicBezTo>
                    <a:pt x="246" y="1271"/>
                    <a:pt x="237" y="1279"/>
                    <a:pt x="231" y="1275"/>
                  </a:cubicBezTo>
                  <a:cubicBezTo>
                    <a:pt x="290" y="1254"/>
                    <a:pt x="296" y="1241"/>
                    <a:pt x="298" y="1246"/>
                  </a:cubicBezTo>
                  <a:cubicBezTo>
                    <a:pt x="362" y="1221"/>
                    <a:pt x="377" y="1211"/>
                    <a:pt x="391" y="1204"/>
                  </a:cubicBezTo>
                  <a:cubicBezTo>
                    <a:pt x="515" y="1103"/>
                    <a:pt x="512" y="1098"/>
                    <a:pt x="518" y="1095"/>
                  </a:cubicBezTo>
                  <a:cubicBezTo>
                    <a:pt x="532" y="1075"/>
                    <a:pt x="536" y="1073"/>
                    <a:pt x="535" y="1071"/>
                  </a:cubicBezTo>
                  <a:cubicBezTo>
                    <a:pt x="539" y="1064"/>
                    <a:pt x="536" y="1067"/>
                    <a:pt x="532" y="1070"/>
                  </a:cubicBezTo>
                  <a:cubicBezTo>
                    <a:pt x="497" y="1109"/>
                    <a:pt x="495" y="1119"/>
                    <a:pt x="485" y="1121"/>
                  </a:cubicBezTo>
                  <a:cubicBezTo>
                    <a:pt x="453" y="1152"/>
                    <a:pt x="442" y="1160"/>
                    <a:pt x="431" y="1168"/>
                  </a:cubicBezTo>
                  <a:cubicBezTo>
                    <a:pt x="397" y="1193"/>
                    <a:pt x="389" y="1191"/>
                    <a:pt x="388" y="1197"/>
                  </a:cubicBezTo>
                  <a:cubicBezTo>
                    <a:pt x="367" y="1206"/>
                    <a:pt x="360" y="1215"/>
                    <a:pt x="356" y="1210"/>
                  </a:cubicBezTo>
                  <a:cubicBezTo>
                    <a:pt x="315" y="1230"/>
                    <a:pt x="305" y="1233"/>
                    <a:pt x="294" y="1240"/>
                  </a:cubicBezTo>
                  <a:cubicBezTo>
                    <a:pt x="262" y="1252"/>
                    <a:pt x="260" y="1251"/>
                    <a:pt x="257" y="1254"/>
                  </a:cubicBezTo>
                  <a:cubicBezTo>
                    <a:pt x="237" y="1263"/>
                    <a:pt x="233" y="1265"/>
                    <a:pt x="229" y="1267"/>
                  </a:cubicBezTo>
                  <a:cubicBezTo>
                    <a:pt x="218" y="1271"/>
                    <a:pt x="214" y="1278"/>
                    <a:pt x="211" y="1275"/>
                  </a:cubicBezTo>
                  <a:cubicBezTo>
                    <a:pt x="241" y="1245"/>
                    <a:pt x="262" y="1234"/>
                    <a:pt x="291" y="1222"/>
                  </a:cubicBezTo>
                  <a:cubicBezTo>
                    <a:pt x="352" y="1187"/>
                    <a:pt x="356" y="1194"/>
                    <a:pt x="360" y="1189"/>
                  </a:cubicBezTo>
                  <a:cubicBezTo>
                    <a:pt x="397" y="1173"/>
                    <a:pt x="401" y="1169"/>
                    <a:pt x="405" y="1169"/>
                  </a:cubicBezTo>
                  <a:cubicBezTo>
                    <a:pt x="461" y="1128"/>
                    <a:pt x="482" y="1115"/>
                    <a:pt x="495" y="1100"/>
                  </a:cubicBezTo>
                  <a:cubicBezTo>
                    <a:pt x="532" y="1063"/>
                    <a:pt x="536" y="1059"/>
                    <a:pt x="536" y="1055"/>
                  </a:cubicBezTo>
                  <a:cubicBezTo>
                    <a:pt x="492" y="1093"/>
                    <a:pt x="491" y="1097"/>
                    <a:pt x="486" y="1101"/>
                  </a:cubicBezTo>
                  <a:cubicBezTo>
                    <a:pt x="470" y="1111"/>
                    <a:pt x="468" y="1118"/>
                    <a:pt x="461" y="1121"/>
                  </a:cubicBezTo>
                  <a:cubicBezTo>
                    <a:pt x="441" y="1135"/>
                    <a:pt x="439" y="1138"/>
                    <a:pt x="438" y="1141"/>
                  </a:cubicBezTo>
                  <a:cubicBezTo>
                    <a:pt x="395" y="1165"/>
                    <a:pt x="389" y="1166"/>
                    <a:pt x="384" y="1167"/>
                  </a:cubicBezTo>
                  <a:cubicBezTo>
                    <a:pt x="366" y="1175"/>
                    <a:pt x="360" y="1181"/>
                    <a:pt x="354" y="1181"/>
                  </a:cubicBezTo>
                  <a:cubicBezTo>
                    <a:pt x="336" y="1190"/>
                    <a:pt x="330" y="1193"/>
                    <a:pt x="324" y="1196"/>
                  </a:cubicBezTo>
                  <a:cubicBezTo>
                    <a:pt x="289" y="1212"/>
                    <a:pt x="274" y="1219"/>
                    <a:pt x="259" y="1226"/>
                  </a:cubicBezTo>
                  <a:cubicBezTo>
                    <a:pt x="235" y="1240"/>
                    <a:pt x="227" y="1244"/>
                    <a:pt x="224" y="1249"/>
                  </a:cubicBezTo>
                  <a:cubicBezTo>
                    <a:pt x="202" y="1270"/>
                    <a:pt x="193" y="1272"/>
                    <a:pt x="192" y="1269"/>
                  </a:cubicBezTo>
                  <a:cubicBezTo>
                    <a:pt x="215" y="1249"/>
                    <a:pt x="212" y="1245"/>
                    <a:pt x="217" y="1243"/>
                  </a:cubicBezTo>
                  <a:cubicBezTo>
                    <a:pt x="243" y="1226"/>
                    <a:pt x="244" y="1223"/>
                    <a:pt x="250" y="1220"/>
                  </a:cubicBezTo>
                  <a:cubicBezTo>
                    <a:pt x="326" y="1181"/>
                    <a:pt x="340" y="1175"/>
                    <a:pt x="358" y="1169"/>
                  </a:cubicBezTo>
                  <a:cubicBezTo>
                    <a:pt x="494" y="1080"/>
                    <a:pt x="512" y="1077"/>
                    <a:pt x="512" y="1063"/>
                  </a:cubicBezTo>
                  <a:cubicBezTo>
                    <a:pt x="460" y="1106"/>
                    <a:pt x="454" y="1105"/>
                    <a:pt x="447" y="1112"/>
                  </a:cubicBezTo>
                  <a:cubicBezTo>
                    <a:pt x="401" y="1139"/>
                    <a:pt x="397" y="1141"/>
                    <a:pt x="392" y="1144"/>
                  </a:cubicBezTo>
                  <a:cubicBezTo>
                    <a:pt x="299" y="1182"/>
                    <a:pt x="278" y="1194"/>
                    <a:pt x="258" y="1204"/>
                  </a:cubicBezTo>
                  <a:cubicBezTo>
                    <a:pt x="222" y="1232"/>
                    <a:pt x="219" y="1228"/>
                    <a:pt x="215" y="1233"/>
                  </a:cubicBezTo>
                  <a:cubicBezTo>
                    <a:pt x="191" y="1248"/>
                    <a:pt x="198" y="1246"/>
                    <a:pt x="198" y="1243"/>
                  </a:cubicBezTo>
                  <a:cubicBezTo>
                    <a:pt x="210" y="1232"/>
                    <a:pt x="218" y="1227"/>
                    <a:pt x="221" y="1221"/>
                  </a:cubicBezTo>
                  <a:cubicBezTo>
                    <a:pt x="275" y="1187"/>
                    <a:pt x="293" y="1174"/>
                    <a:pt x="310" y="1167"/>
                  </a:cubicBezTo>
                  <a:cubicBezTo>
                    <a:pt x="378" y="1137"/>
                    <a:pt x="377" y="1130"/>
                    <a:pt x="382" y="1132"/>
                  </a:cubicBezTo>
                  <a:cubicBezTo>
                    <a:pt x="433" y="1103"/>
                    <a:pt x="436" y="1100"/>
                    <a:pt x="437" y="1102"/>
                  </a:cubicBezTo>
                  <a:cubicBezTo>
                    <a:pt x="461" y="1086"/>
                    <a:pt x="465" y="1087"/>
                    <a:pt x="471" y="1080"/>
                  </a:cubicBezTo>
                  <a:cubicBezTo>
                    <a:pt x="502" y="1058"/>
                    <a:pt x="506" y="1058"/>
                    <a:pt x="511" y="1054"/>
                  </a:cubicBezTo>
                  <a:cubicBezTo>
                    <a:pt x="567" y="1001"/>
                    <a:pt x="569" y="996"/>
                    <a:pt x="573" y="991"/>
                  </a:cubicBezTo>
                  <a:cubicBezTo>
                    <a:pt x="512" y="1042"/>
                    <a:pt x="492" y="1060"/>
                    <a:pt x="472" y="1069"/>
                  </a:cubicBezTo>
                  <a:cubicBezTo>
                    <a:pt x="445" y="1085"/>
                    <a:pt x="440" y="1093"/>
                    <a:pt x="436" y="1090"/>
                  </a:cubicBezTo>
                  <a:cubicBezTo>
                    <a:pt x="383" y="1123"/>
                    <a:pt x="380" y="1120"/>
                    <a:pt x="375" y="1125"/>
                  </a:cubicBezTo>
                  <a:cubicBezTo>
                    <a:pt x="301" y="1163"/>
                    <a:pt x="285" y="1166"/>
                    <a:pt x="266" y="1181"/>
                  </a:cubicBezTo>
                  <a:cubicBezTo>
                    <a:pt x="238" y="1199"/>
                    <a:pt x="226" y="1210"/>
                    <a:pt x="218" y="1211"/>
                  </a:cubicBezTo>
                  <a:cubicBezTo>
                    <a:pt x="195" y="1226"/>
                    <a:pt x="199" y="1221"/>
                    <a:pt x="198" y="1216"/>
                  </a:cubicBezTo>
                  <a:cubicBezTo>
                    <a:pt x="230" y="1183"/>
                    <a:pt x="233" y="1182"/>
                    <a:pt x="238" y="1177"/>
                  </a:cubicBezTo>
                  <a:cubicBezTo>
                    <a:pt x="319" y="1129"/>
                    <a:pt x="328" y="1123"/>
                    <a:pt x="336" y="1121"/>
                  </a:cubicBezTo>
                  <a:cubicBezTo>
                    <a:pt x="493" y="1012"/>
                    <a:pt x="511" y="1000"/>
                    <a:pt x="526" y="986"/>
                  </a:cubicBezTo>
                  <a:cubicBezTo>
                    <a:pt x="552" y="958"/>
                    <a:pt x="551" y="956"/>
                    <a:pt x="554" y="954"/>
                  </a:cubicBezTo>
                  <a:cubicBezTo>
                    <a:pt x="522" y="977"/>
                    <a:pt x="521" y="987"/>
                    <a:pt x="507" y="995"/>
                  </a:cubicBezTo>
                  <a:cubicBezTo>
                    <a:pt x="490" y="1009"/>
                    <a:pt x="487" y="1013"/>
                    <a:pt x="482" y="1018"/>
                  </a:cubicBezTo>
                  <a:cubicBezTo>
                    <a:pt x="358" y="1100"/>
                    <a:pt x="341" y="1103"/>
                    <a:pt x="333" y="1113"/>
                  </a:cubicBezTo>
                  <a:cubicBezTo>
                    <a:pt x="251" y="1161"/>
                    <a:pt x="227" y="1171"/>
                    <a:pt x="214" y="1187"/>
                  </a:cubicBezTo>
                  <a:cubicBezTo>
                    <a:pt x="211" y="1186"/>
                    <a:pt x="210" y="1183"/>
                    <a:pt x="213" y="1180"/>
                  </a:cubicBezTo>
                  <a:cubicBezTo>
                    <a:pt x="242" y="1151"/>
                    <a:pt x="248" y="1147"/>
                    <a:pt x="259" y="1137"/>
                  </a:cubicBezTo>
                  <a:cubicBezTo>
                    <a:pt x="360" y="1078"/>
                    <a:pt x="373" y="1070"/>
                    <a:pt x="393" y="1055"/>
                  </a:cubicBezTo>
                  <a:cubicBezTo>
                    <a:pt x="452" y="1010"/>
                    <a:pt x="460" y="1010"/>
                    <a:pt x="463" y="1005"/>
                  </a:cubicBezTo>
                  <a:cubicBezTo>
                    <a:pt x="524" y="947"/>
                    <a:pt x="530" y="944"/>
                    <a:pt x="532" y="940"/>
                  </a:cubicBezTo>
                  <a:cubicBezTo>
                    <a:pt x="561" y="903"/>
                    <a:pt x="566" y="896"/>
                    <a:pt x="574" y="890"/>
                  </a:cubicBezTo>
                  <a:cubicBezTo>
                    <a:pt x="547" y="899"/>
                    <a:pt x="543" y="903"/>
                    <a:pt x="537" y="907"/>
                  </a:cubicBezTo>
                  <a:cubicBezTo>
                    <a:pt x="522" y="918"/>
                    <a:pt x="523" y="921"/>
                    <a:pt x="519" y="922"/>
                  </a:cubicBezTo>
                  <a:cubicBezTo>
                    <a:pt x="491" y="945"/>
                    <a:pt x="485" y="954"/>
                    <a:pt x="474" y="962"/>
                  </a:cubicBezTo>
                  <a:cubicBezTo>
                    <a:pt x="396" y="1023"/>
                    <a:pt x="387" y="1030"/>
                    <a:pt x="378" y="1037"/>
                  </a:cubicBezTo>
                  <a:cubicBezTo>
                    <a:pt x="323" y="1067"/>
                    <a:pt x="317" y="1067"/>
                    <a:pt x="311" y="1070"/>
                  </a:cubicBezTo>
                  <a:cubicBezTo>
                    <a:pt x="262" y="1102"/>
                    <a:pt x="259" y="1103"/>
                    <a:pt x="256" y="1103"/>
                  </a:cubicBezTo>
                  <a:cubicBezTo>
                    <a:pt x="244" y="1115"/>
                    <a:pt x="236" y="1116"/>
                    <a:pt x="239" y="1120"/>
                  </a:cubicBezTo>
                  <a:cubicBezTo>
                    <a:pt x="222" y="1136"/>
                    <a:pt x="217" y="1144"/>
                    <a:pt x="214" y="1140"/>
                  </a:cubicBezTo>
                  <a:cubicBezTo>
                    <a:pt x="260" y="1090"/>
                    <a:pt x="271" y="1086"/>
                    <a:pt x="296" y="1066"/>
                  </a:cubicBezTo>
                  <a:cubicBezTo>
                    <a:pt x="418" y="989"/>
                    <a:pt x="425" y="977"/>
                    <a:pt x="430" y="979"/>
                  </a:cubicBezTo>
                  <a:cubicBezTo>
                    <a:pt x="451" y="961"/>
                    <a:pt x="456" y="956"/>
                    <a:pt x="465" y="947"/>
                  </a:cubicBezTo>
                  <a:cubicBezTo>
                    <a:pt x="540" y="892"/>
                    <a:pt x="549" y="886"/>
                    <a:pt x="560" y="878"/>
                  </a:cubicBezTo>
                  <a:cubicBezTo>
                    <a:pt x="587" y="870"/>
                    <a:pt x="592" y="858"/>
                    <a:pt x="594" y="863"/>
                  </a:cubicBezTo>
                  <a:cubicBezTo>
                    <a:pt x="625" y="848"/>
                    <a:pt x="636" y="854"/>
                    <a:pt x="633" y="845"/>
                  </a:cubicBezTo>
                  <a:cubicBezTo>
                    <a:pt x="574" y="858"/>
                    <a:pt x="566" y="857"/>
                    <a:pt x="557" y="863"/>
                  </a:cubicBezTo>
                  <a:cubicBezTo>
                    <a:pt x="523" y="876"/>
                    <a:pt x="515" y="880"/>
                    <a:pt x="508" y="884"/>
                  </a:cubicBezTo>
                  <a:cubicBezTo>
                    <a:pt x="420" y="945"/>
                    <a:pt x="411" y="951"/>
                    <a:pt x="402" y="958"/>
                  </a:cubicBezTo>
                  <a:cubicBezTo>
                    <a:pt x="299" y="1027"/>
                    <a:pt x="297" y="1029"/>
                    <a:pt x="295" y="1030"/>
                  </a:cubicBezTo>
                  <a:cubicBezTo>
                    <a:pt x="255" y="1062"/>
                    <a:pt x="252" y="1067"/>
                    <a:pt x="244" y="1072"/>
                  </a:cubicBezTo>
                  <a:cubicBezTo>
                    <a:pt x="230" y="1081"/>
                    <a:pt x="230" y="1077"/>
                    <a:pt x="232" y="1073"/>
                  </a:cubicBezTo>
                  <a:cubicBezTo>
                    <a:pt x="251" y="1057"/>
                    <a:pt x="253" y="1055"/>
                    <a:pt x="257" y="1053"/>
                  </a:cubicBezTo>
                  <a:cubicBezTo>
                    <a:pt x="293" y="1015"/>
                    <a:pt x="296" y="1017"/>
                    <a:pt x="300" y="1014"/>
                  </a:cubicBezTo>
                  <a:cubicBezTo>
                    <a:pt x="333" y="985"/>
                    <a:pt x="335" y="986"/>
                    <a:pt x="336" y="986"/>
                  </a:cubicBezTo>
                  <a:cubicBezTo>
                    <a:pt x="380" y="950"/>
                    <a:pt x="404" y="938"/>
                    <a:pt x="433" y="916"/>
                  </a:cubicBezTo>
                  <a:cubicBezTo>
                    <a:pt x="492" y="885"/>
                    <a:pt x="501" y="881"/>
                    <a:pt x="511" y="874"/>
                  </a:cubicBezTo>
                  <a:cubicBezTo>
                    <a:pt x="540" y="857"/>
                    <a:pt x="552" y="855"/>
                    <a:pt x="561" y="848"/>
                  </a:cubicBezTo>
                  <a:cubicBezTo>
                    <a:pt x="574" y="833"/>
                    <a:pt x="569" y="837"/>
                    <a:pt x="565" y="840"/>
                  </a:cubicBezTo>
                  <a:cubicBezTo>
                    <a:pt x="512" y="866"/>
                    <a:pt x="509" y="864"/>
                    <a:pt x="505" y="869"/>
                  </a:cubicBezTo>
                  <a:cubicBezTo>
                    <a:pt x="416" y="917"/>
                    <a:pt x="406" y="926"/>
                    <a:pt x="373" y="944"/>
                  </a:cubicBezTo>
                  <a:cubicBezTo>
                    <a:pt x="332" y="978"/>
                    <a:pt x="317" y="986"/>
                    <a:pt x="306" y="995"/>
                  </a:cubicBezTo>
                  <a:cubicBezTo>
                    <a:pt x="253" y="1040"/>
                    <a:pt x="256" y="1048"/>
                    <a:pt x="251" y="1045"/>
                  </a:cubicBezTo>
                  <a:cubicBezTo>
                    <a:pt x="235" y="1052"/>
                    <a:pt x="237" y="1048"/>
                    <a:pt x="241" y="1044"/>
                  </a:cubicBezTo>
                  <a:cubicBezTo>
                    <a:pt x="310" y="977"/>
                    <a:pt x="362" y="934"/>
                    <a:pt x="419" y="899"/>
                  </a:cubicBezTo>
                  <a:cubicBezTo>
                    <a:pt x="482" y="869"/>
                    <a:pt x="481" y="865"/>
                    <a:pt x="487" y="864"/>
                  </a:cubicBezTo>
                  <a:cubicBezTo>
                    <a:pt x="513" y="858"/>
                    <a:pt x="519" y="848"/>
                    <a:pt x="522" y="852"/>
                  </a:cubicBezTo>
                  <a:cubicBezTo>
                    <a:pt x="583" y="826"/>
                    <a:pt x="598" y="821"/>
                    <a:pt x="613" y="815"/>
                  </a:cubicBezTo>
                  <a:cubicBezTo>
                    <a:pt x="578" y="820"/>
                    <a:pt x="572" y="828"/>
                    <a:pt x="567" y="826"/>
                  </a:cubicBezTo>
                  <a:cubicBezTo>
                    <a:pt x="541" y="835"/>
                    <a:pt x="538" y="835"/>
                    <a:pt x="536" y="837"/>
                  </a:cubicBezTo>
                  <a:cubicBezTo>
                    <a:pt x="509" y="843"/>
                    <a:pt x="505" y="850"/>
                    <a:pt x="502" y="851"/>
                  </a:cubicBezTo>
                  <a:cubicBezTo>
                    <a:pt x="480" y="859"/>
                    <a:pt x="474" y="860"/>
                    <a:pt x="468" y="866"/>
                  </a:cubicBezTo>
                  <a:cubicBezTo>
                    <a:pt x="423" y="890"/>
                    <a:pt x="421" y="886"/>
                    <a:pt x="417" y="890"/>
                  </a:cubicBezTo>
                  <a:cubicBezTo>
                    <a:pt x="390" y="907"/>
                    <a:pt x="385" y="911"/>
                    <a:pt x="380" y="914"/>
                  </a:cubicBezTo>
                  <a:cubicBezTo>
                    <a:pt x="361" y="927"/>
                    <a:pt x="350" y="937"/>
                    <a:pt x="335" y="947"/>
                  </a:cubicBezTo>
                  <a:cubicBezTo>
                    <a:pt x="277" y="996"/>
                    <a:pt x="275" y="1001"/>
                    <a:pt x="266" y="1004"/>
                  </a:cubicBezTo>
                  <a:cubicBezTo>
                    <a:pt x="252" y="1019"/>
                    <a:pt x="249" y="1014"/>
                    <a:pt x="250" y="1013"/>
                  </a:cubicBezTo>
                  <a:cubicBezTo>
                    <a:pt x="261" y="1003"/>
                    <a:pt x="262" y="1003"/>
                    <a:pt x="262" y="1002"/>
                  </a:cubicBezTo>
                  <a:cubicBezTo>
                    <a:pt x="283" y="983"/>
                    <a:pt x="288" y="972"/>
                    <a:pt x="297" y="962"/>
                  </a:cubicBezTo>
                  <a:cubicBezTo>
                    <a:pt x="358" y="911"/>
                    <a:pt x="362" y="915"/>
                    <a:pt x="367" y="909"/>
                  </a:cubicBezTo>
                  <a:cubicBezTo>
                    <a:pt x="396" y="889"/>
                    <a:pt x="399" y="896"/>
                    <a:pt x="403" y="891"/>
                  </a:cubicBezTo>
                  <a:cubicBezTo>
                    <a:pt x="418" y="884"/>
                    <a:pt x="423" y="872"/>
                    <a:pt x="425" y="877"/>
                  </a:cubicBezTo>
                  <a:cubicBezTo>
                    <a:pt x="466" y="855"/>
                    <a:pt x="478" y="855"/>
                    <a:pt x="492" y="844"/>
                  </a:cubicBezTo>
                  <a:cubicBezTo>
                    <a:pt x="573" y="801"/>
                    <a:pt x="571" y="802"/>
                    <a:pt x="578" y="796"/>
                  </a:cubicBezTo>
                  <a:cubicBezTo>
                    <a:pt x="604" y="774"/>
                    <a:pt x="612" y="772"/>
                    <a:pt x="609" y="769"/>
                  </a:cubicBezTo>
                  <a:cubicBezTo>
                    <a:pt x="526" y="821"/>
                    <a:pt x="519" y="826"/>
                    <a:pt x="513" y="829"/>
                  </a:cubicBezTo>
                  <a:cubicBezTo>
                    <a:pt x="463" y="847"/>
                    <a:pt x="455" y="856"/>
                    <a:pt x="450" y="854"/>
                  </a:cubicBezTo>
                  <a:cubicBezTo>
                    <a:pt x="390" y="884"/>
                    <a:pt x="378" y="893"/>
                    <a:pt x="368" y="897"/>
                  </a:cubicBezTo>
                  <a:cubicBezTo>
                    <a:pt x="338" y="920"/>
                    <a:pt x="335" y="923"/>
                    <a:pt x="332" y="925"/>
                  </a:cubicBezTo>
                  <a:cubicBezTo>
                    <a:pt x="316" y="936"/>
                    <a:pt x="308" y="942"/>
                    <a:pt x="301" y="947"/>
                  </a:cubicBezTo>
                  <a:cubicBezTo>
                    <a:pt x="265" y="982"/>
                    <a:pt x="261" y="986"/>
                    <a:pt x="258" y="990"/>
                  </a:cubicBezTo>
                  <a:cubicBezTo>
                    <a:pt x="267" y="967"/>
                    <a:pt x="265" y="971"/>
                    <a:pt x="270" y="972"/>
                  </a:cubicBezTo>
                  <a:cubicBezTo>
                    <a:pt x="317" y="926"/>
                    <a:pt x="316" y="922"/>
                    <a:pt x="337" y="912"/>
                  </a:cubicBezTo>
                  <a:cubicBezTo>
                    <a:pt x="446" y="842"/>
                    <a:pt x="455" y="842"/>
                    <a:pt x="463" y="838"/>
                  </a:cubicBezTo>
                  <a:cubicBezTo>
                    <a:pt x="475" y="832"/>
                    <a:pt x="476" y="831"/>
                    <a:pt x="477" y="830"/>
                  </a:cubicBezTo>
                  <a:cubicBezTo>
                    <a:pt x="595" y="755"/>
                    <a:pt x="608" y="750"/>
                    <a:pt x="608" y="743"/>
                  </a:cubicBezTo>
                  <a:cubicBezTo>
                    <a:pt x="591" y="754"/>
                    <a:pt x="593" y="752"/>
                    <a:pt x="587" y="758"/>
                  </a:cubicBezTo>
                  <a:cubicBezTo>
                    <a:pt x="552" y="781"/>
                    <a:pt x="553" y="785"/>
                    <a:pt x="549" y="783"/>
                  </a:cubicBezTo>
                  <a:cubicBezTo>
                    <a:pt x="516" y="799"/>
                    <a:pt x="510" y="807"/>
                    <a:pt x="506" y="809"/>
                  </a:cubicBezTo>
                  <a:cubicBezTo>
                    <a:pt x="432" y="848"/>
                    <a:pt x="425" y="843"/>
                    <a:pt x="423" y="847"/>
                  </a:cubicBezTo>
                  <a:cubicBezTo>
                    <a:pt x="403" y="861"/>
                    <a:pt x="400" y="858"/>
                    <a:pt x="396" y="861"/>
                  </a:cubicBezTo>
                  <a:cubicBezTo>
                    <a:pt x="290" y="934"/>
                    <a:pt x="289" y="937"/>
                    <a:pt x="284" y="940"/>
                  </a:cubicBezTo>
                  <a:cubicBezTo>
                    <a:pt x="283" y="932"/>
                    <a:pt x="287" y="928"/>
                    <a:pt x="289" y="924"/>
                  </a:cubicBezTo>
                  <a:cubicBezTo>
                    <a:pt x="318" y="903"/>
                    <a:pt x="325" y="895"/>
                    <a:pt x="335" y="888"/>
                  </a:cubicBezTo>
                  <a:cubicBezTo>
                    <a:pt x="381" y="857"/>
                    <a:pt x="388" y="853"/>
                    <a:pt x="394" y="848"/>
                  </a:cubicBezTo>
                  <a:cubicBezTo>
                    <a:pt x="445" y="830"/>
                    <a:pt x="450" y="818"/>
                    <a:pt x="452" y="823"/>
                  </a:cubicBezTo>
                  <a:cubicBezTo>
                    <a:pt x="472" y="813"/>
                    <a:pt x="472" y="811"/>
                    <a:pt x="474" y="812"/>
                  </a:cubicBezTo>
                  <a:cubicBezTo>
                    <a:pt x="492" y="804"/>
                    <a:pt x="496" y="802"/>
                    <a:pt x="499" y="799"/>
                  </a:cubicBezTo>
                  <a:cubicBezTo>
                    <a:pt x="522" y="787"/>
                    <a:pt x="529" y="784"/>
                    <a:pt x="536" y="782"/>
                  </a:cubicBezTo>
                  <a:cubicBezTo>
                    <a:pt x="594" y="740"/>
                    <a:pt x="604" y="733"/>
                    <a:pt x="613" y="727"/>
                  </a:cubicBezTo>
                  <a:cubicBezTo>
                    <a:pt x="629" y="708"/>
                    <a:pt x="626" y="710"/>
                    <a:pt x="623" y="712"/>
                  </a:cubicBezTo>
                  <a:cubicBezTo>
                    <a:pt x="614" y="719"/>
                    <a:pt x="612" y="720"/>
                    <a:pt x="611" y="720"/>
                  </a:cubicBezTo>
                  <a:cubicBezTo>
                    <a:pt x="602" y="727"/>
                    <a:pt x="602" y="731"/>
                    <a:pt x="598" y="733"/>
                  </a:cubicBezTo>
                  <a:cubicBezTo>
                    <a:pt x="578" y="747"/>
                    <a:pt x="571" y="752"/>
                    <a:pt x="564" y="757"/>
                  </a:cubicBezTo>
                  <a:cubicBezTo>
                    <a:pt x="528" y="774"/>
                    <a:pt x="524" y="782"/>
                    <a:pt x="521" y="779"/>
                  </a:cubicBezTo>
                  <a:cubicBezTo>
                    <a:pt x="466" y="806"/>
                    <a:pt x="462" y="809"/>
                    <a:pt x="459" y="809"/>
                  </a:cubicBezTo>
                  <a:cubicBezTo>
                    <a:pt x="423" y="827"/>
                    <a:pt x="420" y="825"/>
                    <a:pt x="416" y="827"/>
                  </a:cubicBezTo>
                  <a:cubicBezTo>
                    <a:pt x="347" y="870"/>
                    <a:pt x="336" y="878"/>
                    <a:pt x="325" y="885"/>
                  </a:cubicBezTo>
                  <a:cubicBezTo>
                    <a:pt x="302" y="902"/>
                    <a:pt x="299" y="905"/>
                    <a:pt x="297" y="904"/>
                  </a:cubicBezTo>
                  <a:cubicBezTo>
                    <a:pt x="342" y="859"/>
                    <a:pt x="352" y="856"/>
                    <a:pt x="352" y="851"/>
                  </a:cubicBezTo>
                  <a:cubicBezTo>
                    <a:pt x="384" y="833"/>
                    <a:pt x="390" y="829"/>
                    <a:pt x="403" y="820"/>
                  </a:cubicBezTo>
                  <a:cubicBezTo>
                    <a:pt x="434" y="799"/>
                    <a:pt x="448" y="797"/>
                    <a:pt x="456" y="791"/>
                  </a:cubicBezTo>
                  <a:cubicBezTo>
                    <a:pt x="491" y="772"/>
                    <a:pt x="498" y="776"/>
                    <a:pt x="509" y="765"/>
                  </a:cubicBezTo>
                  <a:cubicBezTo>
                    <a:pt x="550" y="750"/>
                    <a:pt x="561" y="743"/>
                    <a:pt x="571" y="740"/>
                  </a:cubicBezTo>
                  <a:cubicBezTo>
                    <a:pt x="650" y="685"/>
                    <a:pt x="651" y="680"/>
                    <a:pt x="658" y="677"/>
                  </a:cubicBezTo>
                  <a:cubicBezTo>
                    <a:pt x="663" y="670"/>
                    <a:pt x="651" y="676"/>
                    <a:pt x="643" y="686"/>
                  </a:cubicBezTo>
                  <a:cubicBezTo>
                    <a:pt x="557" y="738"/>
                    <a:pt x="549" y="738"/>
                    <a:pt x="541" y="745"/>
                  </a:cubicBezTo>
                  <a:cubicBezTo>
                    <a:pt x="457" y="783"/>
                    <a:pt x="447" y="787"/>
                    <a:pt x="438" y="789"/>
                  </a:cubicBezTo>
                  <a:cubicBezTo>
                    <a:pt x="417" y="807"/>
                    <a:pt x="409" y="804"/>
                    <a:pt x="401" y="811"/>
                  </a:cubicBezTo>
                  <a:cubicBezTo>
                    <a:pt x="339" y="851"/>
                    <a:pt x="338" y="856"/>
                    <a:pt x="329" y="860"/>
                  </a:cubicBezTo>
                  <a:cubicBezTo>
                    <a:pt x="311" y="871"/>
                    <a:pt x="311" y="863"/>
                    <a:pt x="308" y="866"/>
                  </a:cubicBezTo>
                  <a:cubicBezTo>
                    <a:pt x="324" y="849"/>
                    <a:pt x="327" y="851"/>
                    <a:pt x="327" y="847"/>
                  </a:cubicBezTo>
                  <a:cubicBezTo>
                    <a:pt x="429" y="785"/>
                    <a:pt x="430" y="783"/>
                    <a:pt x="438" y="779"/>
                  </a:cubicBezTo>
                  <a:cubicBezTo>
                    <a:pt x="489" y="753"/>
                    <a:pt x="491" y="753"/>
                    <a:pt x="494" y="751"/>
                  </a:cubicBezTo>
                  <a:cubicBezTo>
                    <a:pt x="546" y="730"/>
                    <a:pt x="551" y="722"/>
                    <a:pt x="554" y="725"/>
                  </a:cubicBezTo>
                  <a:cubicBezTo>
                    <a:pt x="553" y="723"/>
                    <a:pt x="551" y="717"/>
                    <a:pt x="547" y="723"/>
                  </a:cubicBezTo>
                  <a:cubicBezTo>
                    <a:pt x="515" y="736"/>
                    <a:pt x="513" y="732"/>
                    <a:pt x="509" y="735"/>
                  </a:cubicBezTo>
                  <a:cubicBezTo>
                    <a:pt x="487" y="740"/>
                    <a:pt x="482" y="748"/>
                    <a:pt x="479" y="745"/>
                  </a:cubicBezTo>
                  <a:cubicBezTo>
                    <a:pt x="397" y="793"/>
                    <a:pt x="390" y="796"/>
                    <a:pt x="382" y="800"/>
                  </a:cubicBezTo>
                  <a:cubicBezTo>
                    <a:pt x="344" y="825"/>
                    <a:pt x="339" y="829"/>
                    <a:pt x="334" y="833"/>
                  </a:cubicBezTo>
                  <a:cubicBezTo>
                    <a:pt x="346" y="804"/>
                    <a:pt x="361" y="789"/>
                    <a:pt x="375" y="781"/>
                  </a:cubicBezTo>
                  <a:cubicBezTo>
                    <a:pt x="397" y="767"/>
                    <a:pt x="400" y="765"/>
                    <a:pt x="404" y="763"/>
                  </a:cubicBezTo>
                  <a:cubicBezTo>
                    <a:pt x="478" y="727"/>
                    <a:pt x="484" y="727"/>
                    <a:pt x="492" y="721"/>
                  </a:cubicBezTo>
                  <a:cubicBezTo>
                    <a:pt x="514" y="719"/>
                    <a:pt x="521" y="711"/>
                    <a:pt x="527" y="713"/>
                  </a:cubicBezTo>
                  <a:cubicBezTo>
                    <a:pt x="573" y="696"/>
                    <a:pt x="580" y="692"/>
                    <a:pt x="587" y="689"/>
                  </a:cubicBezTo>
                  <a:cubicBezTo>
                    <a:pt x="627" y="664"/>
                    <a:pt x="637" y="667"/>
                    <a:pt x="634" y="660"/>
                  </a:cubicBezTo>
                  <a:cubicBezTo>
                    <a:pt x="534" y="701"/>
                    <a:pt x="528" y="701"/>
                    <a:pt x="521" y="705"/>
                  </a:cubicBezTo>
                  <a:cubicBezTo>
                    <a:pt x="490" y="707"/>
                    <a:pt x="495" y="713"/>
                    <a:pt x="501" y="707"/>
                  </a:cubicBezTo>
                  <a:cubicBezTo>
                    <a:pt x="543" y="697"/>
                    <a:pt x="550" y="686"/>
                    <a:pt x="556" y="687"/>
                  </a:cubicBezTo>
                  <a:cubicBezTo>
                    <a:pt x="578" y="682"/>
                    <a:pt x="584" y="677"/>
                    <a:pt x="590" y="677"/>
                  </a:cubicBezTo>
                  <a:cubicBezTo>
                    <a:pt x="643" y="648"/>
                    <a:pt x="657" y="643"/>
                    <a:pt x="673" y="629"/>
                  </a:cubicBezTo>
                  <a:cubicBezTo>
                    <a:pt x="647" y="645"/>
                    <a:pt x="643" y="645"/>
                    <a:pt x="641" y="645"/>
                  </a:cubicBezTo>
                  <a:cubicBezTo>
                    <a:pt x="611" y="659"/>
                    <a:pt x="604" y="666"/>
                    <a:pt x="597" y="667"/>
                  </a:cubicBezTo>
                  <a:cubicBezTo>
                    <a:pt x="556" y="675"/>
                    <a:pt x="551" y="687"/>
                    <a:pt x="549" y="682"/>
                  </a:cubicBezTo>
                  <a:cubicBezTo>
                    <a:pt x="516" y="695"/>
                    <a:pt x="514" y="691"/>
                    <a:pt x="510" y="696"/>
                  </a:cubicBezTo>
                  <a:cubicBezTo>
                    <a:pt x="487" y="704"/>
                    <a:pt x="483" y="706"/>
                    <a:pt x="480" y="705"/>
                  </a:cubicBezTo>
                  <a:cubicBezTo>
                    <a:pt x="454" y="716"/>
                    <a:pt x="446" y="720"/>
                    <a:pt x="441" y="723"/>
                  </a:cubicBezTo>
                  <a:cubicBezTo>
                    <a:pt x="430" y="731"/>
                    <a:pt x="427" y="727"/>
                    <a:pt x="423" y="731"/>
                  </a:cubicBezTo>
                  <a:cubicBezTo>
                    <a:pt x="386" y="755"/>
                    <a:pt x="382" y="753"/>
                    <a:pt x="377" y="757"/>
                  </a:cubicBezTo>
                  <a:cubicBezTo>
                    <a:pt x="347" y="769"/>
                    <a:pt x="358" y="764"/>
                    <a:pt x="366" y="758"/>
                  </a:cubicBezTo>
                  <a:cubicBezTo>
                    <a:pt x="409" y="728"/>
                    <a:pt x="417" y="725"/>
                    <a:pt x="425" y="718"/>
                  </a:cubicBezTo>
                  <a:cubicBezTo>
                    <a:pt x="571" y="656"/>
                    <a:pt x="601" y="640"/>
                    <a:pt x="630" y="626"/>
                  </a:cubicBezTo>
                  <a:cubicBezTo>
                    <a:pt x="661" y="605"/>
                    <a:pt x="663" y="601"/>
                    <a:pt x="664" y="599"/>
                  </a:cubicBezTo>
                  <a:cubicBezTo>
                    <a:pt x="642" y="607"/>
                    <a:pt x="637" y="615"/>
                    <a:pt x="632" y="617"/>
                  </a:cubicBezTo>
                  <a:cubicBezTo>
                    <a:pt x="575" y="644"/>
                    <a:pt x="557" y="653"/>
                    <a:pt x="540" y="659"/>
                  </a:cubicBezTo>
                  <a:cubicBezTo>
                    <a:pt x="479" y="687"/>
                    <a:pt x="471" y="684"/>
                    <a:pt x="462" y="691"/>
                  </a:cubicBezTo>
                  <a:cubicBezTo>
                    <a:pt x="418" y="713"/>
                    <a:pt x="415" y="715"/>
                    <a:pt x="412" y="717"/>
                  </a:cubicBezTo>
                  <a:cubicBezTo>
                    <a:pt x="381" y="734"/>
                    <a:pt x="377" y="737"/>
                    <a:pt x="373" y="740"/>
                  </a:cubicBezTo>
                  <a:cubicBezTo>
                    <a:pt x="385" y="720"/>
                    <a:pt x="404" y="707"/>
                    <a:pt x="421" y="696"/>
                  </a:cubicBezTo>
                  <a:cubicBezTo>
                    <a:pt x="473" y="672"/>
                    <a:pt x="478" y="677"/>
                    <a:pt x="484" y="670"/>
                  </a:cubicBezTo>
                  <a:cubicBezTo>
                    <a:pt x="519" y="657"/>
                    <a:pt x="524" y="659"/>
                    <a:pt x="529" y="654"/>
                  </a:cubicBezTo>
                  <a:cubicBezTo>
                    <a:pt x="603" y="622"/>
                    <a:pt x="611" y="619"/>
                    <a:pt x="619" y="615"/>
                  </a:cubicBezTo>
                  <a:cubicBezTo>
                    <a:pt x="667" y="570"/>
                    <a:pt x="677" y="568"/>
                    <a:pt x="675" y="564"/>
                  </a:cubicBezTo>
                  <a:cubicBezTo>
                    <a:pt x="719" y="542"/>
                    <a:pt x="725" y="539"/>
                    <a:pt x="730" y="537"/>
                  </a:cubicBezTo>
                  <a:cubicBezTo>
                    <a:pt x="742" y="527"/>
                    <a:pt x="737" y="530"/>
                    <a:pt x="732" y="533"/>
                  </a:cubicBezTo>
                  <a:cubicBezTo>
                    <a:pt x="706" y="538"/>
                    <a:pt x="703" y="542"/>
                    <a:pt x="700" y="544"/>
                  </a:cubicBezTo>
                  <a:cubicBezTo>
                    <a:pt x="637" y="575"/>
                    <a:pt x="629" y="578"/>
                    <a:pt x="622" y="585"/>
                  </a:cubicBezTo>
                  <a:cubicBezTo>
                    <a:pt x="557" y="616"/>
                    <a:pt x="550" y="611"/>
                    <a:pt x="543" y="615"/>
                  </a:cubicBezTo>
                  <a:cubicBezTo>
                    <a:pt x="514" y="623"/>
                    <a:pt x="507" y="625"/>
                    <a:pt x="499" y="630"/>
                  </a:cubicBezTo>
                  <a:cubicBezTo>
                    <a:pt x="469" y="641"/>
                    <a:pt x="463" y="637"/>
                    <a:pt x="455" y="644"/>
                  </a:cubicBezTo>
                  <a:cubicBezTo>
                    <a:pt x="432" y="653"/>
                    <a:pt x="426" y="659"/>
                    <a:pt x="422" y="658"/>
                  </a:cubicBezTo>
                  <a:cubicBezTo>
                    <a:pt x="410" y="660"/>
                    <a:pt x="410" y="653"/>
                    <a:pt x="416" y="648"/>
                  </a:cubicBezTo>
                  <a:cubicBezTo>
                    <a:pt x="439" y="640"/>
                    <a:pt x="445" y="628"/>
                    <a:pt x="447" y="633"/>
                  </a:cubicBezTo>
                  <a:cubicBezTo>
                    <a:pt x="502" y="611"/>
                    <a:pt x="513" y="606"/>
                    <a:pt x="523" y="605"/>
                  </a:cubicBezTo>
                  <a:cubicBezTo>
                    <a:pt x="597" y="583"/>
                    <a:pt x="606" y="581"/>
                    <a:pt x="615" y="576"/>
                  </a:cubicBezTo>
                  <a:cubicBezTo>
                    <a:pt x="655" y="561"/>
                    <a:pt x="660" y="548"/>
                    <a:pt x="663" y="553"/>
                  </a:cubicBezTo>
                  <a:cubicBezTo>
                    <a:pt x="715" y="530"/>
                    <a:pt x="721" y="528"/>
                    <a:pt x="727" y="527"/>
                  </a:cubicBezTo>
                  <a:cubicBezTo>
                    <a:pt x="736" y="512"/>
                    <a:pt x="727" y="524"/>
                    <a:pt x="720" y="520"/>
                  </a:cubicBezTo>
                  <a:cubicBezTo>
                    <a:pt x="677" y="533"/>
                    <a:pt x="673" y="536"/>
                    <a:pt x="668" y="537"/>
                  </a:cubicBezTo>
                  <a:cubicBezTo>
                    <a:pt x="603" y="571"/>
                    <a:pt x="600" y="575"/>
                    <a:pt x="598" y="573"/>
                  </a:cubicBezTo>
                  <a:cubicBezTo>
                    <a:pt x="555" y="592"/>
                    <a:pt x="552" y="588"/>
                    <a:pt x="549" y="589"/>
                  </a:cubicBezTo>
                  <a:cubicBezTo>
                    <a:pt x="507" y="600"/>
                    <a:pt x="504" y="601"/>
                    <a:pt x="501" y="601"/>
                  </a:cubicBezTo>
                  <a:cubicBezTo>
                    <a:pt x="462" y="618"/>
                    <a:pt x="456" y="620"/>
                    <a:pt x="449" y="622"/>
                  </a:cubicBezTo>
                  <a:cubicBezTo>
                    <a:pt x="427" y="627"/>
                    <a:pt x="429" y="624"/>
                    <a:pt x="432" y="622"/>
                  </a:cubicBezTo>
                  <a:cubicBezTo>
                    <a:pt x="464" y="601"/>
                    <a:pt x="476" y="596"/>
                    <a:pt x="488" y="594"/>
                  </a:cubicBezTo>
                  <a:cubicBezTo>
                    <a:pt x="519" y="583"/>
                    <a:pt x="522" y="582"/>
                    <a:pt x="525" y="584"/>
                  </a:cubicBezTo>
                  <a:cubicBezTo>
                    <a:pt x="550" y="574"/>
                    <a:pt x="557" y="572"/>
                    <a:pt x="563" y="571"/>
                  </a:cubicBezTo>
                  <a:cubicBezTo>
                    <a:pt x="588" y="560"/>
                    <a:pt x="594" y="562"/>
                    <a:pt x="600" y="559"/>
                  </a:cubicBezTo>
                  <a:cubicBezTo>
                    <a:pt x="645" y="537"/>
                    <a:pt x="651" y="541"/>
                    <a:pt x="657" y="535"/>
                  </a:cubicBezTo>
                  <a:cubicBezTo>
                    <a:pt x="670" y="528"/>
                    <a:pt x="672" y="530"/>
                    <a:pt x="671" y="528"/>
                  </a:cubicBezTo>
                  <a:cubicBezTo>
                    <a:pt x="707" y="510"/>
                    <a:pt x="711" y="502"/>
                    <a:pt x="714" y="502"/>
                  </a:cubicBezTo>
                  <a:cubicBezTo>
                    <a:pt x="729" y="486"/>
                    <a:pt x="743" y="485"/>
                    <a:pt x="736" y="481"/>
                  </a:cubicBezTo>
                  <a:cubicBezTo>
                    <a:pt x="686" y="515"/>
                    <a:pt x="684" y="515"/>
                    <a:pt x="682" y="515"/>
                  </a:cubicBezTo>
                  <a:cubicBezTo>
                    <a:pt x="660" y="525"/>
                    <a:pt x="654" y="529"/>
                    <a:pt x="648" y="532"/>
                  </a:cubicBezTo>
                  <a:cubicBezTo>
                    <a:pt x="622" y="542"/>
                    <a:pt x="616" y="542"/>
                    <a:pt x="609" y="548"/>
                  </a:cubicBezTo>
                  <a:cubicBezTo>
                    <a:pt x="569" y="562"/>
                    <a:pt x="566" y="558"/>
                    <a:pt x="563" y="561"/>
                  </a:cubicBezTo>
                  <a:cubicBezTo>
                    <a:pt x="541" y="567"/>
                    <a:pt x="537" y="572"/>
                    <a:pt x="535" y="570"/>
                  </a:cubicBezTo>
                  <a:cubicBezTo>
                    <a:pt x="474" y="591"/>
                    <a:pt x="469" y="587"/>
                    <a:pt x="462" y="592"/>
                  </a:cubicBezTo>
                  <a:cubicBezTo>
                    <a:pt x="459" y="582"/>
                    <a:pt x="465" y="573"/>
                    <a:pt x="468" y="576"/>
                  </a:cubicBezTo>
                  <a:cubicBezTo>
                    <a:pt x="497" y="562"/>
                    <a:pt x="501" y="567"/>
                    <a:pt x="506" y="564"/>
                  </a:cubicBezTo>
                  <a:cubicBezTo>
                    <a:pt x="546" y="554"/>
                    <a:pt x="550" y="555"/>
                    <a:pt x="555" y="550"/>
                  </a:cubicBezTo>
                  <a:cubicBezTo>
                    <a:pt x="621" y="530"/>
                    <a:pt x="639" y="521"/>
                    <a:pt x="656" y="514"/>
                  </a:cubicBezTo>
                  <a:cubicBezTo>
                    <a:pt x="724" y="468"/>
                    <a:pt x="727" y="472"/>
                    <a:pt x="731" y="467"/>
                  </a:cubicBezTo>
                  <a:cubicBezTo>
                    <a:pt x="698" y="479"/>
                    <a:pt x="675" y="497"/>
                    <a:pt x="653" y="506"/>
                  </a:cubicBezTo>
                  <a:cubicBezTo>
                    <a:pt x="569" y="540"/>
                    <a:pt x="564" y="539"/>
                    <a:pt x="557" y="543"/>
                  </a:cubicBezTo>
                  <a:cubicBezTo>
                    <a:pt x="520" y="547"/>
                    <a:pt x="515" y="554"/>
                    <a:pt x="512" y="552"/>
                  </a:cubicBezTo>
                  <a:cubicBezTo>
                    <a:pt x="473" y="562"/>
                    <a:pt x="469" y="568"/>
                    <a:pt x="466" y="563"/>
                  </a:cubicBezTo>
                  <a:cubicBezTo>
                    <a:pt x="498" y="545"/>
                    <a:pt x="497" y="541"/>
                    <a:pt x="502" y="539"/>
                  </a:cubicBezTo>
                  <a:cubicBezTo>
                    <a:pt x="563" y="520"/>
                    <a:pt x="573" y="516"/>
                    <a:pt x="581" y="519"/>
                  </a:cubicBezTo>
                  <a:cubicBezTo>
                    <a:pt x="612" y="506"/>
                    <a:pt x="616" y="505"/>
                    <a:pt x="619" y="506"/>
                  </a:cubicBezTo>
                  <a:cubicBezTo>
                    <a:pt x="736" y="443"/>
                    <a:pt x="752" y="427"/>
                    <a:pt x="767" y="422"/>
                  </a:cubicBezTo>
                  <a:cubicBezTo>
                    <a:pt x="792" y="398"/>
                    <a:pt x="801" y="398"/>
                    <a:pt x="799" y="388"/>
                  </a:cubicBezTo>
                  <a:cubicBezTo>
                    <a:pt x="779" y="406"/>
                    <a:pt x="773" y="410"/>
                    <a:pt x="771" y="411"/>
                  </a:cubicBezTo>
                  <a:cubicBezTo>
                    <a:pt x="764" y="417"/>
                    <a:pt x="760" y="419"/>
                    <a:pt x="757" y="421"/>
                  </a:cubicBezTo>
                  <a:cubicBezTo>
                    <a:pt x="698" y="461"/>
                    <a:pt x="694" y="459"/>
                    <a:pt x="692" y="461"/>
                  </a:cubicBezTo>
                  <a:cubicBezTo>
                    <a:pt x="645" y="481"/>
                    <a:pt x="642" y="485"/>
                    <a:pt x="639" y="487"/>
                  </a:cubicBezTo>
                  <a:cubicBezTo>
                    <a:pt x="607" y="499"/>
                    <a:pt x="602" y="499"/>
                    <a:pt x="597" y="503"/>
                  </a:cubicBezTo>
                  <a:cubicBezTo>
                    <a:pt x="580" y="505"/>
                    <a:pt x="572" y="510"/>
                    <a:pt x="564" y="509"/>
                  </a:cubicBezTo>
                  <a:cubicBezTo>
                    <a:pt x="507" y="529"/>
                    <a:pt x="504" y="529"/>
                    <a:pt x="501" y="530"/>
                  </a:cubicBezTo>
                  <a:cubicBezTo>
                    <a:pt x="511" y="516"/>
                    <a:pt x="516" y="516"/>
                    <a:pt x="521" y="510"/>
                  </a:cubicBezTo>
                  <a:cubicBezTo>
                    <a:pt x="560" y="498"/>
                    <a:pt x="569" y="498"/>
                    <a:pt x="580" y="493"/>
                  </a:cubicBezTo>
                  <a:cubicBezTo>
                    <a:pt x="646" y="472"/>
                    <a:pt x="652" y="467"/>
                    <a:pt x="658" y="468"/>
                  </a:cubicBezTo>
                  <a:cubicBezTo>
                    <a:pt x="762" y="408"/>
                    <a:pt x="771" y="401"/>
                    <a:pt x="780" y="395"/>
                  </a:cubicBezTo>
                  <a:cubicBezTo>
                    <a:pt x="794" y="385"/>
                    <a:pt x="799" y="381"/>
                    <a:pt x="804" y="378"/>
                  </a:cubicBezTo>
                  <a:cubicBezTo>
                    <a:pt x="816" y="362"/>
                    <a:pt x="807" y="368"/>
                    <a:pt x="799" y="374"/>
                  </a:cubicBezTo>
                  <a:cubicBezTo>
                    <a:pt x="785" y="381"/>
                    <a:pt x="780" y="387"/>
                    <a:pt x="777" y="392"/>
                  </a:cubicBezTo>
                  <a:cubicBezTo>
                    <a:pt x="741" y="412"/>
                    <a:pt x="732" y="416"/>
                    <a:pt x="722" y="424"/>
                  </a:cubicBezTo>
                  <a:cubicBezTo>
                    <a:pt x="700" y="442"/>
                    <a:pt x="692" y="439"/>
                    <a:pt x="689" y="441"/>
                  </a:cubicBezTo>
                  <a:cubicBezTo>
                    <a:pt x="614" y="471"/>
                    <a:pt x="613" y="473"/>
                    <a:pt x="607" y="476"/>
                  </a:cubicBezTo>
                  <a:cubicBezTo>
                    <a:pt x="566" y="485"/>
                    <a:pt x="556" y="494"/>
                    <a:pt x="549" y="491"/>
                  </a:cubicBezTo>
                  <a:cubicBezTo>
                    <a:pt x="513" y="502"/>
                    <a:pt x="508" y="511"/>
                    <a:pt x="505" y="508"/>
                  </a:cubicBezTo>
                  <a:cubicBezTo>
                    <a:pt x="524" y="490"/>
                    <a:pt x="526" y="487"/>
                    <a:pt x="528" y="486"/>
                  </a:cubicBezTo>
                  <a:cubicBezTo>
                    <a:pt x="546" y="478"/>
                    <a:pt x="555" y="473"/>
                    <a:pt x="564" y="467"/>
                  </a:cubicBezTo>
                  <a:cubicBezTo>
                    <a:pt x="585" y="466"/>
                    <a:pt x="592" y="460"/>
                    <a:pt x="598" y="460"/>
                  </a:cubicBezTo>
                  <a:cubicBezTo>
                    <a:pt x="650" y="440"/>
                    <a:pt x="653" y="444"/>
                    <a:pt x="657" y="440"/>
                  </a:cubicBezTo>
                  <a:cubicBezTo>
                    <a:pt x="729" y="408"/>
                    <a:pt x="743" y="399"/>
                    <a:pt x="758" y="389"/>
                  </a:cubicBezTo>
                  <a:cubicBezTo>
                    <a:pt x="794" y="357"/>
                    <a:pt x="790" y="359"/>
                    <a:pt x="778" y="369"/>
                  </a:cubicBezTo>
                  <a:cubicBezTo>
                    <a:pt x="742" y="393"/>
                    <a:pt x="737" y="396"/>
                    <a:pt x="732" y="400"/>
                  </a:cubicBezTo>
                  <a:cubicBezTo>
                    <a:pt x="693" y="417"/>
                    <a:pt x="690" y="418"/>
                    <a:pt x="687" y="420"/>
                  </a:cubicBezTo>
                  <a:cubicBezTo>
                    <a:pt x="629" y="438"/>
                    <a:pt x="622" y="447"/>
                    <a:pt x="618" y="443"/>
                  </a:cubicBezTo>
                  <a:cubicBezTo>
                    <a:pt x="587" y="455"/>
                    <a:pt x="575" y="459"/>
                    <a:pt x="564" y="457"/>
                  </a:cubicBezTo>
                  <a:cubicBezTo>
                    <a:pt x="544" y="467"/>
                    <a:pt x="539" y="470"/>
                    <a:pt x="534" y="470"/>
                  </a:cubicBezTo>
                  <a:cubicBezTo>
                    <a:pt x="590" y="434"/>
                    <a:pt x="594" y="439"/>
                    <a:pt x="599" y="435"/>
                  </a:cubicBezTo>
                  <a:cubicBezTo>
                    <a:pt x="658" y="416"/>
                    <a:pt x="669" y="411"/>
                    <a:pt x="679" y="409"/>
                  </a:cubicBezTo>
                  <a:cubicBezTo>
                    <a:pt x="766" y="359"/>
                    <a:pt x="770" y="356"/>
                    <a:pt x="786" y="346"/>
                  </a:cubicBezTo>
                  <a:cubicBezTo>
                    <a:pt x="788" y="337"/>
                    <a:pt x="773" y="348"/>
                    <a:pt x="758" y="359"/>
                  </a:cubicBezTo>
                  <a:cubicBezTo>
                    <a:pt x="666" y="405"/>
                    <a:pt x="659" y="405"/>
                    <a:pt x="650" y="410"/>
                  </a:cubicBezTo>
                  <a:cubicBezTo>
                    <a:pt x="579" y="427"/>
                    <a:pt x="571" y="435"/>
                    <a:pt x="566" y="429"/>
                  </a:cubicBezTo>
                  <a:cubicBezTo>
                    <a:pt x="586" y="418"/>
                    <a:pt x="591" y="422"/>
                    <a:pt x="597" y="419"/>
                  </a:cubicBezTo>
                  <a:cubicBezTo>
                    <a:pt x="623" y="411"/>
                    <a:pt x="627" y="405"/>
                    <a:pt x="629" y="408"/>
                  </a:cubicBezTo>
                  <a:cubicBezTo>
                    <a:pt x="674" y="391"/>
                    <a:pt x="674" y="383"/>
                    <a:pt x="679" y="385"/>
                  </a:cubicBezTo>
                  <a:cubicBezTo>
                    <a:pt x="709" y="372"/>
                    <a:pt x="714" y="369"/>
                    <a:pt x="719" y="365"/>
                  </a:cubicBezTo>
                  <a:cubicBezTo>
                    <a:pt x="790" y="326"/>
                    <a:pt x="800" y="319"/>
                    <a:pt x="808" y="316"/>
                  </a:cubicBezTo>
                  <a:cubicBezTo>
                    <a:pt x="851" y="294"/>
                    <a:pt x="848" y="291"/>
                    <a:pt x="852" y="289"/>
                  </a:cubicBezTo>
                  <a:cubicBezTo>
                    <a:pt x="847" y="287"/>
                    <a:pt x="848" y="290"/>
                    <a:pt x="845" y="292"/>
                  </a:cubicBezTo>
                  <a:cubicBezTo>
                    <a:pt x="796" y="312"/>
                    <a:pt x="785" y="320"/>
                    <a:pt x="775" y="325"/>
                  </a:cubicBezTo>
                  <a:cubicBezTo>
                    <a:pt x="686" y="371"/>
                    <a:pt x="681" y="378"/>
                    <a:pt x="677" y="376"/>
                  </a:cubicBezTo>
                  <a:cubicBezTo>
                    <a:pt x="647" y="386"/>
                    <a:pt x="644" y="390"/>
                    <a:pt x="642" y="391"/>
                  </a:cubicBezTo>
                  <a:cubicBezTo>
                    <a:pt x="602" y="407"/>
                    <a:pt x="598" y="406"/>
                    <a:pt x="593" y="409"/>
                  </a:cubicBezTo>
                  <a:cubicBezTo>
                    <a:pt x="585" y="406"/>
                    <a:pt x="586" y="411"/>
                    <a:pt x="589" y="407"/>
                  </a:cubicBezTo>
                  <a:cubicBezTo>
                    <a:pt x="637" y="379"/>
                    <a:pt x="661" y="368"/>
                    <a:pt x="684" y="361"/>
                  </a:cubicBezTo>
                  <a:cubicBezTo>
                    <a:pt x="714" y="348"/>
                    <a:pt x="717" y="344"/>
                    <a:pt x="720" y="343"/>
                  </a:cubicBezTo>
                  <a:cubicBezTo>
                    <a:pt x="761" y="318"/>
                    <a:pt x="780" y="313"/>
                    <a:pt x="794" y="303"/>
                  </a:cubicBezTo>
                  <a:cubicBezTo>
                    <a:pt x="837" y="288"/>
                    <a:pt x="847" y="283"/>
                    <a:pt x="845" y="279"/>
                  </a:cubicBezTo>
                  <a:cubicBezTo>
                    <a:pt x="748" y="324"/>
                    <a:pt x="743" y="322"/>
                    <a:pt x="738" y="327"/>
                  </a:cubicBezTo>
                  <a:cubicBezTo>
                    <a:pt x="712" y="340"/>
                    <a:pt x="702" y="341"/>
                    <a:pt x="692" y="348"/>
                  </a:cubicBezTo>
                  <a:cubicBezTo>
                    <a:pt x="671" y="360"/>
                    <a:pt x="667" y="355"/>
                    <a:pt x="661" y="360"/>
                  </a:cubicBezTo>
                  <a:cubicBezTo>
                    <a:pt x="628" y="371"/>
                    <a:pt x="625" y="375"/>
                    <a:pt x="623" y="373"/>
                  </a:cubicBezTo>
                  <a:cubicBezTo>
                    <a:pt x="602" y="380"/>
                    <a:pt x="603" y="375"/>
                    <a:pt x="608" y="379"/>
                  </a:cubicBezTo>
                  <a:cubicBezTo>
                    <a:pt x="635" y="363"/>
                    <a:pt x="640" y="358"/>
                    <a:pt x="645" y="355"/>
                  </a:cubicBezTo>
                  <a:cubicBezTo>
                    <a:pt x="690" y="337"/>
                    <a:pt x="695" y="339"/>
                    <a:pt x="702" y="336"/>
                  </a:cubicBezTo>
                  <a:cubicBezTo>
                    <a:pt x="778" y="299"/>
                    <a:pt x="789" y="291"/>
                    <a:pt x="800" y="284"/>
                  </a:cubicBezTo>
                  <a:cubicBezTo>
                    <a:pt x="823" y="265"/>
                    <a:pt x="817" y="270"/>
                    <a:pt x="810" y="275"/>
                  </a:cubicBezTo>
                  <a:cubicBezTo>
                    <a:pt x="745" y="308"/>
                    <a:pt x="744" y="312"/>
                    <a:pt x="735" y="317"/>
                  </a:cubicBezTo>
                  <a:cubicBezTo>
                    <a:pt x="706" y="325"/>
                    <a:pt x="698" y="329"/>
                    <a:pt x="692" y="328"/>
                  </a:cubicBezTo>
                  <a:cubicBezTo>
                    <a:pt x="631" y="353"/>
                    <a:pt x="625" y="359"/>
                    <a:pt x="621" y="355"/>
                  </a:cubicBezTo>
                  <a:cubicBezTo>
                    <a:pt x="645" y="341"/>
                    <a:pt x="649" y="339"/>
                    <a:pt x="654" y="336"/>
                  </a:cubicBezTo>
                  <a:cubicBezTo>
                    <a:pt x="697" y="321"/>
                    <a:pt x="705" y="316"/>
                    <a:pt x="713" y="313"/>
                  </a:cubicBezTo>
                  <a:cubicBezTo>
                    <a:pt x="745" y="297"/>
                    <a:pt x="753" y="295"/>
                    <a:pt x="761" y="291"/>
                  </a:cubicBezTo>
                  <a:cubicBezTo>
                    <a:pt x="803" y="262"/>
                    <a:pt x="807" y="264"/>
                    <a:pt x="806" y="261"/>
                  </a:cubicBezTo>
                  <a:cubicBezTo>
                    <a:pt x="839" y="233"/>
                    <a:pt x="843" y="230"/>
                    <a:pt x="847" y="226"/>
                  </a:cubicBezTo>
                  <a:cubicBezTo>
                    <a:pt x="796" y="261"/>
                    <a:pt x="788" y="266"/>
                    <a:pt x="779" y="272"/>
                  </a:cubicBezTo>
                  <a:cubicBezTo>
                    <a:pt x="668" y="319"/>
                    <a:pt x="661" y="325"/>
                    <a:pt x="655" y="325"/>
                  </a:cubicBezTo>
                  <a:cubicBezTo>
                    <a:pt x="643" y="332"/>
                    <a:pt x="643" y="326"/>
                    <a:pt x="646" y="322"/>
                  </a:cubicBezTo>
                  <a:cubicBezTo>
                    <a:pt x="668" y="316"/>
                    <a:pt x="674" y="313"/>
                    <a:pt x="679" y="313"/>
                  </a:cubicBezTo>
                  <a:cubicBezTo>
                    <a:pt x="789" y="253"/>
                    <a:pt x="800" y="245"/>
                    <a:pt x="811" y="238"/>
                  </a:cubicBezTo>
                  <a:cubicBezTo>
                    <a:pt x="830" y="217"/>
                    <a:pt x="839" y="215"/>
                    <a:pt x="836" y="212"/>
                  </a:cubicBezTo>
                  <a:cubicBezTo>
                    <a:pt x="826" y="221"/>
                    <a:pt x="818" y="219"/>
                    <a:pt x="815" y="227"/>
                  </a:cubicBezTo>
                  <a:cubicBezTo>
                    <a:pt x="759" y="262"/>
                    <a:pt x="739" y="275"/>
                    <a:pt x="719" y="284"/>
                  </a:cubicBezTo>
                  <a:cubicBezTo>
                    <a:pt x="673" y="305"/>
                    <a:pt x="671" y="306"/>
                    <a:pt x="668" y="306"/>
                  </a:cubicBezTo>
                  <a:cubicBezTo>
                    <a:pt x="711" y="282"/>
                    <a:pt x="719" y="273"/>
                    <a:pt x="727" y="271"/>
                  </a:cubicBezTo>
                  <a:cubicBezTo>
                    <a:pt x="797" y="226"/>
                    <a:pt x="805" y="220"/>
                    <a:pt x="813" y="214"/>
                  </a:cubicBezTo>
                  <a:cubicBezTo>
                    <a:pt x="850" y="175"/>
                    <a:pt x="861" y="172"/>
                    <a:pt x="859" y="168"/>
                  </a:cubicBezTo>
                  <a:close/>
                  <a:moveTo>
                    <a:pt x="743" y="232"/>
                  </a:moveTo>
                  <a:cubicBezTo>
                    <a:pt x="748" y="239"/>
                    <a:pt x="733" y="238"/>
                    <a:pt x="728" y="246"/>
                  </a:cubicBezTo>
                  <a:cubicBezTo>
                    <a:pt x="725" y="238"/>
                    <a:pt x="737" y="240"/>
                    <a:pt x="743" y="232"/>
                  </a:cubicBezTo>
                  <a:close/>
                  <a:moveTo>
                    <a:pt x="723" y="245"/>
                  </a:moveTo>
                  <a:cubicBezTo>
                    <a:pt x="723" y="251"/>
                    <a:pt x="713" y="252"/>
                    <a:pt x="710" y="254"/>
                  </a:cubicBezTo>
                  <a:cubicBezTo>
                    <a:pt x="709" y="248"/>
                    <a:pt x="719" y="247"/>
                    <a:pt x="723" y="245"/>
                  </a:cubicBezTo>
                  <a:close/>
                  <a:moveTo>
                    <a:pt x="265" y="659"/>
                  </a:moveTo>
                  <a:cubicBezTo>
                    <a:pt x="262" y="656"/>
                    <a:pt x="263" y="654"/>
                    <a:pt x="262" y="651"/>
                  </a:cubicBezTo>
                  <a:cubicBezTo>
                    <a:pt x="260" y="649"/>
                    <a:pt x="256" y="646"/>
                    <a:pt x="259" y="644"/>
                  </a:cubicBezTo>
                  <a:cubicBezTo>
                    <a:pt x="256" y="643"/>
                    <a:pt x="254" y="641"/>
                    <a:pt x="252" y="638"/>
                  </a:cubicBezTo>
                  <a:cubicBezTo>
                    <a:pt x="252" y="636"/>
                    <a:pt x="252" y="634"/>
                    <a:pt x="250" y="635"/>
                  </a:cubicBezTo>
                  <a:cubicBezTo>
                    <a:pt x="248" y="631"/>
                    <a:pt x="248" y="627"/>
                    <a:pt x="243" y="623"/>
                  </a:cubicBezTo>
                  <a:cubicBezTo>
                    <a:pt x="245" y="617"/>
                    <a:pt x="243" y="617"/>
                    <a:pt x="239" y="613"/>
                  </a:cubicBezTo>
                  <a:cubicBezTo>
                    <a:pt x="241" y="610"/>
                    <a:pt x="236" y="605"/>
                    <a:pt x="236" y="601"/>
                  </a:cubicBezTo>
                  <a:cubicBezTo>
                    <a:pt x="231" y="592"/>
                    <a:pt x="230" y="592"/>
                    <a:pt x="223" y="581"/>
                  </a:cubicBezTo>
                  <a:cubicBezTo>
                    <a:pt x="215" y="572"/>
                    <a:pt x="216" y="564"/>
                    <a:pt x="207" y="555"/>
                  </a:cubicBezTo>
                  <a:cubicBezTo>
                    <a:pt x="203" y="545"/>
                    <a:pt x="204" y="543"/>
                    <a:pt x="195" y="532"/>
                  </a:cubicBezTo>
                  <a:cubicBezTo>
                    <a:pt x="199" y="528"/>
                    <a:pt x="191" y="523"/>
                    <a:pt x="193" y="519"/>
                  </a:cubicBezTo>
                  <a:cubicBezTo>
                    <a:pt x="188" y="514"/>
                    <a:pt x="192" y="510"/>
                    <a:pt x="188" y="505"/>
                  </a:cubicBezTo>
                  <a:cubicBezTo>
                    <a:pt x="187" y="496"/>
                    <a:pt x="184" y="487"/>
                    <a:pt x="181" y="478"/>
                  </a:cubicBezTo>
                  <a:cubicBezTo>
                    <a:pt x="189" y="478"/>
                    <a:pt x="185" y="488"/>
                    <a:pt x="189" y="492"/>
                  </a:cubicBezTo>
                  <a:cubicBezTo>
                    <a:pt x="191" y="498"/>
                    <a:pt x="194" y="504"/>
                    <a:pt x="193" y="509"/>
                  </a:cubicBezTo>
                  <a:cubicBezTo>
                    <a:pt x="200" y="517"/>
                    <a:pt x="199" y="523"/>
                    <a:pt x="207" y="531"/>
                  </a:cubicBezTo>
                  <a:cubicBezTo>
                    <a:pt x="210" y="535"/>
                    <a:pt x="208" y="538"/>
                    <a:pt x="209" y="541"/>
                  </a:cubicBezTo>
                  <a:cubicBezTo>
                    <a:pt x="213" y="542"/>
                    <a:pt x="214" y="546"/>
                    <a:pt x="213" y="549"/>
                  </a:cubicBezTo>
                  <a:cubicBezTo>
                    <a:pt x="220" y="554"/>
                    <a:pt x="218" y="557"/>
                    <a:pt x="224" y="565"/>
                  </a:cubicBezTo>
                  <a:cubicBezTo>
                    <a:pt x="227" y="574"/>
                    <a:pt x="233" y="584"/>
                    <a:pt x="237" y="593"/>
                  </a:cubicBezTo>
                  <a:cubicBezTo>
                    <a:pt x="239" y="596"/>
                    <a:pt x="241" y="598"/>
                    <a:pt x="243" y="601"/>
                  </a:cubicBezTo>
                  <a:cubicBezTo>
                    <a:pt x="243" y="603"/>
                    <a:pt x="243" y="605"/>
                    <a:pt x="245" y="604"/>
                  </a:cubicBezTo>
                  <a:cubicBezTo>
                    <a:pt x="246" y="609"/>
                    <a:pt x="245" y="613"/>
                    <a:pt x="250" y="618"/>
                  </a:cubicBezTo>
                  <a:cubicBezTo>
                    <a:pt x="253" y="627"/>
                    <a:pt x="261" y="637"/>
                    <a:pt x="263" y="646"/>
                  </a:cubicBezTo>
                  <a:cubicBezTo>
                    <a:pt x="271" y="655"/>
                    <a:pt x="270" y="664"/>
                    <a:pt x="275" y="673"/>
                  </a:cubicBezTo>
                  <a:cubicBezTo>
                    <a:pt x="268" y="673"/>
                    <a:pt x="271" y="663"/>
                    <a:pt x="265" y="659"/>
                  </a:cubicBezTo>
                  <a:close/>
                  <a:moveTo>
                    <a:pt x="279" y="685"/>
                  </a:moveTo>
                  <a:cubicBezTo>
                    <a:pt x="279" y="692"/>
                    <a:pt x="278" y="682"/>
                    <a:pt x="274" y="679"/>
                  </a:cubicBezTo>
                  <a:cubicBezTo>
                    <a:pt x="273" y="676"/>
                    <a:pt x="276" y="678"/>
                    <a:pt x="277" y="679"/>
                  </a:cubicBezTo>
                  <a:cubicBezTo>
                    <a:pt x="278" y="681"/>
                    <a:pt x="279" y="683"/>
                    <a:pt x="281" y="684"/>
                  </a:cubicBezTo>
                  <a:cubicBezTo>
                    <a:pt x="280" y="685"/>
                    <a:pt x="280" y="685"/>
                    <a:pt x="279" y="685"/>
                  </a:cubicBezTo>
                  <a:close/>
                  <a:moveTo>
                    <a:pt x="166" y="634"/>
                  </a:moveTo>
                  <a:cubicBezTo>
                    <a:pt x="162" y="637"/>
                    <a:pt x="166" y="630"/>
                    <a:pt x="161" y="628"/>
                  </a:cubicBezTo>
                  <a:cubicBezTo>
                    <a:pt x="168" y="628"/>
                    <a:pt x="168" y="638"/>
                    <a:pt x="172" y="642"/>
                  </a:cubicBezTo>
                  <a:cubicBezTo>
                    <a:pt x="168" y="645"/>
                    <a:pt x="166" y="636"/>
                    <a:pt x="166" y="634"/>
                  </a:cubicBezTo>
                  <a:close/>
                  <a:moveTo>
                    <a:pt x="192" y="691"/>
                  </a:moveTo>
                  <a:cubicBezTo>
                    <a:pt x="192" y="690"/>
                    <a:pt x="191" y="690"/>
                    <a:pt x="190" y="691"/>
                  </a:cubicBezTo>
                  <a:cubicBezTo>
                    <a:pt x="187" y="685"/>
                    <a:pt x="184" y="679"/>
                    <a:pt x="184" y="673"/>
                  </a:cubicBezTo>
                  <a:cubicBezTo>
                    <a:pt x="190" y="669"/>
                    <a:pt x="184" y="681"/>
                    <a:pt x="189" y="677"/>
                  </a:cubicBezTo>
                  <a:cubicBezTo>
                    <a:pt x="189" y="682"/>
                    <a:pt x="193" y="688"/>
                    <a:pt x="194" y="693"/>
                  </a:cubicBezTo>
                  <a:cubicBezTo>
                    <a:pt x="195" y="695"/>
                    <a:pt x="196" y="696"/>
                    <a:pt x="197" y="698"/>
                  </a:cubicBezTo>
                  <a:cubicBezTo>
                    <a:pt x="200" y="705"/>
                    <a:pt x="188" y="693"/>
                    <a:pt x="192" y="691"/>
                  </a:cubicBezTo>
                  <a:close/>
                  <a:moveTo>
                    <a:pt x="259" y="828"/>
                  </a:moveTo>
                  <a:cubicBezTo>
                    <a:pt x="258" y="824"/>
                    <a:pt x="255" y="820"/>
                    <a:pt x="256" y="817"/>
                  </a:cubicBezTo>
                  <a:cubicBezTo>
                    <a:pt x="247" y="810"/>
                    <a:pt x="247" y="797"/>
                    <a:pt x="241" y="789"/>
                  </a:cubicBezTo>
                  <a:cubicBezTo>
                    <a:pt x="233" y="777"/>
                    <a:pt x="228" y="766"/>
                    <a:pt x="224" y="755"/>
                  </a:cubicBezTo>
                  <a:cubicBezTo>
                    <a:pt x="220" y="751"/>
                    <a:pt x="217" y="746"/>
                    <a:pt x="214" y="742"/>
                  </a:cubicBezTo>
                  <a:cubicBezTo>
                    <a:pt x="212" y="737"/>
                    <a:pt x="211" y="732"/>
                    <a:pt x="208" y="727"/>
                  </a:cubicBezTo>
                  <a:cubicBezTo>
                    <a:pt x="206" y="724"/>
                    <a:pt x="208" y="722"/>
                    <a:pt x="205" y="719"/>
                  </a:cubicBezTo>
                  <a:cubicBezTo>
                    <a:pt x="202" y="720"/>
                    <a:pt x="204" y="715"/>
                    <a:pt x="201" y="717"/>
                  </a:cubicBezTo>
                  <a:cubicBezTo>
                    <a:pt x="203" y="712"/>
                    <a:pt x="194" y="705"/>
                    <a:pt x="199" y="701"/>
                  </a:cubicBezTo>
                  <a:cubicBezTo>
                    <a:pt x="207" y="710"/>
                    <a:pt x="207" y="720"/>
                    <a:pt x="217" y="725"/>
                  </a:cubicBezTo>
                  <a:cubicBezTo>
                    <a:pt x="214" y="728"/>
                    <a:pt x="222" y="733"/>
                    <a:pt x="220" y="736"/>
                  </a:cubicBezTo>
                  <a:cubicBezTo>
                    <a:pt x="220" y="739"/>
                    <a:pt x="227" y="743"/>
                    <a:pt x="224" y="745"/>
                  </a:cubicBezTo>
                  <a:cubicBezTo>
                    <a:pt x="228" y="751"/>
                    <a:pt x="231" y="757"/>
                    <a:pt x="232" y="763"/>
                  </a:cubicBezTo>
                  <a:cubicBezTo>
                    <a:pt x="242" y="777"/>
                    <a:pt x="242" y="783"/>
                    <a:pt x="252" y="798"/>
                  </a:cubicBezTo>
                  <a:cubicBezTo>
                    <a:pt x="255" y="807"/>
                    <a:pt x="256" y="808"/>
                    <a:pt x="261" y="817"/>
                  </a:cubicBezTo>
                  <a:cubicBezTo>
                    <a:pt x="258" y="822"/>
                    <a:pt x="264" y="829"/>
                    <a:pt x="265" y="836"/>
                  </a:cubicBezTo>
                  <a:cubicBezTo>
                    <a:pt x="259" y="838"/>
                    <a:pt x="262" y="830"/>
                    <a:pt x="259" y="828"/>
                  </a:cubicBezTo>
                  <a:close/>
                  <a:moveTo>
                    <a:pt x="195" y="1053"/>
                  </a:moveTo>
                  <a:cubicBezTo>
                    <a:pt x="187" y="1053"/>
                    <a:pt x="194" y="1042"/>
                    <a:pt x="195" y="1053"/>
                  </a:cubicBezTo>
                  <a:close/>
                  <a:moveTo>
                    <a:pt x="139" y="1162"/>
                  </a:moveTo>
                  <a:cubicBezTo>
                    <a:pt x="139" y="1162"/>
                    <a:pt x="135" y="1161"/>
                    <a:pt x="135" y="1160"/>
                  </a:cubicBezTo>
                  <a:cubicBezTo>
                    <a:pt x="135" y="1160"/>
                    <a:pt x="137" y="1159"/>
                    <a:pt x="137" y="1159"/>
                  </a:cubicBezTo>
                  <a:cubicBezTo>
                    <a:pt x="135" y="1156"/>
                    <a:pt x="134" y="1152"/>
                    <a:pt x="136" y="1155"/>
                  </a:cubicBezTo>
                  <a:cubicBezTo>
                    <a:pt x="138" y="1157"/>
                    <a:pt x="136" y="1158"/>
                    <a:pt x="137" y="1159"/>
                  </a:cubicBezTo>
                  <a:cubicBezTo>
                    <a:pt x="137" y="1159"/>
                    <a:pt x="146" y="1164"/>
                    <a:pt x="139" y="1162"/>
                  </a:cubicBezTo>
                  <a:close/>
                  <a:moveTo>
                    <a:pt x="157" y="1194"/>
                  </a:moveTo>
                  <a:cubicBezTo>
                    <a:pt x="156" y="1188"/>
                    <a:pt x="151" y="1181"/>
                    <a:pt x="146" y="1175"/>
                  </a:cubicBezTo>
                  <a:cubicBezTo>
                    <a:pt x="148" y="1173"/>
                    <a:pt x="150" y="1179"/>
                    <a:pt x="153" y="1177"/>
                  </a:cubicBezTo>
                  <a:cubicBezTo>
                    <a:pt x="149" y="1182"/>
                    <a:pt x="165" y="1190"/>
                    <a:pt x="157" y="1194"/>
                  </a:cubicBezTo>
                  <a:close/>
                  <a:moveTo>
                    <a:pt x="160" y="1194"/>
                  </a:moveTo>
                  <a:cubicBezTo>
                    <a:pt x="165" y="1194"/>
                    <a:pt x="164" y="1204"/>
                    <a:pt x="167" y="1208"/>
                  </a:cubicBezTo>
                  <a:cubicBezTo>
                    <a:pt x="161" y="1208"/>
                    <a:pt x="161" y="1198"/>
                    <a:pt x="160" y="1194"/>
                  </a:cubicBezTo>
                  <a:close/>
                  <a:moveTo>
                    <a:pt x="120" y="1272"/>
                  </a:moveTo>
                  <a:cubicBezTo>
                    <a:pt x="122" y="1271"/>
                    <a:pt x="129" y="1274"/>
                    <a:pt x="125" y="1275"/>
                  </a:cubicBezTo>
                  <a:cubicBezTo>
                    <a:pt x="136" y="1289"/>
                    <a:pt x="127" y="1283"/>
                    <a:pt x="120" y="1272"/>
                  </a:cubicBezTo>
                  <a:close/>
                  <a:moveTo>
                    <a:pt x="25" y="1215"/>
                  </a:moveTo>
                  <a:cubicBezTo>
                    <a:pt x="26" y="1214"/>
                    <a:pt x="27" y="1214"/>
                    <a:pt x="28" y="1213"/>
                  </a:cubicBezTo>
                  <a:cubicBezTo>
                    <a:pt x="29" y="1214"/>
                    <a:pt x="31" y="1216"/>
                    <a:pt x="32" y="1218"/>
                  </a:cubicBezTo>
                  <a:cubicBezTo>
                    <a:pt x="31" y="1218"/>
                    <a:pt x="30" y="1219"/>
                    <a:pt x="29" y="1220"/>
                  </a:cubicBezTo>
                  <a:cubicBezTo>
                    <a:pt x="27" y="1218"/>
                    <a:pt x="26" y="1217"/>
                    <a:pt x="25" y="1215"/>
                  </a:cubicBezTo>
                  <a:close/>
                  <a:moveTo>
                    <a:pt x="121" y="1375"/>
                  </a:moveTo>
                  <a:cubicBezTo>
                    <a:pt x="117" y="1370"/>
                    <a:pt x="114" y="1365"/>
                    <a:pt x="110" y="1360"/>
                  </a:cubicBezTo>
                  <a:cubicBezTo>
                    <a:pt x="113" y="1358"/>
                    <a:pt x="116" y="1360"/>
                    <a:pt x="118" y="1364"/>
                  </a:cubicBezTo>
                  <a:cubicBezTo>
                    <a:pt x="122" y="1365"/>
                    <a:pt x="127" y="1372"/>
                    <a:pt x="121" y="1375"/>
                  </a:cubicBezTo>
                  <a:close/>
                  <a:moveTo>
                    <a:pt x="156" y="1400"/>
                  </a:moveTo>
                  <a:cubicBezTo>
                    <a:pt x="154" y="1401"/>
                    <a:pt x="156" y="1399"/>
                    <a:pt x="154" y="1397"/>
                  </a:cubicBezTo>
                  <a:cubicBezTo>
                    <a:pt x="129" y="1364"/>
                    <a:pt x="125" y="1355"/>
                    <a:pt x="120" y="1353"/>
                  </a:cubicBezTo>
                  <a:cubicBezTo>
                    <a:pt x="103" y="1335"/>
                    <a:pt x="105" y="1329"/>
                    <a:pt x="98" y="1330"/>
                  </a:cubicBezTo>
                  <a:cubicBezTo>
                    <a:pt x="80" y="1305"/>
                    <a:pt x="82" y="1304"/>
                    <a:pt x="82" y="1304"/>
                  </a:cubicBezTo>
                  <a:cubicBezTo>
                    <a:pt x="72" y="1293"/>
                    <a:pt x="73" y="1290"/>
                    <a:pt x="72" y="1290"/>
                  </a:cubicBezTo>
                  <a:cubicBezTo>
                    <a:pt x="60" y="1278"/>
                    <a:pt x="63" y="1277"/>
                    <a:pt x="61" y="1275"/>
                  </a:cubicBezTo>
                  <a:cubicBezTo>
                    <a:pt x="44" y="1247"/>
                    <a:pt x="37" y="1241"/>
                    <a:pt x="37" y="1236"/>
                  </a:cubicBezTo>
                  <a:cubicBezTo>
                    <a:pt x="33" y="1223"/>
                    <a:pt x="41" y="1230"/>
                    <a:pt x="45" y="1233"/>
                  </a:cubicBezTo>
                  <a:cubicBezTo>
                    <a:pt x="83" y="1280"/>
                    <a:pt x="94" y="1291"/>
                    <a:pt x="101" y="1303"/>
                  </a:cubicBezTo>
                  <a:cubicBezTo>
                    <a:pt x="106" y="1310"/>
                    <a:pt x="104" y="1311"/>
                    <a:pt x="105" y="1312"/>
                  </a:cubicBezTo>
                  <a:cubicBezTo>
                    <a:pt x="117" y="1329"/>
                    <a:pt x="118" y="1327"/>
                    <a:pt x="119" y="1329"/>
                  </a:cubicBezTo>
                  <a:cubicBezTo>
                    <a:pt x="159" y="1413"/>
                    <a:pt x="159" y="1403"/>
                    <a:pt x="156" y="1400"/>
                  </a:cubicBezTo>
                  <a:close/>
                  <a:moveTo>
                    <a:pt x="217" y="1325"/>
                  </a:moveTo>
                  <a:cubicBezTo>
                    <a:pt x="220" y="1327"/>
                    <a:pt x="210" y="1334"/>
                    <a:pt x="210" y="1328"/>
                  </a:cubicBezTo>
                  <a:cubicBezTo>
                    <a:pt x="212" y="1325"/>
                    <a:pt x="214" y="1327"/>
                    <a:pt x="217" y="1325"/>
                  </a:cubicBezTo>
                  <a:close/>
                  <a:moveTo>
                    <a:pt x="182" y="1218"/>
                  </a:moveTo>
                  <a:cubicBezTo>
                    <a:pt x="188" y="1216"/>
                    <a:pt x="184" y="1224"/>
                    <a:pt x="189" y="1227"/>
                  </a:cubicBezTo>
                  <a:cubicBezTo>
                    <a:pt x="183" y="1229"/>
                    <a:pt x="184" y="1220"/>
                    <a:pt x="182" y="1218"/>
                  </a:cubicBezTo>
                  <a:close/>
                  <a:moveTo>
                    <a:pt x="339" y="1330"/>
                  </a:moveTo>
                  <a:cubicBezTo>
                    <a:pt x="343" y="1334"/>
                    <a:pt x="348" y="1326"/>
                    <a:pt x="351" y="1333"/>
                  </a:cubicBezTo>
                  <a:cubicBezTo>
                    <a:pt x="345" y="1334"/>
                    <a:pt x="340" y="1333"/>
                    <a:pt x="334" y="1333"/>
                  </a:cubicBezTo>
                  <a:cubicBezTo>
                    <a:pt x="333" y="1331"/>
                    <a:pt x="337" y="1333"/>
                    <a:pt x="339" y="1330"/>
                  </a:cubicBezTo>
                  <a:close/>
                  <a:moveTo>
                    <a:pt x="334" y="1341"/>
                  </a:moveTo>
                  <a:cubicBezTo>
                    <a:pt x="336" y="1340"/>
                    <a:pt x="338" y="1342"/>
                    <a:pt x="340" y="1342"/>
                  </a:cubicBezTo>
                  <a:cubicBezTo>
                    <a:pt x="342" y="1341"/>
                    <a:pt x="344" y="1342"/>
                    <a:pt x="346" y="1340"/>
                  </a:cubicBezTo>
                  <a:cubicBezTo>
                    <a:pt x="357" y="1342"/>
                    <a:pt x="367" y="1347"/>
                    <a:pt x="379" y="1338"/>
                  </a:cubicBezTo>
                  <a:cubicBezTo>
                    <a:pt x="387" y="1341"/>
                    <a:pt x="395" y="1339"/>
                    <a:pt x="403" y="1338"/>
                  </a:cubicBezTo>
                  <a:cubicBezTo>
                    <a:pt x="406" y="1343"/>
                    <a:pt x="399" y="1338"/>
                    <a:pt x="397" y="1342"/>
                  </a:cubicBezTo>
                  <a:cubicBezTo>
                    <a:pt x="395" y="1339"/>
                    <a:pt x="391" y="1345"/>
                    <a:pt x="389" y="1341"/>
                  </a:cubicBezTo>
                  <a:cubicBezTo>
                    <a:pt x="383" y="1345"/>
                    <a:pt x="378" y="1341"/>
                    <a:pt x="372" y="1345"/>
                  </a:cubicBezTo>
                  <a:cubicBezTo>
                    <a:pt x="367" y="1342"/>
                    <a:pt x="362" y="1346"/>
                    <a:pt x="357" y="1344"/>
                  </a:cubicBezTo>
                  <a:cubicBezTo>
                    <a:pt x="352" y="1342"/>
                    <a:pt x="346" y="1348"/>
                    <a:pt x="341" y="1343"/>
                  </a:cubicBezTo>
                  <a:cubicBezTo>
                    <a:pt x="335" y="1345"/>
                    <a:pt x="329" y="1350"/>
                    <a:pt x="324" y="1343"/>
                  </a:cubicBezTo>
                  <a:cubicBezTo>
                    <a:pt x="328" y="1342"/>
                    <a:pt x="330" y="1346"/>
                    <a:pt x="334" y="1341"/>
                  </a:cubicBezTo>
                  <a:close/>
                  <a:moveTo>
                    <a:pt x="321" y="1343"/>
                  </a:moveTo>
                  <a:cubicBezTo>
                    <a:pt x="321" y="1351"/>
                    <a:pt x="310" y="1347"/>
                    <a:pt x="306" y="1349"/>
                  </a:cubicBezTo>
                  <a:cubicBezTo>
                    <a:pt x="300" y="1351"/>
                    <a:pt x="295" y="1352"/>
                    <a:pt x="290" y="1353"/>
                  </a:cubicBezTo>
                  <a:cubicBezTo>
                    <a:pt x="284" y="1355"/>
                    <a:pt x="278" y="1355"/>
                    <a:pt x="272" y="1359"/>
                  </a:cubicBezTo>
                  <a:cubicBezTo>
                    <a:pt x="267" y="1360"/>
                    <a:pt x="265" y="1364"/>
                    <a:pt x="258" y="1364"/>
                  </a:cubicBezTo>
                  <a:cubicBezTo>
                    <a:pt x="249" y="1371"/>
                    <a:pt x="241" y="1374"/>
                    <a:pt x="233" y="1377"/>
                  </a:cubicBezTo>
                  <a:cubicBezTo>
                    <a:pt x="216" y="1388"/>
                    <a:pt x="203" y="1400"/>
                    <a:pt x="192" y="1412"/>
                  </a:cubicBezTo>
                  <a:cubicBezTo>
                    <a:pt x="191" y="1414"/>
                    <a:pt x="190" y="1415"/>
                    <a:pt x="191" y="1417"/>
                  </a:cubicBezTo>
                  <a:cubicBezTo>
                    <a:pt x="188" y="1420"/>
                    <a:pt x="186" y="1418"/>
                    <a:pt x="188" y="1417"/>
                  </a:cubicBezTo>
                  <a:cubicBezTo>
                    <a:pt x="190" y="1412"/>
                    <a:pt x="191" y="1406"/>
                    <a:pt x="196" y="1401"/>
                  </a:cubicBezTo>
                  <a:cubicBezTo>
                    <a:pt x="197" y="1396"/>
                    <a:pt x="204" y="1391"/>
                    <a:pt x="205" y="1385"/>
                  </a:cubicBezTo>
                  <a:cubicBezTo>
                    <a:pt x="211" y="1384"/>
                    <a:pt x="216" y="1375"/>
                    <a:pt x="225" y="1370"/>
                  </a:cubicBezTo>
                  <a:cubicBezTo>
                    <a:pt x="235" y="1364"/>
                    <a:pt x="236" y="1365"/>
                    <a:pt x="246" y="1358"/>
                  </a:cubicBezTo>
                  <a:cubicBezTo>
                    <a:pt x="248" y="1361"/>
                    <a:pt x="252" y="1355"/>
                    <a:pt x="255" y="1356"/>
                  </a:cubicBezTo>
                  <a:cubicBezTo>
                    <a:pt x="258" y="1356"/>
                    <a:pt x="261" y="1355"/>
                    <a:pt x="264" y="1352"/>
                  </a:cubicBezTo>
                  <a:cubicBezTo>
                    <a:pt x="267" y="1356"/>
                    <a:pt x="272" y="1352"/>
                    <a:pt x="275" y="1354"/>
                  </a:cubicBezTo>
                  <a:cubicBezTo>
                    <a:pt x="291" y="1345"/>
                    <a:pt x="306" y="1348"/>
                    <a:pt x="321" y="1343"/>
                  </a:cubicBezTo>
                  <a:close/>
                  <a:moveTo>
                    <a:pt x="193" y="1379"/>
                  </a:moveTo>
                  <a:cubicBezTo>
                    <a:pt x="192" y="1377"/>
                    <a:pt x="196" y="1374"/>
                    <a:pt x="198" y="1376"/>
                  </a:cubicBezTo>
                  <a:cubicBezTo>
                    <a:pt x="198" y="1371"/>
                    <a:pt x="203" y="1367"/>
                    <a:pt x="205" y="1363"/>
                  </a:cubicBezTo>
                  <a:cubicBezTo>
                    <a:pt x="211" y="1359"/>
                    <a:pt x="216" y="1355"/>
                    <a:pt x="221" y="1351"/>
                  </a:cubicBezTo>
                  <a:cubicBezTo>
                    <a:pt x="230" y="1347"/>
                    <a:pt x="237" y="1348"/>
                    <a:pt x="246" y="1341"/>
                  </a:cubicBezTo>
                  <a:cubicBezTo>
                    <a:pt x="251" y="1345"/>
                    <a:pt x="256" y="1336"/>
                    <a:pt x="262" y="1339"/>
                  </a:cubicBezTo>
                  <a:cubicBezTo>
                    <a:pt x="267" y="1334"/>
                    <a:pt x="271" y="1340"/>
                    <a:pt x="277" y="1336"/>
                  </a:cubicBezTo>
                  <a:cubicBezTo>
                    <a:pt x="286" y="1336"/>
                    <a:pt x="296" y="1336"/>
                    <a:pt x="305" y="1335"/>
                  </a:cubicBezTo>
                  <a:cubicBezTo>
                    <a:pt x="306" y="1338"/>
                    <a:pt x="303" y="1337"/>
                    <a:pt x="301" y="1338"/>
                  </a:cubicBezTo>
                  <a:cubicBezTo>
                    <a:pt x="298" y="1342"/>
                    <a:pt x="296" y="1337"/>
                    <a:pt x="293" y="1338"/>
                  </a:cubicBezTo>
                  <a:cubicBezTo>
                    <a:pt x="291" y="1341"/>
                    <a:pt x="290" y="1339"/>
                    <a:pt x="287" y="1340"/>
                  </a:cubicBezTo>
                  <a:cubicBezTo>
                    <a:pt x="284" y="1339"/>
                    <a:pt x="280" y="1341"/>
                    <a:pt x="275" y="1344"/>
                  </a:cubicBezTo>
                  <a:cubicBezTo>
                    <a:pt x="268" y="1341"/>
                    <a:pt x="260" y="1348"/>
                    <a:pt x="252" y="1346"/>
                  </a:cubicBezTo>
                  <a:cubicBezTo>
                    <a:pt x="250" y="1348"/>
                    <a:pt x="248" y="1349"/>
                    <a:pt x="246" y="1348"/>
                  </a:cubicBezTo>
                  <a:cubicBezTo>
                    <a:pt x="236" y="1354"/>
                    <a:pt x="235" y="1357"/>
                    <a:pt x="226" y="1357"/>
                  </a:cubicBezTo>
                  <a:cubicBezTo>
                    <a:pt x="224" y="1364"/>
                    <a:pt x="216" y="1364"/>
                    <a:pt x="214" y="1368"/>
                  </a:cubicBezTo>
                  <a:cubicBezTo>
                    <a:pt x="207" y="1371"/>
                    <a:pt x="208" y="1375"/>
                    <a:pt x="200" y="1376"/>
                  </a:cubicBezTo>
                  <a:cubicBezTo>
                    <a:pt x="199" y="1380"/>
                    <a:pt x="194" y="1384"/>
                    <a:pt x="191" y="1387"/>
                  </a:cubicBezTo>
                  <a:cubicBezTo>
                    <a:pt x="188" y="1384"/>
                    <a:pt x="189" y="1381"/>
                    <a:pt x="193" y="1379"/>
                  </a:cubicBezTo>
                  <a:close/>
                  <a:moveTo>
                    <a:pt x="199" y="1139"/>
                  </a:moveTo>
                  <a:cubicBezTo>
                    <a:pt x="195" y="1136"/>
                    <a:pt x="199" y="1133"/>
                    <a:pt x="194" y="1130"/>
                  </a:cubicBezTo>
                  <a:cubicBezTo>
                    <a:pt x="196" y="1124"/>
                    <a:pt x="191" y="1118"/>
                    <a:pt x="192" y="1112"/>
                  </a:cubicBezTo>
                  <a:cubicBezTo>
                    <a:pt x="172" y="1082"/>
                    <a:pt x="156" y="1052"/>
                    <a:pt x="135" y="1027"/>
                  </a:cubicBezTo>
                  <a:cubicBezTo>
                    <a:pt x="131" y="1022"/>
                    <a:pt x="125" y="1019"/>
                    <a:pt x="121" y="1011"/>
                  </a:cubicBezTo>
                  <a:cubicBezTo>
                    <a:pt x="118" y="1006"/>
                    <a:pt x="120" y="1008"/>
                    <a:pt x="116" y="1004"/>
                  </a:cubicBezTo>
                  <a:cubicBezTo>
                    <a:pt x="114" y="1002"/>
                    <a:pt x="115" y="999"/>
                    <a:pt x="113" y="997"/>
                  </a:cubicBezTo>
                  <a:cubicBezTo>
                    <a:pt x="111" y="993"/>
                    <a:pt x="107" y="991"/>
                    <a:pt x="105" y="988"/>
                  </a:cubicBezTo>
                  <a:cubicBezTo>
                    <a:pt x="105" y="989"/>
                    <a:pt x="106" y="986"/>
                    <a:pt x="105" y="985"/>
                  </a:cubicBezTo>
                  <a:cubicBezTo>
                    <a:pt x="105" y="985"/>
                    <a:pt x="99" y="984"/>
                    <a:pt x="100" y="982"/>
                  </a:cubicBezTo>
                  <a:cubicBezTo>
                    <a:pt x="102" y="976"/>
                    <a:pt x="85" y="961"/>
                    <a:pt x="80" y="952"/>
                  </a:cubicBezTo>
                  <a:cubicBezTo>
                    <a:pt x="80" y="951"/>
                    <a:pt x="78" y="949"/>
                    <a:pt x="78" y="948"/>
                  </a:cubicBezTo>
                  <a:cubicBezTo>
                    <a:pt x="79" y="945"/>
                    <a:pt x="77" y="947"/>
                    <a:pt x="75" y="943"/>
                  </a:cubicBezTo>
                  <a:cubicBezTo>
                    <a:pt x="75" y="943"/>
                    <a:pt x="76" y="942"/>
                    <a:pt x="75" y="941"/>
                  </a:cubicBezTo>
                  <a:cubicBezTo>
                    <a:pt x="70" y="932"/>
                    <a:pt x="58" y="920"/>
                    <a:pt x="53" y="907"/>
                  </a:cubicBezTo>
                  <a:cubicBezTo>
                    <a:pt x="58" y="904"/>
                    <a:pt x="61" y="910"/>
                    <a:pt x="64" y="915"/>
                  </a:cubicBezTo>
                  <a:cubicBezTo>
                    <a:pt x="65" y="919"/>
                    <a:pt x="73" y="924"/>
                    <a:pt x="70" y="927"/>
                  </a:cubicBezTo>
                  <a:cubicBezTo>
                    <a:pt x="77" y="930"/>
                    <a:pt x="83" y="943"/>
                    <a:pt x="90" y="947"/>
                  </a:cubicBezTo>
                  <a:cubicBezTo>
                    <a:pt x="93" y="952"/>
                    <a:pt x="96" y="956"/>
                    <a:pt x="99" y="960"/>
                  </a:cubicBezTo>
                  <a:cubicBezTo>
                    <a:pt x="97" y="963"/>
                    <a:pt x="100" y="962"/>
                    <a:pt x="101" y="963"/>
                  </a:cubicBezTo>
                  <a:cubicBezTo>
                    <a:pt x="101" y="966"/>
                    <a:pt x="102" y="968"/>
                    <a:pt x="104" y="967"/>
                  </a:cubicBezTo>
                  <a:cubicBezTo>
                    <a:pt x="107" y="969"/>
                    <a:pt x="109" y="979"/>
                    <a:pt x="114" y="977"/>
                  </a:cubicBezTo>
                  <a:cubicBezTo>
                    <a:pt x="113" y="980"/>
                    <a:pt x="116" y="984"/>
                    <a:pt x="119" y="985"/>
                  </a:cubicBezTo>
                  <a:cubicBezTo>
                    <a:pt x="124" y="994"/>
                    <a:pt x="128" y="995"/>
                    <a:pt x="134" y="1006"/>
                  </a:cubicBezTo>
                  <a:cubicBezTo>
                    <a:pt x="140" y="1014"/>
                    <a:pt x="146" y="1022"/>
                    <a:pt x="152" y="1030"/>
                  </a:cubicBezTo>
                  <a:cubicBezTo>
                    <a:pt x="154" y="1034"/>
                    <a:pt x="156" y="1034"/>
                    <a:pt x="158" y="1035"/>
                  </a:cubicBezTo>
                  <a:cubicBezTo>
                    <a:pt x="159" y="1040"/>
                    <a:pt x="167" y="1051"/>
                    <a:pt x="174" y="1061"/>
                  </a:cubicBezTo>
                  <a:cubicBezTo>
                    <a:pt x="180" y="1075"/>
                    <a:pt x="188" y="1090"/>
                    <a:pt x="193" y="1104"/>
                  </a:cubicBezTo>
                  <a:cubicBezTo>
                    <a:pt x="196" y="1111"/>
                    <a:pt x="198" y="1118"/>
                    <a:pt x="198" y="1125"/>
                  </a:cubicBezTo>
                  <a:cubicBezTo>
                    <a:pt x="203" y="1132"/>
                    <a:pt x="203" y="1139"/>
                    <a:pt x="203" y="1145"/>
                  </a:cubicBezTo>
                  <a:cubicBezTo>
                    <a:pt x="199" y="1148"/>
                    <a:pt x="199" y="1140"/>
                    <a:pt x="199" y="1139"/>
                  </a:cubicBezTo>
                  <a:close/>
                  <a:moveTo>
                    <a:pt x="228" y="1142"/>
                  </a:moveTo>
                  <a:cubicBezTo>
                    <a:pt x="236" y="1134"/>
                    <a:pt x="246" y="1126"/>
                    <a:pt x="252" y="1118"/>
                  </a:cubicBezTo>
                  <a:cubicBezTo>
                    <a:pt x="300" y="1093"/>
                    <a:pt x="301" y="1085"/>
                    <a:pt x="309" y="1081"/>
                  </a:cubicBezTo>
                  <a:cubicBezTo>
                    <a:pt x="462" y="985"/>
                    <a:pt x="471" y="976"/>
                    <a:pt x="485" y="967"/>
                  </a:cubicBezTo>
                  <a:cubicBezTo>
                    <a:pt x="503" y="945"/>
                    <a:pt x="507" y="947"/>
                    <a:pt x="510" y="941"/>
                  </a:cubicBezTo>
                  <a:cubicBezTo>
                    <a:pt x="557" y="905"/>
                    <a:pt x="553" y="907"/>
                    <a:pt x="551" y="909"/>
                  </a:cubicBezTo>
                  <a:cubicBezTo>
                    <a:pt x="517" y="950"/>
                    <a:pt x="499" y="964"/>
                    <a:pt x="486" y="978"/>
                  </a:cubicBezTo>
                  <a:cubicBezTo>
                    <a:pt x="437" y="1016"/>
                    <a:pt x="427" y="1019"/>
                    <a:pt x="415" y="1030"/>
                  </a:cubicBezTo>
                  <a:cubicBezTo>
                    <a:pt x="412" y="1032"/>
                    <a:pt x="412" y="1035"/>
                    <a:pt x="411" y="1035"/>
                  </a:cubicBezTo>
                  <a:cubicBezTo>
                    <a:pt x="371" y="1063"/>
                    <a:pt x="358" y="1069"/>
                    <a:pt x="346" y="1077"/>
                  </a:cubicBezTo>
                  <a:cubicBezTo>
                    <a:pt x="251" y="1133"/>
                    <a:pt x="244" y="1138"/>
                    <a:pt x="238" y="1142"/>
                  </a:cubicBezTo>
                  <a:cubicBezTo>
                    <a:pt x="217" y="1159"/>
                    <a:pt x="213" y="1164"/>
                    <a:pt x="208" y="1169"/>
                  </a:cubicBezTo>
                  <a:close/>
                  <a:moveTo>
                    <a:pt x="223" y="1067"/>
                  </a:moveTo>
                  <a:cubicBezTo>
                    <a:pt x="223" y="1065"/>
                    <a:pt x="223" y="1063"/>
                    <a:pt x="221" y="1061"/>
                  </a:cubicBezTo>
                  <a:cubicBezTo>
                    <a:pt x="226" y="1059"/>
                    <a:pt x="229" y="1064"/>
                    <a:pt x="223" y="1067"/>
                  </a:cubicBezTo>
                  <a:close/>
                  <a:moveTo>
                    <a:pt x="232" y="1100"/>
                  </a:moveTo>
                  <a:cubicBezTo>
                    <a:pt x="230" y="1094"/>
                    <a:pt x="242" y="1090"/>
                    <a:pt x="243" y="1085"/>
                  </a:cubicBezTo>
                  <a:cubicBezTo>
                    <a:pt x="362" y="999"/>
                    <a:pt x="360" y="990"/>
                    <a:pt x="366" y="989"/>
                  </a:cubicBezTo>
                  <a:cubicBezTo>
                    <a:pt x="390" y="969"/>
                    <a:pt x="398" y="972"/>
                    <a:pt x="400" y="969"/>
                  </a:cubicBezTo>
                  <a:cubicBezTo>
                    <a:pt x="434" y="942"/>
                    <a:pt x="438" y="946"/>
                    <a:pt x="443" y="940"/>
                  </a:cubicBezTo>
                  <a:cubicBezTo>
                    <a:pt x="503" y="895"/>
                    <a:pt x="520" y="886"/>
                    <a:pt x="537" y="875"/>
                  </a:cubicBezTo>
                  <a:cubicBezTo>
                    <a:pt x="594" y="856"/>
                    <a:pt x="595" y="858"/>
                    <a:pt x="592" y="860"/>
                  </a:cubicBezTo>
                  <a:cubicBezTo>
                    <a:pt x="575" y="865"/>
                    <a:pt x="573" y="867"/>
                    <a:pt x="571" y="865"/>
                  </a:cubicBezTo>
                  <a:cubicBezTo>
                    <a:pt x="463" y="940"/>
                    <a:pt x="448" y="949"/>
                    <a:pt x="432" y="965"/>
                  </a:cubicBezTo>
                  <a:cubicBezTo>
                    <a:pt x="322" y="1042"/>
                    <a:pt x="316" y="1041"/>
                    <a:pt x="309" y="1047"/>
                  </a:cubicBezTo>
                  <a:cubicBezTo>
                    <a:pt x="287" y="1062"/>
                    <a:pt x="287" y="1060"/>
                    <a:pt x="285" y="1062"/>
                  </a:cubicBezTo>
                  <a:cubicBezTo>
                    <a:pt x="261" y="1080"/>
                    <a:pt x="257" y="1087"/>
                    <a:pt x="255" y="1084"/>
                  </a:cubicBezTo>
                  <a:close/>
                  <a:moveTo>
                    <a:pt x="231" y="1037"/>
                  </a:moveTo>
                  <a:cubicBezTo>
                    <a:pt x="230" y="1036"/>
                    <a:pt x="229" y="1035"/>
                    <a:pt x="228" y="1034"/>
                  </a:cubicBezTo>
                  <a:cubicBezTo>
                    <a:pt x="230" y="1033"/>
                    <a:pt x="231" y="1032"/>
                    <a:pt x="232" y="1032"/>
                  </a:cubicBezTo>
                  <a:cubicBezTo>
                    <a:pt x="232" y="1033"/>
                    <a:pt x="233" y="1034"/>
                    <a:pt x="234" y="1035"/>
                  </a:cubicBezTo>
                  <a:cubicBezTo>
                    <a:pt x="233" y="1036"/>
                    <a:pt x="232" y="1036"/>
                    <a:pt x="231" y="1037"/>
                  </a:cubicBezTo>
                  <a:close/>
                  <a:moveTo>
                    <a:pt x="269" y="855"/>
                  </a:moveTo>
                  <a:cubicBezTo>
                    <a:pt x="270" y="855"/>
                    <a:pt x="267" y="849"/>
                    <a:pt x="267" y="849"/>
                  </a:cubicBezTo>
                  <a:cubicBezTo>
                    <a:pt x="269" y="847"/>
                    <a:pt x="275" y="856"/>
                    <a:pt x="269" y="855"/>
                  </a:cubicBezTo>
                  <a:close/>
                  <a:moveTo>
                    <a:pt x="301" y="886"/>
                  </a:moveTo>
                  <a:cubicBezTo>
                    <a:pt x="298" y="882"/>
                    <a:pt x="298" y="880"/>
                    <a:pt x="302" y="877"/>
                  </a:cubicBezTo>
                  <a:cubicBezTo>
                    <a:pt x="305" y="881"/>
                    <a:pt x="305" y="884"/>
                    <a:pt x="301" y="886"/>
                  </a:cubicBezTo>
                  <a:close/>
                  <a:moveTo>
                    <a:pt x="301" y="817"/>
                  </a:moveTo>
                  <a:cubicBezTo>
                    <a:pt x="301" y="815"/>
                    <a:pt x="302" y="814"/>
                    <a:pt x="301" y="812"/>
                  </a:cubicBezTo>
                  <a:cubicBezTo>
                    <a:pt x="300" y="808"/>
                    <a:pt x="305" y="812"/>
                    <a:pt x="303" y="813"/>
                  </a:cubicBezTo>
                  <a:cubicBezTo>
                    <a:pt x="305" y="816"/>
                    <a:pt x="303" y="818"/>
                    <a:pt x="306" y="821"/>
                  </a:cubicBezTo>
                  <a:cubicBezTo>
                    <a:pt x="305" y="825"/>
                    <a:pt x="306" y="829"/>
                    <a:pt x="308" y="834"/>
                  </a:cubicBezTo>
                  <a:cubicBezTo>
                    <a:pt x="300" y="833"/>
                    <a:pt x="306" y="822"/>
                    <a:pt x="301" y="817"/>
                  </a:cubicBezTo>
                  <a:close/>
                  <a:moveTo>
                    <a:pt x="481" y="717"/>
                  </a:moveTo>
                  <a:cubicBezTo>
                    <a:pt x="482" y="721"/>
                    <a:pt x="472" y="722"/>
                    <a:pt x="468" y="723"/>
                  </a:cubicBezTo>
                  <a:cubicBezTo>
                    <a:pt x="467" y="719"/>
                    <a:pt x="478" y="718"/>
                    <a:pt x="481" y="717"/>
                  </a:cubicBezTo>
                  <a:close/>
                  <a:moveTo>
                    <a:pt x="463" y="722"/>
                  </a:moveTo>
                  <a:cubicBezTo>
                    <a:pt x="465" y="726"/>
                    <a:pt x="456" y="728"/>
                    <a:pt x="455" y="728"/>
                  </a:cubicBezTo>
                  <a:cubicBezTo>
                    <a:pt x="452" y="724"/>
                    <a:pt x="461" y="722"/>
                    <a:pt x="463" y="722"/>
                  </a:cubicBezTo>
                  <a:close/>
                  <a:moveTo>
                    <a:pt x="356" y="782"/>
                  </a:moveTo>
                  <a:cubicBezTo>
                    <a:pt x="358" y="781"/>
                    <a:pt x="359" y="780"/>
                    <a:pt x="361" y="778"/>
                  </a:cubicBezTo>
                  <a:cubicBezTo>
                    <a:pt x="368" y="777"/>
                    <a:pt x="358" y="783"/>
                    <a:pt x="356" y="785"/>
                  </a:cubicBezTo>
                  <a:cubicBezTo>
                    <a:pt x="353" y="786"/>
                    <a:pt x="354" y="783"/>
                    <a:pt x="356" y="782"/>
                  </a:cubicBezTo>
                  <a:close/>
                  <a:moveTo>
                    <a:pt x="393" y="618"/>
                  </a:moveTo>
                  <a:cubicBezTo>
                    <a:pt x="387" y="621"/>
                    <a:pt x="392" y="614"/>
                    <a:pt x="388" y="612"/>
                  </a:cubicBezTo>
                  <a:cubicBezTo>
                    <a:pt x="392" y="609"/>
                    <a:pt x="392" y="617"/>
                    <a:pt x="393" y="618"/>
                  </a:cubicBezTo>
                  <a:close/>
                  <a:moveTo>
                    <a:pt x="407" y="682"/>
                  </a:moveTo>
                  <a:cubicBezTo>
                    <a:pt x="410" y="678"/>
                    <a:pt x="412" y="674"/>
                    <a:pt x="418" y="671"/>
                  </a:cubicBezTo>
                  <a:cubicBezTo>
                    <a:pt x="450" y="660"/>
                    <a:pt x="454" y="654"/>
                    <a:pt x="457" y="653"/>
                  </a:cubicBezTo>
                  <a:cubicBezTo>
                    <a:pt x="483" y="644"/>
                    <a:pt x="490" y="641"/>
                    <a:pt x="496" y="639"/>
                  </a:cubicBezTo>
                  <a:cubicBezTo>
                    <a:pt x="536" y="628"/>
                    <a:pt x="539" y="625"/>
                    <a:pt x="543" y="625"/>
                  </a:cubicBezTo>
                  <a:cubicBezTo>
                    <a:pt x="574" y="618"/>
                    <a:pt x="580" y="613"/>
                    <a:pt x="586" y="614"/>
                  </a:cubicBezTo>
                  <a:cubicBezTo>
                    <a:pt x="673" y="563"/>
                    <a:pt x="672" y="564"/>
                    <a:pt x="671" y="565"/>
                  </a:cubicBezTo>
                  <a:cubicBezTo>
                    <a:pt x="622" y="601"/>
                    <a:pt x="616" y="610"/>
                    <a:pt x="597" y="618"/>
                  </a:cubicBezTo>
                  <a:cubicBezTo>
                    <a:pt x="544" y="639"/>
                    <a:pt x="541" y="643"/>
                    <a:pt x="537" y="644"/>
                  </a:cubicBezTo>
                  <a:cubicBezTo>
                    <a:pt x="519" y="649"/>
                    <a:pt x="512" y="654"/>
                    <a:pt x="505" y="655"/>
                  </a:cubicBezTo>
                  <a:cubicBezTo>
                    <a:pt x="445" y="679"/>
                    <a:pt x="427" y="685"/>
                    <a:pt x="408" y="693"/>
                  </a:cubicBezTo>
                  <a:cubicBezTo>
                    <a:pt x="383" y="709"/>
                    <a:pt x="384" y="706"/>
                    <a:pt x="383" y="704"/>
                  </a:cubicBezTo>
                  <a:cubicBezTo>
                    <a:pt x="397" y="688"/>
                    <a:pt x="401" y="686"/>
                    <a:pt x="403" y="684"/>
                  </a:cubicBezTo>
                  <a:close/>
                  <a:moveTo>
                    <a:pt x="532" y="454"/>
                  </a:moveTo>
                  <a:cubicBezTo>
                    <a:pt x="532" y="450"/>
                    <a:pt x="531" y="447"/>
                    <a:pt x="535" y="444"/>
                  </a:cubicBezTo>
                  <a:cubicBezTo>
                    <a:pt x="538" y="448"/>
                    <a:pt x="536" y="451"/>
                    <a:pt x="532" y="454"/>
                  </a:cubicBezTo>
                  <a:close/>
                  <a:moveTo>
                    <a:pt x="627" y="333"/>
                  </a:moveTo>
                  <a:cubicBezTo>
                    <a:pt x="626" y="331"/>
                    <a:pt x="628" y="329"/>
                    <a:pt x="627" y="326"/>
                  </a:cubicBezTo>
                  <a:cubicBezTo>
                    <a:pt x="631" y="324"/>
                    <a:pt x="631" y="332"/>
                    <a:pt x="627" y="333"/>
                  </a:cubicBezTo>
                  <a:close/>
                  <a:moveTo>
                    <a:pt x="722" y="53"/>
                  </a:moveTo>
                  <a:cubicBezTo>
                    <a:pt x="723" y="56"/>
                    <a:pt x="721" y="59"/>
                    <a:pt x="718" y="61"/>
                  </a:cubicBezTo>
                  <a:cubicBezTo>
                    <a:pt x="713" y="58"/>
                    <a:pt x="719" y="56"/>
                    <a:pt x="722" y="53"/>
                  </a:cubicBezTo>
                  <a:close/>
                  <a:moveTo>
                    <a:pt x="670" y="251"/>
                  </a:moveTo>
                  <a:cubicBezTo>
                    <a:pt x="668" y="255"/>
                    <a:pt x="668" y="260"/>
                    <a:pt x="668" y="264"/>
                  </a:cubicBezTo>
                  <a:cubicBezTo>
                    <a:pt x="664" y="281"/>
                    <a:pt x="657" y="284"/>
                    <a:pt x="658" y="289"/>
                  </a:cubicBezTo>
                  <a:cubicBezTo>
                    <a:pt x="652" y="296"/>
                    <a:pt x="652" y="292"/>
                    <a:pt x="653" y="288"/>
                  </a:cubicBezTo>
                  <a:cubicBezTo>
                    <a:pt x="661" y="245"/>
                    <a:pt x="661" y="237"/>
                    <a:pt x="665" y="230"/>
                  </a:cubicBezTo>
                  <a:cubicBezTo>
                    <a:pt x="666" y="215"/>
                    <a:pt x="662" y="210"/>
                    <a:pt x="666" y="207"/>
                  </a:cubicBezTo>
                  <a:cubicBezTo>
                    <a:pt x="670" y="171"/>
                    <a:pt x="675" y="168"/>
                    <a:pt x="674" y="164"/>
                  </a:cubicBezTo>
                  <a:cubicBezTo>
                    <a:pt x="679" y="136"/>
                    <a:pt x="684" y="129"/>
                    <a:pt x="685" y="122"/>
                  </a:cubicBezTo>
                  <a:cubicBezTo>
                    <a:pt x="704" y="89"/>
                    <a:pt x="704" y="75"/>
                    <a:pt x="716" y="63"/>
                  </a:cubicBezTo>
                  <a:cubicBezTo>
                    <a:pt x="709" y="86"/>
                    <a:pt x="708" y="91"/>
                    <a:pt x="704" y="96"/>
                  </a:cubicBezTo>
                  <a:cubicBezTo>
                    <a:pt x="684" y="166"/>
                    <a:pt x="687" y="171"/>
                    <a:pt x="684" y="174"/>
                  </a:cubicBezTo>
                  <a:cubicBezTo>
                    <a:pt x="678" y="204"/>
                    <a:pt x="677" y="208"/>
                    <a:pt x="678" y="213"/>
                  </a:cubicBezTo>
                  <a:cubicBezTo>
                    <a:pt x="672" y="242"/>
                    <a:pt x="669" y="246"/>
                    <a:pt x="670" y="251"/>
                  </a:cubicBezTo>
                  <a:close/>
                </a:path>
              </a:pathLst>
            </a:custGeom>
            <a:solidFill>
              <a:srgbClr val="d0cdbb">
                <a:alpha val="50000"/>
              </a:srgbClr>
            </a:solidFill>
            <a:ln w="0">
              <a:noFill/>
            </a:ln>
          </p:spPr>
          <p:style>
            <a:lnRef idx="0"/>
            <a:fillRef idx="0"/>
            <a:effectRef idx="0"/>
            <a:fontRef idx="minor"/>
          </p:style>
          <p:txBody>
            <a:bodyPr tIns="91440" bIns="91440" anchor="ctr">
              <a:noAutofit/>
            </a:bodyPr>
            <a:p>
              <a:pPr>
                <a:lnSpc>
                  <a:spcPct val="100000"/>
                </a:lnSpc>
                <a:tabLst>
                  <a:tab algn="l" pos="0"/>
                </a:tabLst>
              </a:pPr>
              <a:endParaRPr b="0" lang="en-US" sz="1400" spc="-1" strike="noStrike">
                <a:solidFill>
                  <a:srgbClr val="000000"/>
                </a:solidFill>
                <a:latin typeface="Arial"/>
                <a:ea typeface="Arial"/>
              </a:endParaRPr>
            </a:p>
          </p:txBody>
        </p:sp>
      </p:grpSp>
      <p:cxnSp>
        <p:nvCxnSpPr>
          <p:cNvPr id="128" name="Google Shape;59;p13"/>
          <p:cNvCxnSpPr/>
          <p:nvPr/>
        </p:nvCxnSpPr>
        <p:spPr>
          <a:xfrm>
            <a:off x="2199960" y="1631880"/>
            <a:ext cx="6578280" cy="360"/>
          </a:xfrm>
          <a:prstGeom prst="straightConnector1">
            <a:avLst/>
          </a:prstGeom>
          <a:ln w="38100">
            <a:solidFill>
              <a:srgbClr val="79a8a4"/>
            </a:solidFill>
            <a:round/>
          </a:ln>
        </p:spPr>
      </p:cxnSp>
      <p:cxnSp>
        <p:nvCxnSpPr>
          <p:cNvPr id="129" name="Google Shape;60;p13"/>
          <p:cNvCxnSpPr/>
          <p:nvPr/>
        </p:nvCxnSpPr>
        <p:spPr>
          <a:xfrm>
            <a:off x="2199960" y="1631880"/>
            <a:ext cx="6578280" cy="360"/>
          </a:xfrm>
          <a:prstGeom prst="straightConnector1">
            <a:avLst/>
          </a:prstGeom>
          <a:ln w="38100">
            <a:solidFill>
              <a:srgbClr val="79a8a4"/>
            </a:solidFill>
            <a:round/>
          </a:ln>
        </p:spPr>
      </p:cxnSp>
      <p:sp>
        <p:nvSpPr>
          <p:cNvPr id="130" name="Google Shape;126;p21"/>
          <p:cNvSpPr/>
          <p:nvPr/>
        </p:nvSpPr>
        <p:spPr>
          <a:xfrm flipH="1" rot="1616400">
            <a:off x="6073920" y="353880"/>
            <a:ext cx="2855520" cy="4421160"/>
          </a:xfrm>
          <a:custGeom>
            <a:avLst/>
            <a:gdLst>
              <a:gd name="textAreaLeft" fmla="*/ 360 w 2855520"/>
              <a:gd name="textAreaRight" fmla="*/ 2856240 w 2855520"/>
              <a:gd name="textAreaTop" fmla="*/ 0 h 4421160"/>
              <a:gd name="textAreaBottom" fmla="*/ 4421520 h 4421160"/>
            </a:gdLst>
            <a:ahLst/>
            <a:rect l="textAreaLeft" t="textAreaTop" r="textAreaRight" b="textAreaBottom"/>
            <a:pathLst>
              <a:path w="869" h="1495">
                <a:moveTo>
                  <a:pt x="865" y="156"/>
                </a:moveTo>
                <a:cubicBezTo>
                  <a:pt x="856" y="165"/>
                  <a:pt x="851" y="173"/>
                  <a:pt x="844" y="182"/>
                </a:cubicBezTo>
                <a:cubicBezTo>
                  <a:pt x="804" y="216"/>
                  <a:pt x="802" y="216"/>
                  <a:pt x="800" y="216"/>
                </a:cubicBezTo>
                <a:cubicBezTo>
                  <a:pt x="775" y="232"/>
                  <a:pt x="768" y="237"/>
                  <a:pt x="760" y="239"/>
                </a:cubicBezTo>
                <a:cubicBezTo>
                  <a:pt x="699" y="279"/>
                  <a:pt x="696" y="275"/>
                  <a:pt x="693" y="278"/>
                </a:cubicBezTo>
                <a:cubicBezTo>
                  <a:pt x="706" y="270"/>
                  <a:pt x="707" y="266"/>
                  <a:pt x="714" y="263"/>
                </a:cubicBezTo>
                <a:cubicBezTo>
                  <a:pt x="766" y="230"/>
                  <a:pt x="774" y="225"/>
                  <a:pt x="782" y="219"/>
                </a:cubicBezTo>
                <a:cubicBezTo>
                  <a:pt x="830" y="181"/>
                  <a:pt x="830" y="177"/>
                  <a:pt x="834" y="174"/>
                </a:cubicBezTo>
                <a:cubicBezTo>
                  <a:pt x="831" y="170"/>
                  <a:pt x="831" y="178"/>
                  <a:pt x="827" y="175"/>
                </a:cubicBezTo>
                <a:cubicBezTo>
                  <a:pt x="792" y="205"/>
                  <a:pt x="784" y="209"/>
                  <a:pt x="783" y="213"/>
                </a:cubicBezTo>
                <a:cubicBezTo>
                  <a:pt x="763" y="227"/>
                  <a:pt x="760" y="223"/>
                  <a:pt x="757" y="227"/>
                </a:cubicBezTo>
                <a:cubicBezTo>
                  <a:pt x="776" y="212"/>
                  <a:pt x="774" y="208"/>
                  <a:pt x="780" y="206"/>
                </a:cubicBezTo>
                <a:cubicBezTo>
                  <a:pt x="824" y="164"/>
                  <a:pt x="830" y="160"/>
                  <a:pt x="833" y="155"/>
                </a:cubicBezTo>
                <a:cubicBezTo>
                  <a:pt x="806" y="176"/>
                  <a:pt x="797" y="184"/>
                  <a:pt x="788" y="193"/>
                </a:cubicBezTo>
                <a:cubicBezTo>
                  <a:pt x="731" y="226"/>
                  <a:pt x="724" y="237"/>
                  <a:pt x="720" y="234"/>
                </a:cubicBezTo>
                <a:cubicBezTo>
                  <a:pt x="766" y="194"/>
                  <a:pt x="786" y="180"/>
                  <a:pt x="803" y="159"/>
                </a:cubicBezTo>
                <a:cubicBezTo>
                  <a:pt x="785" y="170"/>
                  <a:pt x="775" y="180"/>
                  <a:pt x="763" y="188"/>
                </a:cubicBezTo>
                <a:cubicBezTo>
                  <a:pt x="736" y="208"/>
                  <a:pt x="735" y="202"/>
                  <a:pt x="737" y="200"/>
                </a:cubicBezTo>
                <a:cubicBezTo>
                  <a:pt x="749" y="181"/>
                  <a:pt x="754" y="177"/>
                  <a:pt x="756" y="172"/>
                </a:cubicBezTo>
                <a:cubicBezTo>
                  <a:pt x="787" y="134"/>
                  <a:pt x="791" y="136"/>
                  <a:pt x="790" y="130"/>
                </a:cubicBezTo>
                <a:cubicBezTo>
                  <a:pt x="769" y="150"/>
                  <a:pt x="765" y="152"/>
                  <a:pt x="766" y="155"/>
                </a:cubicBezTo>
                <a:cubicBezTo>
                  <a:pt x="746" y="174"/>
                  <a:pt x="746" y="170"/>
                  <a:pt x="746" y="169"/>
                </a:cubicBezTo>
                <a:cubicBezTo>
                  <a:pt x="748" y="164"/>
                  <a:pt x="752" y="160"/>
                  <a:pt x="752" y="160"/>
                </a:cubicBezTo>
                <a:cubicBezTo>
                  <a:pt x="764" y="139"/>
                  <a:pt x="770" y="129"/>
                  <a:pt x="777" y="119"/>
                </a:cubicBezTo>
                <a:cubicBezTo>
                  <a:pt x="800" y="82"/>
                  <a:pt x="812" y="81"/>
                  <a:pt x="808" y="77"/>
                </a:cubicBezTo>
                <a:cubicBezTo>
                  <a:pt x="770" y="123"/>
                  <a:pt x="765" y="125"/>
                  <a:pt x="763" y="127"/>
                </a:cubicBezTo>
                <a:cubicBezTo>
                  <a:pt x="747" y="156"/>
                  <a:pt x="743" y="161"/>
                  <a:pt x="740" y="166"/>
                </a:cubicBezTo>
                <a:cubicBezTo>
                  <a:pt x="744" y="144"/>
                  <a:pt x="749" y="134"/>
                  <a:pt x="753" y="124"/>
                </a:cubicBezTo>
                <a:cubicBezTo>
                  <a:pt x="782" y="79"/>
                  <a:pt x="781" y="77"/>
                  <a:pt x="784" y="75"/>
                </a:cubicBezTo>
                <a:cubicBezTo>
                  <a:pt x="769" y="89"/>
                  <a:pt x="765" y="92"/>
                  <a:pt x="765" y="96"/>
                </a:cubicBezTo>
                <a:cubicBezTo>
                  <a:pt x="728" y="162"/>
                  <a:pt x="722" y="177"/>
                  <a:pt x="718" y="191"/>
                </a:cubicBezTo>
                <a:cubicBezTo>
                  <a:pt x="710" y="205"/>
                  <a:pt x="719" y="210"/>
                  <a:pt x="712" y="213"/>
                </a:cubicBezTo>
                <a:cubicBezTo>
                  <a:pt x="703" y="240"/>
                  <a:pt x="708" y="247"/>
                  <a:pt x="697" y="251"/>
                </a:cubicBezTo>
                <a:cubicBezTo>
                  <a:pt x="699" y="232"/>
                  <a:pt x="702" y="230"/>
                  <a:pt x="701" y="228"/>
                </a:cubicBezTo>
                <a:cubicBezTo>
                  <a:pt x="714" y="177"/>
                  <a:pt x="714" y="170"/>
                  <a:pt x="714" y="162"/>
                </a:cubicBezTo>
                <a:cubicBezTo>
                  <a:pt x="735" y="103"/>
                  <a:pt x="740" y="88"/>
                  <a:pt x="749" y="73"/>
                </a:cubicBezTo>
                <a:cubicBezTo>
                  <a:pt x="757" y="53"/>
                  <a:pt x="753" y="62"/>
                  <a:pt x="744" y="70"/>
                </a:cubicBezTo>
                <a:cubicBezTo>
                  <a:pt x="727" y="107"/>
                  <a:pt x="722" y="112"/>
                  <a:pt x="722" y="118"/>
                </a:cubicBezTo>
                <a:cubicBezTo>
                  <a:pt x="706" y="172"/>
                  <a:pt x="705" y="175"/>
                  <a:pt x="703" y="177"/>
                </a:cubicBezTo>
                <a:cubicBezTo>
                  <a:pt x="696" y="206"/>
                  <a:pt x="696" y="209"/>
                  <a:pt x="696" y="212"/>
                </a:cubicBezTo>
                <a:cubicBezTo>
                  <a:pt x="687" y="247"/>
                  <a:pt x="685" y="253"/>
                  <a:pt x="684" y="260"/>
                </a:cubicBezTo>
                <a:cubicBezTo>
                  <a:pt x="671" y="275"/>
                  <a:pt x="673" y="272"/>
                  <a:pt x="677" y="270"/>
                </a:cubicBezTo>
                <a:cubicBezTo>
                  <a:pt x="682" y="240"/>
                  <a:pt x="681" y="234"/>
                  <a:pt x="684" y="229"/>
                </a:cubicBezTo>
                <a:cubicBezTo>
                  <a:pt x="694" y="189"/>
                  <a:pt x="690" y="182"/>
                  <a:pt x="693" y="177"/>
                </a:cubicBezTo>
                <a:cubicBezTo>
                  <a:pt x="706" y="119"/>
                  <a:pt x="707" y="113"/>
                  <a:pt x="709" y="107"/>
                </a:cubicBezTo>
                <a:cubicBezTo>
                  <a:pt x="721" y="64"/>
                  <a:pt x="727" y="59"/>
                  <a:pt x="729" y="53"/>
                </a:cubicBezTo>
                <a:cubicBezTo>
                  <a:pt x="751" y="15"/>
                  <a:pt x="760" y="13"/>
                  <a:pt x="759" y="10"/>
                </a:cubicBezTo>
                <a:cubicBezTo>
                  <a:pt x="752" y="12"/>
                  <a:pt x="750" y="14"/>
                  <a:pt x="749" y="17"/>
                </a:cubicBezTo>
                <a:cubicBezTo>
                  <a:pt x="722" y="50"/>
                  <a:pt x="719" y="46"/>
                  <a:pt x="715" y="51"/>
                </a:cubicBezTo>
                <a:cubicBezTo>
                  <a:pt x="696" y="86"/>
                  <a:pt x="689" y="94"/>
                  <a:pt x="687" y="103"/>
                </a:cubicBezTo>
                <a:cubicBezTo>
                  <a:pt x="667" y="145"/>
                  <a:pt x="670" y="146"/>
                  <a:pt x="670" y="148"/>
                </a:cubicBezTo>
                <a:cubicBezTo>
                  <a:pt x="662" y="166"/>
                  <a:pt x="660" y="175"/>
                  <a:pt x="659" y="185"/>
                </a:cubicBezTo>
                <a:cubicBezTo>
                  <a:pt x="655" y="217"/>
                  <a:pt x="655" y="222"/>
                  <a:pt x="653" y="226"/>
                </a:cubicBezTo>
                <a:cubicBezTo>
                  <a:pt x="646" y="259"/>
                  <a:pt x="650" y="265"/>
                  <a:pt x="650" y="270"/>
                </a:cubicBezTo>
                <a:cubicBezTo>
                  <a:pt x="632" y="316"/>
                  <a:pt x="637" y="319"/>
                  <a:pt x="630" y="321"/>
                </a:cubicBezTo>
                <a:cubicBezTo>
                  <a:pt x="630" y="285"/>
                  <a:pt x="633" y="283"/>
                  <a:pt x="633" y="280"/>
                </a:cubicBezTo>
                <a:cubicBezTo>
                  <a:pt x="637" y="248"/>
                  <a:pt x="637" y="243"/>
                  <a:pt x="639" y="238"/>
                </a:cubicBezTo>
                <a:cubicBezTo>
                  <a:pt x="639" y="222"/>
                  <a:pt x="641" y="220"/>
                  <a:pt x="641" y="217"/>
                </a:cubicBezTo>
                <a:cubicBezTo>
                  <a:pt x="649" y="175"/>
                  <a:pt x="652" y="166"/>
                  <a:pt x="654" y="157"/>
                </a:cubicBezTo>
                <a:cubicBezTo>
                  <a:pt x="673" y="112"/>
                  <a:pt x="670" y="107"/>
                  <a:pt x="677" y="103"/>
                </a:cubicBezTo>
                <a:cubicBezTo>
                  <a:pt x="690" y="65"/>
                  <a:pt x="699" y="63"/>
                  <a:pt x="694" y="59"/>
                </a:cubicBezTo>
                <a:cubicBezTo>
                  <a:pt x="663" y="118"/>
                  <a:pt x="658" y="124"/>
                  <a:pt x="654" y="130"/>
                </a:cubicBezTo>
                <a:cubicBezTo>
                  <a:pt x="644" y="160"/>
                  <a:pt x="640" y="163"/>
                  <a:pt x="644" y="166"/>
                </a:cubicBezTo>
                <a:cubicBezTo>
                  <a:pt x="632" y="198"/>
                  <a:pt x="638" y="202"/>
                  <a:pt x="632" y="204"/>
                </a:cubicBezTo>
                <a:cubicBezTo>
                  <a:pt x="630" y="226"/>
                  <a:pt x="628" y="229"/>
                  <a:pt x="630" y="233"/>
                </a:cubicBezTo>
                <a:cubicBezTo>
                  <a:pt x="624" y="286"/>
                  <a:pt x="621" y="292"/>
                  <a:pt x="621" y="298"/>
                </a:cubicBezTo>
                <a:cubicBezTo>
                  <a:pt x="622" y="314"/>
                  <a:pt x="617" y="316"/>
                  <a:pt x="621" y="318"/>
                </a:cubicBezTo>
                <a:cubicBezTo>
                  <a:pt x="615" y="341"/>
                  <a:pt x="613" y="344"/>
                  <a:pt x="612" y="347"/>
                </a:cubicBezTo>
                <a:cubicBezTo>
                  <a:pt x="610" y="337"/>
                  <a:pt x="612" y="332"/>
                  <a:pt x="615" y="327"/>
                </a:cubicBezTo>
                <a:cubicBezTo>
                  <a:pt x="612" y="290"/>
                  <a:pt x="621" y="286"/>
                  <a:pt x="616" y="280"/>
                </a:cubicBezTo>
                <a:cubicBezTo>
                  <a:pt x="615" y="259"/>
                  <a:pt x="621" y="255"/>
                  <a:pt x="620" y="250"/>
                </a:cubicBezTo>
                <a:cubicBezTo>
                  <a:pt x="624" y="201"/>
                  <a:pt x="625" y="198"/>
                  <a:pt x="626" y="196"/>
                </a:cubicBezTo>
                <a:cubicBezTo>
                  <a:pt x="635" y="171"/>
                  <a:pt x="633" y="168"/>
                  <a:pt x="634" y="166"/>
                </a:cubicBezTo>
                <a:cubicBezTo>
                  <a:pt x="642" y="141"/>
                  <a:pt x="642" y="139"/>
                  <a:pt x="642" y="136"/>
                </a:cubicBezTo>
                <a:cubicBezTo>
                  <a:pt x="655" y="109"/>
                  <a:pt x="657" y="104"/>
                  <a:pt x="662" y="99"/>
                </a:cubicBezTo>
                <a:cubicBezTo>
                  <a:pt x="645" y="113"/>
                  <a:pt x="645" y="122"/>
                  <a:pt x="637" y="130"/>
                </a:cubicBezTo>
                <a:cubicBezTo>
                  <a:pt x="617" y="197"/>
                  <a:pt x="614" y="202"/>
                  <a:pt x="614" y="207"/>
                </a:cubicBezTo>
                <a:cubicBezTo>
                  <a:pt x="613" y="227"/>
                  <a:pt x="609" y="228"/>
                  <a:pt x="612" y="231"/>
                </a:cubicBezTo>
                <a:cubicBezTo>
                  <a:pt x="612" y="251"/>
                  <a:pt x="612" y="254"/>
                  <a:pt x="608" y="256"/>
                </a:cubicBezTo>
                <a:cubicBezTo>
                  <a:pt x="608" y="278"/>
                  <a:pt x="607" y="283"/>
                  <a:pt x="607" y="289"/>
                </a:cubicBezTo>
                <a:cubicBezTo>
                  <a:pt x="595" y="363"/>
                  <a:pt x="592" y="374"/>
                  <a:pt x="587" y="384"/>
                </a:cubicBezTo>
                <a:cubicBezTo>
                  <a:pt x="589" y="326"/>
                  <a:pt x="592" y="323"/>
                  <a:pt x="592" y="319"/>
                </a:cubicBezTo>
                <a:cubicBezTo>
                  <a:pt x="594" y="243"/>
                  <a:pt x="593" y="240"/>
                  <a:pt x="594" y="237"/>
                </a:cubicBezTo>
                <a:cubicBezTo>
                  <a:pt x="597" y="223"/>
                  <a:pt x="596" y="219"/>
                  <a:pt x="596" y="216"/>
                </a:cubicBezTo>
                <a:cubicBezTo>
                  <a:pt x="608" y="177"/>
                  <a:pt x="610" y="170"/>
                  <a:pt x="614" y="163"/>
                </a:cubicBezTo>
                <a:cubicBezTo>
                  <a:pt x="624" y="125"/>
                  <a:pt x="623" y="130"/>
                  <a:pt x="621" y="134"/>
                </a:cubicBezTo>
                <a:cubicBezTo>
                  <a:pt x="598" y="185"/>
                  <a:pt x="595" y="190"/>
                  <a:pt x="594" y="195"/>
                </a:cubicBezTo>
                <a:cubicBezTo>
                  <a:pt x="583" y="227"/>
                  <a:pt x="590" y="232"/>
                  <a:pt x="586" y="235"/>
                </a:cubicBezTo>
                <a:cubicBezTo>
                  <a:pt x="585" y="269"/>
                  <a:pt x="583" y="276"/>
                  <a:pt x="584" y="284"/>
                </a:cubicBezTo>
                <a:cubicBezTo>
                  <a:pt x="583" y="334"/>
                  <a:pt x="581" y="338"/>
                  <a:pt x="584" y="342"/>
                </a:cubicBezTo>
                <a:cubicBezTo>
                  <a:pt x="578" y="377"/>
                  <a:pt x="579" y="381"/>
                  <a:pt x="575" y="384"/>
                </a:cubicBezTo>
                <a:cubicBezTo>
                  <a:pt x="572" y="368"/>
                  <a:pt x="578" y="365"/>
                  <a:pt x="575" y="361"/>
                </a:cubicBezTo>
                <a:cubicBezTo>
                  <a:pt x="580" y="316"/>
                  <a:pt x="571" y="307"/>
                  <a:pt x="578" y="300"/>
                </a:cubicBezTo>
                <a:cubicBezTo>
                  <a:pt x="572" y="220"/>
                  <a:pt x="574" y="213"/>
                  <a:pt x="573" y="205"/>
                </a:cubicBezTo>
                <a:cubicBezTo>
                  <a:pt x="581" y="177"/>
                  <a:pt x="576" y="169"/>
                  <a:pt x="580" y="163"/>
                </a:cubicBezTo>
                <a:cubicBezTo>
                  <a:pt x="594" y="117"/>
                  <a:pt x="601" y="111"/>
                  <a:pt x="598" y="103"/>
                </a:cubicBezTo>
                <a:cubicBezTo>
                  <a:pt x="577" y="151"/>
                  <a:pt x="576" y="154"/>
                  <a:pt x="573" y="156"/>
                </a:cubicBezTo>
                <a:cubicBezTo>
                  <a:pt x="562" y="241"/>
                  <a:pt x="563" y="252"/>
                  <a:pt x="564" y="263"/>
                </a:cubicBezTo>
                <a:cubicBezTo>
                  <a:pt x="569" y="302"/>
                  <a:pt x="564" y="307"/>
                  <a:pt x="568" y="312"/>
                </a:cubicBezTo>
                <a:cubicBezTo>
                  <a:pt x="566" y="341"/>
                  <a:pt x="565" y="352"/>
                  <a:pt x="568" y="364"/>
                </a:cubicBezTo>
                <a:cubicBezTo>
                  <a:pt x="553" y="423"/>
                  <a:pt x="553" y="420"/>
                  <a:pt x="555" y="417"/>
                </a:cubicBezTo>
                <a:cubicBezTo>
                  <a:pt x="556" y="394"/>
                  <a:pt x="560" y="392"/>
                  <a:pt x="558" y="388"/>
                </a:cubicBezTo>
                <a:cubicBezTo>
                  <a:pt x="561" y="333"/>
                  <a:pt x="563" y="331"/>
                  <a:pt x="562" y="329"/>
                </a:cubicBezTo>
                <a:cubicBezTo>
                  <a:pt x="559" y="274"/>
                  <a:pt x="553" y="255"/>
                  <a:pt x="554" y="236"/>
                </a:cubicBezTo>
                <a:cubicBezTo>
                  <a:pt x="554" y="218"/>
                  <a:pt x="555" y="214"/>
                  <a:pt x="554" y="209"/>
                </a:cubicBezTo>
                <a:cubicBezTo>
                  <a:pt x="559" y="193"/>
                  <a:pt x="557" y="190"/>
                  <a:pt x="559" y="188"/>
                </a:cubicBezTo>
                <a:cubicBezTo>
                  <a:pt x="569" y="145"/>
                  <a:pt x="573" y="136"/>
                  <a:pt x="573" y="126"/>
                </a:cubicBezTo>
                <a:cubicBezTo>
                  <a:pt x="557" y="167"/>
                  <a:pt x="554" y="173"/>
                  <a:pt x="555" y="179"/>
                </a:cubicBezTo>
                <a:cubicBezTo>
                  <a:pt x="548" y="204"/>
                  <a:pt x="545" y="211"/>
                  <a:pt x="547" y="219"/>
                </a:cubicBezTo>
                <a:cubicBezTo>
                  <a:pt x="545" y="249"/>
                  <a:pt x="547" y="257"/>
                  <a:pt x="548" y="265"/>
                </a:cubicBezTo>
                <a:cubicBezTo>
                  <a:pt x="553" y="302"/>
                  <a:pt x="551" y="305"/>
                  <a:pt x="550" y="308"/>
                </a:cubicBezTo>
                <a:cubicBezTo>
                  <a:pt x="556" y="350"/>
                  <a:pt x="553" y="352"/>
                  <a:pt x="554" y="354"/>
                </a:cubicBezTo>
                <a:cubicBezTo>
                  <a:pt x="551" y="391"/>
                  <a:pt x="544" y="394"/>
                  <a:pt x="549" y="399"/>
                </a:cubicBezTo>
                <a:cubicBezTo>
                  <a:pt x="548" y="423"/>
                  <a:pt x="541" y="425"/>
                  <a:pt x="543" y="428"/>
                </a:cubicBezTo>
                <a:cubicBezTo>
                  <a:pt x="534" y="435"/>
                  <a:pt x="534" y="428"/>
                  <a:pt x="538" y="422"/>
                </a:cubicBezTo>
                <a:cubicBezTo>
                  <a:pt x="537" y="386"/>
                  <a:pt x="541" y="383"/>
                  <a:pt x="540" y="379"/>
                </a:cubicBezTo>
                <a:cubicBezTo>
                  <a:pt x="538" y="342"/>
                  <a:pt x="537" y="338"/>
                  <a:pt x="538" y="333"/>
                </a:cubicBezTo>
                <a:cubicBezTo>
                  <a:pt x="535" y="297"/>
                  <a:pt x="532" y="288"/>
                  <a:pt x="531" y="280"/>
                </a:cubicBezTo>
                <a:cubicBezTo>
                  <a:pt x="528" y="237"/>
                  <a:pt x="531" y="236"/>
                  <a:pt x="530" y="234"/>
                </a:cubicBezTo>
                <a:cubicBezTo>
                  <a:pt x="531" y="195"/>
                  <a:pt x="535" y="192"/>
                  <a:pt x="534" y="187"/>
                </a:cubicBezTo>
                <a:cubicBezTo>
                  <a:pt x="537" y="169"/>
                  <a:pt x="538" y="165"/>
                  <a:pt x="539" y="161"/>
                </a:cubicBezTo>
                <a:cubicBezTo>
                  <a:pt x="534" y="156"/>
                  <a:pt x="534" y="160"/>
                  <a:pt x="532" y="164"/>
                </a:cubicBezTo>
                <a:cubicBezTo>
                  <a:pt x="527" y="184"/>
                  <a:pt x="527" y="187"/>
                  <a:pt x="528" y="189"/>
                </a:cubicBezTo>
                <a:cubicBezTo>
                  <a:pt x="521" y="228"/>
                  <a:pt x="522" y="230"/>
                  <a:pt x="522" y="232"/>
                </a:cubicBezTo>
                <a:cubicBezTo>
                  <a:pt x="521" y="256"/>
                  <a:pt x="520" y="257"/>
                  <a:pt x="522" y="259"/>
                </a:cubicBezTo>
                <a:cubicBezTo>
                  <a:pt x="527" y="285"/>
                  <a:pt x="520" y="288"/>
                  <a:pt x="524" y="293"/>
                </a:cubicBezTo>
                <a:cubicBezTo>
                  <a:pt x="532" y="343"/>
                  <a:pt x="530" y="351"/>
                  <a:pt x="534" y="361"/>
                </a:cubicBezTo>
                <a:cubicBezTo>
                  <a:pt x="531" y="378"/>
                  <a:pt x="529" y="380"/>
                  <a:pt x="532" y="382"/>
                </a:cubicBezTo>
                <a:cubicBezTo>
                  <a:pt x="530" y="417"/>
                  <a:pt x="530" y="421"/>
                  <a:pt x="528" y="424"/>
                </a:cubicBezTo>
                <a:cubicBezTo>
                  <a:pt x="523" y="442"/>
                  <a:pt x="525" y="445"/>
                  <a:pt x="522" y="444"/>
                </a:cubicBezTo>
                <a:cubicBezTo>
                  <a:pt x="523" y="396"/>
                  <a:pt x="516" y="383"/>
                  <a:pt x="519" y="372"/>
                </a:cubicBezTo>
                <a:cubicBezTo>
                  <a:pt x="517" y="348"/>
                  <a:pt x="514" y="341"/>
                  <a:pt x="515" y="335"/>
                </a:cubicBezTo>
                <a:cubicBezTo>
                  <a:pt x="506" y="291"/>
                  <a:pt x="509" y="286"/>
                  <a:pt x="507" y="280"/>
                </a:cubicBezTo>
                <a:cubicBezTo>
                  <a:pt x="508" y="220"/>
                  <a:pt x="509" y="215"/>
                  <a:pt x="510" y="209"/>
                </a:cubicBezTo>
                <a:cubicBezTo>
                  <a:pt x="513" y="185"/>
                  <a:pt x="512" y="178"/>
                  <a:pt x="516" y="173"/>
                </a:cubicBezTo>
                <a:cubicBezTo>
                  <a:pt x="515" y="159"/>
                  <a:pt x="514" y="162"/>
                  <a:pt x="512" y="164"/>
                </a:cubicBezTo>
                <a:cubicBezTo>
                  <a:pt x="505" y="191"/>
                  <a:pt x="507" y="196"/>
                  <a:pt x="504" y="201"/>
                </a:cubicBezTo>
                <a:cubicBezTo>
                  <a:pt x="500" y="221"/>
                  <a:pt x="502" y="226"/>
                  <a:pt x="501" y="230"/>
                </a:cubicBezTo>
                <a:cubicBezTo>
                  <a:pt x="498" y="248"/>
                  <a:pt x="500" y="251"/>
                  <a:pt x="500" y="253"/>
                </a:cubicBezTo>
                <a:cubicBezTo>
                  <a:pt x="496" y="271"/>
                  <a:pt x="502" y="275"/>
                  <a:pt x="498" y="277"/>
                </a:cubicBezTo>
                <a:cubicBezTo>
                  <a:pt x="497" y="300"/>
                  <a:pt x="497" y="294"/>
                  <a:pt x="497" y="290"/>
                </a:cubicBezTo>
                <a:cubicBezTo>
                  <a:pt x="494" y="271"/>
                  <a:pt x="495" y="268"/>
                  <a:pt x="495" y="266"/>
                </a:cubicBezTo>
                <a:cubicBezTo>
                  <a:pt x="494" y="202"/>
                  <a:pt x="495" y="187"/>
                  <a:pt x="499" y="173"/>
                </a:cubicBezTo>
                <a:cubicBezTo>
                  <a:pt x="501" y="135"/>
                  <a:pt x="510" y="133"/>
                  <a:pt x="503" y="128"/>
                </a:cubicBezTo>
                <a:cubicBezTo>
                  <a:pt x="490" y="173"/>
                  <a:pt x="490" y="178"/>
                  <a:pt x="489" y="183"/>
                </a:cubicBezTo>
                <a:cubicBezTo>
                  <a:pt x="485" y="220"/>
                  <a:pt x="485" y="223"/>
                  <a:pt x="485" y="225"/>
                </a:cubicBezTo>
                <a:cubicBezTo>
                  <a:pt x="484" y="256"/>
                  <a:pt x="483" y="258"/>
                  <a:pt x="486" y="261"/>
                </a:cubicBezTo>
                <a:cubicBezTo>
                  <a:pt x="484" y="277"/>
                  <a:pt x="489" y="280"/>
                  <a:pt x="487" y="282"/>
                </a:cubicBezTo>
                <a:cubicBezTo>
                  <a:pt x="498" y="337"/>
                  <a:pt x="496" y="347"/>
                  <a:pt x="502" y="357"/>
                </a:cubicBezTo>
                <a:cubicBezTo>
                  <a:pt x="506" y="408"/>
                  <a:pt x="505" y="413"/>
                  <a:pt x="503" y="418"/>
                </a:cubicBezTo>
                <a:cubicBezTo>
                  <a:pt x="505" y="450"/>
                  <a:pt x="505" y="453"/>
                  <a:pt x="503" y="455"/>
                </a:cubicBezTo>
                <a:cubicBezTo>
                  <a:pt x="499" y="471"/>
                  <a:pt x="503" y="479"/>
                  <a:pt x="498" y="475"/>
                </a:cubicBezTo>
                <a:cubicBezTo>
                  <a:pt x="493" y="426"/>
                  <a:pt x="495" y="423"/>
                  <a:pt x="495" y="419"/>
                </a:cubicBezTo>
                <a:cubicBezTo>
                  <a:pt x="485" y="375"/>
                  <a:pt x="480" y="366"/>
                  <a:pt x="483" y="359"/>
                </a:cubicBezTo>
                <a:cubicBezTo>
                  <a:pt x="470" y="321"/>
                  <a:pt x="476" y="319"/>
                  <a:pt x="470" y="314"/>
                </a:cubicBezTo>
                <a:cubicBezTo>
                  <a:pt x="459" y="218"/>
                  <a:pt x="466" y="212"/>
                  <a:pt x="462" y="204"/>
                </a:cubicBezTo>
                <a:cubicBezTo>
                  <a:pt x="457" y="195"/>
                  <a:pt x="457" y="204"/>
                  <a:pt x="457" y="213"/>
                </a:cubicBezTo>
                <a:cubicBezTo>
                  <a:pt x="457" y="232"/>
                  <a:pt x="452" y="236"/>
                  <a:pt x="455" y="241"/>
                </a:cubicBezTo>
                <a:cubicBezTo>
                  <a:pt x="454" y="275"/>
                  <a:pt x="459" y="280"/>
                  <a:pt x="456" y="285"/>
                </a:cubicBezTo>
                <a:cubicBezTo>
                  <a:pt x="462" y="317"/>
                  <a:pt x="462" y="322"/>
                  <a:pt x="465" y="327"/>
                </a:cubicBezTo>
                <a:cubicBezTo>
                  <a:pt x="475" y="362"/>
                  <a:pt x="473" y="368"/>
                  <a:pt x="475" y="375"/>
                </a:cubicBezTo>
                <a:cubicBezTo>
                  <a:pt x="478" y="394"/>
                  <a:pt x="483" y="397"/>
                  <a:pt x="481" y="400"/>
                </a:cubicBezTo>
                <a:cubicBezTo>
                  <a:pt x="484" y="436"/>
                  <a:pt x="490" y="444"/>
                  <a:pt x="487" y="449"/>
                </a:cubicBezTo>
                <a:cubicBezTo>
                  <a:pt x="483" y="480"/>
                  <a:pt x="490" y="485"/>
                  <a:pt x="488" y="488"/>
                </a:cubicBezTo>
                <a:cubicBezTo>
                  <a:pt x="483" y="503"/>
                  <a:pt x="485" y="499"/>
                  <a:pt x="485" y="495"/>
                </a:cubicBezTo>
                <a:cubicBezTo>
                  <a:pt x="486" y="464"/>
                  <a:pt x="482" y="459"/>
                  <a:pt x="483" y="454"/>
                </a:cubicBezTo>
                <a:cubicBezTo>
                  <a:pt x="474" y="394"/>
                  <a:pt x="466" y="388"/>
                  <a:pt x="469" y="384"/>
                </a:cubicBezTo>
                <a:cubicBezTo>
                  <a:pt x="462" y="348"/>
                  <a:pt x="459" y="346"/>
                  <a:pt x="457" y="346"/>
                </a:cubicBezTo>
                <a:cubicBezTo>
                  <a:pt x="449" y="328"/>
                  <a:pt x="460" y="322"/>
                  <a:pt x="453" y="324"/>
                </a:cubicBezTo>
                <a:cubicBezTo>
                  <a:pt x="446" y="286"/>
                  <a:pt x="449" y="281"/>
                  <a:pt x="445" y="276"/>
                </a:cubicBezTo>
                <a:cubicBezTo>
                  <a:pt x="449" y="241"/>
                  <a:pt x="443" y="235"/>
                  <a:pt x="444" y="230"/>
                </a:cubicBezTo>
                <a:cubicBezTo>
                  <a:pt x="450" y="210"/>
                  <a:pt x="442" y="203"/>
                  <a:pt x="449" y="199"/>
                </a:cubicBezTo>
                <a:cubicBezTo>
                  <a:pt x="454" y="163"/>
                  <a:pt x="461" y="159"/>
                  <a:pt x="458" y="153"/>
                </a:cubicBezTo>
                <a:cubicBezTo>
                  <a:pt x="444" y="191"/>
                  <a:pt x="439" y="200"/>
                  <a:pt x="440" y="211"/>
                </a:cubicBezTo>
                <a:cubicBezTo>
                  <a:pt x="435" y="250"/>
                  <a:pt x="436" y="261"/>
                  <a:pt x="437" y="271"/>
                </a:cubicBezTo>
                <a:cubicBezTo>
                  <a:pt x="442" y="313"/>
                  <a:pt x="444" y="323"/>
                  <a:pt x="448" y="335"/>
                </a:cubicBezTo>
                <a:cubicBezTo>
                  <a:pt x="458" y="387"/>
                  <a:pt x="461" y="393"/>
                  <a:pt x="460" y="398"/>
                </a:cubicBezTo>
                <a:cubicBezTo>
                  <a:pt x="473" y="464"/>
                  <a:pt x="476" y="471"/>
                  <a:pt x="475" y="477"/>
                </a:cubicBezTo>
                <a:cubicBezTo>
                  <a:pt x="472" y="519"/>
                  <a:pt x="470" y="522"/>
                  <a:pt x="473" y="526"/>
                </a:cubicBezTo>
                <a:cubicBezTo>
                  <a:pt x="466" y="546"/>
                  <a:pt x="465" y="547"/>
                  <a:pt x="465" y="548"/>
                </a:cubicBezTo>
                <a:cubicBezTo>
                  <a:pt x="459" y="507"/>
                  <a:pt x="462" y="504"/>
                  <a:pt x="463" y="501"/>
                </a:cubicBezTo>
                <a:cubicBezTo>
                  <a:pt x="458" y="462"/>
                  <a:pt x="451" y="454"/>
                  <a:pt x="451" y="448"/>
                </a:cubicBezTo>
                <a:cubicBezTo>
                  <a:pt x="436" y="412"/>
                  <a:pt x="440" y="409"/>
                  <a:pt x="436" y="405"/>
                </a:cubicBezTo>
                <a:cubicBezTo>
                  <a:pt x="427" y="372"/>
                  <a:pt x="429" y="369"/>
                  <a:pt x="426" y="365"/>
                </a:cubicBezTo>
                <a:cubicBezTo>
                  <a:pt x="421" y="351"/>
                  <a:pt x="423" y="350"/>
                  <a:pt x="421" y="347"/>
                </a:cubicBezTo>
                <a:cubicBezTo>
                  <a:pt x="417" y="313"/>
                  <a:pt x="414" y="309"/>
                  <a:pt x="415" y="305"/>
                </a:cubicBezTo>
                <a:cubicBezTo>
                  <a:pt x="416" y="260"/>
                  <a:pt x="418" y="257"/>
                  <a:pt x="414" y="253"/>
                </a:cubicBezTo>
                <a:cubicBezTo>
                  <a:pt x="416" y="237"/>
                  <a:pt x="416" y="229"/>
                  <a:pt x="414" y="222"/>
                </a:cubicBezTo>
                <a:cubicBezTo>
                  <a:pt x="416" y="200"/>
                  <a:pt x="418" y="197"/>
                  <a:pt x="418" y="194"/>
                </a:cubicBezTo>
                <a:cubicBezTo>
                  <a:pt x="414" y="206"/>
                  <a:pt x="410" y="211"/>
                  <a:pt x="412" y="216"/>
                </a:cubicBezTo>
                <a:cubicBezTo>
                  <a:pt x="409" y="236"/>
                  <a:pt x="410" y="242"/>
                  <a:pt x="410" y="247"/>
                </a:cubicBezTo>
                <a:cubicBezTo>
                  <a:pt x="407" y="327"/>
                  <a:pt x="412" y="332"/>
                  <a:pt x="410" y="335"/>
                </a:cubicBezTo>
                <a:cubicBezTo>
                  <a:pt x="414" y="368"/>
                  <a:pt x="422" y="373"/>
                  <a:pt x="420" y="377"/>
                </a:cubicBezTo>
                <a:cubicBezTo>
                  <a:pt x="438" y="439"/>
                  <a:pt x="445" y="459"/>
                  <a:pt x="448" y="477"/>
                </a:cubicBezTo>
                <a:cubicBezTo>
                  <a:pt x="451" y="509"/>
                  <a:pt x="452" y="514"/>
                  <a:pt x="453" y="518"/>
                </a:cubicBezTo>
                <a:cubicBezTo>
                  <a:pt x="449" y="518"/>
                  <a:pt x="452" y="515"/>
                  <a:pt x="448" y="512"/>
                </a:cubicBezTo>
                <a:cubicBezTo>
                  <a:pt x="443" y="484"/>
                  <a:pt x="442" y="477"/>
                  <a:pt x="441" y="470"/>
                </a:cubicBezTo>
                <a:cubicBezTo>
                  <a:pt x="432" y="436"/>
                  <a:pt x="429" y="432"/>
                  <a:pt x="428" y="428"/>
                </a:cubicBezTo>
                <a:cubicBezTo>
                  <a:pt x="416" y="393"/>
                  <a:pt x="413" y="389"/>
                  <a:pt x="414" y="386"/>
                </a:cubicBezTo>
                <a:cubicBezTo>
                  <a:pt x="407" y="359"/>
                  <a:pt x="405" y="356"/>
                  <a:pt x="403" y="350"/>
                </a:cubicBezTo>
                <a:cubicBezTo>
                  <a:pt x="401" y="334"/>
                  <a:pt x="403" y="333"/>
                  <a:pt x="403" y="333"/>
                </a:cubicBezTo>
                <a:cubicBezTo>
                  <a:pt x="401" y="321"/>
                  <a:pt x="400" y="317"/>
                  <a:pt x="399" y="314"/>
                </a:cubicBezTo>
                <a:cubicBezTo>
                  <a:pt x="395" y="298"/>
                  <a:pt x="397" y="295"/>
                  <a:pt x="396" y="293"/>
                </a:cubicBezTo>
                <a:cubicBezTo>
                  <a:pt x="390" y="256"/>
                  <a:pt x="396" y="250"/>
                  <a:pt x="392" y="243"/>
                </a:cubicBezTo>
                <a:cubicBezTo>
                  <a:pt x="394" y="217"/>
                  <a:pt x="395" y="215"/>
                  <a:pt x="395" y="213"/>
                </a:cubicBezTo>
                <a:cubicBezTo>
                  <a:pt x="388" y="211"/>
                  <a:pt x="391" y="212"/>
                  <a:pt x="391" y="214"/>
                </a:cubicBezTo>
                <a:cubicBezTo>
                  <a:pt x="386" y="231"/>
                  <a:pt x="389" y="235"/>
                  <a:pt x="386" y="237"/>
                </a:cubicBezTo>
                <a:cubicBezTo>
                  <a:pt x="387" y="268"/>
                  <a:pt x="385" y="271"/>
                  <a:pt x="388" y="275"/>
                </a:cubicBezTo>
                <a:cubicBezTo>
                  <a:pt x="391" y="325"/>
                  <a:pt x="397" y="338"/>
                  <a:pt x="393" y="350"/>
                </a:cubicBezTo>
                <a:cubicBezTo>
                  <a:pt x="405" y="382"/>
                  <a:pt x="403" y="390"/>
                  <a:pt x="408" y="398"/>
                </a:cubicBezTo>
                <a:cubicBezTo>
                  <a:pt x="419" y="430"/>
                  <a:pt x="421" y="438"/>
                  <a:pt x="423" y="446"/>
                </a:cubicBezTo>
                <a:cubicBezTo>
                  <a:pt x="436" y="483"/>
                  <a:pt x="432" y="487"/>
                  <a:pt x="436" y="491"/>
                </a:cubicBezTo>
                <a:cubicBezTo>
                  <a:pt x="440" y="554"/>
                  <a:pt x="443" y="558"/>
                  <a:pt x="443" y="562"/>
                </a:cubicBezTo>
                <a:cubicBezTo>
                  <a:pt x="428" y="572"/>
                  <a:pt x="429" y="568"/>
                  <a:pt x="430" y="564"/>
                </a:cubicBezTo>
                <a:cubicBezTo>
                  <a:pt x="417" y="498"/>
                  <a:pt x="416" y="485"/>
                  <a:pt x="415" y="472"/>
                </a:cubicBezTo>
                <a:cubicBezTo>
                  <a:pt x="409" y="449"/>
                  <a:pt x="405" y="442"/>
                  <a:pt x="406" y="436"/>
                </a:cubicBezTo>
                <a:cubicBezTo>
                  <a:pt x="401" y="421"/>
                  <a:pt x="398" y="415"/>
                  <a:pt x="398" y="411"/>
                </a:cubicBezTo>
                <a:cubicBezTo>
                  <a:pt x="393" y="374"/>
                  <a:pt x="387" y="375"/>
                  <a:pt x="389" y="372"/>
                </a:cubicBezTo>
                <a:cubicBezTo>
                  <a:pt x="382" y="312"/>
                  <a:pt x="377" y="293"/>
                  <a:pt x="381" y="275"/>
                </a:cubicBezTo>
                <a:cubicBezTo>
                  <a:pt x="385" y="244"/>
                  <a:pt x="380" y="238"/>
                  <a:pt x="383" y="234"/>
                </a:cubicBezTo>
                <a:cubicBezTo>
                  <a:pt x="377" y="239"/>
                  <a:pt x="376" y="242"/>
                  <a:pt x="376" y="244"/>
                </a:cubicBezTo>
                <a:cubicBezTo>
                  <a:pt x="375" y="300"/>
                  <a:pt x="373" y="312"/>
                  <a:pt x="372" y="324"/>
                </a:cubicBezTo>
                <a:cubicBezTo>
                  <a:pt x="386" y="402"/>
                  <a:pt x="389" y="407"/>
                  <a:pt x="389" y="412"/>
                </a:cubicBezTo>
                <a:cubicBezTo>
                  <a:pt x="411" y="512"/>
                  <a:pt x="416" y="522"/>
                  <a:pt x="416" y="532"/>
                </a:cubicBezTo>
                <a:cubicBezTo>
                  <a:pt x="418" y="573"/>
                  <a:pt x="419" y="584"/>
                  <a:pt x="420" y="595"/>
                </a:cubicBezTo>
                <a:cubicBezTo>
                  <a:pt x="411" y="622"/>
                  <a:pt x="419" y="616"/>
                  <a:pt x="413" y="608"/>
                </a:cubicBezTo>
                <a:cubicBezTo>
                  <a:pt x="406" y="541"/>
                  <a:pt x="407" y="534"/>
                  <a:pt x="403" y="527"/>
                </a:cubicBezTo>
                <a:cubicBezTo>
                  <a:pt x="394" y="499"/>
                  <a:pt x="398" y="493"/>
                  <a:pt x="395" y="486"/>
                </a:cubicBezTo>
                <a:cubicBezTo>
                  <a:pt x="376" y="417"/>
                  <a:pt x="378" y="413"/>
                  <a:pt x="374" y="408"/>
                </a:cubicBezTo>
                <a:cubicBezTo>
                  <a:pt x="370" y="378"/>
                  <a:pt x="365" y="372"/>
                  <a:pt x="367" y="369"/>
                </a:cubicBezTo>
                <a:cubicBezTo>
                  <a:pt x="363" y="308"/>
                  <a:pt x="356" y="298"/>
                  <a:pt x="360" y="290"/>
                </a:cubicBezTo>
                <a:cubicBezTo>
                  <a:pt x="362" y="248"/>
                  <a:pt x="362" y="244"/>
                  <a:pt x="362" y="239"/>
                </a:cubicBezTo>
                <a:cubicBezTo>
                  <a:pt x="363" y="220"/>
                  <a:pt x="361" y="223"/>
                  <a:pt x="360" y="226"/>
                </a:cubicBezTo>
                <a:cubicBezTo>
                  <a:pt x="358" y="241"/>
                  <a:pt x="353" y="244"/>
                  <a:pt x="357" y="248"/>
                </a:cubicBezTo>
                <a:cubicBezTo>
                  <a:pt x="352" y="267"/>
                  <a:pt x="356" y="270"/>
                  <a:pt x="351" y="272"/>
                </a:cubicBezTo>
                <a:cubicBezTo>
                  <a:pt x="350" y="303"/>
                  <a:pt x="355" y="306"/>
                  <a:pt x="353" y="308"/>
                </a:cubicBezTo>
                <a:cubicBezTo>
                  <a:pt x="351" y="332"/>
                  <a:pt x="356" y="338"/>
                  <a:pt x="353" y="342"/>
                </a:cubicBezTo>
                <a:cubicBezTo>
                  <a:pt x="363" y="389"/>
                  <a:pt x="362" y="393"/>
                  <a:pt x="367" y="398"/>
                </a:cubicBezTo>
                <a:cubicBezTo>
                  <a:pt x="367" y="433"/>
                  <a:pt x="379" y="443"/>
                  <a:pt x="375" y="451"/>
                </a:cubicBezTo>
                <a:cubicBezTo>
                  <a:pt x="395" y="536"/>
                  <a:pt x="399" y="541"/>
                  <a:pt x="399" y="545"/>
                </a:cubicBezTo>
                <a:cubicBezTo>
                  <a:pt x="400" y="576"/>
                  <a:pt x="402" y="581"/>
                  <a:pt x="406" y="586"/>
                </a:cubicBezTo>
                <a:cubicBezTo>
                  <a:pt x="406" y="605"/>
                  <a:pt x="405" y="608"/>
                  <a:pt x="404" y="610"/>
                </a:cubicBezTo>
                <a:cubicBezTo>
                  <a:pt x="402" y="627"/>
                  <a:pt x="408" y="632"/>
                  <a:pt x="403" y="635"/>
                </a:cubicBezTo>
                <a:cubicBezTo>
                  <a:pt x="396" y="601"/>
                  <a:pt x="401" y="597"/>
                  <a:pt x="398" y="592"/>
                </a:cubicBezTo>
                <a:cubicBezTo>
                  <a:pt x="383" y="512"/>
                  <a:pt x="375" y="506"/>
                  <a:pt x="377" y="501"/>
                </a:cubicBezTo>
                <a:cubicBezTo>
                  <a:pt x="354" y="435"/>
                  <a:pt x="354" y="416"/>
                  <a:pt x="344" y="395"/>
                </a:cubicBezTo>
                <a:cubicBezTo>
                  <a:pt x="338" y="338"/>
                  <a:pt x="338" y="335"/>
                  <a:pt x="339" y="333"/>
                </a:cubicBezTo>
                <a:cubicBezTo>
                  <a:pt x="340" y="299"/>
                  <a:pt x="336" y="293"/>
                  <a:pt x="338" y="287"/>
                </a:cubicBezTo>
                <a:cubicBezTo>
                  <a:pt x="331" y="289"/>
                  <a:pt x="332" y="300"/>
                  <a:pt x="330" y="310"/>
                </a:cubicBezTo>
                <a:cubicBezTo>
                  <a:pt x="334" y="336"/>
                  <a:pt x="329" y="338"/>
                  <a:pt x="333" y="342"/>
                </a:cubicBezTo>
                <a:cubicBezTo>
                  <a:pt x="337" y="378"/>
                  <a:pt x="335" y="383"/>
                  <a:pt x="337" y="388"/>
                </a:cubicBezTo>
                <a:cubicBezTo>
                  <a:pt x="337" y="409"/>
                  <a:pt x="345" y="415"/>
                  <a:pt x="343" y="420"/>
                </a:cubicBezTo>
                <a:cubicBezTo>
                  <a:pt x="357" y="454"/>
                  <a:pt x="351" y="461"/>
                  <a:pt x="357" y="467"/>
                </a:cubicBezTo>
                <a:cubicBezTo>
                  <a:pt x="369" y="497"/>
                  <a:pt x="364" y="504"/>
                  <a:pt x="368" y="506"/>
                </a:cubicBezTo>
                <a:cubicBezTo>
                  <a:pt x="379" y="543"/>
                  <a:pt x="382" y="551"/>
                  <a:pt x="384" y="558"/>
                </a:cubicBezTo>
                <a:cubicBezTo>
                  <a:pt x="390" y="600"/>
                  <a:pt x="393" y="605"/>
                  <a:pt x="388" y="609"/>
                </a:cubicBezTo>
                <a:cubicBezTo>
                  <a:pt x="376" y="559"/>
                  <a:pt x="371" y="556"/>
                  <a:pt x="373" y="554"/>
                </a:cubicBezTo>
                <a:cubicBezTo>
                  <a:pt x="357" y="504"/>
                  <a:pt x="350" y="497"/>
                  <a:pt x="350" y="491"/>
                </a:cubicBezTo>
                <a:cubicBezTo>
                  <a:pt x="323" y="433"/>
                  <a:pt x="327" y="431"/>
                  <a:pt x="324" y="427"/>
                </a:cubicBezTo>
                <a:cubicBezTo>
                  <a:pt x="313" y="386"/>
                  <a:pt x="309" y="374"/>
                  <a:pt x="308" y="362"/>
                </a:cubicBezTo>
                <a:cubicBezTo>
                  <a:pt x="306" y="320"/>
                  <a:pt x="303" y="314"/>
                  <a:pt x="304" y="308"/>
                </a:cubicBezTo>
                <a:cubicBezTo>
                  <a:pt x="303" y="284"/>
                  <a:pt x="306" y="279"/>
                  <a:pt x="306" y="273"/>
                </a:cubicBezTo>
                <a:cubicBezTo>
                  <a:pt x="300" y="263"/>
                  <a:pt x="301" y="273"/>
                  <a:pt x="300" y="282"/>
                </a:cubicBezTo>
                <a:cubicBezTo>
                  <a:pt x="298" y="301"/>
                  <a:pt x="297" y="305"/>
                  <a:pt x="295" y="310"/>
                </a:cubicBezTo>
                <a:cubicBezTo>
                  <a:pt x="307" y="382"/>
                  <a:pt x="302" y="391"/>
                  <a:pt x="310" y="402"/>
                </a:cubicBezTo>
                <a:cubicBezTo>
                  <a:pt x="317" y="439"/>
                  <a:pt x="325" y="446"/>
                  <a:pt x="323" y="450"/>
                </a:cubicBezTo>
                <a:cubicBezTo>
                  <a:pt x="337" y="478"/>
                  <a:pt x="337" y="489"/>
                  <a:pt x="345" y="500"/>
                </a:cubicBezTo>
                <a:cubicBezTo>
                  <a:pt x="352" y="526"/>
                  <a:pt x="359" y="530"/>
                  <a:pt x="355" y="532"/>
                </a:cubicBezTo>
                <a:cubicBezTo>
                  <a:pt x="378" y="589"/>
                  <a:pt x="373" y="597"/>
                  <a:pt x="377" y="600"/>
                </a:cubicBezTo>
                <a:cubicBezTo>
                  <a:pt x="374" y="595"/>
                  <a:pt x="367" y="591"/>
                  <a:pt x="366" y="588"/>
                </a:cubicBezTo>
                <a:cubicBezTo>
                  <a:pt x="355" y="552"/>
                  <a:pt x="348" y="544"/>
                  <a:pt x="350" y="538"/>
                </a:cubicBezTo>
                <a:cubicBezTo>
                  <a:pt x="324" y="484"/>
                  <a:pt x="321" y="468"/>
                  <a:pt x="311" y="451"/>
                </a:cubicBezTo>
                <a:cubicBezTo>
                  <a:pt x="301" y="423"/>
                  <a:pt x="301" y="419"/>
                  <a:pt x="300" y="415"/>
                </a:cubicBezTo>
                <a:cubicBezTo>
                  <a:pt x="290" y="374"/>
                  <a:pt x="287" y="369"/>
                  <a:pt x="289" y="366"/>
                </a:cubicBezTo>
                <a:cubicBezTo>
                  <a:pt x="286" y="345"/>
                  <a:pt x="285" y="337"/>
                  <a:pt x="285" y="330"/>
                </a:cubicBezTo>
                <a:cubicBezTo>
                  <a:pt x="278" y="309"/>
                  <a:pt x="280" y="316"/>
                  <a:pt x="280" y="319"/>
                </a:cubicBezTo>
                <a:cubicBezTo>
                  <a:pt x="279" y="330"/>
                  <a:pt x="279" y="333"/>
                  <a:pt x="279" y="334"/>
                </a:cubicBezTo>
                <a:cubicBezTo>
                  <a:pt x="276" y="357"/>
                  <a:pt x="284" y="362"/>
                  <a:pt x="281" y="365"/>
                </a:cubicBezTo>
                <a:cubicBezTo>
                  <a:pt x="287" y="400"/>
                  <a:pt x="290" y="404"/>
                  <a:pt x="290" y="407"/>
                </a:cubicBezTo>
                <a:cubicBezTo>
                  <a:pt x="314" y="477"/>
                  <a:pt x="313" y="479"/>
                  <a:pt x="313" y="481"/>
                </a:cubicBezTo>
                <a:cubicBezTo>
                  <a:pt x="324" y="507"/>
                  <a:pt x="331" y="514"/>
                  <a:pt x="329" y="519"/>
                </a:cubicBezTo>
                <a:cubicBezTo>
                  <a:pt x="359" y="601"/>
                  <a:pt x="365" y="601"/>
                  <a:pt x="364" y="609"/>
                </a:cubicBezTo>
                <a:cubicBezTo>
                  <a:pt x="371" y="640"/>
                  <a:pt x="372" y="643"/>
                  <a:pt x="374" y="646"/>
                </a:cubicBezTo>
                <a:cubicBezTo>
                  <a:pt x="376" y="667"/>
                  <a:pt x="377" y="669"/>
                  <a:pt x="374" y="671"/>
                </a:cubicBezTo>
                <a:cubicBezTo>
                  <a:pt x="375" y="687"/>
                  <a:pt x="374" y="690"/>
                  <a:pt x="375" y="692"/>
                </a:cubicBezTo>
                <a:cubicBezTo>
                  <a:pt x="370" y="713"/>
                  <a:pt x="369" y="717"/>
                  <a:pt x="367" y="715"/>
                </a:cubicBezTo>
                <a:cubicBezTo>
                  <a:pt x="363" y="675"/>
                  <a:pt x="362" y="670"/>
                  <a:pt x="363" y="666"/>
                </a:cubicBezTo>
                <a:cubicBezTo>
                  <a:pt x="352" y="608"/>
                  <a:pt x="345" y="610"/>
                  <a:pt x="346" y="605"/>
                </a:cubicBezTo>
                <a:cubicBezTo>
                  <a:pt x="334" y="572"/>
                  <a:pt x="329" y="574"/>
                  <a:pt x="329" y="568"/>
                </a:cubicBezTo>
                <a:cubicBezTo>
                  <a:pt x="310" y="526"/>
                  <a:pt x="303" y="521"/>
                  <a:pt x="305" y="517"/>
                </a:cubicBezTo>
                <a:cubicBezTo>
                  <a:pt x="290" y="492"/>
                  <a:pt x="293" y="489"/>
                  <a:pt x="289" y="484"/>
                </a:cubicBezTo>
                <a:cubicBezTo>
                  <a:pt x="272" y="442"/>
                  <a:pt x="272" y="433"/>
                  <a:pt x="267" y="424"/>
                </a:cubicBezTo>
                <a:cubicBezTo>
                  <a:pt x="263" y="382"/>
                  <a:pt x="261" y="377"/>
                  <a:pt x="262" y="373"/>
                </a:cubicBezTo>
                <a:cubicBezTo>
                  <a:pt x="263" y="332"/>
                  <a:pt x="259" y="327"/>
                  <a:pt x="260" y="323"/>
                </a:cubicBezTo>
                <a:cubicBezTo>
                  <a:pt x="255" y="324"/>
                  <a:pt x="255" y="328"/>
                  <a:pt x="258" y="332"/>
                </a:cubicBezTo>
                <a:cubicBezTo>
                  <a:pt x="253" y="357"/>
                  <a:pt x="255" y="358"/>
                  <a:pt x="255" y="359"/>
                </a:cubicBezTo>
                <a:cubicBezTo>
                  <a:pt x="256" y="372"/>
                  <a:pt x="254" y="373"/>
                  <a:pt x="255" y="376"/>
                </a:cubicBezTo>
                <a:cubicBezTo>
                  <a:pt x="262" y="413"/>
                  <a:pt x="257" y="421"/>
                  <a:pt x="262" y="430"/>
                </a:cubicBezTo>
                <a:cubicBezTo>
                  <a:pt x="271" y="463"/>
                  <a:pt x="270" y="468"/>
                  <a:pt x="276" y="474"/>
                </a:cubicBezTo>
                <a:cubicBezTo>
                  <a:pt x="293" y="525"/>
                  <a:pt x="305" y="537"/>
                  <a:pt x="308" y="549"/>
                </a:cubicBezTo>
                <a:cubicBezTo>
                  <a:pt x="326" y="593"/>
                  <a:pt x="338" y="598"/>
                  <a:pt x="333" y="600"/>
                </a:cubicBezTo>
                <a:cubicBezTo>
                  <a:pt x="344" y="639"/>
                  <a:pt x="350" y="643"/>
                  <a:pt x="348" y="645"/>
                </a:cubicBezTo>
                <a:cubicBezTo>
                  <a:pt x="360" y="675"/>
                  <a:pt x="349" y="681"/>
                  <a:pt x="356" y="679"/>
                </a:cubicBezTo>
                <a:cubicBezTo>
                  <a:pt x="356" y="718"/>
                  <a:pt x="357" y="722"/>
                  <a:pt x="358" y="727"/>
                </a:cubicBezTo>
                <a:cubicBezTo>
                  <a:pt x="355" y="728"/>
                  <a:pt x="353" y="720"/>
                  <a:pt x="355" y="712"/>
                </a:cubicBezTo>
                <a:cubicBezTo>
                  <a:pt x="344" y="656"/>
                  <a:pt x="337" y="650"/>
                  <a:pt x="339" y="647"/>
                </a:cubicBezTo>
                <a:cubicBezTo>
                  <a:pt x="327" y="614"/>
                  <a:pt x="329" y="612"/>
                  <a:pt x="327" y="609"/>
                </a:cubicBezTo>
                <a:cubicBezTo>
                  <a:pt x="296" y="547"/>
                  <a:pt x="292" y="535"/>
                  <a:pt x="286" y="521"/>
                </a:cubicBezTo>
                <a:cubicBezTo>
                  <a:pt x="264" y="475"/>
                  <a:pt x="265" y="471"/>
                  <a:pt x="260" y="465"/>
                </a:cubicBezTo>
                <a:cubicBezTo>
                  <a:pt x="247" y="411"/>
                  <a:pt x="246" y="405"/>
                  <a:pt x="244" y="399"/>
                </a:cubicBezTo>
                <a:cubicBezTo>
                  <a:pt x="237" y="392"/>
                  <a:pt x="243" y="396"/>
                  <a:pt x="240" y="399"/>
                </a:cubicBezTo>
                <a:cubicBezTo>
                  <a:pt x="245" y="450"/>
                  <a:pt x="252" y="456"/>
                  <a:pt x="251" y="460"/>
                </a:cubicBezTo>
                <a:cubicBezTo>
                  <a:pt x="278" y="524"/>
                  <a:pt x="284" y="536"/>
                  <a:pt x="288" y="548"/>
                </a:cubicBezTo>
                <a:cubicBezTo>
                  <a:pt x="302" y="574"/>
                  <a:pt x="305" y="577"/>
                  <a:pt x="303" y="579"/>
                </a:cubicBezTo>
                <a:cubicBezTo>
                  <a:pt x="316" y="612"/>
                  <a:pt x="323" y="618"/>
                  <a:pt x="323" y="624"/>
                </a:cubicBezTo>
                <a:cubicBezTo>
                  <a:pt x="325" y="635"/>
                  <a:pt x="328" y="634"/>
                  <a:pt x="329" y="635"/>
                </a:cubicBezTo>
                <a:cubicBezTo>
                  <a:pt x="329" y="647"/>
                  <a:pt x="332" y="649"/>
                  <a:pt x="330" y="651"/>
                </a:cubicBezTo>
                <a:cubicBezTo>
                  <a:pt x="342" y="695"/>
                  <a:pt x="341" y="702"/>
                  <a:pt x="346" y="710"/>
                </a:cubicBezTo>
                <a:cubicBezTo>
                  <a:pt x="344" y="729"/>
                  <a:pt x="346" y="732"/>
                  <a:pt x="343" y="730"/>
                </a:cubicBezTo>
                <a:cubicBezTo>
                  <a:pt x="342" y="696"/>
                  <a:pt x="336" y="691"/>
                  <a:pt x="340" y="688"/>
                </a:cubicBezTo>
                <a:cubicBezTo>
                  <a:pt x="322" y="644"/>
                  <a:pt x="323" y="635"/>
                  <a:pt x="319" y="625"/>
                </a:cubicBezTo>
                <a:cubicBezTo>
                  <a:pt x="304" y="603"/>
                  <a:pt x="309" y="596"/>
                  <a:pt x="304" y="598"/>
                </a:cubicBezTo>
                <a:cubicBezTo>
                  <a:pt x="283" y="562"/>
                  <a:pt x="281" y="562"/>
                  <a:pt x="280" y="557"/>
                </a:cubicBezTo>
                <a:cubicBezTo>
                  <a:pt x="239" y="483"/>
                  <a:pt x="234" y="468"/>
                  <a:pt x="227" y="453"/>
                </a:cubicBezTo>
                <a:cubicBezTo>
                  <a:pt x="222" y="406"/>
                  <a:pt x="214" y="401"/>
                  <a:pt x="217" y="399"/>
                </a:cubicBezTo>
                <a:cubicBezTo>
                  <a:pt x="210" y="368"/>
                  <a:pt x="206" y="371"/>
                  <a:pt x="209" y="374"/>
                </a:cubicBezTo>
                <a:cubicBezTo>
                  <a:pt x="211" y="412"/>
                  <a:pt x="214" y="416"/>
                  <a:pt x="212" y="419"/>
                </a:cubicBezTo>
                <a:cubicBezTo>
                  <a:pt x="217" y="447"/>
                  <a:pt x="220" y="451"/>
                  <a:pt x="218" y="454"/>
                </a:cubicBezTo>
                <a:cubicBezTo>
                  <a:pt x="237" y="486"/>
                  <a:pt x="228" y="488"/>
                  <a:pt x="233" y="492"/>
                </a:cubicBezTo>
                <a:cubicBezTo>
                  <a:pt x="243" y="506"/>
                  <a:pt x="241" y="507"/>
                  <a:pt x="243" y="510"/>
                </a:cubicBezTo>
                <a:cubicBezTo>
                  <a:pt x="273" y="563"/>
                  <a:pt x="281" y="573"/>
                  <a:pt x="290" y="592"/>
                </a:cubicBezTo>
                <a:cubicBezTo>
                  <a:pt x="313" y="641"/>
                  <a:pt x="320" y="646"/>
                  <a:pt x="317" y="650"/>
                </a:cubicBezTo>
                <a:cubicBezTo>
                  <a:pt x="324" y="674"/>
                  <a:pt x="328" y="677"/>
                  <a:pt x="326" y="679"/>
                </a:cubicBezTo>
                <a:cubicBezTo>
                  <a:pt x="331" y="728"/>
                  <a:pt x="335" y="734"/>
                  <a:pt x="335" y="739"/>
                </a:cubicBezTo>
                <a:cubicBezTo>
                  <a:pt x="329" y="772"/>
                  <a:pt x="335" y="778"/>
                  <a:pt x="329" y="782"/>
                </a:cubicBezTo>
                <a:cubicBezTo>
                  <a:pt x="329" y="760"/>
                  <a:pt x="324" y="756"/>
                  <a:pt x="326" y="754"/>
                </a:cubicBezTo>
                <a:cubicBezTo>
                  <a:pt x="316" y="694"/>
                  <a:pt x="311" y="688"/>
                  <a:pt x="312" y="684"/>
                </a:cubicBezTo>
                <a:cubicBezTo>
                  <a:pt x="303" y="664"/>
                  <a:pt x="300" y="660"/>
                  <a:pt x="297" y="655"/>
                </a:cubicBezTo>
                <a:cubicBezTo>
                  <a:pt x="277" y="614"/>
                  <a:pt x="276" y="603"/>
                  <a:pt x="266" y="592"/>
                </a:cubicBezTo>
                <a:cubicBezTo>
                  <a:pt x="229" y="512"/>
                  <a:pt x="224" y="509"/>
                  <a:pt x="226" y="507"/>
                </a:cubicBezTo>
                <a:cubicBezTo>
                  <a:pt x="219" y="487"/>
                  <a:pt x="218" y="484"/>
                  <a:pt x="215" y="481"/>
                </a:cubicBezTo>
                <a:cubicBezTo>
                  <a:pt x="207" y="434"/>
                  <a:pt x="204" y="427"/>
                  <a:pt x="203" y="421"/>
                </a:cubicBezTo>
                <a:cubicBezTo>
                  <a:pt x="200" y="407"/>
                  <a:pt x="202" y="403"/>
                  <a:pt x="198" y="400"/>
                </a:cubicBezTo>
                <a:cubicBezTo>
                  <a:pt x="196" y="424"/>
                  <a:pt x="202" y="423"/>
                  <a:pt x="200" y="426"/>
                </a:cubicBezTo>
                <a:cubicBezTo>
                  <a:pt x="204" y="466"/>
                  <a:pt x="207" y="469"/>
                  <a:pt x="205" y="471"/>
                </a:cubicBezTo>
                <a:cubicBezTo>
                  <a:pt x="232" y="535"/>
                  <a:pt x="234" y="550"/>
                  <a:pt x="247" y="566"/>
                </a:cubicBezTo>
                <a:cubicBezTo>
                  <a:pt x="301" y="688"/>
                  <a:pt x="306" y="693"/>
                  <a:pt x="305" y="698"/>
                </a:cubicBezTo>
                <a:cubicBezTo>
                  <a:pt x="318" y="764"/>
                  <a:pt x="321" y="768"/>
                  <a:pt x="316" y="771"/>
                </a:cubicBezTo>
                <a:cubicBezTo>
                  <a:pt x="320" y="797"/>
                  <a:pt x="318" y="798"/>
                  <a:pt x="320" y="800"/>
                </a:cubicBezTo>
                <a:cubicBezTo>
                  <a:pt x="311" y="765"/>
                  <a:pt x="308" y="755"/>
                  <a:pt x="311" y="746"/>
                </a:cubicBezTo>
                <a:cubicBezTo>
                  <a:pt x="292" y="699"/>
                  <a:pt x="295" y="695"/>
                  <a:pt x="291" y="689"/>
                </a:cubicBezTo>
                <a:cubicBezTo>
                  <a:pt x="279" y="664"/>
                  <a:pt x="281" y="659"/>
                  <a:pt x="274" y="652"/>
                </a:cubicBezTo>
                <a:cubicBezTo>
                  <a:pt x="272" y="634"/>
                  <a:pt x="265" y="630"/>
                  <a:pt x="264" y="627"/>
                </a:cubicBezTo>
                <a:cubicBezTo>
                  <a:pt x="258" y="606"/>
                  <a:pt x="250" y="601"/>
                  <a:pt x="253" y="598"/>
                </a:cubicBezTo>
                <a:cubicBezTo>
                  <a:pt x="219" y="535"/>
                  <a:pt x="210" y="531"/>
                  <a:pt x="213" y="526"/>
                </a:cubicBezTo>
                <a:cubicBezTo>
                  <a:pt x="196" y="496"/>
                  <a:pt x="200" y="495"/>
                  <a:pt x="199" y="493"/>
                </a:cubicBezTo>
                <a:cubicBezTo>
                  <a:pt x="188" y="444"/>
                  <a:pt x="183" y="435"/>
                  <a:pt x="184" y="427"/>
                </a:cubicBezTo>
                <a:cubicBezTo>
                  <a:pt x="176" y="409"/>
                  <a:pt x="175" y="415"/>
                  <a:pt x="176" y="421"/>
                </a:cubicBezTo>
                <a:cubicBezTo>
                  <a:pt x="180" y="443"/>
                  <a:pt x="180" y="448"/>
                  <a:pt x="180" y="452"/>
                </a:cubicBezTo>
                <a:cubicBezTo>
                  <a:pt x="181" y="498"/>
                  <a:pt x="184" y="526"/>
                  <a:pt x="195" y="545"/>
                </a:cubicBezTo>
                <a:cubicBezTo>
                  <a:pt x="206" y="572"/>
                  <a:pt x="208" y="569"/>
                  <a:pt x="211" y="577"/>
                </a:cubicBezTo>
                <a:cubicBezTo>
                  <a:pt x="236" y="627"/>
                  <a:pt x="240" y="630"/>
                  <a:pt x="238" y="632"/>
                </a:cubicBezTo>
                <a:cubicBezTo>
                  <a:pt x="260" y="671"/>
                  <a:pt x="263" y="679"/>
                  <a:pt x="270" y="687"/>
                </a:cubicBezTo>
                <a:cubicBezTo>
                  <a:pt x="277" y="703"/>
                  <a:pt x="278" y="705"/>
                  <a:pt x="280" y="707"/>
                </a:cubicBezTo>
                <a:cubicBezTo>
                  <a:pt x="284" y="736"/>
                  <a:pt x="293" y="745"/>
                  <a:pt x="290" y="751"/>
                </a:cubicBezTo>
                <a:cubicBezTo>
                  <a:pt x="300" y="786"/>
                  <a:pt x="298" y="788"/>
                  <a:pt x="301" y="790"/>
                </a:cubicBezTo>
                <a:cubicBezTo>
                  <a:pt x="285" y="760"/>
                  <a:pt x="280" y="751"/>
                  <a:pt x="281" y="743"/>
                </a:cubicBezTo>
                <a:cubicBezTo>
                  <a:pt x="267" y="717"/>
                  <a:pt x="263" y="712"/>
                  <a:pt x="264" y="709"/>
                </a:cubicBezTo>
                <a:cubicBezTo>
                  <a:pt x="248" y="682"/>
                  <a:pt x="246" y="670"/>
                  <a:pt x="242" y="658"/>
                </a:cubicBezTo>
                <a:cubicBezTo>
                  <a:pt x="179" y="534"/>
                  <a:pt x="172" y="518"/>
                  <a:pt x="162" y="502"/>
                </a:cubicBezTo>
                <a:cubicBezTo>
                  <a:pt x="145" y="444"/>
                  <a:pt x="148" y="430"/>
                  <a:pt x="143" y="415"/>
                </a:cubicBezTo>
                <a:cubicBezTo>
                  <a:pt x="140" y="444"/>
                  <a:pt x="143" y="452"/>
                  <a:pt x="143" y="459"/>
                </a:cubicBezTo>
                <a:cubicBezTo>
                  <a:pt x="153" y="499"/>
                  <a:pt x="156" y="503"/>
                  <a:pt x="155" y="507"/>
                </a:cubicBezTo>
                <a:cubicBezTo>
                  <a:pt x="184" y="563"/>
                  <a:pt x="185" y="565"/>
                  <a:pt x="185" y="569"/>
                </a:cubicBezTo>
                <a:cubicBezTo>
                  <a:pt x="202" y="603"/>
                  <a:pt x="208" y="605"/>
                  <a:pt x="207" y="612"/>
                </a:cubicBezTo>
                <a:cubicBezTo>
                  <a:pt x="217" y="641"/>
                  <a:pt x="230" y="639"/>
                  <a:pt x="224" y="644"/>
                </a:cubicBezTo>
                <a:cubicBezTo>
                  <a:pt x="287" y="796"/>
                  <a:pt x="292" y="802"/>
                  <a:pt x="291" y="807"/>
                </a:cubicBezTo>
                <a:cubicBezTo>
                  <a:pt x="298" y="844"/>
                  <a:pt x="299" y="847"/>
                  <a:pt x="297" y="849"/>
                </a:cubicBezTo>
                <a:cubicBezTo>
                  <a:pt x="295" y="844"/>
                  <a:pt x="294" y="840"/>
                  <a:pt x="292" y="836"/>
                </a:cubicBezTo>
                <a:cubicBezTo>
                  <a:pt x="285" y="809"/>
                  <a:pt x="281" y="804"/>
                  <a:pt x="278" y="799"/>
                </a:cubicBezTo>
                <a:cubicBezTo>
                  <a:pt x="255" y="746"/>
                  <a:pt x="249" y="747"/>
                  <a:pt x="250" y="741"/>
                </a:cubicBezTo>
                <a:cubicBezTo>
                  <a:pt x="223" y="694"/>
                  <a:pt x="225" y="692"/>
                  <a:pt x="223" y="689"/>
                </a:cubicBezTo>
                <a:cubicBezTo>
                  <a:pt x="216" y="674"/>
                  <a:pt x="215" y="671"/>
                  <a:pt x="212" y="667"/>
                </a:cubicBezTo>
                <a:cubicBezTo>
                  <a:pt x="201" y="644"/>
                  <a:pt x="195" y="640"/>
                  <a:pt x="198" y="638"/>
                </a:cubicBezTo>
                <a:cubicBezTo>
                  <a:pt x="149" y="549"/>
                  <a:pt x="156" y="559"/>
                  <a:pt x="157" y="567"/>
                </a:cubicBezTo>
                <a:cubicBezTo>
                  <a:pt x="160" y="580"/>
                  <a:pt x="164" y="583"/>
                  <a:pt x="165" y="586"/>
                </a:cubicBezTo>
                <a:cubicBezTo>
                  <a:pt x="177" y="613"/>
                  <a:pt x="172" y="614"/>
                  <a:pt x="179" y="618"/>
                </a:cubicBezTo>
                <a:cubicBezTo>
                  <a:pt x="187" y="642"/>
                  <a:pt x="191" y="644"/>
                  <a:pt x="192" y="647"/>
                </a:cubicBezTo>
                <a:cubicBezTo>
                  <a:pt x="208" y="677"/>
                  <a:pt x="206" y="681"/>
                  <a:pt x="209" y="680"/>
                </a:cubicBezTo>
                <a:cubicBezTo>
                  <a:pt x="229" y="715"/>
                  <a:pt x="236" y="735"/>
                  <a:pt x="245" y="754"/>
                </a:cubicBezTo>
                <a:cubicBezTo>
                  <a:pt x="265" y="789"/>
                  <a:pt x="268" y="793"/>
                  <a:pt x="268" y="796"/>
                </a:cubicBezTo>
                <a:cubicBezTo>
                  <a:pt x="284" y="831"/>
                  <a:pt x="281" y="834"/>
                  <a:pt x="283" y="837"/>
                </a:cubicBezTo>
                <a:cubicBezTo>
                  <a:pt x="287" y="855"/>
                  <a:pt x="283" y="857"/>
                  <a:pt x="287" y="859"/>
                </a:cubicBezTo>
                <a:cubicBezTo>
                  <a:pt x="285" y="886"/>
                  <a:pt x="282" y="878"/>
                  <a:pt x="285" y="870"/>
                </a:cubicBezTo>
                <a:cubicBezTo>
                  <a:pt x="268" y="821"/>
                  <a:pt x="270" y="819"/>
                  <a:pt x="268" y="816"/>
                </a:cubicBezTo>
                <a:cubicBezTo>
                  <a:pt x="259" y="786"/>
                  <a:pt x="252" y="782"/>
                  <a:pt x="251" y="779"/>
                </a:cubicBezTo>
                <a:cubicBezTo>
                  <a:pt x="234" y="751"/>
                  <a:pt x="238" y="749"/>
                  <a:pt x="234" y="745"/>
                </a:cubicBezTo>
                <a:cubicBezTo>
                  <a:pt x="205" y="692"/>
                  <a:pt x="202" y="688"/>
                  <a:pt x="199" y="684"/>
                </a:cubicBezTo>
                <a:cubicBezTo>
                  <a:pt x="177" y="630"/>
                  <a:pt x="166" y="611"/>
                  <a:pt x="158" y="593"/>
                </a:cubicBezTo>
                <a:cubicBezTo>
                  <a:pt x="147" y="546"/>
                  <a:pt x="142" y="548"/>
                  <a:pt x="140" y="540"/>
                </a:cubicBezTo>
                <a:cubicBezTo>
                  <a:pt x="140" y="522"/>
                  <a:pt x="138" y="522"/>
                  <a:pt x="136" y="521"/>
                </a:cubicBezTo>
                <a:cubicBezTo>
                  <a:pt x="130" y="496"/>
                  <a:pt x="129" y="493"/>
                  <a:pt x="131" y="490"/>
                </a:cubicBezTo>
                <a:cubicBezTo>
                  <a:pt x="122" y="493"/>
                  <a:pt x="128" y="497"/>
                  <a:pt x="125" y="499"/>
                </a:cubicBezTo>
                <a:cubicBezTo>
                  <a:pt x="131" y="527"/>
                  <a:pt x="132" y="536"/>
                  <a:pt x="136" y="545"/>
                </a:cubicBezTo>
                <a:cubicBezTo>
                  <a:pt x="139" y="569"/>
                  <a:pt x="140" y="574"/>
                  <a:pt x="139" y="580"/>
                </a:cubicBezTo>
                <a:cubicBezTo>
                  <a:pt x="160" y="639"/>
                  <a:pt x="161" y="642"/>
                  <a:pt x="159" y="645"/>
                </a:cubicBezTo>
                <a:cubicBezTo>
                  <a:pt x="169" y="668"/>
                  <a:pt x="176" y="672"/>
                  <a:pt x="172" y="674"/>
                </a:cubicBezTo>
                <a:cubicBezTo>
                  <a:pt x="200" y="724"/>
                  <a:pt x="201" y="738"/>
                  <a:pt x="214" y="755"/>
                </a:cubicBezTo>
                <a:cubicBezTo>
                  <a:pt x="236" y="805"/>
                  <a:pt x="246" y="814"/>
                  <a:pt x="247" y="821"/>
                </a:cubicBezTo>
                <a:cubicBezTo>
                  <a:pt x="268" y="868"/>
                  <a:pt x="261" y="870"/>
                  <a:pt x="266" y="874"/>
                </a:cubicBezTo>
                <a:cubicBezTo>
                  <a:pt x="224" y="800"/>
                  <a:pt x="220" y="795"/>
                  <a:pt x="217" y="789"/>
                </a:cubicBezTo>
                <a:cubicBezTo>
                  <a:pt x="185" y="740"/>
                  <a:pt x="190" y="733"/>
                  <a:pt x="185" y="736"/>
                </a:cubicBezTo>
                <a:cubicBezTo>
                  <a:pt x="171" y="702"/>
                  <a:pt x="168" y="697"/>
                  <a:pt x="166" y="693"/>
                </a:cubicBezTo>
                <a:cubicBezTo>
                  <a:pt x="134" y="606"/>
                  <a:pt x="125" y="601"/>
                  <a:pt x="129" y="597"/>
                </a:cubicBezTo>
                <a:cubicBezTo>
                  <a:pt x="119" y="542"/>
                  <a:pt x="118" y="540"/>
                  <a:pt x="116" y="538"/>
                </a:cubicBezTo>
                <a:cubicBezTo>
                  <a:pt x="111" y="539"/>
                  <a:pt x="113" y="558"/>
                  <a:pt x="117" y="576"/>
                </a:cubicBezTo>
                <a:cubicBezTo>
                  <a:pt x="141" y="650"/>
                  <a:pt x="140" y="667"/>
                  <a:pt x="151" y="685"/>
                </a:cubicBezTo>
                <a:cubicBezTo>
                  <a:pt x="194" y="767"/>
                  <a:pt x="201" y="774"/>
                  <a:pt x="207" y="789"/>
                </a:cubicBezTo>
                <a:cubicBezTo>
                  <a:pt x="228" y="836"/>
                  <a:pt x="240" y="840"/>
                  <a:pt x="235" y="842"/>
                </a:cubicBezTo>
                <a:cubicBezTo>
                  <a:pt x="251" y="882"/>
                  <a:pt x="258" y="889"/>
                  <a:pt x="255" y="894"/>
                </a:cubicBezTo>
                <a:cubicBezTo>
                  <a:pt x="228" y="846"/>
                  <a:pt x="227" y="844"/>
                  <a:pt x="225" y="842"/>
                </a:cubicBezTo>
                <a:cubicBezTo>
                  <a:pt x="212" y="821"/>
                  <a:pt x="210" y="822"/>
                  <a:pt x="209" y="820"/>
                </a:cubicBezTo>
                <a:cubicBezTo>
                  <a:pt x="166" y="769"/>
                  <a:pt x="157" y="757"/>
                  <a:pt x="144" y="743"/>
                </a:cubicBezTo>
                <a:cubicBezTo>
                  <a:pt x="123" y="700"/>
                  <a:pt x="116" y="696"/>
                  <a:pt x="115" y="693"/>
                </a:cubicBezTo>
                <a:cubicBezTo>
                  <a:pt x="107" y="669"/>
                  <a:pt x="105" y="663"/>
                  <a:pt x="101" y="657"/>
                </a:cubicBezTo>
                <a:cubicBezTo>
                  <a:pt x="96" y="630"/>
                  <a:pt x="93" y="623"/>
                  <a:pt x="91" y="615"/>
                </a:cubicBezTo>
                <a:cubicBezTo>
                  <a:pt x="87" y="604"/>
                  <a:pt x="82" y="608"/>
                  <a:pt x="85" y="614"/>
                </a:cubicBezTo>
                <a:cubicBezTo>
                  <a:pt x="95" y="654"/>
                  <a:pt x="92" y="660"/>
                  <a:pt x="95" y="666"/>
                </a:cubicBezTo>
                <a:cubicBezTo>
                  <a:pt x="154" y="770"/>
                  <a:pt x="155" y="771"/>
                  <a:pt x="161" y="778"/>
                </a:cubicBezTo>
                <a:cubicBezTo>
                  <a:pt x="204" y="829"/>
                  <a:pt x="208" y="830"/>
                  <a:pt x="211" y="836"/>
                </a:cubicBezTo>
                <a:cubicBezTo>
                  <a:pt x="249" y="919"/>
                  <a:pt x="255" y="928"/>
                  <a:pt x="253" y="935"/>
                </a:cubicBezTo>
                <a:cubicBezTo>
                  <a:pt x="253" y="956"/>
                  <a:pt x="256" y="954"/>
                  <a:pt x="252" y="951"/>
                </a:cubicBezTo>
                <a:cubicBezTo>
                  <a:pt x="255" y="941"/>
                  <a:pt x="249" y="937"/>
                  <a:pt x="247" y="934"/>
                </a:cubicBezTo>
                <a:cubicBezTo>
                  <a:pt x="223" y="877"/>
                  <a:pt x="219" y="872"/>
                  <a:pt x="216" y="866"/>
                </a:cubicBezTo>
                <a:cubicBezTo>
                  <a:pt x="166" y="796"/>
                  <a:pt x="160" y="792"/>
                  <a:pt x="155" y="782"/>
                </a:cubicBezTo>
                <a:cubicBezTo>
                  <a:pt x="107" y="716"/>
                  <a:pt x="103" y="719"/>
                  <a:pt x="103" y="714"/>
                </a:cubicBezTo>
                <a:cubicBezTo>
                  <a:pt x="85" y="675"/>
                  <a:pt x="83" y="673"/>
                  <a:pt x="82" y="671"/>
                </a:cubicBezTo>
                <a:cubicBezTo>
                  <a:pt x="79" y="658"/>
                  <a:pt x="74" y="655"/>
                  <a:pt x="76" y="653"/>
                </a:cubicBezTo>
                <a:cubicBezTo>
                  <a:pt x="72" y="651"/>
                  <a:pt x="73" y="653"/>
                  <a:pt x="70" y="654"/>
                </a:cubicBezTo>
                <a:cubicBezTo>
                  <a:pt x="78" y="674"/>
                  <a:pt x="75" y="677"/>
                  <a:pt x="80" y="682"/>
                </a:cubicBezTo>
                <a:cubicBezTo>
                  <a:pt x="93" y="713"/>
                  <a:pt x="99" y="721"/>
                  <a:pt x="102" y="730"/>
                </a:cubicBezTo>
                <a:cubicBezTo>
                  <a:pt x="168" y="818"/>
                  <a:pt x="173" y="816"/>
                  <a:pt x="176" y="821"/>
                </a:cubicBezTo>
                <a:cubicBezTo>
                  <a:pt x="206" y="868"/>
                  <a:pt x="208" y="871"/>
                  <a:pt x="210" y="875"/>
                </a:cubicBezTo>
                <a:cubicBezTo>
                  <a:pt x="237" y="926"/>
                  <a:pt x="238" y="934"/>
                  <a:pt x="240" y="942"/>
                </a:cubicBezTo>
                <a:cubicBezTo>
                  <a:pt x="254" y="974"/>
                  <a:pt x="251" y="976"/>
                  <a:pt x="252" y="978"/>
                </a:cubicBezTo>
                <a:cubicBezTo>
                  <a:pt x="244" y="978"/>
                  <a:pt x="245" y="972"/>
                  <a:pt x="245" y="965"/>
                </a:cubicBezTo>
                <a:cubicBezTo>
                  <a:pt x="220" y="909"/>
                  <a:pt x="215" y="897"/>
                  <a:pt x="207" y="885"/>
                </a:cubicBezTo>
                <a:cubicBezTo>
                  <a:pt x="195" y="866"/>
                  <a:pt x="195" y="864"/>
                  <a:pt x="193" y="865"/>
                </a:cubicBezTo>
                <a:cubicBezTo>
                  <a:pt x="179" y="855"/>
                  <a:pt x="185" y="844"/>
                  <a:pt x="180" y="848"/>
                </a:cubicBezTo>
                <a:cubicBezTo>
                  <a:pt x="148" y="807"/>
                  <a:pt x="140" y="795"/>
                  <a:pt x="131" y="783"/>
                </a:cubicBezTo>
                <a:cubicBezTo>
                  <a:pt x="118" y="762"/>
                  <a:pt x="110" y="755"/>
                  <a:pt x="106" y="749"/>
                </a:cubicBezTo>
                <a:cubicBezTo>
                  <a:pt x="80" y="696"/>
                  <a:pt x="80" y="694"/>
                  <a:pt x="80" y="692"/>
                </a:cubicBezTo>
                <a:cubicBezTo>
                  <a:pt x="71" y="664"/>
                  <a:pt x="69" y="658"/>
                  <a:pt x="65" y="661"/>
                </a:cubicBezTo>
                <a:cubicBezTo>
                  <a:pt x="71" y="688"/>
                  <a:pt x="73" y="693"/>
                  <a:pt x="76" y="697"/>
                </a:cubicBezTo>
                <a:cubicBezTo>
                  <a:pt x="113" y="772"/>
                  <a:pt x="120" y="781"/>
                  <a:pt x="125" y="789"/>
                </a:cubicBezTo>
                <a:cubicBezTo>
                  <a:pt x="135" y="803"/>
                  <a:pt x="136" y="809"/>
                  <a:pt x="140" y="813"/>
                </a:cubicBezTo>
                <a:cubicBezTo>
                  <a:pt x="178" y="859"/>
                  <a:pt x="181" y="858"/>
                  <a:pt x="179" y="860"/>
                </a:cubicBezTo>
                <a:cubicBezTo>
                  <a:pt x="193" y="881"/>
                  <a:pt x="195" y="882"/>
                  <a:pt x="198" y="889"/>
                </a:cubicBezTo>
                <a:cubicBezTo>
                  <a:pt x="227" y="944"/>
                  <a:pt x="231" y="952"/>
                  <a:pt x="235" y="961"/>
                </a:cubicBezTo>
                <a:cubicBezTo>
                  <a:pt x="244" y="999"/>
                  <a:pt x="243" y="1002"/>
                  <a:pt x="242" y="1005"/>
                </a:cubicBezTo>
                <a:cubicBezTo>
                  <a:pt x="238" y="996"/>
                  <a:pt x="233" y="991"/>
                  <a:pt x="234" y="988"/>
                </a:cubicBezTo>
                <a:cubicBezTo>
                  <a:pt x="225" y="962"/>
                  <a:pt x="224" y="959"/>
                  <a:pt x="222" y="957"/>
                </a:cubicBezTo>
                <a:cubicBezTo>
                  <a:pt x="210" y="930"/>
                  <a:pt x="207" y="921"/>
                  <a:pt x="204" y="912"/>
                </a:cubicBezTo>
                <a:cubicBezTo>
                  <a:pt x="190" y="898"/>
                  <a:pt x="190" y="892"/>
                  <a:pt x="189" y="891"/>
                </a:cubicBezTo>
                <a:cubicBezTo>
                  <a:pt x="171" y="869"/>
                  <a:pt x="172" y="868"/>
                  <a:pt x="171" y="866"/>
                </a:cubicBezTo>
                <a:cubicBezTo>
                  <a:pt x="166" y="860"/>
                  <a:pt x="165" y="861"/>
                  <a:pt x="164" y="859"/>
                </a:cubicBezTo>
                <a:cubicBezTo>
                  <a:pt x="156" y="850"/>
                  <a:pt x="152" y="845"/>
                  <a:pt x="148" y="841"/>
                </a:cubicBezTo>
                <a:cubicBezTo>
                  <a:pt x="65" y="711"/>
                  <a:pt x="53" y="694"/>
                  <a:pt x="50" y="678"/>
                </a:cubicBezTo>
                <a:cubicBezTo>
                  <a:pt x="50" y="701"/>
                  <a:pt x="55" y="704"/>
                  <a:pt x="53" y="706"/>
                </a:cubicBezTo>
                <a:cubicBezTo>
                  <a:pt x="169" y="875"/>
                  <a:pt x="172" y="884"/>
                  <a:pt x="197" y="919"/>
                </a:cubicBezTo>
                <a:cubicBezTo>
                  <a:pt x="218" y="976"/>
                  <a:pt x="221" y="979"/>
                  <a:pt x="224" y="983"/>
                </a:cubicBezTo>
                <a:cubicBezTo>
                  <a:pt x="228" y="1009"/>
                  <a:pt x="232" y="1014"/>
                  <a:pt x="228" y="1017"/>
                </a:cubicBezTo>
                <a:cubicBezTo>
                  <a:pt x="224" y="1004"/>
                  <a:pt x="219" y="996"/>
                  <a:pt x="221" y="990"/>
                </a:cubicBezTo>
                <a:cubicBezTo>
                  <a:pt x="201" y="949"/>
                  <a:pt x="198" y="938"/>
                  <a:pt x="196" y="934"/>
                </a:cubicBezTo>
                <a:cubicBezTo>
                  <a:pt x="166" y="892"/>
                  <a:pt x="165" y="887"/>
                  <a:pt x="163" y="885"/>
                </a:cubicBezTo>
                <a:cubicBezTo>
                  <a:pt x="129" y="843"/>
                  <a:pt x="120" y="840"/>
                  <a:pt x="115" y="826"/>
                </a:cubicBezTo>
                <a:cubicBezTo>
                  <a:pt x="95" y="810"/>
                  <a:pt x="100" y="803"/>
                  <a:pt x="95" y="801"/>
                </a:cubicBezTo>
                <a:cubicBezTo>
                  <a:pt x="58" y="746"/>
                  <a:pt x="61" y="750"/>
                  <a:pt x="63" y="753"/>
                </a:cubicBezTo>
                <a:cubicBezTo>
                  <a:pt x="73" y="778"/>
                  <a:pt x="76" y="782"/>
                  <a:pt x="79" y="786"/>
                </a:cubicBezTo>
                <a:cubicBezTo>
                  <a:pt x="96" y="817"/>
                  <a:pt x="95" y="817"/>
                  <a:pt x="101" y="826"/>
                </a:cubicBezTo>
                <a:cubicBezTo>
                  <a:pt x="112" y="844"/>
                  <a:pt x="119" y="843"/>
                  <a:pt x="118" y="851"/>
                </a:cubicBezTo>
                <a:cubicBezTo>
                  <a:pt x="187" y="941"/>
                  <a:pt x="193" y="948"/>
                  <a:pt x="198" y="955"/>
                </a:cubicBezTo>
                <a:cubicBezTo>
                  <a:pt x="206" y="972"/>
                  <a:pt x="204" y="974"/>
                  <a:pt x="206" y="976"/>
                </a:cubicBezTo>
                <a:cubicBezTo>
                  <a:pt x="210" y="996"/>
                  <a:pt x="210" y="999"/>
                  <a:pt x="212" y="1001"/>
                </a:cubicBezTo>
                <a:cubicBezTo>
                  <a:pt x="219" y="1030"/>
                  <a:pt x="221" y="1035"/>
                  <a:pt x="219" y="1038"/>
                </a:cubicBezTo>
                <a:cubicBezTo>
                  <a:pt x="213" y="1023"/>
                  <a:pt x="208" y="1019"/>
                  <a:pt x="207" y="1015"/>
                </a:cubicBezTo>
                <a:cubicBezTo>
                  <a:pt x="176" y="958"/>
                  <a:pt x="173" y="948"/>
                  <a:pt x="164" y="941"/>
                </a:cubicBezTo>
                <a:cubicBezTo>
                  <a:pt x="138" y="898"/>
                  <a:pt x="141" y="893"/>
                  <a:pt x="136" y="892"/>
                </a:cubicBezTo>
                <a:cubicBezTo>
                  <a:pt x="80" y="806"/>
                  <a:pt x="75" y="794"/>
                  <a:pt x="68" y="781"/>
                </a:cubicBezTo>
                <a:cubicBezTo>
                  <a:pt x="55" y="735"/>
                  <a:pt x="49" y="731"/>
                  <a:pt x="52" y="729"/>
                </a:cubicBezTo>
                <a:cubicBezTo>
                  <a:pt x="46" y="719"/>
                  <a:pt x="43" y="724"/>
                  <a:pt x="46" y="731"/>
                </a:cubicBezTo>
                <a:cubicBezTo>
                  <a:pt x="61" y="773"/>
                  <a:pt x="58" y="778"/>
                  <a:pt x="63" y="785"/>
                </a:cubicBezTo>
                <a:cubicBezTo>
                  <a:pt x="108" y="861"/>
                  <a:pt x="106" y="867"/>
                  <a:pt x="113" y="874"/>
                </a:cubicBezTo>
                <a:cubicBezTo>
                  <a:pt x="153" y="937"/>
                  <a:pt x="160" y="950"/>
                  <a:pt x="170" y="963"/>
                </a:cubicBezTo>
                <a:cubicBezTo>
                  <a:pt x="201" y="1018"/>
                  <a:pt x="197" y="1023"/>
                  <a:pt x="203" y="1030"/>
                </a:cubicBezTo>
                <a:cubicBezTo>
                  <a:pt x="212" y="1054"/>
                  <a:pt x="211" y="1060"/>
                  <a:pt x="215" y="1066"/>
                </a:cubicBezTo>
                <a:cubicBezTo>
                  <a:pt x="213" y="1076"/>
                  <a:pt x="211" y="1072"/>
                  <a:pt x="209" y="1068"/>
                </a:cubicBezTo>
                <a:cubicBezTo>
                  <a:pt x="192" y="1018"/>
                  <a:pt x="185" y="1004"/>
                  <a:pt x="179" y="986"/>
                </a:cubicBezTo>
                <a:cubicBezTo>
                  <a:pt x="167" y="965"/>
                  <a:pt x="163" y="959"/>
                  <a:pt x="162" y="959"/>
                </a:cubicBezTo>
                <a:cubicBezTo>
                  <a:pt x="150" y="943"/>
                  <a:pt x="146" y="939"/>
                  <a:pt x="143" y="936"/>
                </a:cubicBezTo>
                <a:cubicBezTo>
                  <a:pt x="94" y="874"/>
                  <a:pt x="79" y="852"/>
                  <a:pt x="64" y="833"/>
                </a:cubicBezTo>
                <a:cubicBezTo>
                  <a:pt x="39" y="757"/>
                  <a:pt x="29" y="752"/>
                  <a:pt x="35" y="749"/>
                </a:cubicBezTo>
                <a:cubicBezTo>
                  <a:pt x="29" y="755"/>
                  <a:pt x="31" y="759"/>
                  <a:pt x="33" y="763"/>
                </a:cubicBezTo>
                <a:cubicBezTo>
                  <a:pt x="44" y="793"/>
                  <a:pt x="39" y="799"/>
                  <a:pt x="45" y="807"/>
                </a:cubicBezTo>
                <a:cubicBezTo>
                  <a:pt x="89" y="874"/>
                  <a:pt x="113" y="915"/>
                  <a:pt x="129" y="931"/>
                </a:cubicBezTo>
                <a:cubicBezTo>
                  <a:pt x="153" y="967"/>
                  <a:pt x="164" y="977"/>
                  <a:pt x="170" y="987"/>
                </a:cubicBezTo>
                <a:cubicBezTo>
                  <a:pt x="186" y="1036"/>
                  <a:pt x="176" y="1025"/>
                  <a:pt x="171" y="1012"/>
                </a:cubicBezTo>
                <a:cubicBezTo>
                  <a:pt x="150" y="985"/>
                  <a:pt x="142" y="980"/>
                  <a:pt x="145" y="976"/>
                </a:cubicBezTo>
                <a:cubicBezTo>
                  <a:pt x="89" y="910"/>
                  <a:pt x="75" y="887"/>
                  <a:pt x="51" y="850"/>
                </a:cubicBezTo>
                <a:cubicBezTo>
                  <a:pt x="32" y="802"/>
                  <a:pt x="32" y="799"/>
                  <a:pt x="33" y="797"/>
                </a:cubicBezTo>
                <a:cubicBezTo>
                  <a:pt x="29" y="798"/>
                  <a:pt x="29" y="800"/>
                  <a:pt x="29" y="802"/>
                </a:cubicBezTo>
                <a:cubicBezTo>
                  <a:pt x="34" y="829"/>
                  <a:pt x="41" y="834"/>
                  <a:pt x="38" y="838"/>
                </a:cubicBezTo>
                <a:cubicBezTo>
                  <a:pt x="56" y="874"/>
                  <a:pt x="56" y="876"/>
                  <a:pt x="56" y="876"/>
                </a:cubicBezTo>
                <a:cubicBezTo>
                  <a:pt x="77" y="905"/>
                  <a:pt x="93" y="930"/>
                  <a:pt x="103" y="938"/>
                </a:cubicBezTo>
                <a:cubicBezTo>
                  <a:pt x="143" y="990"/>
                  <a:pt x="145" y="993"/>
                  <a:pt x="147" y="997"/>
                </a:cubicBezTo>
                <a:cubicBezTo>
                  <a:pt x="170" y="1023"/>
                  <a:pt x="170" y="1030"/>
                  <a:pt x="170" y="1032"/>
                </a:cubicBezTo>
                <a:cubicBezTo>
                  <a:pt x="192" y="1072"/>
                  <a:pt x="200" y="1081"/>
                  <a:pt x="202" y="1090"/>
                </a:cubicBezTo>
                <a:cubicBezTo>
                  <a:pt x="202" y="1098"/>
                  <a:pt x="196" y="1094"/>
                  <a:pt x="199" y="1092"/>
                </a:cubicBezTo>
                <a:cubicBezTo>
                  <a:pt x="171" y="1039"/>
                  <a:pt x="164" y="1029"/>
                  <a:pt x="160" y="1024"/>
                </a:cubicBezTo>
                <a:cubicBezTo>
                  <a:pt x="153" y="1014"/>
                  <a:pt x="150" y="1010"/>
                  <a:pt x="146" y="1005"/>
                </a:cubicBezTo>
                <a:cubicBezTo>
                  <a:pt x="40" y="864"/>
                  <a:pt x="36" y="858"/>
                  <a:pt x="31" y="852"/>
                </a:cubicBezTo>
                <a:cubicBezTo>
                  <a:pt x="22" y="845"/>
                  <a:pt x="25" y="854"/>
                  <a:pt x="29" y="863"/>
                </a:cubicBezTo>
                <a:cubicBezTo>
                  <a:pt x="50" y="911"/>
                  <a:pt x="48" y="916"/>
                  <a:pt x="54" y="922"/>
                </a:cubicBezTo>
                <a:cubicBezTo>
                  <a:pt x="84" y="967"/>
                  <a:pt x="81" y="972"/>
                  <a:pt x="86" y="972"/>
                </a:cubicBezTo>
                <a:cubicBezTo>
                  <a:pt x="97" y="985"/>
                  <a:pt x="95" y="988"/>
                  <a:pt x="95" y="988"/>
                </a:cubicBezTo>
                <a:cubicBezTo>
                  <a:pt x="134" y="1039"/>
                  <a:pt x="133" y="1041"/>
                  <a:pt x="134" y="1043"/>
                </a:cubicBezTo>
                <a:cubicBezTo>
                  <a:pt x="154" y="1066"/>
                  <a:pt x="152" y="1068"/>
                  <a:pt x="153" y="1069"/>
                </a:cubicBezTo>
                <a:cubicBezTo>
                  <a:pt x="163" y="1084"/>
                  <a:pt x="168" y="1094"/>
                  <a:pt x="176" y="1104"/>
                </a:cubicBezTo>
                <a:cubicBezTo>
                  <a:pt x="193" y="1150"/>
                  <a:pt x="191" y="1152"/>
                  <a:pt x="193" y="1155"/>
                </a:cubicBezTo>
                <a:cubicBezTo>
                  <a:pt x="174" y="1126"/>
                  <a:pt x="178" y="1120"/>
                  <a:pt x="173" y="1121"/>
                </a:cubicBezTo>
                <a:cubicBezTo>
                  <a:pt x="150" y="1085"/>
                  <a:pt x="146" y="1076"/>
                  <a:pt x="137" y="1068"/>
                </a:cubicBezTo>
                <a:cubicBezTo>
                  <a:pt x="122" y="1043"/>
                  <a:pt x="118" y="1038"/>
                  <a:pt x="116" y="1034"/>
                </a:cubicBezTo>
                <a:cubicBezTo>
                  <a:pt x="107" y="1023"/>
                  <a:pt x="105" y="1016"/>
                  <a:pt x="100" y="1009"/>
                </a:cubicBezTo>
                <a:cubicBezTo>
                  <a:pt x="90" y="998"/>
                  <a:pt x="92" y="997"/>
                  <a:pt x="89" y="997"/>
                </a:cubicBezTo>
                <a:cubicBezTo>
                  <a:pt x="85" y="986"/>
                  <a:pt x="82" y="987"/>
                  <a:pt x="82" y="987"/>
                </a:cubicBezTo>
                <a:cubicBezTo>
                  <a:pt x="53" y="952"/>
                  <a:pt x="52" y="942"/>
                  <a:pt x="49" y="942"/>
                </a:cubicBezTo>
                <a:cubicBezTo>
                  <a:pt x="31" y="899"/>
                  <a:pt x="22" y="894"/>
                  <a:pt x="26" y="890"/>
                </a:cubicBezTo>
                <a:cubicBezTo>
                  <a:pt x="40" y="944"/>
                  <a:pt x="46" y="951"/>
                  <a:pt x="50" y="957"/>
                </a:cubicBezTo>
                <a:cubicBezTo>
                  <a:pt x="55" y="964"/>
                  <a:pt x="54" y="966"/>
                  <a:pt x="55" y="967"/>
                </a:cubicBezTo>
                <a:cubicBezTo>
                  <a:pt x="62" y="976"/>
                  <a:pt x="63" y="974"/>
                  <a:pt x="64" y="976"/>
                </a:cubicBezTo>
                <a:cubicBezTo>
                  <a:pt x="71" y="991"/>
                  <a:pt x="75" y="992"/>
                  <a:pt x="75" y="992"/>
                </a:cubicBezTo>
                <a:cubicBezTo>
                  <a:pt x="87" y="1006"/>
                  <a:pt x="91" y="1013"/>
                  <a:pt x="94" y="1018"/>
                </a:cubicBezTo>
                <a:cubicBezTo>
                  <a:pt x="102" y="1029"/>
                  <a:pt x="101" y="1031"/>
                  <a:pt x="102" y="1032"/>
                </a:cubicBezTo>
                <a:cubicBezTo>
                  <a:pt x="136" y="1079"/>
                  <a:pt x="145" y="1091"/>
                  <a:pt x="153" y="1103"/>
                </a:cubicBezTo>
                <a:cubicBezTo>
                  <a:pt x="187" y="1163"/>
                  <a:pt x="182" y="1168"/>
                  <a:pt x="186" y="1173"/>
                </a:cubicBezTo>
                <a:cubicBezTo>
                  <a:pt x="178" y="1170"/>
                  <a:pt x="174" y="1167"/>
                  <a:pt x="173" y="1165"/>
                </a:cubicBezTo>
                <a:cubicBezTo>
                  <a:pt x="155" y="1142"/>
                  <a:pt x="146" y="1120"/>
                  <a:pt x="135" y="1111"/>
                </a:cubicBezTo>
                <a:cubicBezTo>
                  <a:pt x="110" y="1078"/>
                  <a:pt x="102" y="1080"/>
                  <a:pt x="106" y="1076"/>
                </a:cubicBezTo>
                <a:cubicBezTo>
                  <a:pt x="83" y="1057"/>
                  <a:pt x="75" y="1040"/>
                  <a:pt x="65" y="1032"/>
                </a:cubicBezTo>
                <a:cubicBezTo>
                  <a:pt x="32" y="978"/>
                  <a:pt x="31" y="976"/>
                  <a:pt x="24" y="965"/>
                </a:cubicBezTo>
                <a:cubicBezTo>
                  <a:pt x="9" y="949"/>
                  <a:pt x="15" y="952"/>
                  <a:pt x="15" y="957"/>
                </a:cubicBezTo>
                <a:cubicBezTo>
                  <a:pt x="47" y="1023"/>
                  <a:pt x="52" y="1028"/>
                  <a:pt x="57" y="1035"/>
                </a:cubicBezTo>
                <a:cubicBezTo>
                  <a:pt x="102" y="1083"/>
                  <a:pt x="107" y="1092"/>
                  <a:pt x="113" y="1095"/>
                </a:cubicBezTo>
                <a:cubicBezTo>
                  <a:pt x="149" y="1143"/>
                  <a:pt x="150" y="1151"/>
                  <a:pt x="154" y="1149"/>
                </a:cubicBezTo>
                <a:cubicBezTo>
                  <a:pt x="174" y="1202"/>
                  <a:pt x="185" y="1210"/>
                  <a:pt x="182" y="1215"/>
                </a:cubicBezTo>
                <a:cubicBezTo>
                  <a:pt x="168" y="1179"/>
                  <a:pt x="159" y="1180"/>
                  <a:pt x="162" y="1177"/>
                </a:cubicBezTo>
                <a:cubicBezTo>
                  <a:pt x="140" y="1153"/>
                  <a:pt x="142" y="1142"/>
                  <a:pt x="135" y="1136"/>
                </a:cubicBezTo>
                <a:cubicBezTo>
                  <a:pt x="98" y="1090"/>
                  <a:pt x="95" y="1086"/>
                  <a:pt x="92" y="1086"/>
                </a:cubicBezTo>
                <a:cubicBezTo>
                  <a:pt x="82" y="1073"/>
                  <a:pt x="82" y="1071"/>
                  <a:pt x="82" y="1069"/>
                </a:cubicBezTo>
                <a:cubicBezTo>
                  <a:pt x="44" y="1034"/>
                  <a:pt x="41" y="1030"/>
                  <a:pt x="39" y="1026"/>
                </a:cubicBezTo>
                <a:cubicBezTo>
                  <a:pt x="13" y="992"/>
                  <a:pt x="16" y="996"/>
                  <a:pt x="17" y="1000"/>
                </a:cubicBezTo>
                <a:cubicBezTo>
                  <a:pt x="48" y="1041"/>
                  <a:pt x="46" y="1053"/>
                  <a:pt x="55" y="1056"/>
                </a:cubicBezTo>
                <a:cubicBezTo>
                  <a:pt x="80" y="1083"/>
                  <a:pt x="81" y="1085"/>
                  <a:pt x="83" y="1087"/>
                </a:cubicBezTo>
                <a:cubicBezTo>
                  <a:pt x="89" y="1101"/>
                  <a:pt x="103" y="1099"/>
                  <a:pt x="97" y="1104"/>
                </a:cubicBezTo>
                <a:cubicBezTo>
                  <a:pt x="125" y="1140"/>
                  <a:pt x="131" y="1145"/>
                  <a:pt x="130" y="1149"/>
                </a:cubicBezTo>
                <a:cubicBezTo>
                  <a:pt x="93" y="1107"/>
                  <a:pt x="89" y="1106"/>
                  <a:pt x="86" y="1102"/>
                </a:cubicBezTo>
                <a:cubicBezTo>
                  <a:pt x="63" y="1079"/>
                  <a:pt x="59" y="1075"/>
                  <a:pt x="55" y="1073"/>
                </a:cubicBezTo>
                <a:cubicBezTo>
                  <a:pt x="0" y="1009"/>
                  <a:pt x="9" y="1016"/>
                  <a:pt x="8" y="1021"/>
                </a:cubicBezTo>
                <a:cubicBezTo>
                  <a:pt x="27" y="1050"/>
                  <a:pt x="29" y="1050"/>
                  <a:pt x="30" y="1052"/>
                </a:cubicBezTo>
                <a:cubicBezTo>
                  <a:pt x="33" y="1062"/>
                  <a:pt x="38" y="1060"/>
                  <a:pt x="41" y="1066"/>
                </a:cubicBezTo>
                <a:cubicBezTo>
                  <a:pt x="86" y="1110"/>
                  <a:pt x="90" y="1120"/>
                  <a:pt x="96" y="1122"/>
                </a:cubicBezTo>
                <a:cubicBezTo>
                  <a:pt x="118" y="1149"/>
                  <a:pt x="127" y="1163"/>
                  <a:pt x="137" y="1176"/>
                </a:cubicBezTo>
                <a:cubicBezTo>
                  <a:pt x="148" y="1204"/>
                  <a:pt x="162" y="1211"/>
                  <a:pt x="158" y="1215"/>
                </a:cubicBezTo>
                <a:cubicBezTo>
                  <a:pt x="165" y="1240"/>
                  <a:pt x="164" y="1234"/>
                  <a:pt x="163" y="1229"/>
                </a:cubicBezTo>
                <a:cubicBezTo>
                  <a:pt x="151" y="1205"/>
                  <a:pt x="144" y="1201"/>
                  <a:pt x="143" y="1199"/>
                </a:cubicBezTo>
                <a:cubicBezTo>
                  <a:pt x="118" y="1171"/>
                  <a:pt x="122" y="1166"/>
                  <a:pt x="116" y="1164"/>
                </a:cubicBezTo>
                <a:cubicBezTo>
                  <a:pt x="82" y="1123"/>
                  <a:pt x="68" y="1114"/>
                  <a:pt x="60" y="1107"/>
                </a:cubicBezTo>
                <a:cubicBezTo>
                  <a:pt x="19" y="1050"/>
                  <a:pt x="22" y="1042"/>
                  <a:pt x="13" y="1042"/>
                </a:cubicBezTo>
                <a:cubicBezTo>
                  <a:pt x="62" y="1117"/>
                  <a:pt x="74" y="1136"/>
                  <a:pt x="95" y="1152"/>
                </a:cubicBezTo>
                <a:cubicBezTo>
                  <a:pt x="135" y="1204"/>
                  <a:pt x="140" y="1211"/>
                  <a:pt x="145" y="1217"/>
                </a:cubicBezTo>
                <a:cubicBezTo>
                  <a:pt x="170" y="1269"/>
                  <a:pt x="166" y="1271"/>
                  <a:pt x="171" y="1274"/>
                </a:cubicBezTo>
                <a:cubicBezTo>
                  <a:pt x="178" y="1302"/>
                  <a:pt x="178" y="1304"/>
                  <a:pt x="177" y="1307"/>
                </a:cubicBezTo>
                <a:cubicBezTo>
                  <a:pt x="169" y="1297"/>
                  <a:pt x="173" y="1295"/>
                  <a:pt x="168" y="1291"/>
                </a:cubicBezTo>
                <a:cubicBezTo>
                  <a:pt x="133" y="1236"/>
                  <a:pt x="128" y="1228"/>
                  <a:pt x="116" y="1208"/>
                </a:cubicBezTo>
                <a:cubicBezTo>
                  <a:pt x="41" y="1115"/>
                  <a:pt x="40" y="1112"/>
                  <a:pt x="37" y="1109"/>
                </a:cubicBezTo>
                <a:cubicBezTo>
                  <a:pt x="25" y="1086"/>
                  <a:pt x="30" y="1079"/>
                  <a:pt x="24" y="1081"/>
                </a:cubicBezTo>
                <a:cubicBezTo>
                  <a:pt x="59" y="1159"/>
                  <a:pt x="64" y="1161"/>
                  <a:pt x="69" y="1166"/>
                </a:cubicBezTo>
                <a:cubicBezTo>
                  <a:pt x="116" y="1220"/>
                  <a:pt x="123" y="1241"/>
                  <a:pt x="133" y="1245"/>
                </a:cubicBezTo>
                <a:cubicBezTo>
                  <a:pt x="146" y="1275"/>
                  <a:pt x="149" y="1274"/>
                  <a:pt x="153" y="1283"/>
                </a:cubicBezTo>
                <a:cubicBezTo>
                  <a:pt x="167" y="1322"/>
                  <a:pt x="173" y="1328"/>
                  <a:pt x="172" y="1333"/>
                </a:cubicBezTo>
                <a:cubicBezTo>
                  <a:pt x="172" y="1344"/>
                  <a:pt x="171" y="1342"/>
                  <a:pt x="167" y="1341"/>
                </a:cubicBezTo>
                <a:cubicBezTo>
                  <a:pt x="163" y="1322"/>
                  <a:pt x="155" y="1318"/>
                  <a:pt x="159" y="1315"/>
                </a:cubicBezTo>
                <a:cubicBezTo>
                  <a:pt x="128" y="1261"/>
                  <a:pt x="129" y="1259"/>
                  <a:pt x="117" y="1247"/>
                </a:cubicBezTo>
                <a:cubicBezTo>
                  <a:pt x="67" y="1189"/>
                  <a:pt x="67" y="1186"/>
                  <a:pt x="62" y="1181"/>
                </a:cubicBezTo>
                <a:cubicBezTo>
                  <a:pt x="50" y="1165"/>
                  <a:pt x="47" y="1166"/>
                  <a:pt x="49" y="1163"/>
                </a:cubicBezTo>
                <a:cubicBezTo>
                  <a:pt x="12" y="1111"/>
                  <a:pt x="15" y="1107"/>
                  <a:pt x="9" y="1101"/>
                </a:cubicBezTo>
                <a:cubicBezTo>
                  <a:pt x="13" y="1122"/>
                  <a:pt x="19" y="1126"/>
                  <a:pt x="16" y="1128"/>
                </a:cubicBezTo>
                <a:cubicBezTo>
                  <a:pt x="47" y="1180"/>
                  <a:pt x="52" y="1178"/>
                  <a:pt x="54" y="1184"/>
                </a:cubicBezTo>
                <a:cubicBezTo>
                  <a:pt x="108" y="1249"/>
                  <a:pt x="110" y="1258"/>
                  <a:pt x="114" y="1257"/>
                </a:cubicBezTo>
                <a:cubicBezTo>
                  <a:pt x="108" y="1251"/>
                  <a:pt x="101" y="1249"/>
                  <a:pt x="97" y="1247"/>
                </a:cubicBezTo>
                <a:cubicBezTo>
                  <a:pt x="70" y="1217"/>
                  <a:pt x="67" y="1206"/>
                  <a:pt x="63" y="1203"/>
                </a:cubicBezTo>
                <a:cubicBezTo>
                  <a:pt x="43" y="1184"/>
                  <a:pt x="42" y="1180"/>
                  <a:pt x="40" y="1177"/>
                </a:cubicBezTo>
                <a:cubicBezTo>
                  <a:pt x="2" y="1139"/>
                  <a:pt x="9" y="1144"/>
                  <a:pt x="8" y="1147"/>
                </a:cubicBezTo>
                <a:cubicBezTo>
                  <a:pt x="31" y="1180"/>
                  <a:pt x="28" y="1183"/>
                  <a:pt x="34" y="1187"/>
                </a:cubicBezTo>
                <a:cubicBezTo>
                  <a:pt x="104" y="1266"/>
                  <a:pt x="106" y="1270"/>
                  <a:pt x="109" y="1273"/>
                </a:cubicBezTo>
                <a:cubicBezTo>
                  <a:pt x="130" y="1308"/>
                  <a:pt x="136" y="1314"/>
                  <a:pt x="138" y="1320"/>
                </a:cubicBezTo>
                <a:cubicBezTo>
                  <a:pt x="148" y="1353"/>
                  <a:pt x="160" y="1358"/>
                  <a:pt x="154" y="1360"/>
                </a:cubicBezTo>
                <a:cubicBezTo>
                  <a:pt x="143" y="1349"/>
                  <a:pt x="143" y="1342"/>
                  <a:pt x="136" y="1334"/>
                </a:cubicBezTo>
                <a:cubicBezTo>
                  <a:pt x="102" y="1286"/>
                  <a:pt x="93" y="1279"/>
                  <a:pt x="95" y="1275"/>
                </a:cubicBezTo>
                <a:cubicBezTo>
                  <a:pt x="30" y="1202"/>
                  <a:pt x="24" y="1194"/>
                  <a:pt x="18" y="1185"/>
                </a:cubicBezTo>
                <a:cubicBezTo>
                  <a:pt x="17" y="1202"/>
                  <a:pt x="20" y="1204"/>
                  <a:pt x="22" y="1205"/>
                </a:cubicBezTo>
                <a:cubicBezTo>
                  <a:pt x="28" y="1233"/>
                  <a:pt x="31" y="1245"/>
                  <a:pt x="36" y="1247"/>
                </a:cubicBezTo>
                <a:cubicBezTo>
                  <a:pt x="44" y="1265"/>
                  <a:pt x="42" y="1268"/>
                  <a:pt x="45" y="1267"/>
                </a:cubicBezTo>
                <a:cubicBezTo>
                  <a:pt x="78" y="1315"/>
                  <a:pt x="77" y="1317"/>
                  <a:pt x="84" y="1325"/>
                </a:cubicBezTo>
                <a:cubicBezTo>
                  <a:pt x="106" y="1353"/>
                  <a:pt x="114" y="1357"/>
                  <a:pt x="107" y="1360"/>
                </a:cubicBezTo>
                <a:cubicBezTo>
                  <a:pt x="74" y="1315"/>
                  <a:pt x="69" y="1314"/>
                  <a:pt x="66" y="1306"/>
                </a:cubicBezTo>
                <a:cubicBezTo>
                  <a:pt x="42" y="1273"/>
                  <a:pt x="39" y="1262"/>
                  <a:pt x="33" y="1256"/>
                </a:cubicBezTo>
                <a:cubicBezTo>
                  <a:pt x="26" y="1249"/>
                  <a:pt x="31" y="1241"/>
                  <a:pt x="27" y="1238"/>
                </a:cubicBezTo>
                <a:cubicBezTo>
                  <a:pt x="23" y="1255"/>
                  <a:pt x="30" y="1264"/>
                  <a:pt x="33" y="1273"/>
                </a:cubicBezTo>
                <a:cubicBezTo>
                  <a:pt x="72" y="1327"/>
                  <a:pt x="77" y="1337"/>
                  <a:pt x="86" y="1343"/>
                </a:cubicBezTo>
                <a:cubicBezTo>
                  <a:pt x="91" y="1356"/>
                  <a:pt x="95" y="1356"/>
                  <a:pt x="95" y="1356"/>
                </a:cubicBezTo>
                <a:cubicBezTo>
                  <a:pt x="113" y="1378"/>
                  <a:pt x="122" y="1391"/>
                  <a:pt x="131" y="1399"/>
                </a:cubicBezTo>
                <a:cubicBezTo>
                  <a:pt x="141" y="1414"/>
                  <a:pt x="144" y="1416"/>
                  <a:pt x="146" y="1420"/>
                </a:cubicBezTo>
                <a:cubicBezTo>
                  <a:pt x="142" y="1419"/>
                  <a:pt x="139" y="1422"/>
                  <a:pt x="137" y="1417"/>
                </a:cubicBezTo>
                <a:cubicBezTo>
                  <a:pt x="104" y="1393"/>
                  <a:pt x="99" y="1389"/>
                  <a:pt x="94" y="1389"/>
                </a:cubicBezTo>
                <a:cubicBezTo>
                  <a:pt x="39" y="1357"/>
                  <a:pt x="44" y="1357"/>
                  <a:pt x="47" y="1361"/>
                </a:cubicBezTo>
                <a:cubicBezTo>
                  <a:pt x="73" y="1381"/>
                  <a:pt x="77" y="1386"/>
                  <a:pt x="82" y="1385"/>
                </a:cubicBezTo>
                <a:cubicBezTo>
                  <a:pt x="123" y="1414"/>
                  <a:pt x="127" y="1423"/>
                  <a:pt x="131" y="1423"/>
                </a:cubicBezTo>
                <a:cubicBezTo>
                  <a:pt x="163" y="1460"/>
                  <a:pt x="167" y="1459"/>
                  <a:pt x="169" y="1462"/>
                </a:cubicBezTo>
                <a:cubicBezTo>
                  <a:pt x="183" y="1480"/>
                  <a:pt x="180" y="1489"/>
                  <a:pt x="185" y="1495"/>
                </a:cubicBezTo>
                <a:cubicBezTo>
                  <a:pt x="198" y="1470"/>
                  <a:pt x="199" y="1467"/>
                  <a:pt x="200" y="1465"/>
                </a:cubicBezTo>
                <a:cubicBezTo>
                  <a:pt x="239" y="1447"/>
                  <a:pt x="243" y="1445"/>
                  <a:pt x="246" y="1443"/>
                </a:cubicBezTo>
                <a:cubicBezTo>
                  <a:pt x="237" y="1440"/>
                  <a:pt x="233" y="1441"/>
                  <a:pt x="230" y="1441"/>
                </a:cubicBezTo>
                <a:cubicBezTo>
                  <a:pt x="214" y="1443"/>
                  <a:pt x="212" y="1436"/>
                  <a:pt x="217" y="1430"/>
                </a:cubicBezTo>
                <a:cubicBezTo>
                  <a:pt x="295" y="1389"/>
                  <a:pt x="303" y="1382"/>
                  <a:pt x="310" y="1385"/>
                </a:cubicBezTo>
                <a:cubicBezTo>
                  <a:pt x="381" y="1375"/>
                  <a:pt x="383" y="1379"/>
                  <a:pt x="388" y="1373"/>
                </a:cubicBezTo>
                <a:cubicBezTo>
                  <a:pt x="426" y="1368"/>
                  <a:pt x="430" y="1366"/>
                  <a:pt x="433" y="1365"/>
                </a:cubicBezTo>
                <a:cubicBezTo>
                  <a:pt x="449" y="1360"/>
                  <a:pt x="453" y="1363"/>
                  <a:pt x="457" y="1358"/>
                </a:cubicBezTo>
                <a:cubicBezTo>
                  <a:pt x="441" y="1356"/>
                  <a:pt x="440" y="1359"/>
                  <a:pt x="438" y="1359"/>
                </a:cubicBezTo>
                <a:cubicBezTo>
                  <a:pt x="426" y="1362"/>
                  <a:pt x="425" y="1358"/>
                  <a:pt x="421" y="1362"/>
                </a:cubicBezTo>
                <a:cubicBezTo>
                  <a:pt x="371" y="1366"/>
                  <a:pt x="364" y="1369"/>
                  <a:pt x="357" y="1369"/>
                </a:cubicBezTo>
                <a:cubicBezTo>
                  <a:pt x="338" y="1375"/>
                  <a:pt x="337" y="1371"/>
                  <a:pt x="335" y="1372"/>
                </a:cubicBezTo>
                <a:cubicBezTo>
                  <a:pt x="307" y="1376"/>
                  <a:pt x="306" y="1372"/>
                  <a:pt x="303" y="1376"/>
                </a:cubicBezTo>
                <a:cubicBezTo>
                  <a:pt x="270" y="1383"/>
                  <a:pt x="263" y="1389"/>
                  <a:pt x="258" y="1388"/>
                </a:cubicBezTo>
                <a:cubicBezTo>
                  <a:pt x="202" y="1433"/>
                  <a:pt x="200" y="1437"/>
                  <a:pt x="196" y="1441"/>
                </a:cubicBezTo>
                <a:cubicBezTo>
                  <a:pt x="185" y="1441"/>
                  <a:pt x="190" y="1433"/>
                  <a:pt x="197" y="1425"/>
                </a:cubicBezTo>
                <a:cubicBezTo>
                  <a:pt x="279" y="1366"/>
                  <a:pt x="282" y="1364"/>
                  <a:pt x="284" y="1362"/>
                </a:cubicBezTo>
                <a:cubicBezTo>
                  <a:pt x="315" y="1356"/>
                  <a:pt x="324" y="1356"/>
                  <a:pt x="334" y="1353"/>
                </a:cubicBezTo>
                <a:cubicBezTo>
                  <a:pt x="381" y="1350"/>
                  <a:pt x="385" y="1350"/>
                  <a:pt x="390" y="1350"/>
                </a:cubicBezTo>
                <a:cubicBezTo>
                  <a:pt x="436" y="1341"/>
                  <a:pt x="441" y="1339"/>
                  <a:pt x="446" y="1339"/>
                </a:cubicBezTo>
                <a:cubicBezTo>
                  <a:pt x="489" y="1324"/>
                  <a:pt x="486" y="1320"/>
                  <a:pt x="481" y="1326"/>
                </a:cubicBezTo>
                <a:cubicBezTo>
                  <a:pt x="445" y="1330"/>
                  <a:pt x="442" y="1333"/>
                  <a:pt x="438" y="1335"/>
                </a:cubicBezTo>
                <a:cubicBezTo>
                  <a:pt x="414" y="1334"/>
                  <a:pt x="409" y="1345"/>
                  <a:pt x="406" y="1338"/>
                </a:cubicBezTo>
                <a:cubicBezTo>
                  <a:pt x="436" y="1330"/>
                  <a:pt x="444" y="1327"/>
                  <a:pt x="451" y="1328"/>
                </a:cubicBezTo>
                <a:cubicBezTo>
                  <a:pt x="502" y="1292"/>
                  <a:pt x="500" y="1297"/>
                  <a:pt x="495" y="1301"/>
                </a:cubicBezTo>
                <a:cubicBezTo>
                  <a:pt x="463" y="1311"/>
                  <a:pt x="458" y="1319"/>
                  <a:pt x="455" y="1320"/>
                </a:cubicBezTo>
                <a:cubicBezTo>
                  <a:pt x="410" y="1329"/>
                  <a:pt x="405" y="1329"/>
                  <a:pt x="400" y="1333"/>
                </a:cubicBezTo>
                <a:cubicBezTo>
                  <a:pt x="380" y="1333"/>
                  <a:pt x="378" y="1331"/>
                  <a:pt x="376" y="1333"/>
                </a:cubicBezTo>
                <a:cubicBezTo>
                  <a:pt x="356" y="1334"/>
                  <a:pt x="353" y="1333"/>
                  <a:pt x="355" y="1331"/>
                </a:cubicBezTo>
                <a:cubicBezTo>
                  <a:pt x="400" y="1320"/>
                  <a:pt x="402" y="1322"/>
                  <a:pt x="405" y="1319"/>
                </a:cubicBezTo>
                <a:cubicBezTo>
                  <a:pt x="429" y="1309"/>
                  <a:pt x="438" y="1305"/>
                  <a:pt x="450" y="1297"/>
                </a:cubicBezTo>
                <a:cubicBezTo>
                  <a:pt x="498" y="1254"/>
                  <a:pt x="508" y="1256"/>
                  <a:pt x="503" y="1248"/>
                </a:cubicBezTo>
                <a:cubicBezTo>
                  <a:pt x="391" y="1316"/>
                  <a:pt x="387" y="1317"/>
                  <a:pt x="384" y="1317"/>
                </a:cubicBezTo>
                <a:cubicBezTo>
                  <a:pt x="365" y="1320"/>
                  <a:pt x="363" y="1321"/>
                  <a:pt x="360" y="1322"/>
                </a:cubicBezTo>
                <a:cubicBezTo>
                  <a:pt x="345" y="1324"/>
                  <a:pt x="344" y="1319"/>
                  <a:pt x="342" y="1323"/>
                </a:cubicBezTo>
                <a:cubicBezTo>
                  <a:pt x="303" y="1328"/>
                  <a:pt x="296" y="1326"/>
                  <a:pt x="290" y="1326"/>
                </a:cubicBezTo>
                <a:cubicBezTo>
                  <a:pt x="244" y="1332"/>
                  <a:pt x="240" y="1335"/>
                  <a:pt x="237" y="1335"/>
                </a:cubicBezTo>
                <a:cubicBezTo>
                  <a:pt x="200" y="1351"/>
                  <a:pt x="199" y="1362"/>
                  <a:pt x="193" y="1356"/>
                </a:cubicBezTo>
                <a:cubicBezTo>
                  <a:pt x="222" y="1332"/>
                  <a:pt x="227" y="1334"/>
                  <a:pt x="232" y="1328"/>
                </a:cubicBezTo>
                <a:cubicBezTo>
                  <a:pt x="257" y="1323"/>
                  <a:pt x="260" y="1322"/>
                  <a:pt x="262" y="1322"/>
                </a:cubicBezTo>
                <a:cubicBezTo>
                  <a:pt x="340" y="1309"/>
                  <a:pt x="350" y="1304"/>
                  <a:pt x="360" y="1305"/>
                </a:cubicBezTo>
                <a:cubicBezTo>
                  <a:pt x="414" y="1282"/>
                  <a:pt x="428" y="1278"/>
                  <a:pt x="443" y="1270"/>
                </a:cubicBezTo>
                <a:cubicBezTo>
                  <a:pt x="485" y="1238"/>
                  <a:pt x="488" y="1241"/>
                  <a:pt x="493" y="1236"/>
                </a:cubicBezTo>
                <a:cubicBezTo>
                  <a:pt x="503" y="1226"/>
                  <a:pt x="507" y="1224"/>
                  <a:pt x="512" y="1220"/>
                </a:cubicBezTo>
                <a:cubicBezTo>
                  <a:pt x="513" y="1206"/>
                  <a:pt x="509" y="1214"/>
                  <a:pt x="502" y="1222"/>
                </a:cubicBezTo>
                <a:cubicBezTo>
                  <a:pt x="460" y="1250"/>
                  <a:pt x="445" y="1261"/>
                  <a:pt x="435" y="1266"/>
                </a:cubicBezTo>
                <a:cubicBezTo>
                  <a:pt x="399" y="1282"/>
                  <a:pt x="395" y="1285"/>
                  <a:pt x="392" y="1284"/>
                </a:cubicBezTo>
                <a:cubicBezTo>
                  <a:pt x="323" y="1300"/>
                  <a:pt x="316" y="1303"/>
                  <a:pt x="308" y="1308"/>
                </a:cubicBezTo>
                <a:cubicBezTo>
                  <a:pt x="286" y="1307"/>
                  <a:pt x="284" y="1307"/>
                  <a:pt x="281" y="1308"/>
                </a:cubicBezTo>
                <a:cubicBezTo>
                  <a:pt x="265" y="1315"/>
                  <a:pt x="263" y="1313"/>
                  <a:pt x="260" y="1316"/>
                </a:cubicBezTo>
                <a:cubicBezTo>
                  <a:pt x="276" y="1302"/>
                  <a:pt x="278" y="1307"/>
                  <a:pt x="282" y="1305"/>
                </a:cubicBezTo>
                <a:cubicBezTo>
                  <a:pt x="318" y="1297"/>
                  <a:pt x="324" y="1295"/>
                  <a:pt x="330" y="1297"/>
                </a:cubicBezTo>
                <a:cubicBezTo>
                  <a:pt x="385" y="1284"/>
                  <a:pt x="390" y="1272"/>
                  <a:pt x="392" y="1277"/>
                </a:cubicBezTo>
                <a:cubicBezTo>
                  <a:pt x="458" y="1239"/>
                  <a:pt x="469" y="1229"/>
                  <a:pt x="477" y="1218"/>
                </a:cubicBezTo>
                <a:cubicBezTo>
                  <a:pt x="489" y="1197"/>
                  <a:pt x="479" y="1209"/>
                  <a:pt x="469" y="1221"/>
                </a:cubicBezTo>
                <a:cubicBezTo>
                  <a:pt x="433" y="1250"/>
                  <a:pt x="428" y="1253"/>
                  <a:pt x="424" y="1257"/>
                </a:cubicBezTo>
                <a:cubicBezTo>
                  <a:pt x="379" y="1272"/>
                  <a:pt x="373" y="1275"/>
                  <a:pt x="368" y="1275"/>
                </a:cubicBezTo>
                <a:cubicBezTo>
                  <a:pt x="317" y="1286"/>
                  <a:pt x="313" y="1290"/>
                  <a:pt x="308" y="1294"/>
                </a:cubicBezTo>
                <a:cubicBezTo>
                  <a:pt x="276" y="1296"/>
                  <a:pt x="268" y="1298"/>
                  <a:pt x="259" y="1301"/>
                </a:cubicBezTo>
                <a:cubicBezTo>
                  <a:pt x="226" y="1315"/>
                  <a:pt x="218" y="1314"/>
                  <a:pt x="210" y="1318"/>
                </a:cubicBezTo>
                <a:cubicBezTo>
                  <a:pt x="188" y="1324"/>
                  <a:pt x="198" y="1326"/>
                  <a:pt x="196" y="1323"/>
                </a:cubicBezTo>
                <a:cubicBezTo>
                  <a:pt x="245" y="1292"/>
                  <a:pt x="250" y="1296"/>
                  <a:pt x="257" y="1291"/>
                </a:cubicBezTo>
                <a:cubicBezTo>
                  <a:pt x="286" y="1281"/>
                  <a:pt x="297" y="1283"/>
                  <a:pt x="309" y="1278"/>
                </a:cubicBezTo>
                <a:cubicBezTo>
                  <a:pt x="360" y="1270"/>
                  <a:pt x="377" y="1254"/>
                  <a:pt x="392" y="1257"/>
                </a:cubicBezTo>
                <a:cubicBezTo>
                  <a:pt x="464" y="1216"/>
                  <a:pt x="478" y="1201"/>
                  <a:pt x="492" y="1188"/>
                </a:cubicBezTo>
                <a:cubicBezTo>
                  <a:pt x="510" y="1153"/>
                  <a:pt x="511" y="1156"/>
                  <a:pt x="505" y="1158"/>
                </a:cubicBezTo>
                <a:cubicBezTo>
                  <a:pt x="490" y="1176"/>
                  <a:pt x="487" y="1180"/>
                  <a:pt x="487" y="1184"/>
                </a:cubicBezTo>
                <a:cubicBezTo>
                  <a:pt x="443" y="1223"/>
                  <a:pt x="444" y="1226"/>
                  <a:pt x="442" y="1224"/>
                </a:cubicBezTo>
                <a:cubicBezTo>
                  <a:pt x="413" y="1237"/>
                  <a:pt x="407" y="1243"/>
                  <a:pt x="403" y="1242"/>
                </a:cubicBezTo>
                <a:cubicBezTo>
                  <a:pt x="325" y="1267"/>
                  <a:pt x="322" y="1265"/>
                  <a:pt x="318" y="1267"/>
                </a:cubicBezTo>
                <a:cubicBezTo>
                  <a:pt x="273" y="1273"/>
                  <a:pt x="263" y="1283"/>
                  <a:pt x="256" y="1279"/>
                </a:cubicBezTo>
                <a:cubicBezTo>
                  <a:pt x="295" y="1265"/>
                  <a:pt x="305" y="1261"/>
                  <a:pt x="314" y="1262"/>
                </a:cubicBezTo>
                <a:cubicBezTo>
                  <a:pt x="363" y="1241"/>
                  <a:pt x="375" y="1239"/>
                  <a:pt x="387" y="1234"/>
                </a:cubicBezTo>
                <a:cubicBezTo>
                  <a:pt x="479" y="1164"/>
                  <a:pt x="483" y="1161"/>
                  <a:pt x="485" y="1158"/>
                </a:cubicBezTo>
                <a:cubicBezTo>
                  <a:pt x="512" y="1124"/>
                  <a:pt x="513" y="1117"/>
                  <a:pt x="520" y="1111"/>
                </a:cubicBezTo>
                <a:cubicBezTo>
                  <a:pt x="509" y="1116"/>
                  <a:pt x="505" y="1120"/>
                  <a:pt x="502" y="1124"/>
                </a:cubicBezTo>
                <a:cubicBezTo>
                  <a:pt x="478" y="1160"/>
                  <a:pt x="470" y="1160"/>
                  <a:pt x="471" y="1166"/>
                </a:cubicBezTo>
                <a:cubicBezTo>
                  <a:pt x="431" y="1191"/>
                  <a:pt x="426" y="1200"/>
                  <a:pt x="421" y="1202"/>
                </a:cubicBezTo>
                <a:cubicBezTo>
                  <a:pt x="378" y="1227"/>
                  <a:pt x="371" y="1230"/>
                  <a:pt x="363" y="1234"/>
                </a:cubicBezTo>
                <a:cubicBezTo>
                  <a:pt x="322" y="1251"/>
                  <a:pt x="307" y="1250"/>
                  <a:pt x="290" y="1259"/>
                </a:cubicBezTo>
                <a:cubicBezTo>
                  <a:pt x="246" y="1271"/>
                  <a:pt x="237" y="1279"/>
                  <a:pt x="231" y="1275"/>
                </a:cubicBezTo>
                <a:cubicBezTo>
                  <a:pt x="290" y="1254"/>
                  <a:pt x="296" y="1241"/>
                  <a:pt x="298" y="1246"/>
                </a:cubicBezTo>
                <a:cubicBezTo>
                  <a:pt x="362" y="1221"/>
                  <a:pt x="377" y="1211"/>
                  <a:pt x="391" y="1204"/>
                </a:cubicBezTo>
                <a:cubicBezTo>
                  <a:pt x="515" y="1103"/>
                  <a:pt x="512" y="1098"/>
                  <a:pt x="518" y="1095"/>
                </a:cubicBezTo>
                <a:cubicBezTo>
                  <a:pt x="532" y="1075"/>
                  <a:pt x="536" y="1073"/>
                  <a:pt x="535" y="1071"/>
                </a:cubicBezTo>
                <a:cubicBezTo>
                  <a:pt x="539" y="1064"/>
                  <a:pt x="536" y="1067"/>
                  <a:pt x="532" y="1070"/>
                </a:cubicBezTo>
                <a:cubicBezTo>
                  <a:pt x="497" y="1109"/>
                  <a:pt x="495" y="1119"/>
                  <a:pt x="485" y="1121"/>
                </a:cubicBezTo>
                <a:cubicBezTo>
                  <a:pt x="453" y="1152"/>
                  <a:pt x="442" y="1160"/>
                  <a:pt x="431" y="1168"/>
                </a:cubicBezTo>
                <a:cubicBezTo>
                  <a:pt x="397" y="1193"/>
                  <a:pt x="389" y="1191"/>
                  <a:pt x="388" y="1197"/>
                </a:cubicBezTo>
                <a:cubicBezTo>
                  <a:pt x="367" y="1206"/>
                  <a:pt x="360" y="1215"/>
                  <a:pt x="356" y="1210"/>
                </a:cubicBezTo>
                <a:cubicBezTo>
                  <a:pt x="315" y="1230"/>
                  <a:pt x="305" y="1233"/>
                  <a:pt x="294" y="1240"/>
                </a:cubicBezTo>
                <a:cubicBezTo>
                  <a:pt x="262" y="1252"/>
                  <a:pt x="260" y="1251"/>
                  <a:pt x="257" y="1254"/>
                </a:cubicBezTo>
                <a:cubicBezTo>
                  <a:pt x="237" y="1263"/>
                  <a:pt x="233" y="1265"/>
                  <a:pt x="229" y="1267"/>
                </a:cubicBezTo>
                <a:cubicBezTo>
                  <a:pt x="218" y="1271"/>
                  <a:pt x="214" y="1278"/>
                  <a:pt x="211" y="1275"/>
                </a:cubicBezTo>
                <a:cubicBezTo>
                  <a:pt x="241" y="1245"/>
                  <a:pt x="262" y="1234"/>
                  <a:pt x="291" y="1222"/>
                </a:cubicBezTo>
                <a:cubicBezTo>
                  <a:pt x="352" y="1187"/>
                  <a:pt x="356" y="1194"/>
                  <a:pt x="360" y="1189"/>
                </a:cubicBezTo>
                <a:cubicBezTo>
                  <a:pt x="397" y="1173"/>
                  <a:pt x="401" y="1169"/>
                  <a:pt x="405" y="1169"/>
                </a:cubicBezTo>
                <a:cubicBezTo>
                  <a:pt x="461" y="1128"/>
                  <a:pt x="482" y="1115"/>
                  <a:pt x="495" y="1100"/>
                </a:cubicBezTo>
                <a:cubicBezTo>
                  <a:pt x="532" y="1063"/>
                  <a:pt x="536" y="1059"/>
                  <a:pt x="536" y="1055"/>
                </a:cubicBezTo>
                <a:cubicBezTo>
                  <a:pt x="492" y="1093"/>
                  <a:pt x="491" y="1097"/>
                  <a:pt x="486" y="1101"/>
                </a:cubicBezTo>
                <a:cubicBezTo>
                  <a:pt x="470" y="1111"/>
                  <a:pt x="468" y="1118"/>
                  <a:pt x="461" y="1121"/>
                </a:cubicBezTo>
                <a:cubicBezTo>
                  <a:pt x="441" y="1135"/>
                  <a:pt x="439" y="1138"/>
                  <a:pt x="438" y="1141"/>
                </a:cubicBezTo>
                <a:cubicBezTo>
                  <a:pt x="395" y="1165"/>
                  <a:pt x="389" y="1166"/>
                  <a:pt x="384" y="1167"/>
                </a:cubicBezTo>
                <a:cubicBezTo>
                  <a:pt x="366" y="1175"/>
                  <a:pt x="360" y="1181"/>
                  <a:pt x="354" y="1181"/>
                </a:cubicBezTo>
                <a:cubicBezTo>
                  <a:pt x="336" y="1190"/>
                  <a:pt x="330" y="1193"/>
                  <a:pt x="324" y="1196"/>
                </a:cubicBezTo>
                <a:cubicBezTo>
                  <a:pt x="289" y="1212"/>
                  <a:pt x="274" y="1219"/>
                  <a:pt x="259" y="1226"/>
                </a:cubicBezTo>
                <a:cubicBezTo>
                  <a:pt x="235" y="1240"/>
                  <a:pt x="227" y="1244"/>
                  <a:pt x="224" y="1249"/>
                </a:cubicBezTo>
                <a:cubicBezTo>
                  <a:pt x="202" y="1270"/>
                  <a:pt x="193" y="1272"/>
                  <a:pt x="192" y="1269"/>
                </a:cubicBezTo>
                <a:cubicBezTo>
                  <a:pt x="215" y="1249"/>
                  <a:pt x="212" y="1245"/>
                  <a:pt x="217" y="1243"/>
                </a:cubicBezTo>
                <a:cubicBezTo>
                  <a:pt x="243" y="1226"/>
                  <a:pt x="244" y="1223"/>
                  <a:pt x="250" y="1220"/>
                </a:cubicBezTo>
                <a:cubicBezTo>
                  <a:pt x="326" y="1181"/>
                  <a:pt x="340" y="1175"/>
                  <a:pt x="358" y="1169"/>
                </a:cubicBezTo>
                <a:cubicBezTo>
                  <a:pt x="494" y="1080"/>
                  <a:pt x="512" y="1077"/>
                  <a:pt x="512" y="1063"/>
                </a:cubicBezTo>
                <a:cubicBezTo>
                  <a:pt x="460" y="1106"/>
                  <a:pt x="454" y="1105"/>
                  <a:pt x="447" y="1112"/>
                </a:cubicBezTo>
                <a:cubicBezTo>
                  <a:pt x="401" y="1139"/>
                  <a:pt x="397" y="1141"/>
                  <a:pt x="392" y="1144"/>
                </a:cubicBezTo>
                <a:cubicBezTo>
                  <a:pt x="299" y="1182"/>
                  <a:pt x="278" y="1194"/>
                  <a:pt x="258" y="1204"/>
                </a:cubicBezTo>
                <a:cubicBezTo>
                  <a:pt x="222" y="1232"/>
                  <a:pt x="219" y="1228"/>
                  <a:pt x="215" y="1233"/>
                </a:cubicBezTo>
                <a:cubicBezTo>
                  <a:pt x="191" y="1248"/>
                  <a:pt x="198" y="1246"/>
                  <a:pt x="198" y="1243"/>
                </a:cubicBezTo>
                <a:cubicBezTo>
                  <a:pt x="210" y="1232"/>
                  <a:pt x="218" y="1227"/>
                  <a:pt x="221" y="1221"/>
                </a:cubicBezTo>
                <a:cubicBezTo>
                  <a:pt x="275" y="1187"/>
                  <a:pt x="293" y="1174"/>
                  <a:pt x="310" y="1167"/>
                </a:cubicBezTo>
                <a:cubicBezTo>
                  <a:pt x="378" y="1137"/>
                  <a:pt x="377" y="1130"/>
                  <a:pt x="382" y="1132"/>
                </a:cubicBezTo>
                <a:cubicBezTo>
                  <a:pt x="433" y="1103"/>
                  <a:pt x="436" y="1100"/>
                  <a:pt x="437" y="1102"/>
                </a:cubicBezTo>
                <a:cubicBezTo>
                  <a:pt x="461" y="1086"/>
                  <a:pt x="465" y="1087"/>
                  <a:pt x="471" y="1080"/>
                </a:cubicBezTo>
                <a:cubicBezTo>
                  <a:pt x="502" y="1058"/>
                  <a:pt x="506" y="1058"/>
                  <a:pt x="511" y="1054"/>
                </a:cubicBezTo>
                <a:cubicBezTo>
                  <a:pt x="567" y="1001"/>
                  <a:pt x="569" y="996"/>
                  <a:pt x="573" y="991"/>
                </a:cubicBezTo>
                <a:cubicBezTo>
                  <a:pt x="512" y="1042"/>
                  <a:pt x="492" y="1060"/>
                  <a:pt x="472" y="1069"/>
                </a:cubicBezTo>
                <a:cubicBezTo>
                  <a:pt x="445" y="1085"/>
                  <a:pt x="440" y="1093"/>
                  <a:pt x="436" y="1090"/>
                </a:cubicBezTo>
                <a:cubicBezTo>
                  <a:pt x="383" y="1123"/>
                  <a:pt x="380" y="1120"/>
                  <a:pt x="375" y="1125"/>
                </a:cubicBezTo>
                <a:cubicBezTo>
                  <a:pt x="301" y="1163"/>
                  <a:pt x="285" y="1166"/>
                  <a:pt x="266" y="1181"/>
                </a:cubicBezTo>
                <a:cubicBezTo>
                  <a:pt x="238" y="1199"/>
                  <a:pt x="226" y="1210"/>
                  <a:pt x="218" y="1211"/>
                </a:cubicBezTo>
                <a:cubicBezTo>
                  <a:pt x="195" y="1226"/>
                  <a:pt x="199" y="1221"/>
                  <a:pt x="198" y="1216"/>
                </a:cubicBezTo>
                <a:cubicBezTo>
                  <a:pt x="230" y="1183"/>
                  <a:pt x="233" y="1182"/>
                  <a:pt x="238" y="1177"/>
                </a:cubicBezTo>
                <a:cubicBezTo>
                  <a:pt x="319" y="1129"/>
                  <a:pt x="328" y="1123"/>
                  <a:pt x="336" y="1121"/>
                </a:cubicBezTo>
                <a:cubicBezTo>
                  <a:pt x="493" y="1012"/>
                  <a:pt x="511" y="1000"/>
                  <a:pt x="526" y="986"/>
                </a:cubicBezTo>
                <a:cubicBezTo>
                  <a:pt x="552" y="958"/>
                  <a:pt x="551" y="956"/>
                  <a:pt x="554" y="954"/>
                </a:cubicBezTo>
                <a:cubicBezTo>
                  <a:pt x="522" y="977"/>
                  <a:pt x="521" y="987"/>
                  <a:pt x="507" y="995"/>
                </a:cubicBezTo>
                <a:cubicBezTo>
                  <a:pt x="490" y="1009"/>
                  <a:pt x="487" y="1013"/>
                  <a:pt x="482" y="1018"/>
                </a:cubicBezTo>
                <a:cubicBezTo>
                  <a:pt x="358" y="1100"/>
                  <a:pt x="341" y="1103"/>
                  <a:pt x="333" y="1113"/>
                </a:cubicBezTo>
                <a:cubicBezTo>
                  <a:pt x="251" y="1161"/>
                  <a:pt x="227" y="1171"/>
                  <a:pt x="214" y="1187"/>
                </a:cubicBezTo>
                <a:cubicBezTo>
                  <a:pt x="211" y="1186"/>
                  <a:pt x="210" y="1183"/>
                  <a:pt x="213" y="1180"/>
                </a:cubicBezTo>
                <a:cubicBezTo>
                  <a:pt x="242" y="1151"/>
                  <a:pt x="248" y="1147"/>
                  <a:pt x="259" y="1137"/>
                </a:cubicBezTo>
                <a:cubicBezTo>
                  <a:pt x="360" y="1078"/>
                  <a:pt x="373" y="1070"/>
                  <a:pt x="393" y="1055"/>
                </a:cubicBezTo>
                <a:cubicBezTo>
                  <a:pt x="452" y="1010"/>
                  <a:pt x="460" y="1010"/>
                  <a:pt x="463" y="1005"/>
                </a:cubicBezTo>
                <a:cubicBezTo>
                  <a:pt x="524" y="947"/>
                  <a:pt x="530" y="944"/>
                  <a:pt x="532" y="940"/>
                </a:cubicBezTo>
                <a:cubicBezTo>
                  <a:pt x="561" y="903"/>
                  <a:pt x="566" y="896"/>
                  <a:pt x="574" y="890"/>
                </a:cubicBezTo>
                <a:cubicBezTo>
                  <a:pt x="547" y="899"/>
                  <a:pt x="543" y="903"/>
                  <a:pt x="537" y="907"/>
                </a:cubicBezTo>
                <a:cubicBezTo>
                  <a:pt x="522" y="918"/>
                  <a:pt x="523" y="921"/>
                  <a:pt x="519" y="922"/>
                </a:cubicBezTo>
                <a:cubicBezTo>
                  <a:pt x="491" y="945"/>
                  <a:pt x="485" y="954"/>
                  <a:pt x="474" y="962"/>
                </a:cubicBezTo>
                <a:cubicBezTo>
                  <a:pt x="396" y="1023"/>
                  <a:pt x="387" y="1030"/>
                  <a:pt x="378" y="1037"/>
                </a:cubicBezTo>
                <a:cubicBezTo>
                  <a:pt x="323" y="1067"/>
                  <a:pt x="317" y="1067"/>
                  <a:pt x="311" y="1070"/>
                </a:cubicBezTo>
                <a:cubicBezTo>
                  <a:pt x="262" y="1102"/>
                  <a:pt x="259" y="1103"/>
                  <a:pt x="256" y="1103"/>
                </a:cubicBezTo>
                <a:cubicBezTo>
                  <a:pt x="244" y="1115"/>
                  <a:pt x="236" y="1116"/>
                  <a:pt x="239" y="1120"/>
                </a:cubicBezTo>
                <a:cubicBezTo>
                  <a:pt x="222" y="1136"/>
                  <a:pt x="217" y="1144"/>
                  <a:pt x="214" y="1140"/>
                </a:cubicBezTo>
                <a:cubicBezTo>
                  <a:pt x="260" y="1090"/>
                  <a:pt x="271" y="1086"/>
                  <a:pt x="296" y="1066"/>
                </a:cubicBezTo>
                <a:cubicBezTo>
                  <a:pt x="418" y="989"/>
                  <a:pt x="425" y="977"/>
                  <a:pt x="430" y="979"/>
                </a:cubicBezTo>
                <a:cubicBezTo>
                  <a:pt x="451" y="961"/>
                  <a:pt x="456" y="956"/>
                  <a:pt x="465" y="947"/>
                </a:cubicBezTo>
                <a:cubicBezTo>
                  <a:pt x="540" y="892"/>
                  <a:pt x="549" y="886"/>
                  <a:pt x="560" y="878"/>
                </a:cubicBezTo>
                <a:cubicBezTo>
                  <a:pt x="587" y="870"/>
                  <a:pt x="592" y="858"/>
                  <a:pt x="594" y="863"/>
                </a:cubicBezTo>
                <a:cubicBezTo>
                  <a:pt x="625" y="848"/>
                  <a:pt x="636" y="854"/>
                  <a:pt x="633" y="845"/>
                </a:cubicBezTo>
                <a:cubicBezTo>
                  <a:pt x="574" y="858"/>
                  <a:pt x="566" y="857"/>
                  <a:pt x="557" y="863"/>
                </a:cubicBezTo>
                <a:cubicBezTo>
                  <a:pt x="523" y="876"/>
                  <a:pt x="515" y="880"/>
                  <a:pt x="508" y="884"/>
                </a:cubicBezTo>
                <a:cubicBezTo>
                  <a:pt x="420" y="945"/>
                  <a:pt x="411" y="951"/>
                  <a:pt x="402" y="958"/>
                </a:cubicBezTo>
                <a:cubicBezTo>
                  <a:pt x="299" y="1027"/>
                  <a:pt x="297" y="1029"/>
                  <a:pt x="295" y="1030"/>
                </a:cubicBezTo>
                <a:cubicBezTo>
                  <a:pt x="255" y="1062"/>
                  <a:pt x="252" y="1067"/>
                  <a:pt x="244" y="1072"/>
                </a:cubicBezTo>
                <a:cubicBezTo>
                  <a:pt x="230" y="1081"/>
                  <a:pt x="230" y="1077"/>
                  <a:pt x="232" y="1073"/>
                </a:cubicBezTo>
                <a:cubicBezTo>
                  <a:pt x="251" y="1057"/>
                  <a:pt x="253" y="1055"/>
                  <a:pt x="257" y="1053"/>
                </a:cubicBezTo>
                <a:cubicBezTo>
                  <a:pt x="293" y="1015"/>
                  <a:pt x="296" y="1017"/>
                  <a:pt x="300" y="1014"/>
                </a:cubicBezTo>
                <a:cubicBezTo>
                  <a:pt x="333" y="985"/>
                  <a:pt x="335" y="986"/>
                  <a:pt x="336" y="986"/>
                </a:cubicBezTo>
                <a:cubicBezTo>
                  <a:pt x="380" y="950"/>
                  <a:pt x="404" y="938"/>
                  <a:pt x="433" y="916"/>
                </a:cubicBezTo>
                <a:cubicBezTo>
                  <a:pt x="492" y="885"/>
                  <a:pt x="501" y="881"/>
                  <a:pt x="511" y="874"/>
                </a:cubicBezTo>
                <a:cubicBezTo>
                  <a:pt x="540" y="857"/>
                  <a:pt x="552" y="855"/>
                  <a:pt x="561" y="848"/>
                </a:cubicBezTo>
                <a:cubicBezTo>
                  <a:pt x="574" y="833"/>
                  <a:pt x="569" y="837"/>
                  <a:pt x="565" y="840"/>
                </a:cubicBezTo>
                <a:cubicBezTo>
                  <a:pt x="512" y="866"/>
                  <a:pt x="509" y="864"/>
                  <a:pt x="505" y="869"/>
                </a:cubicBezTo>
                <a:cubicBezTo>
                  <a:pt x="416" y="917"/>
                  <a:pt x="406" y="926"/>
                  <a:pt x="373" y="944"/>
                </a:cubicBezTo>
                <a:cubicBezTo>
                  <a:pt x="332" y="978"/>
                  <a:pt x="317" y="986"/>
                  <a:pt x="306" y="995"/>
                </a:cubicBezTo>
                <a:cubicBezTo>
                  <a:pt x="253" y="1040"/>
                  <a:pt x="256" y="1048"/>
                  <a:pt x="251" y="1045"/>
                </a:cubicBezTo>
                <a:cubicBezTo>
                  <a:pt x="235" y="1052"/>
                  <a:pt x="237" y="1048"/>
                  <a:pt x="241" y="1044"/>
                </a:cubicBezTo>
                <a:cubicBezTo>
                  <a:pt x="310" y="977"/>
                  <a:pt x="362" y="934"/>
                  <a:pt x="419" y="899"/>
                </a:cubicBezTo>
                <a:cubicBezTo>
                  <a:pt x="482" y="869"/>
                  <a:pt x="481" y="865"/>
                  <a:pt x="487" y="864"/>
                </a:cubicBezTo>
                <a:cubicBezTo>
                  <a:pt x="513" y="858"/>
                  <a:pt x="519" y="848"/>
                  <a:pt x="522" y="852"/>
                </a:cubicBezTo>
                <a:cubicBezTo>
                  <a:pt x="583" y="826"/>
                  <a:pt x="598" y="821"/>
                  <a:pt x="613" y="815"/>
                </a:cubicBezTo>
                <a:cubicBezTo>
                  <a:pt x="578" y="820"/>
                  <a:pt x="572" y="828"/>
                  <a:pt x="567" y="826"/>
                </a:cubicBezTo>
                <a:cubicBezTo>
                  <a:pt x="541" y="835"/>
                  <a:pt x="538" y="835"/>
                  <a:pt x="536" y="837"/>
                </a:cubicBezTo>
                <a:cubicBezTo>
                  <a:pt x="509" y="843"/>
                  <a:pt x="505" y="850"/>
                  <a:pt x="502" y="851"/>
                </a:cubicBezTo>
                <a:cubicBezTo>
                  <a:pt x="480" y="859"/>
                  <a:pt x="474" y="860"/>
                  <a:pt x="468" y="866"/>
                </a:cubicBezTo>
                <a:cubicBezTo>
                  <a:pt x="423" y="890"/>
                  <a:pt x="421" y="886"/>
                  <a:pt x="417" y="890"/>
                </a:cubicBezTo>
                <a:cubicBezTo>
                  <a:pt x="390" y="907"/>
                  <a:pt x="385" y="911"/>
                  <a:pt x="380" y="914"/>
                </a:cubicBezTo>
                <a:cubicBezTo>
                  <a:pt x="361" y="927"/>
                  <a:pt x="350" y="937"/>
                  <a:pt x="335" y="947"/>
                </a:cubicBezTo>
                <a:cubicBezTo>
                  <a:pt x="277" y="996"/>
                  <a:pt x="275" y="1001"/>
                  <a:pt x="266" y="1004"/>
                </a:cubicBezTo>
                <a:cubicBezTo>
                  <a:pt x="252" y="1019"/>
                  <a:pt x="249" y="1014"/>
                  <a:pt x="250" y="1013"/>
                </a:cubicBezTo>
                <a:cubicBezTo>
                  <a:pt x="261" y="1003"/>
                  <a:pt x="262" y="1003"/>
                  <a:pt x="262" y="1002"/>
                </a:cubicBezTo>
                <a:cubicBezTo>
                  <a:pt x="283" y="983"/>
                  <a:pt x="288" y="972"/>
                  <a:pt x="297" y="962"/>
                </a:cubicBezTo>
                <a:cubicBezTo>
                  <a:pt x="358" y="911"/>
                  <a:pt x="362" y="915"/>
                  <a:pt x="367" y="909"/>
                </a:cubicBezTo>
                <a:cubicBezTo>
                  <a:pt x="396" y="889"/>
                  <a:pt x="399" y="896"/>
                  <a:pt x="403" y="891"/>
                </a:cubicBezTo>
                <a:cubicBezTo>
                  <a:pt x="418" y="884"/>
                  <a:pt x="423" y="872"/>
                  <a:pt x="425" y="877"/>
                </a:cubicBezTo>
                <a:cubicBezTo>
                  <a:pt x="466" y="855"/>
                  <a:pt x="478" y="855"/>
                  <a:pt x="492" y="844"/>
                </a:cubicBezTo>
                <a:cubicBezTo>
                  <a:pt x="573" y="801"/>
                  <a:pt x="571" y="802"/>
                  <a:pt x="578" y="796"/>
                </a:cubicBezTo>
                <a:cubicBezTo>
                  <a:pt x="604" y="774"/>
                  <a:pt x="612" y="772"/>
                  <a:pt x="609" y="769"/>
                </a:cubicBezTo>
                <a:cubicBezTo>
                  <a:pt x="526" y="821"/>
                  <a:pt x="519" y="826"/>
                  <a:pt x="513" y="829"/>
                </a:cubicBezTo>
                <a:cubicBezTo>
                  <a:pt x="463" y="847"/>
                  <a:pt x="455" y="856"/>
                  <a:pt x="450" y="854"/>
                </a:cubicBezTo>
                <a:cubicBezTo>
                  <a:pt x="390" y="884"/>
                  <a:pt x="378" y="893"/>
                  <a:pt x="368" y="897"/>
                </a:cubicBezTo>
                <a:cubicBezTo>
                  <a:pt x="338" y="920"/>
                  <a:pt x="335" y="923"/>
                  <a:pt x="332" y="925"/>
                </a:cubicBezTo>
                <a:cubicBezTo>
                  <a:pt x="316" y="936"/>
                  <a:pt x="308" y="942"/>
                  <a:pt x="301" y="947"/>
                </a:cubicBezTo>
                <a:cubicBezTo>
                  <a:pt x="265" y="982"/>
                  <a:pt x="261" y="986"/>
                  <a:pt x="258" y="990"/>
                </a:cubicBezTo>
                <a:cubicBezTo>
                  <a:pt x="267" y="967"/>
                  <a:pt x="265" y="971"/>
                  <a:pt x="270" y="972"/>
                </a:cubicBezTo>
                <a:cubicBezTo>
                  <a:pt x="317" y="926"/>
                  <a:pt x="316" y="922"/>
                  <a:pt x="337" y="912"/>
                </a:cubicBezTo>
                <a:cubicBezTo>
                  <a:pt x="446" y="842"/>
                  <a:pt x="455" y="842"/>
                  <a:pt x="463" y="838"/>
                </a:cubicBezTo>
                <a:cubicBezTo>
                  <a:pt x="475" y="832"/>
                  <a:pt x="476" y="831"/>
                  <a:pt x="477" y="830"/>
                </a:cubicBezTo>
                <a:cubicBezTo>
                  <a:pt x="595" y="755"/>
                  <a:pt x="608" y="750"/>
                  <a:pt x="608" y="743"/>
                </a:cubicBezTo>
                <a:cubicBezTo>
                  <a:pt x="591" y="754"/>
                  <a:pt x="593" y="752"/>
                  <a:pt x="587" y="758"/>
                </a:cubicBezTo>
                <a:cubicBezTo>
                  <a:pt x="552" y="781"/>
                  <a:pt x="553" y="785"/>
                  <a:pt x="549" y="783"/>
                </a:cubicBezTo>
                <a:cubicBezTo>
                  <a:pt x="516" y="799"/>
                  <a:pt x="510" y="807"/>
                  <a:pt x="506" y="809"/>
                </a:cubicBezTo>
                <a:cubicBezTo>
                  <a:pt x="432" y="848"/>
                  <a:pt x="425" y="843"/>
                  <a:pt x="423" y="847"/>
                </a:cubicBezTo>
                <a:cubicBezTo>
                  <a:pt x="403" y="861"/>
                  <a:pt x="400" y="858"/>
                  <a:pt x="396" y="861"/>
                </a:cubicBezTo>
                <a:cubicBezTo>
                  <a:pt x="290" y="934"/>
                  <a:pt x="289" y="937"/>
                  <a:pt x="284" y="940"/>
                </a:cubicBezTo>
                <a:cubicBezTo>
                  <a:pt x="283" y="932"/>
                  <a:pt x="287" y="928"/>
                  <a:pt x="289" y="924"/>
                </a:cubicBezTo>
                <a:cubicBezTo>
                  <a:pt x="318" y="903"/>
                  <a:pt x="325" y="895"/>
                  <a:pt x="335" y="888"/>
                </a:cubicBezTo>
                <a:cubicBezTo>
                  <a:pt x="381" y="857"/>
                  <a:pt x="388" y="853"/>
                  <a:pt x="394" y="848"/>
                </a:cubicBezTo>
                <a:cubicBezTo>
                  <a:pt x="445" y="830"/>
                  <a:pt x="450" y="818"/>
                  <a:pt x="452" y="823"/>
                </a:cubicBezTo>
                <a:cubicBezTo>
                  <a:pt x="472" y="813"/>
                  <a:pt x="472" y="811"/>
                  <a:pt x="474" y="812"/>
                </a:cubicBezTo>
                <a:cubicBezTo>
                  <a:pt x="492" y="804"/>
                  <a:pt x="496" y="802"/>
                  <a:pt x="499" y="799"/>
                </a:cubicBezTo>
                <a:cubicBezTo>
                  <a:pt x="522" y="787"/>
                  <a:pt x="529" y="784"/>
                  <a:pt x="536" y="782"/>
                </a:cubicBezTo>
                <a:cubicBezTo>
                  <a:pt x="594" y="740"/>
                  <a:pt x="604" y="733"/>
                  <a:pt x="613" y="727"/>
                </a:cubicBezTo>
                <a:cubicBezTo>
                  <a:pt x="629" y="708"/>
                  <a:pt x="626" y="710"/>
                  <a:pt x="623" y="712"/>
                </a:cubicBezTo>
                <a:cubicBezTo>
                  <a:pt x="614" y="719"/>
                  <a:pt x="612" y="720"/>
                  <a:pt x="611" y="720"/>
                </a:cubicBezTo>
                <a:cubicBezTo>
                  <a:pt x="602" y="727"/>
                  <a:pt x="602" y="731"/>
                  <a:pt x="598" y="733"/>
                </a:cubicBezTo>
                <a:cubicBezTo>
                  <a:pt x="578" y="747"/>
                  <a:pt x="571" y="752"/>
                  <a:pt x="564" y="757"/>
                </a:cubicBezTo>
                <a:cubicBezTo>
                  <a:pt x="528" y="774"/>
                  <a:pt x="524" y="782"/>
                  <a:pt x="521" y="779"/>
                </a:cubicBezTo>
                <a:cubicBezTo>
                  <a:pt x="466" y="806"/>
                  <a:pt x="462" y="809"/>
                  <a:pt x="459" y="809"/>
                </a:cubicBezTo>
                <a:cubicBezTo>
                  <a:pt x="423" y="827"/>
                  <a:pt x="420" y="825"/>
                  <a:pt x="416" y="827"/>
                </a:cubicBezTo>
                <a:cubicBezTo>
                  <a:pt x="347" y="870"/>
                  <a:pt x="336" y="878"/>
                  <a:pt x="325" y="885"/>
                </a:cubicBezTo>
                <a:cubicBezTo>
                  <a:pt x="302" y="902"/>
                  <a:pt x="299" y="905"/>
                  <a:pt x="297" y="904"/>
                </a:cubicBezTo>
                <a:cubicBezTo>
                  <a:pt x="342" y="859"/>
                  <a:pt x="352" y="856"/>
                  <a:pt x="352" y="851"/>
                </a:cubicBezTo>
                <a:cubicBezTo>
                  <a:pt x="384" y="833"/>
                  <a:pt x="390" y="829"/>
                  <a:pt x="403" y="820"/>
                </a:cubicBezTo>
                <a:cubicBezTo>
                  <a:pt x="434" y="799"/>
                  <a:pt x="448" y="797"/>
                  <a:pt x="456" y="791"/>
                </a:cubicBezTo>
                <a:cubicBezTo>
                  <a:pt x="491" y="772"/>
                  <a:pt x="498" y="776"/>
                  <a:pt x="509" y="765"/>
                </a:cubicBezTo>
                <a:cubicBezTo>
                  <a:pt x="550" y="750"/>
                  <a:pt x="561" y="743"/>
                  <a:pt x="571" y="740"/>
                </a:cubicBezTo>
                <a:cubicBezTo>
                  <a:pt x="650" y="685"/>
                  <a:pt x="651" y="680"/>
                  <a:pt x="658" y="677"/>
                </a:cubicBezTo>
                <a:cubicBezTo>
                  <a:pt x="663" y="670"/>
                  <a:pt x="651" y="676"/>
                  <a:pt x="643" y="686"/>
                </a:cubicBezTo>
                <a:cubicBezTo>
                  <a:pt x="557" y="738"/>
                  <a:pt x="549" y="738"/>
                  <a:pt x="541" y="745"/>
                </a:cubicBezTo>
                <a:cubicBezTo>
                  <a:pt x="457" y="783"/>
                  <a:pt x="447" y="787"/>
                  <a:pt x="438" y="789"/>
                </a:cubicBezTo>
                <a:cubicBezTo>
                  <a:pt x="417" y="807"/>
                  <a:pt x="409" y="804"/>
                  <a:pt x="401" y="811"/>
                </a:cubicBezTo>
                <a:cubicBezTo>
                  <a:pt x="339" y="851"/>
                  <a:pt x="338" y="856"/>
                  <a:pt x="329" y="860"/>
                </a:cubicBezTo>
                <a:cubicBezTo>
                  <a:pt x="311" y="871"/>
                  <a:pt x="311" y="863"/>
                  <a:pt x="308" y="866"/>
                </a:cubicBezTo>
                <a:cubicBezTo>
                  <a:pt x="324" y="849"/>
                  <a:pt x="327" y="851"/>
                  <a:pt x="327" y="847"/>
                </a:cubicBezTo>
                <a:cubicBezTo>
                  <a:pt x="429" y="785"/>
                  <a:pt x="430" y="783"/>
                  <a:pt x="438" y="779"/>
                </a:cubicBezTo>
                <a:cubicBezTo>
                  <a:pt x="489" y="753"/>
                  <a:pt x="491" y="753"/>
                  <a:pt x="494" y="751"/>
                </a:cubicBezTo>
                <a:cubicBezTo>
                  <a:pt x="546" y="730"/>
                  <a:pt x="551" y="722"/>
                  <a:pt x="554" y="725"/>
                </a:cubicBezTo>
                <a:cubicBezTo>
                  <a:pt x="553" y="723"/>
                  <a:pt x="551" y="717"/>
                  <a:pt x="547" y="723"/>
                </a:cubicBezTo>
                <a:cubicBezTo>
                  <a:pt x="515" y="736"/>
                  <a:pt x="513" y="732"/>
                  <a:pt x="509" y="735"/>
                </a:cubicBezTo>
                <a:cubicBezTo>
                  <a:pt x="487" y="740"/>
                  <a:pt x="482" y="748"/>
                  <a:pt x="479" y="745"/>
                </a:cubicBezTo>
                <a:cubicBezTo>
                  <a:pt x="397" y="793"/>
                  <a:pt x="390" y="796"/>
                  <a:pt x="382" y="800"/>
                </a:cubicBezTo>
                <a:cubicBezTo>
                  <a:pt x="344" y="825"/>
                  <a:pt x="339" y="829"/>
                  <a:pt x="334" y="833"/>
                </a:cubicBezTo>
                <a:cubicBezTo>
                  <a:pt x="346" y="804"/>
                  <a:pt x="361" y="789"/>
                  <a:pt x="375" y="781"/>
                </a:cubicBezTo>
                <a:cubicBezTo>
                  <a:pt x="397" y="767"/>
                  <a:pt x="400" y="765"/>
                  <a:pt x="404" y="763"/>
                </a:cubicBezTo>
                <a:cubicBezTo>
                  <a:pt x="478" y="727"/>
                  <a:pt x="484" y="727"/>
                  <a:pt x="492" y="721"/>
                </a:cubicBezTo>
                <a:cubicBezTo>
                  <a:pt x="514" y="719"/>
                  <a:pt x="521" y="711"/>
                  <a:pt x="527" y="713"/>
                </a:cubicBezTo>
                <a:cubicBezTo>
                  <a:pt x="573" y="696"/>
                  <a:pt x="580" y="692"/>
                  <a:pt x="587" y="689"/>
                </a:cubicBezTo>
                <a:cubicBezTo>
                  <a:pt x="627" y="664"/>
                  <a:pt x="637" y="667"/>
                  <a:pt x="634" y="660"/>
                </a:cubicBezTo>
                <a:cubicBezTo>
                  <a:pt x="534" y="701"/>
                  <a:pt x="528" y="701"/>
                  <a:pt x="521" y="705"/>
                </a:cubicBezTo>
                <a:cubicBezTo>
                  <a:pt x="490" y="707"/>
                  <a:pt x="495" y="713"/>
                  <a:pt x="501" y="707"/>
                </a:cubicBezTo>
                <a:cubicBezTo>
                  <a:pt x="543" y="697"/>
                  <a:pt x="550" y="686"/>
                  <a:pt x="556" y="687"/>
                </a:cubicBezTo>
                <a:cubicBezTo>
                  <a:pt x="578" y="682"/>
                  <a:pt x="584" y="677"/>
                  <a:pt x="590" y="677"/>
                </a:cubicBezTo>
                <a:cubicBezTo>
                  <a:pt x="643" y="648"/>
                  <a:pt x="657" y="643"/>
                  <a:pt x="673" y="629"/>
                </a:cubicBezTo>
                <a:cubicBezTo>
                  <a:pt x="647" y="645"/>
                  <a:pt x="643" y="645"/>
                  <a:pt x="641" y="645"/>
                </a:cubicBezTo>
                <a:cubicBezTo>
                  <a:pt x="611" y="659"/>
                  <a:pt x="604" y="666"/>
                  <a:pt x="597" y="667"/>
                </a:cubicBezTo>
                <a:cubicBezTo>
                  <a:pt x="556" y="675"/>
                  <a:pt x="551" y="687"/>
                  <a:pt x="549" y="682"/>
                </a:cubicBezTo>
                <a:cubicBezTo>
                  <a:pt x="516" y="695"/>
                  <a:pt x="514" y="691"/>
                  <a:pt x="510" y="696"/>
                </a:cubicBezTo>
                <a:cubicBezTo>
                  <a:pt x="487" y="704"/>
                  <a:pt x="483" y="706"/>
                  <a:pt x="480" y="705"/>
                </a:cubicBezTo>
                <a:cubicBezTo>
                  <a:pt x="454" y="716"/>
                  <a:pt x="446" y="720"/>
                  <a:pt x="441" y="723"/>
                </a:cubicBezTo>
                <a:cubicBezTo>
                  <a:pt x="430" y="731"/>
                  <a:pt x="427" y="727"/>
                  <a:pt x="423" y="731"/>
                </a:cubicBezTo>
                <a:cubicBezTo>
                  <a:pt x="386" y="755"/>
                  <a:pt x="382" y="753"/>
                  <a:pt x="377" y="757"/>
                </a:cubicBezTo>
                <a:cubicBezTo>
                  <a:pt x="347" y="769"/>
                  <a:pt x="358" y="764"/>
                  <a:pt x="366" y="758"/>
                </a:cubicBezTo>
                <a:cubicBezTo>
                  <a:pt x="409" y="728"/>
                  <a:pt x="417" y="725"/>
                  <a:pt x="425" y="718"/>
                </a:cubicBezTo>
                <a:cubicBezTo>
                  <a:pt x="571" y="656"/>
                  <a:pt x="601" y="640"/>
                  <a:pt x="630" y="626"/>
                </a:cubicBezTo>
                <a:cubicBezTo>
                  <a:pt x="661" y="605"/>
                  <a:pt x="663" y="601"/>
                  <a:pt x="664" y="599"/>
                </a:cubicBezTo>
                <a:cubicBezTo>
                  <a:pt x="642" y="607"/>
                  <a:pt x="637" y="615"/>
                  <a:pt x="632" y="617"/>
                </a:cubicBezTo>
                <a:cubicBezTo>
                  <a:pt x="575" y="644"/>
                  <a:pt x="557" y="653"/>
                  <a:pt x="540" y="659"/>
                </a:cubicBezTo>
                <a:cubicBezTo>
                  <a:pt x="479" y="687"/>
                  <a:pt x="471" y="684"/>
                  <a:pt x="462" y="691"/>
                </a:cubicBezTo>
                <a:cubicBezTo>
                  <a:pt x="418" y="713"/>
                  <a:pt x="415" y="715"/>
                  <a:pt x="412" y="717"/>
                </a:cubicBezTo>
                <a:cubicBezTo>
                  <a:pt x="381" y="734"/>
                  <a:pt x="377" y="737"/>
                  <a:pt x="373" y="740"/>
                </a:cubicBezTo>
                <a:cubicBezTo>
                  <a:pt x="385" y="720"/>
                  <a:pt x="404" y="707"/>
                  <a:pt x="421" y="696"/>
                </a:cubicBezTo>
                <a:cubicBezTo>
                  <a:pt x="473" y="672"/>
                  <a:pt x="478" y="677"/>
                  <a:pt x="484" y="670"/>
                </a:cubicBezTo>
                <a:cubicBezTo>
                  <a:pt x="519" y="657"/>
                  <a:pt x="524" y="659"/>
                  <a:pt x="529" y="654"/>
                </a:cubicBezTo>
                <a:cubicBezTo>
                  <a:pt x="603" y="622"/>
                  <a:pt x="611" y="619"/>
                  <a:pt x="619" y="615"/>
                </a:cubicBezTo>
                <a:cubicBezTo>
                  <a:pt x="667" y="570"/>
                  <a:pt x="677" y="568"/>
                  <a:pt x="675" y="564"/>
                </a:cubicBezTo>
                <a:cubicBezTo>
                  <a:pt x="719" y="542"/>
                  <a:pt x="725" y="539"/>
                  <a:pt x="730" y="537"/>
                </a:cubicBezTo>
                <a:cubicBezTo>
                  <a:pt x="742" y="527"/>
                  <a:pt x="737" y="530"/>
                  <a:pt x="732" y="533"/>
                </a:cubicBezTo>
                <a:cubicBezTo>
                  <a:pt x="706" y="538"/>
                  <a:pt x="703" y="542"/>
                  <a:pt x="700" y="544"/>
                </a:cubicBezTo>
                <a:cubicBezTo>
                  <a:pt x="637" y="575"/>
                  <a:pt x="629" y="578"/>
                  <a:pt x="622" y="585"/>
                </a:cubicBezTo>
                <a:cubicBezTo>
                  <a:pt x="557" y="616"/>
                  <a:pt x="550" y="611"/>
                  <a:pt x="543" y="615"/>
                </a:cubicBezTo>
                <a:cubicBezTo>
                  <a:pt x="514" y="623"/>
                  <a:pt x="507" y="625"/>
                  <a:pt x="499" y="630"/>
                </a:cubicBezTo>
                <a:cubicBezTo>
                  <a:pt x="469" y="641"/>
                  <a:pt x="463" y="637"/>
                  <a:pt x="455" y="644"/>
                </a:cubicBezTo>
                <a:cubicBezTo>
                  <a:pt x="432" y="653"/>
                  <a:pt x="426" y="659"/>
                  <a:pt x="422" y="658"/>
                </a:cubicBezTo>
                <a:cubicBezTo>
                  <a:pt x="410" y="660"/>
                  <a:pt x="410" y="653"/>
                  <a:pt x="416" y="648"/>
                </a:cubicBezTo>
                <a:cubicBezTo>
                  <a:pt x="439" y="640"/>
                  <a:pt x="445" y="628"/>
                  <a:pt x="447" y="633"/>
                </a:cubicBezTo>
                <a:cubicBezTo>
                  <a:pt x="502" y="611"/>
                  <a:pt x="513" y="606"/>
                  <a:pt x="523" y="605"/>
                </a:cubicBezTo>
                <a:cubicBezTo>
                  <a:pt x="597" y="583"/>
                  <a:pt x="606" y="581"/>
                  <a:pt x="615" y="576"/>
                </a:cubicBezTo>
                <a:cubicBezTo>
                  <a:pt x="655" y="561"/>
                  <a:pt x="660" y="548"/>
                  <a:pt x="663" y="553"/>
                </a:cubicBezTo>
                <a:cubicBezTo>
                  <a:pt x="715" y="530"/>
                  <a:pt x="721" y="528"/>
                  <a:pt x="727" y="527"/>
                </a:cubicBezTo>
                <a:cubicBezTo>
                  <a:pt x="736" y="512"/>
                  <a:pt x="727" y="524"/>
                  <a:pt x="720" y="520"/>
                </a:cubicBezTo>
                <a:cubicBezTo>
                  <a:pt x="677" y="533"/>
                  <a:pt x="673" y="536"/>
                  <a:pt x="668" y="537"/>
                </a:cubicBezTo>
                <a:cubicBezTo>
                  <a:pt x="603" y="571"/>
                  <a:pt x="600" y="575"/>
                  <a:pt x="598" y="573"/>
                </a:cubicBezTo>
                <a:cubicBezTo>
                  <a:pt x="555" y="592"/>
                  <a:pt x="552" y="588"/>
                  <a:pt x="549" y="589"/>
                </a:cubicBezTo>
                <a:cubicBezTo>
                  <a:pt x="507" y="600"/>
                  <a:pt x="504" y="601"/>
                  <a:pt x="501" y="601"/>
                </a:cubicBezTo>
                <a:cubicBezTo>
                  <a:pt x="462" y="618"/>
                  <a:pt x="456" y="620"/>
                  <a:pt x="449" y="622"/>
                </a:cubicBezTo>
                <a:cubicBezTo>
                  <a:pt x="427" y="627"/>
                  <a:pt x="429" y="624"/>
                  <a:pt x="432" y="622"/>
                </a:cubicBezTo>
                <a:cubicBezTo>
                  <a:pt x="464" y="601"/>
                  <a:pt x="476" y="596"/>
                  <a:pt x="488" y="594"/>
                </a:cubicBezTo>
                <a:cubicBezTo>
                  <a:pt x="519" y="583"/>
                  <a:pt x="522" y="582"/>
                  <a:pt x="525" y="584"/>
                </a:cubicBezTo>
                <a:cubicBezTo>
                  <a:pt x="550" y="574"/>
                  <a:pt x="557" y="572"/>
                  <a:pt x="563" y="571"/>
                </a:cubicBezTo>
                <a:cubicBezTo>
                  <a:pt x="588" y="560"/>
                  <a:pt x="594" y="562"/>
                  <a:pt x="600" y="559"/>
                </a:cubicBezTo>
                <a:cubicBezTo>
                  <a:pt x="645" y="537"/>
                  <a:pt x="651" y="541"/>
                  <a:pt x="657" y="535"/>
                </a:cubicBezTo>
                <a:cubicBezTo>
                  <a:pt x="670" y="528"/>
                  <a:pt x="672" y="530"/>
                  <a:pt x="671" y="528"/>
                </a:cubicBezTo>
                <a:cubicBezTo>
                  <a:pt x="707" y="510"/>
                  <a:pt x="711" y="502"/>
                  <a:pt x="714" y="502"/>
                </a:cubicBezTo>
                <a:cubicBezTo>
                  <a:pt x="729" y="486"/>
                  <a:pt x="743" y="485"/>
                  <a:pt x="736" y="481"/>
                </a:cubicBezTo>
                <a:cubicBezTo>
                  <a:pt x="686" y="515"/>
                  <a:pt x="684" y="515"/>
                  <a:pt x="682" y="515"/>
                </a:cubicBezTo>
                <a:cubicBezTo>
                  <a:pt x="660" y="525"/>
                  <a:pt x="654" y="529"/>
                  <a:pt x="648" y="532"/>
                </a:cubicBezTo>
                <a:cubicBezTo>
                  <a:pt x="622" y="542"/>
                  <a:pt x="616" y="542"/>
                  <a:pt x="609" y="548"/>
                </a:cubicBezTo>
                <a:cubicBezTo>
                  <a:pt x="569" y="562"/>
                  <a:pt x="566" y="558"/>
                  <a:pt x="563" y="561"/>
                </a:cubicBezTo>
                <a:cubicBezTo>
                  <a:pt x="541" y="567"/>
                  <a:pt x="537" y="572"/>
                  <a:pt x="535" y="570"/>
                </a:cubicBezTo>
                <a:cubicBezTo>
                  <a:pt x="474" y="591"/>
                  <a:pt x="469" y="587"/>
                  <a:pt x="462" y="592"/>
                </a:cubicBezTo>
                <a:cubicBezTo>
                  <a:pt x="459" y="582"/>
                  <a:pt x="465" y="573"/>
                  <a:pt x="468" y="576"/>
                </a:cubicBezTo>
                <a:cubicBezTo>
                  <a:pt x="497" y="562"/>
                  <a:pt x="501" y="567"/>
                  <a:pt x="506" y="564"/>
                </a:cubicBezTo>
                <a:cubicBezTo>
                  <a:pt x="546" y="554"/>
                  <a:pt x="550" y="555"/>
                  <a:pt x="555" y="550"/>
                </a:cubicBezTo>
                <a:cubicBezTo>
                  <a:pt x="621" y="530"/>
                  <a:pt x="639" y="521"/>
                  <a:pt x="656" y="514"/>
                </a:cubicBezTo>
                <a:cubicBezTo>
                  <a:pt x="724" y="468"/>
                  <a:pt x="727" y="472"/>
                  <a:pt x="731" y="467"/>
                </a:cubicBezTo>
                <a:cubicBezTo>
                  <a:pt x="698" y="479"/>
                  <a:pt x="675" y="497"/>
                  <a:pt x="653" y="506"/>
                </a:cubicBezTo>
                <a:cubicBezTo>
                  <a:pt x="569" y="540"/>
                  <a:pt x="564" y="539"/>
                  <a:pt x="557" y="543"/>
                </a:cubicBezTo>
                <a:cubicBezTo>
                  <a:pt x="520" y="547"/>
                  <a:pt x="515" y="554"/>
                  <a:pt x="512" y="552"/>
                </a:cubicBezTo>
                <a:cubicBezTo>
                  <a:pt x="473" y="562"/>
                  <a:pt x="469" y="568"/>
                  <a:pt x="466" y="563"/>
                </a:cubicBezTo>
                <a:cubicBezTo>
                  <a:pt x="498" y="545"/>
                  <a:pt x="497" y="541"/>
                  <a:pt x="502" y="539"/>
                </a:cubicBezTo>
                <a:cubicBezTo>
                  <a:pt x="563" y="520"/>
                  <a:pt x="573" y="516"/>
                  <a:pt x="581" y="519"/>
                </a:cubicBezTo>
                <a:cubicBezTo>
                  <a:pt x="612" y="506"/>
                  <a:pt x="616" y="505"/>
                  <a:pt x="619" y="506"/>
                </a:cubicBezTo>
                <a:cubicBezTo>
                  <a:pt x="736" y="443"/>
                  <a:pt x="752" y="427"/>
                  <a:pt x="767" y="422"/>
                </a:cubicBezTo>
                <a:cubicBezTo>
                  <a:pt x="792" y="398"/>
                  <a:pt x="801" y="398"/>
                  <a:pt x="799" y="388"/>
                </a:cubicBezTo>
                <a:cubicBezTo>
                  <a:pt x="779" y="406"/>
                  <a:pt x="773" y="410"/>
                  <a:pt x="771" y="411"/>
                </a:cubicBezTo>
                <a:cubicBezTo>
                  <a:pt x="764" y="417"/>
                  <a:pt x="760" y="419"/>
                  <a:pt x="757" y="421"/>
                </a:cubicBezTo>
                <a:cubicBezTo>
                  <a:pt x="698" y="461"/>
                  <a:pt x="694" y="459"/>
                  <a:pt x="692" y="461"/>
                </a:cubicBezTo>
                <a:cubicBezTo>
                  <a:pt x="645" y="481"/>
                  <a:pt x="642" y="485"/>
                  <a:pt x="639" y="487"/>
                </a:cubicBezTo>
                <a:cubicBezTo>
                  <a:pt x="607" y="499"/>
                  <a:pt x="602" y="499"/>
                  <a:pt x="597" y="503"/>
                </a:cubicBezTo>
                <a:cubicBezTo>
                  <a:pt x="580" y="505"/>
                  <a:pt x="572" y="510"/>
                  <a:pt x="564" y="509"/>
                </a:cubicBezTo>
                <a:cubicBezTo>
                  <a:pt x="507" y="529"/>
                  <a:pt x="504" y="529"/>
                  <a:pt x="501" y="530"/>
                </a:cubicBezTo>
                <a:cubicBezTo>
                  <a:pt x="511" y="516"/>
                  <a:pt x="516" y="516"/>
                  <a:pt x="521" y="510"/>
                </a:cubicBezTo>
                <a:cubicBezTo>
                  <a:pt x="560" y="498"/>
                  <a:pt x="569" y="498"/>
                  <a:pt x="580" y="493"/>
                </a:cubicBezTo>
                <a:cubicBezTo>
                  <a:pt x="646" y="472"/>
                  <a:pt x="652" y="467"/>
                  <a:pt x="658" y="468"/>
                </a:cubicBezTo>
                <a:cubicBezTo>
                  <a:pt x="762" y="408"/>
                  <a:pt x="771" y="401"/>
                  <a:pt x="780" y="395"/>
                </a:cubicBezTo>
                <a:cubicBezTo>
                  <a:pt x="794" y="385"/>
                  <a:pt x="799" y="381"/>
                  <a:pt x="804" y="378"/>
                </a:cubicBezTo>
                <a:cubicBezTo>
                  <a:pt x="816" y="362"/>
                  <a:pt x="807" y="368"/>
                  <a:pt x="799" y="374"/>
                </a:cubicBezTo>
                <a:cubicBezTo>
                  <a:pt x="785" y="381"/>
                  <a:pt x="780" y="387"/>
                  <a:pt x="777" y="392"/>
                </a:cubicBezTo>
                <a:cubicBezTo>
                  <a:pt x="741" y="412"/>
                  <a:pt x="732" y="416"/>
                  <a:pt x="722" y="424"/>
                </a:cubicBezTo>
                <a:cubicBezTo>
                  <a:pt x="700" y="442"/>
                  <a:pt x="692" y="439"/>
                  <a:pt x="689" y="441"/>
                </a:cubicBezTo>
                <a:cubicBezTo>
                  <a:pt x="614" y="471"/>
                  <a:pt x="613" y="473"/>
                  <a:pt x="607" y="476"/>
                </a:cubicBezTo>
                <a:cubicBezTo>
                  <a:pt x="566" y="485"/>
                  <a:pt x="556" y="494"/>
                  <a:pt x="549" y="491"/>
                </a:cubicBezTo>
                <a:cubicBezTo>
                  <a:pt x="513" y="502"/>
                  <a:pt x="508" y="511"/>
                  <a:pt x="505" y="508"/>
                </a:cubicBezTo>
                <a:cubicBezTo>
                  <a:pt x="524" y="490"/>
                  <a:pt x="526" y="487"/>
                  <a:pt x="528" y="486"/>
                </a:cubicBezTo>
                <a:cubicBezTo>
                  <a:pt x="546" y="478"/>
                  <a:pt x="555" y="473"/>
                  <a:pt x="564" y="467"/>
                </a:cubicBezTo>
                <a:cubicBezTo>
                  <a:pt x="585" y="466"/>
                  <a:pt x="592" y="460"/>
                  <a:pt x="598" y="460"/>
                </a:cubicBezTo>
                <a:cubicBezTo>
                  <a:pt x="650" y="440"/>
                  <a:pt x="653" y="444"/>
                  <a:pt x="657" y="440"/>
                </a:cubicBezTo>
                <a:cubicBezTo>
                  <a:pt x="729" y="408"/>
                  <a:pt x="743" y="399"/>
                  <a:pt x="758" y="389"/>
                </a:cubicBezTo>
                <a:cubicBezTo>
                  <a:pt x="794" y="357"/>
                  <a:pt x="790" y="359"/>
                  <a:pt x="778" y="369"/>
                </a:cubicBezTo>
                <a:cubicBezTo>
                  <a:pt x="742" y="393"/>
                  <a:pt x="737" y="396"/>
                  <a:pt x="732" y="400"/>
                </a:cubicBezTo>
                <a:cubicBezTo>
                  <a:pt x="693" y="417"/>
                  <a:pt x="690" y="418"/>
                  <a:pt x="687" y="420"/>
                </a:cubicBezTo>
                <a:cubicBezTo>
                  <a:pt x="629" y="438"/>
                  <a:pt x="622" y="447"/>
                  <a:pt x="618" y="443"/>
                </a:cubicBezTo>
                <a:cubicBezTo>
                  <a:pt x="587" y="455"/>
                  <a:pt x="575" y="459"/>
                  <a:pt x="564" y="457"/>
                </a:cubicBezTo>
                <a:cubicBezTo>
                  <a:pt x="544" y="467"/>
                  <a:pt x="539" y="470"/>
                  <a:pt x="534" y="470"/>
                </a:cubicBezTo>
                <a:cubicBezTo>
                  <a:pt x="590" y="434"/>
                  <a:pt x="594" y="439"/>
                  <a:pt x="599" y="435"/>
                </a:cubicBezTo>
                <a:cubicBezTo>
                  <a:pt x="658" y="416"/>
                  <a:pt x="669" y="411"/>
                  <a:pt x="679" y="409"/>
                </a:cubicBezTo>
                <a:cubicBezTo>
                  <a:pt x="766" y="359"/>
                  <a:pt x="770" y="356"/>
                  <a:pt x="786" y="346"/>
                </a:cubicBezTo>
                <a:cubicBezTo>
                  <a:pt x="788" y="337"/>
                  <a:pt x="773" y="348"/>
                  <a:pt x="758" y="359"/>
                </a:cubicBezTo>
                <a:cubicBezTo>
                  <a:pt x="666" y="405"/>
                  <a:pt x="659" y="405"/>
                  <a:pt x="650" y="410"/>
                </a:cubicBezTo>
                <a:cubicBezTo>
                  <a:pt x="579" y="427"/>
                  <a:pt x="571" y="435"/>
                  <a:pt x="566" y="429"/>
                </a:cubicBezTo>
                <a:cubicBezTo>
                  <a:pt x="586" y="418"/>
                  <a:pt x="591" y="422"/>
                  <a:pt x="597" y="419"/>
                </a:cubicBezTo>
                <a:cubicBezTo>
                  <a:pt x="623" y="411"/>
                  <a:pt x="627" y="405"/>
                  <a:pt x="629" y="408"/>
                </a:cubicBezTo>
                <a:cubicBezTo>
                  <a:pt x="674" y="391"/>
                  <a:pt x="674" y="383"/>
                  <a:pt x="679" y="385"/>
                </a:cubicBezTo>
                <a:cubicBezTo>
                  <a:pt x="709" y="372"/>
                  <a:pt x="714" y="369"/>
                  <a:pt x="719" y="365"/>
                </a:cubicBezTo>
                <a:cubicBezTo>
                  <a:pt x="790" y="326"/>
                  <a:pt x="800" y="319"/>
                  <a:pt x="808" y="316"/>
                </a:cubicBezTo>
                <a:cubicBezTo>
                  <a:pt x="851" y="294"/>
                  <a:pt x="848" y="291"/>
                  <a:pt x="852" y="289"/>
                </a:cubicBezTo>
                <a:cubicBezTo>
                  <a:pt x="847" y="287"/>
                  <a:pt x="848" y="290"/>
                  <a:pt x="845" y="292"/>
                </a:cubicBezTo>
                <a:cubicBezTo>
                  <a:pt x="796" y="312"/>
                  <a:pt x="785" y="320"/>
                  <a:pt x="775" y="325"/>
                </a:cubicBezTo>
                <a:cubicBezTo>
                  <a:pt x="686" y="371"/>
                  <a:pt x="681" y="378"/>
                  <a:pt x="677" y="376"/>
                </a:cubicBezTo>
                <a:cubicBezTo>
                  <a:pt x="647" y="386"/>
                  <a:pt x="644" y="390"/>
                  <a:pt x="642" y="391"/>
                </a:cubicBezTo>
                <a:cubicBezTo>
                  <a:pt x="602" y="407"/>
                  <a:pt x="598" y="406"/>
                  <a:pt x="593" y="409"/>
                </a:cubicBezTo>
                <a:cubicBezTo>
                  <a:pt x="585" y="406"/>
                  <a:pt x="586" y="411"/>
                  <a:pt x="589" y="407"/>
                </a:cubicBezTo>
                <a:cubicBezTo>
                  <a:pt x="637" y="379"/>
                  <a:pt x="661" y="368"/>
                  <a:pt x="684" y="361"/>
                </a:cubicBezTo>
                <a:cubicBezTo>
                  <a:pt x="714" y="348"/>
                  <a:pt x="717" y="344"/>
                  <a:pt x="720" y="343"/>
                </a:cubicBezTo>
                <a:cubicBezTo>
                  <a:pt x="761" y="318"/>
                  <a:pt x="780" y="313"/>
                  <a:pt x="794" y="303"/>
                </a:cubicBezTo>
                <a:cubicBezTo>
                  <a:pt x="837" y="288"/>
                  <a:pt x="847" y="283"/>
                  <a:pt x="845" y="279"/>
                </a:cubicBezTo>
                <a:cubicBezTo>
                  <a:pt x="748" y="324"/>
                  <a:pt x="743" y="322"/>
                  <a:pt x="738" y="327"/>
                </a:cubicBezTo>
                <a:cubicBezTo>
                  <a:pt x="712" y="340"/>
                  <a:pt x="702" y="341"/>
                  <a:pt x="692" y="348"/>
                </a:cubicBezTo>
                <a:cubicBezTo>
                  <a:pt x="671" y="360"/>
                  <a:pt x="667" y="355"/>
                  <a:pt x="661" y="360"/>
                </a:cubicBezTo>
                <a:cubicBezTo>
                  <a:pt x="628" y="371"/>
                  <a:pt x="625" y="375"/>
                  <a:pt x="623" y="373"/>
                </a:cubicBezTo>
                <a:cubicBezTo>
                  <a:pt x="602" y="380"/>
                  <a:pt x="603" y="375"/>
                  <a:pt x="608" y="379"/>
                </a:cubicBezTo>
                <a:cubicBezTo>
                  <a:pt x="635" y="363"/>
                  <a:pt x="640" y="358"/>
                  <a:pt x="645" y="355"/>
                </a:cubicBezTo>
                <a:cubicBezTo>
                  <a:pt x="690" y="337"/>
                  <a:pt x="695" y="339"/>
                  <a:pt x="702" y="336"/>
                </a:cubicBezTo>
                <a:cubicBezTo>
                  <a:pt x="778" y="299"/>
                  <a:pt x="789" y="291"/>
                  <a:pt x="800" y="284"/>
                </a:cubicBezTo>
                <a:cubicBezTo>
                  <a:pt x="823" y="265"/>
                  <a:pt x="817" y="270"/>
                  <a:pt x="810" y="275"/>
                </a:cubicBezTo>
                <a:cubicBezTo>
                  <a:pt x="745" y="308"/>
                  <a:pt x="744" y="312"/>
                  <a:pt x="735" y="317"/>
                </a:cubicBezTo>
                <a:cubicBezTo>
                  <a:pt x="706" y="325"/>
                  <a:pt x="698" y="329"/>
                  <a:pt x="692" y="328"/>
                </a:cubicBezTo>
                <a:cubicBezTo>
                  <a:pt x="631" y="353"/>
                  <a:pt x="625" y="359"/>
                  <a:pt x="621" y="355"/>
                </a:cubicBezTo>
                <a:cubicBezTo>
                  <a:pt x="645" y="341"/>
                  <a:pt x="649" y="339"/>
                  <a:pt x="654" y="336"/>
                </a:cubicBezTo>
                <a:cubicBezTo>
                  <a:pt x="697" y="321"/>
                  <a:pt x="705" y="316"/>
                  <a:pt x="713" y="313"/>
                </a:cubicBezTo>
                <a:cubicBezTo>
                  <a:pt x="745" y="297"/>
                  <a:pt x="753" y="295"/>
                  <a:pt x="761" y="291"/>
                </a:cubicBezTo>
                <a:cubicBezTo>
                  <a:pt x="803" y="262"/>
                  <a:pt x="807" y="264"/>
                  <a:pt x="806" y="261"/>
                </a:cubicBezTo>
                <a:cubicBezTo>
                  <a:pt x="839" y="233"/>
                  <a:pt x="843" y="230"/>
                  <a:pt x="847" y="226"/>
                </a:cubicBezTo>
                <a:cubicBezTo>
                  <a:pt x="796" y="261"/>
                  <a:pt x="788" y="266"/>
                  <a:pt x="779" y="272"/>
                </a:cubicBezTo>
                <a:cubicBezTo>
                  <a:pt x="668" y="319"/>
                  <a:pt x="661" y="325"/>
                  <a:pt x="655" y="325"/>
                </a:cubicBezTo>
                <a:cubicBezTo>
                  <a:pt x="643" y="332"/>
                  <a:pt x="643" y="326"/>
                  <a:pt x="646" y="322"/>
                </a:cubicBezTo>
                <a:cubicBezTo>
                  <a:pt x="668" y="316"/>
                  <a:pt x="674" y="313"/>
                  <a:pt x="679" y="313"/>
                </a:cubicBezTo>
                <a:cubicBezTo>
                  <a:pt x="789" y="253"/>
                  <a:pt x="800" y="245"/>
                  <a:pt x="811" y="238"/>
                </a:cubicBezTo>
                <a:cubicBezTo>
                  <a:pt x="830" y="217"/>
                  <a:pt x="839" y="215"/>
                  <a:pt x="836" y="212"/>
                </a:cubicBezTo>
                <a:cubicBezTo>
                  <a:pt x="826" y="221"/>
                  <a:pt x="818" y="219"/>
                  <a:pt x="815" y="227"/>
                </a:cubicBezTo>
                <a:cubicBezTo>
                  <a:pt x="759" y="262"/>
                  <a:pt x="739" y="275"/>
                  <a:pt x="719" y="284"/>
                </a:cubicBezTo>
                <a:cubicBezTo>
                  <a:pt x="673" y="305"/>
                  <a:pt x="671" y="306"/>
                  <a:pt x="668" y="306"/>
                </a:cubicBezTo>
                <a:cubicBezTo>
                  <a:pt x="711" y="282"/>
                  <a:pt x="719" y="273"/>
                  <a:pt x="727" y="271"/>
                </a:cubicBezTo>
                <a:cubicBezTo>
                  <a:pt x="797" y="226"/>
                  <a:pt x="805" y="220"/>
                  <a:pt x="813" y="214"/>
                </a:cubicBezTo>
                <a:cubicBezTo>
                  <a:pt x="850" y="175"/>
                  <a:pt x="861" y="172"/>
                  <a:pt x="859" y="168"/>
                </a:cubicBezTo>
                <a:close/>
                <a:moveTo>
                  <a:pt x="743" y="232"/>
                </a:moveTo>
                <a:cubicBezTo>
                  <a:pt x="748" y="239"/>
                  <a:pt x="733" y="238"/>
                  <a:pt x="728" y="246"/>
                </a:cubicBezTo>
                <a:cubicBezTo>
                  <a:pt x="725" y="238"/>
                  <a:pt x="737" y="240"/>
                  <a:pt x="743" y="232"/>
                </a:cubicBezTo>
                <a:close/>
                <a:moveTo>
                  <a:pt x="723" y="245"/>
                </a:moveTo>
                <a:cubicBezTo>
                  <a:pt x="723" y="251"/>
                  <a:pt x="713" y="252"/>
                  <a:pt x="710" y="254"/>
                </a:cubicBezTo>
                <a:cubicBezTo>
                  <a:pt x="709" y="248"/>
                  <a:pt x="719" y="247"/>
                  <a:pt x="723" y="245"/>
                </a:cubicBezTo>
                <a:close/>
                <a:moveTo>
                  <a:pt x="265" y="659"/>
                </a:moveTo>
                <a:cubicBezTo>
                  <a:pt x="262" y="656"/>
                  <a:pt x="263" y="654"/>
                  <a:pt x="262" y="651"/>
                </a:cubicBezTo>
                <a:cubicBezTo>
                  <a:pt x="260" y="649"/>
                  <a:pt x="256" y="646"/>
                  <a:pt x="259" y="644"/>
                </a:cubicBezTo>
                <a:cubicBezTo>
                  <a:pt x="256" y="643"/>
                  <a:pt x="254" y="641"/>
                  <a:pt x="252" y="638"/>
                </a:cubicBezTo>
                <a:cubicBezTo>
                  <a:pt x="252" y="636"/>
                  <a:pt x="252" y="634"/>
                  <a:pt x="250" y="635"/>
                </a:cubicBezTo>
                <a:cubicBezTo>
                  <a:pt x="248" y="631"/>
                  <a:pt x="248" y="627"/>
                  <a:pt x="243" y="623"/>
                </a:cubicBezTo>
                <a:cubicBezTo>
                  <a:pt x="245" y="617"/>
                  <a:pt x="243" y="617"/>
                  <a:pt x="239" y="613"/>
                </a:cubicBezTo>
                <a:cubicBezTo>
                  <a:pt x="241" y="610"/>
                  <a:pt x="236" y="605"/>
                  <a:pt x="236" y="601"/>
                </a:cubicBezTo>
                <a:cubicBezTo>
                  <a:pt x="231" y="592"/>
                  <a:pt x="230" y="592"/>
                  <a:pt x="223" y="581"/>
                </a:cubicBezTo>
                <a:cubicBezTo>
                  <a:pt x="215" y="572"/>
                  <a:pt x="216" y="564"/>
                  <a:pt x="207" y="555"/>
                </a:cubicBezTo>
                <a:cubicBezTo>
                  <a:pt x="203" y="545"/>
                  <a:pt x="204" y="543"/>
                  <a:pt x="195" y="532"/>
                </a:cubicBezTo>
                <a:cubicBezTo>
                  <a:pt x="199" y="528"/>
                  <a:pt x="191" y="523"/>
                  <a:pt x="193" y="519"/>
                </a:cubicBezTo>
                <a:cubicBezTo>
                  <a:pt x="188" y="514"/>
                  <a:pt x="192" y="510"/>
                  <a:pt x="188" y="505"/>
                </a:cubicBezTo>
                <a:cubicBezTo>
                  <a:pt x="187" y="496"/>
                  <a:pt x="184" y="487"/>
                  <a:pt x="181" y="478"/>
                </a:cubicBezTo>
                <a:cubicBezTo>
                  <a:pt x="189" y="478"/>
                  <a:pt x="185" y="488"/>
                  <a:pt x="189" y="492"/>
                </a:cubicBezTo>
                <a:cubicBezTo>
                  <a:pt x="191" y="498"/>
                  <a:pt x="194" y="504"/>
                  <a:pt x="193" y="509"/>
                </a:cubicBezTo>
                <a:cubicBezTo>
                  <a:pt x="200" y="517"/>
                  <a:pt x="199" y="523"/>
                  <a:pt x="207" y="531"/>
                </a:cubicBezTo>
                <a:cubicBezTo>
                  <a:pt x="210" y="535"/>
                  <a:pt x="208" y="538"/>
                  <a:pt x="209" y="541"/>
                </a:cubicBezTo>
                <a:cubicBezTo>
                  <a:pt x="213" y="542"/>
                  <a:pt x="214" y="546"/>
                  <a:pt x="213" y="549"/>
                </a:cubicBezTo>
                <a:cubicBezTo>
                  <a:pt x="220" y="554"/>
                  <a:pt x="218" y="557"/>
                  <a:pt x="224" y="565"/>
                </a:cubicBezTo>
                <a:cubicBezTo>
                  <a:pt x="227" y="574"/>
                  <a:pt x="233" y="584"/>
                  <a:pt x="237" y="593"/>
                </a:cubicBezTo>
                <a:cubicBezTo>
                  <a:pt x="239" y="596"/>
                  <a:pt x="241" y="598"/>
                  <a:pt x="243" y="601"/>
                </a:cubicBezTo>
                <a:cubicBezTo>
                  <a:pt x="243" y="603"/>
                  <a:pt x="243" y="605"/>
                  <a:pt x="245" y="604"/>
                </a:cubicBezTo>
                <a:cubicBezTo>
                  <a:pt x="246" y="609"/>
                  <a:pt x="245" y="613"/>
                  <a:pt x="250" y="618"/>
                </a:cubicBezTo>
                <a:cubicBezTo>
                  <a:pt x="253" y="627"/>
                  <a:pt x="261" y="637"/>
                  <a:pt x="263" y="646"/>
                </a:cubicBezTo>
                <a:cubicBezTo>
                  <a:pt x="271" y="655"/>
                  <a:pt x="270" y="664"/>
                  <a:pt x="275" y="673"/>
                </a:cubicBezTo>
                <a:cubicBezTo>
                  <a:pt x="268" y="673"/>
                  <a:pt x="271" y="663"/>
                  <a:pt x="265" y="659"/>
                </a:cubicBezTo>
                <a:close/>
                <a:moveTo>
                  <a:pt x="279" y="685"/>
                </a:moveTo>
                <a:cubicBezTo>
                  <a:pt x="279" y="692"/>
                  <a:pt x="278" y="682"/>
                  <a:pt x="274" y="679"/>
                </a:cubicBezTo>
                <a:cubicBezTo>
                  <a:pt x="273" y="676"/>
                  <a:pt x="276" y="678"/>
                  <a:pt x="277" y="679"/>
                </a:cubicBezTo>
                <a:cubicBezTo>
                  <a:pt x="278" y="681"/>
                  <a:pt x="279" y="683"/>
                  <a:pt x="281" y="684"/>
                </a:cubicBezTo>
                <a:cubicBezTo>
                  <a:pt x="280" y="685"/>
                  <a:pt x="280" y="685"/>
                  <a:pt x="279" y="685"/>
                </a:cubicBezTo>
                <a:close/>
                <a:moveTo>
                  <a:pt x="166" y="634"/>
                </a:moveTo>
                <a:cubicBezTo>
                  <a:pt x="162" y="637"/>
                  <a:pt x="166" y="630"/>
                  <a:pt x="161" y="628"/>
                </a:cubicBezTo>
                <a:cubicBezTo>
                  <a:pt x="168" y="628"/>
                  <a:pt x="168" y="638"/>
                  <a:pt x="172" y="642"/>
                </a:cubicBezTo>
                <a:cubicBezTo>
                  <a:pt x="168" y="645"/>
                  <a:pt x="166" y="636"/>
                  <a:pt x="166" y="634"/>
                </a:cubicBezTo>
                <a:close/>
                <a:moveTo>
                  <a:pt x="192" y="691"/>
                </a:moveTo>
                <a:cubicBezTo>
                  <a:pt x="192" y="690"/>
                  <a:pt x="191" y="690"/>
                  <a:pt x="190" y="691"/>
                </a:cubicBezTo>
                <a:cubicBezTo>
                  <a:pt x="187" y="685"/>
                  <a:pt x="184" y="679"/>
                  <a:pt x="184" y="673"/>
                </a:cubicBezTo>
                <a:cubicBezTo>
                  <a:pt x="190" y="669"/>
                  <a:pt x="184" y="681"/>
                  <a:pt x="189" y="677"/>
                </a:cubicBezTo>
                <a:cubicBezTo>
                  <a:pt x="189" y="682"/>
                  <a:pt x="193" y="688"/>
                  <a:pt x="194" y="693"/>
                </a:cubicBezTo>
                <a:cubicBezTo>
                  <a:pt x="195" y="695"/>
                  <a:pt x="196" y="696"/>
                  <a:pt x="197" y="698"/>
                </a:cubicBezTo>
                <a:cubicBezTo>
                  <a:pt x="200" y="705"/>
                  <a:pt x="188" y="693"/>
                  <a:pt x="192" y="691"/>
                </a:cubicBezTo>
                <a:close/>
                <a:moveTo>
                  <a:pt x="259" y="828"/>
                </a:moveTo>
                <a:cubicBezTo>
                  <a:pt x="258" y="824"/>
                  <a:pt x="255" y="820"/>
                  <a:pt x="256" y="817"/>
                </a:cubicBezTo>
                <a:cubicBezTo>
                  <a:pt x="247" y="810"/>
                  <a:pt x="247" y="797"/>
                  <a:pt x="241" y="789"/>
                </a:cubicBezTo>
                <a:cubicBezTo>
                  <a:pt x="233" y="777"/>
                  <a:pt x="228" y="766"/>
                  <a:pt x="224" y="755"/>
                </a:cubicBezTo>
                <a:cubicBezTo>
                  <a:pt x="220" y="751"/>
                  <a:pt x="217" y="746"/>
                  <a:pt x="214" y="742"/>
                </a:cubicBezTo>
                <a:cubicBezTo>
                  <a:pt x="212" y="737"/>
                  <a:pt x="211" y="732"/>
                  <a:pt x="208" y="727"/>
                </a:cubicBezTo>
                <a:cubicBezTo>
                  <a:pt x="206" y="724"/>
                  <a:pt x="208" y="722"/>
                  <a:pt x="205" y="719"/>
                </a:cubicBezTo>
                <a:cubicBezTo>
                  <a:pt x="202" y="720"/>
                  <a:pt x="204" y="715"/>
                  <a:pt x="201" y="717"/>
                </a:cubicBezTo>
                <a:cubicBezTo>
                  <a:pt x="203" y="712"/>
                  <a:pt x="194" y="705"/>
                  <a:pt x="199" y="701"/>
                </a:cubicBezTo>
                <a:cubicBezTo>
                  <a:pt x="207" y="710"/>
                  <a:pt x="207" y="720"/>
                  <a:pt x="217" y="725"/>
                </a:cubicBezTo>
                <a:cubicBezTo>
                  <a:pt x="214" y="728"/>
                  <a:pt x="222" y="733"/>
                  <a:pt x="220" y="736"/>
                </a:cubicBezTo>
                <a:cubicBezTo>
                  <a:pt x="220" y="739"/>
                  <a:pt x="227" y="743"/>
                  <a:pt x="224" y="745"/>
                </a:cubicBezTo>
                <a:cubicBezTo>
                  <a:pt x="228" y="751"/>
                  <a:pt x="231" y="757"/>
                  <a:pt x="232" y="763"/>
                </a:cubicBezTo>
                <a:cubicBezTo>
                  <a:pt x="242" y="777"/>
                  <a:pt x="242" y="783"/>
                  <a:pt x="252" y="798"/>
                </a:cubicBezTo>
                <a:cubicBezTo>
                  <a:pt x="255" y="807"/>
                  <a:pt x="256" y="808"/>
                  <a:pt x="261" y="817"/>
                </a:cubicBezTo>
                <a:cubicBezTo>
                  <a:pt x="258" y="822"/>
                  <a:pt x="264" y="829"/>
                  <a:pt x="265" y="836"/>
                </a:cubicBezTo>
                <a:cubicBezTo>
                  <a:pt x="259" y="838"/>
                  <a:pt x="262" y="830"/>
                  <a:pt x="259" y="828"/>
                </a:cubicBezTo>
                <a:close/>
                <a:moveTo>
                  <a:pt x="195" y="1053"/>
                </a:moveTo>
                <a:cubicBezTo>
                  <a:pt x="187" y="1053"/>
                  <a:pt x="194" y="1042"/>
                  <a:pt x="195" y="1053"/>
                </a:cubicBezTo>
                <a:close/>
                <a:moveTo>
                  <a:pt x="139" y="1162"/>
                </a:moveTo>
                <a:cubicBezTo>
                  <a:pt x="139" y="1162"/>
                  <a:pt x="135" y="1161"/>
                  <a:pt x="135" y="1160"/>
                </a:cubicBezTo>
                <a:cubicBezTo>
                  <a:pt x="135" y="1160"/>
                  <a:pt x="137" y="1159"/>
                  <a:pt x="137" y="1159"/>
                </a:cubicBezTo>
                <a:cubicBezTo>
                  <a:pt x="135" y="1156"/>
                  <a:pt x="134" y="1152"/>
                  <a:pt x="136" y="1155"/>
                </a:cubicBezTo>
                <a:cubicBezTo>
                  <a:pt x="138" y="1157"/>
                  <a:pt x="136" y="1158"/>
                  <a:pt x="137" y="1159"/>
                </a:cubicBezTo>
                <a:cubicBezTo>
                  <a:pt x="137" y="1159"/>
                  <a:pt x="146" y="1164"/>
                  <a:pt x="139" y="1162"/>
                </a:cubicBezTo>
                <a:close/>
                <a:moveTo>
                  <a:pt x="157" y="1194"/>
                </a:moveTo>
                <a:cubicBezTo>
                  <a:pt x="156" y="1188"/>
                  <a:pt x="151" y="1181"/>
                  <a:pt x="146" y="1175"/>
                </a:cubicBezTo>
                <a:cubicBezTo>
                  <a:pt x="148" y="1173"/>
                  <a:pt x="150" y="1179"/>
                  <a:pt x="153" y="1177"/>
                </a:cubicBezTo>
                <a:cubicBezTo>
                  <a:pt x="149" y="1182"/>
                  <a:pt x="165" y="1190"/>
                  <a:pt x="157" y="1194"/>
                </a:cubicBezTo>
                <a:close/>
                <a:moveTo>
                  <a:pt x="160" y="1194"/>
                </a:moveTo>
                <a:cubicBezTo>
                  <a:pt x="165" y="1194"/>
                  <a:pt x="164" y="1204"/>
                  <a:pt x="167" y="1208"/>
                </a:cubicBezTo>
                <a:cubicBezTo>
                  <a:pt x="161" y="1208"/>
                  <a:pt x="161" y="1198"/>
                  <a:pt x="160" y="1194"/>
                </a:cubicBezTo>
                <a:close/>
                <a:moveTo>
                  <a:pt x="120" y="1272"/>
                </a:moveTo>
                <a:cubicBezTo>
                  <a:pt x="122" y="1271"/>
                  <a:pt x="129" y="1274"/>
                  <a:pt x="125" y="1275"/>
                </a:cubicBezTo>
                <a:cubicBezTo>
                  <a:pt x="136" y="1289"/>
                  <a:pt x="127" y="1283"/>
                  <a:pt x="120" y="1272"/>
                </a:cubicBezTo>
                <a:close/>
                <a:moveTo>
                  <a:pt x="25" y="1215"/>
                </a:moveTo>
                <a:cubicBezTo>
                  <a:pt x="26" y="1214"/>
                  <a:pt x="27" y="1214"/>
                  <a:pt x="28" y="1213"/>
                </a:cubicBezTo>
                <a:cubicBezTo>
                  <a:pt x="29" y="1214"/>
                  <a:pt x="31" y="1216"/>
                  <a:pt x="32" y="1218"/>
                </a:cubicBezTo>
                <a:cubicBezTo>
                  <a:pt x="31" y="1218"/>
                  <a:pt x="30" y="1219"/>
                  <a:pt x="29" y="1220"/>
                </a:cubicBezTo>
                <a:cubicBezTo>
                  <a:pt x="27" y="1218"/>
                  <a:pt x="26" y="1217"/>
                  <a:pt x="25" y="1215"/>
                </a:cubicBezTo>
                <a:close/>
                <a:moveTo>
                  <a:pt x="121" y="1375"/>
                </a:moveTo>
                <a:cubicBezTo>
                  <a:pt x="117" y="1370"/>
                  <a:pt x="114" y="1365"/>
                  <a:pt x="110" y="1360"/>
                </a:cubicBezTo>
                <a:cubicBezTo>
                  <a:pt x="113" y="1358"/>
                  <a:pt x="116" y="1360"/>
                  <a:pt x="118" y="1364"/>
                </a:cubicBezTo>
                <a:cubicBezTo>
                  <a:pt x="122" y="1365"/>
                  <a:pt x="127" y="1372"/>
                  <a:pt x="121" y="1375"/>
                </a:cubicBezTo>
                <a:close/>
                <a:moveTo>
                  <a:pt x="156" y="1400"/>
                </a:moveTo>
                <a:cubicBezTo>
                  <a:pt x="154" y="1401"/>
                  <a:pt x="156" y="1399"/>
                  <a:pt x="154" y="1397"/>
                </a:cubicBezTo>
                <a:cubicBezTo>
                  <a:pt x="129" y="1364"/>
                  <a:pt x="125" y="1355"/>
                  <a:pt x="120" y="1353"/>
                </a:cubicBezTo>
                <a:cubicBezTo>
                  <a:pt x="103" y="1335"/>
                  <a:pt x="105" y="1329"/>
                  <a:pt x="98" y="1330"/>
                </a:cubicBezTo>
                <a:cubicBezTo>
                  <a:pt x="80" y="1305"/>
                  <a:pt x="82" y="1304"/>
                  <a:pt x="82" y="1304"/>
                </a:cubicBezTo>
                <a:cubicBezTo>
                  <a:pt x="72" y="1293"/>
                  <a:pt x="73" y="1290"/>
                  <a:pt x="72" y="1290"/>
                </a:cubicBezTo>
                <a:cubicBezTo>
                  <a:pt x="60" y="1278"/>
                  <a:pt x="63" y="1277"/>
                  <a:pt x="61" y="1275"/>
                </a:cubicBezTo>
                <a:cubicBezTo>
                  <a:pt x="44" y="1247"/>
                  <a:pt x="37" y="1241"/>
                  <a:pt x="37" y="1236"/>
                </a:cubicBezTo>
                <a:cubicBezTo>
                  <a:pt x="33" y="1223"/>
                  <a:pt x="41" y="1230"/>
                  <a:pt x="45" y="1233"/>
                </a:cubicBezTo>
                <a:cubicBezTo>
                  <a:pt x="83" y="1280"/>
                  <a:pt x="94" y="1291"/>
                  <a:pt x="101" y="1303"/>
                </a:cubicBezTo>
                <a:cubicBezTo>
                  <a:pt x="106" y="1310"/>
                  <a:pt x="104" y="1311"/>
                  <a:pt x="105" y="1312"/>
                </a:cubicBezTo>
                <a:cubicBezTo>
                  <a:pt x="117" y="1329"/>
                  <a:pt x="118" y="1327"/>
                  <a:pt x="119" y="1329"/>
                </a:cubicBezTo>
                <a:cubicBezTo>
                  <a:pt x="159" y="1413"/>
                  <a:pt x="159" y="1403"/>
                  <a:pt x="156" y="1400"/>
                </a:cubicBezTo>
                <a:close/>
                <a:moveTo>
                  <a:pt x="217" y="1325"/>
                </a:moveTo>
                <a:cubicBezTo>
                  <a:pt x="220" y="1327"/>
                  <a:pt x="210" y="1334"/>
                  <a:pt x="210" y="1328"/>
                </a:cubicBezTo>
                <a:cubicBezTo>
                  <a:pt x="212" y="1325"/>
                  <a:pt x="214" y="1327"/>
                  <a:pt x="217" y="1325"/>
                </a:cubicBezTo>
                <a:close/>
                <a:moveTo>
                  <a:pt x="182" y="1218"/>
                </a:moveTo>
                <a:cubicBezTo>
                  <a:pt x="188" y="1216"/>
                  <a:pt x="184" y="1224"/>
                  <a:pt x="189" y="1227"/>
                </a:cubicBezTo>
                <a:cubicBezTo>
                  <a:pt x="183" y="1229"/>
                  <a:pt x="184" y="1220"/>
                  <a:pt x="182" y="1218"/>
                </a:cubicBezTo>
                <a:close/>
                <a:moveTo>
                  <a:pt x="339" y="1330"/>
                </a:moveTo>
                <a:cubicBezTo>
                  <a:pt x="343" y="1334"/>
                  <a:pt x="348" y="1326"/>
                  <a:pt x="351" y="1333"/>
                </a:cubicBezTo>
                <a:cubicBezTo>
                  <a:pt x="345" y="1334"/>
                  <a:pt x="340" y="1333"/>
                  <a:pt x="334" y="1333"/>
                </a:cubicBezTo>
                <a:cubicBezTo>
                  <a:pt x="333" y="1331"/>
                  <a:pt x="337" y="1333"/>
                  <a:pt x="339" y="1330"/>
                </a:cubicBezTo>
                <a:close/>
                <a:moveTo>
                  <a:pt x="334" y="1341"/>
                </a:moveTo>
                <a:cubicBezTo>
                  <a:pt x="336" y="1340"/>
                  <a:pt x="338" y="1342"/>
                  <a:pt x="340" y="1342"/>
                </a:cubicBezTo>
                <a:cubicBezTo>
                  <a:pt x="342" y="1341"/>
                  <a:pt x="344" y="1342"/>
                  <a:pt x="346" y="1340"/>
                </a:cubicBezTo>
                <a:cubicBezTo>
                  <a:pt x="357" y="1342"/>
                  <a:pt x="367" y="1347"/>
                  <a:pt x="379" y="1338"/>
                </a:cubicBezTo>
                <a:cubicBezTo>
                  <a:pt x="387" y="1341"/>
                  <a:pt x="395" y="1339"/>
                  <a:pt x="403" y="1338"/>
                </a:cubicBezTo>
                <a:cubicBezTo>
                  <a:pt x="406" y="1343"/>
                  <a:pt x="399" y="1338"/>
                  <a:pt x="397" y="1342"/>
                </a:cubicBezTo>
                <a:cubicBezTo>
                  <a:pt x="395" y="1339"/>
                  <a:pt x="391" y="1345"/>
                  <a:pt x="389" y="1341"/>
                </a:cubicBezTo>
                <a:cubicBezTo>
                  <a:pt x="383" y="1345"/>
                  <a:pt x="378" y="1341"/>
                  <a:pt x="372" y="1345"/>
                </a:cubicBezTo>
                <a:cubicBezTo>
                  <a:pt x="367" y="1342"/>
                  <a:pt x="362" y="1346"/>
                  <a:pt x="357" y="1344"/>
                </a:cubicBezTo>
                <a:cubicBezTo>
                  <a:pt x="352" y="1342"/>
                  <a:pt x="346" y="1348"/>
                  <a:pt x="341" y="1343"/>
                </a:cubicBezTo>
                <a:cubicBezTo>
                  <a:pt x="335" y="1345"/>
                  <a:pt x="329" y="1350"/>
                  <a:pt x="324" y="1343"/>
                </a:cubicBezTo>
                <a:cubicBezTo>
                  <a:pt x="328" y="1342"/>
                  <a:pt x="330" y="1346"/>
                  <a:pt x="334" y="1341"/>
                </a:cubicBezTo>
                <a:close/>
                <a:moveTo>
                  <a:pt x="321" y="1343"/>
                </a:moveTo>
                <a:cubicBezTo>
                  <a:pt x="321" y="1351"/>
                  <a:pt x="310" y="1347"/>
                  <a:pt x="306" y="1349"/>
                </a:cubicBezTo>
                <a:cubicBezTo>
                  <a:pt x="300" y="1351"/>
                  <a:pt x="295" y="1352"/>
                  <a:pt x="290" y="1353"/>
                </a:cubicBezTo>
                <a:cubicBezTo>
                  <a:pt x="284" y="1355"/>
                  <a:pt x="278" y="1355"/>
                  <a:pt x="272" y="1359"/>
                </a:cubicBezTo>
                <a:cubicBezTo>
                  <a:pt x="267" y="1360"/>
                  <a:pt x="265" y="1364"/>
                  <a:pt x="258" y="1364"/>
                </a:cubicBezTo>
                <a:cubicBezTo>
                  <a:pt x="249" y="1371"/>
                  <a:pt x="241" y="1374"/>
                  <a:pt x="233" y="1377"/>
                </a:cubicBezTo>
                <a:cubicBezTo>
                  <a:pt x="216" y="1388"/>
                  <a:pt x="203" y="1400"/>
                  <a:pt x="192" y="1412"/>
                </a:cubicBezTo>
                <a:cubicBezTo>
                  <a:pt x="191" y="1414"/>
                  <a:pt x="190" y="1415"/>
                  <a:pt x="191" y="1417"/>
                </a:cubicBezTo>
                <a:cubicBezTo>
                  <a:pt x="188" y="1420"/>
                  <a:pt x="186" y="1418"/>
                  <a:pt x="188" y="1417"/>
                </a:cubicBezTo>
                <a:cubicBezTo>
                  <a:pt x="190" y="1412"/>
                  <a:pt x="191" y="1406"/>
                  <a:pt x="196" y="1401"/>
                </a:cubicBezTo>
                <a:cubicBezTo>
                  <a:pt x="197" y="1396"/>
                  <a:pt x="204" y="1391"/>
                  <a:pt x="205" y="1385"/>
                </a:cubicBezTo>
                <a:cubicBezTo>
                  <a:pt x="211" y="1384"/>
                  <a:pt x="216" y="1375"/>
                  <a:pt x="225" y="1370"/>
                </a:cubicBezTo>
                <a:cubicBezTo>
                  <a:pt x="235" y="1364"/>
                  <a:pt x="236" y="1365"/>
                  <a:pt x="246" y="1358"/>
                </a:cubicBezTo>
                <a:cubicBezTo>
                  <a:pt x="248" y="1361"/>
                  <a:pt x="252" y="1355"/>
                  <a:pt x="255" y="1356"/>
                </a:cubicBezTo>
                <a:cubicBezTo>
                  <a:pt x="258" y="1356"/>
                  <a:pt x="261" y="1355"/>
                  <a:pt x="264" y="1352"/>
                </a:cubicBezTo>
                <a:cubicBezTo>
                  <a:pt x="267" y="1356"/>
                  <a:pt x="272" y="1352"/>
                  <a:pt x="275" y="1354"/>
                </a:cubicBezTo>
                <a:cubicBezTo>
                  <a:pt x="291" y="1345"/>
                  <a:pt x="306" y="1348"/>
                  <a:pt x="321" y="1343"/>
                </a:cubicBezTo>
                <a:close/>
                <a:moveTo>
                  <a:pt x="193" y="1379"/>
                </a:moveTo>
                <a:cubicBezTo>
                  <a:pt x="192" y="1377"/>
                  <a:pt x="196" y="1374"/>
                  <a:pt x="198" y="1376"/>
                </a:cubicBezTo>
                <a:cubicBezTo>
                  <a:pt x="198" y="1371"/>
                  <a:pt x="203" y="1367"/>
                  <a:pt x="205" y="1363"/>
                </a:cubicBezTo>
                <a:cubicBezTo>
                  <a:pt x="211" y="1359"/>
                  <a:pt x="216" y="1355"/>
                  <a:pt x="221" y="1351"/>
                </a:cubicBezTo>
                <a:cubicBezTo>
                  <a:pt x="230" y="1347"/>
                  <a:pt x="237" y="1348"/>
                  <a:pt x="246" y="1341"/>
                </a:cubicBezTo>
                <a:cubicBezTo>
                  <a:pt x="251" y="1345"/>
                  <a:pt x="256" y="1336"/>
                  <a:pt x="262" y="1339"/>
                </a:cubicBezTo>
                <a:cubicBezTo>
                  <a:pt x="267" y="1334"/>
                  <a:pt x="271" y="1340"/>
                  <a:pt x="277" y="1336"/>
                </a:cubicBezTo>
                <a:cubicBezTo>
                  <a:pt x="286" y="1336"/>
                  <a:pt x="296" y="1336"/>
                  <a:pt x="305" y="1335"/>
                </a:cubicBezTo>
                <a:cubicBezTo>
                  <a:pt x="306" y="1338"/>
                  <a:pt x="303" y="1337"/>
                  <a:pt x="301" y="1338"/>
                </a:cubicBezTo>
                <a:cubicBezTo>
                  <a:pt x="298" y="1342"/>
                  <a:pt x="296" y="1337"/>
                  <a:pt x="293" y="1338"/>
                </a:cubicBezTo>
                <a:cubicBezTo>
                  <a:pt x="291" y="1341"/>
                  <a:pt x="290" y="1339"/>
                  <a:pt x="287" y="1340"/>
                </a:cubicBezTo>
                <a:cubicBezTo>
                  <a:pt x="284" y="1339"/>
                  <a:pt x="280" y="1341"/>
                  <a:pt x="275" y="1344"/>
                </a:cubicBezTo>
                <a:cubicBezTo>
                  <a:pt x="268" y="1341"/>
                  <a:pt x="260" y="1348"/>
                  <a:pt x="252" y="1346"/>
                </a:cubicBezTo>
                <a:cubicBezTo>
                  <a:pt x="250" y="1348"/>
                  <a:pt x="248" y="1349"/>
                  <a:pt x="246" y="1348"/>
                </a:cubicBezTo>
                <a:cubicBezTo>
                  <a:pt x="236" y="1354"/>
                  <a:pt x="235" y="1357"/>
                  <a:pt x="226" y="1357"/>
                </a:cubicBezTo>
                <a:cubicBezTo>
                  <a:pt x="224" y="1364"/>
                  <a:pt x="216" y="1364"/>
                  <a:pt x="214" y="1368"/>
                </a:cubicBezTo>
                <a:cubicBezTo>
                  <a:pt x="207" y="1371"/>
                  <a:pt x="208" y="1375"/>
                  <a:pt x="200" y="1376"/>
                </a:cubicBezTo>
                <a:cubicBezTo>
                  <a:pt x="199" y="1380"/>
                  <a:pt x="194" y="1384"/>
                  <a:pt x="191" y="1387"/>
                </a:cubicBezTo>
                <a:cubicBezTo>
                  <a:pt x="188" y="1384"/>
                  <a:pt x="189" y="1381"/>
                  <a:pt x="193" y="1379"/>
                </a:cubicBezTo>
                <a:close/>
                <a:moveTo>
                  <a:pt x="199" y="1139"/>
                </a:moveTo>
                <a:cubicBezTo>
                  <a:pt x="195" y="1136"/>
                  <a:pt x="199" y="1133"/>
                  <a:pt x="194" y="1130"/>
                </a:cubicBezTo>
                <a:cubicBezTo>
                  <a:pt x="196" y="1124"/>
                  <a:pt x="191" y="1118"/>
                  <a:pt x="192" y="1112"/>
                </a:cubicBezTo>
                <a:cubicBezTo>
                  <a:pt x="172" y="1082"/>
                  <a:pt x="156" y="1052"/>
                  <a:pt x="135" y="1027"/>
                </a:cubicBezTo>
                <a:cubicBezTo>
                  <a:pt x="131" y="1022"/>
                  <a:pt x="125" y="1019"/>
                  <a:pt x="121" y="1011"/>
                </a:cubicBezTo>
                <a:cubicBezTo>
                  <a:pt x="118" y="1006"/>
                  <a:pt x="120" y="1008"/>
                  <a:pt x="116" y="1004"/>
                </a:cubicBezTo>
                <a:cubicBezTo>
                  <a:pt x="114" y="1002"/>
                  <a:pt x="115" y="999"/>
                  <a:pt x="113" y="997"/>
                </a:cubicBezTo>
                <a:cubicBezTo>
                  <a:pt x="111" y="993"/>
                  <a:pt x="107" y="991"/>
                  <a:pt x="105" y="988"/>
                </a:cubicBezTo>
                <a:cubicBezTo>
                  <a:pt x="105" y="989"/>
                  <a:pt x="106" y="986"/>
                  <a:pt x="105" y="985"/>
                </a:cubicBezTo>
                <a:cubicBezTo>
                  <a:pt x="105" y="985"/>
                  <a:pt x="99" y="984"/>
                  <a:pt x="100" y="982"/>
                </a:cubicBezTo>
                <a:cubicBezTo>
                  <a:pt x="102" y="976"/>
                  <a:pt x="85" y="961"/>
                  <a:pt x="80" y="952"/>
                </a:cubicBezTo>
                <a:cubicBezTo>
                  <a:pt x="80" y="951"/>
                  <a:pt x="78" y="949"/>
                  <a:pt x="78" y="948"/>
                </a:cubicBezTo>
                <a:cubicBezTo>
                  <a:pt x="79" y="945"/>
                  <a:pt x="77" y="947"/>
                  <a:pt x="75" y="943"/>
                </a:cubicBezTo>
                <a:cubicBezTo>
                  <a:pt x="75" y="943"/>
                  <a:pt x="76" y="942"/>
                  <a:pt x="75" y="941"/>
                </a:cubicBezTo>
                <a:cubicBezTo>
                  <a:pt x="70" y="932"/>
                  <a:pt x="58" y="920"/>
                  <a:pt x="53" y="907"/>
                </a:cubicBezTo>
                <a:cubicBezTo>
                  <a:pt x="58" y="904"/>
                  <a:pt x="61" y="910"/>
                  <a:pt x="64" y="915"/>
                </a:cubicBezTo>
                <a:cubicBezTo>
                  <a:pt x="65" y="919"/>
                  <a:pt x="73" y="924"/>
                  <a:pt x="70" y="927"/>
                </a:cubicBezTo>
                <a:cubicBezTo>
                  <a:pt x="77" y="930"/>
                  <a:pt x="83" y="943"/>
                  <a:pt x="90" y="947"/>
                </a:cubicBezTo>
                <a:cubicBezTo>
                  <a:pt x="93" y="952"/>
                  <a:pt x="96" y="956"/>
                  <a:pt x="99" y="960"/>
                </a:cubicBezTo>
                <a:cubicBezTo>
                  <a:pt x="97" y="963"/>
                  <a:pt x="100" y="962"/>
                  <a:pt x="101" y="963"/>
                </a:cubicBezTo>
                <a:cubicBezTo>
                  <a:pt x="101" y="966"/>
                  <a:pt x="102" y="968"/>
                  <a:pt x="104" y="967"/>
                </a:cubicBezTo>
                <a:cubicBezTo>
                  <a:pt x="107" y="969"/>
                  <a:pt x="109" y="979"/>
                  <a:pt x="114" y="977"/>
                </a:cubicBezTo>
                <a:cubicBezTo>
                  <a:pt x="113" y="980"/>
                  <a:pt x="116" y="984"/>
                  <a:pt x="119" y="985"/>
                </a:cubicBezTo>
                <a:cubicBezTo>
                  <a:pt x="124" y="994"/>
                  <a:pt x="128" y="995"/>
                  <a:pt x="134" y="1006"/>
                </a:cubicBezTo>
                <a:cubicBezTo>
                  <a:pt x="140" y="1014"/>
                  <a:pt x="146" y="1022"/>
                  <a:pt x="152" y="1030"/>
                </a:cubicBezTo>
                <a:cubicBezTo>
                  <a:pt x="154" y="1034"/>
                  <a:pt x="156" y="1034"/>
                  <a:pt x="158" y="1035"/>
                </a:cubicBezTo>
                <a:cubicBezTo>
                  <a:pt x="159" y="1040"/>
                  <a:pt x="167" y="1051"/>
                  <a:pt x="174" y="1061"/>
                </a:cubicBezTo>
                <a:cubicBezTo>
                  <a:pt x="180" y="1075"/>
                  <a:pt x="188" y="1090"/>
                  <a:pt x="193" y="1104"/>
                </a:cubicBezTo>
                <a:cubicBezTo>
                  <a:pt x="196" y="1111"/>
                  <a:pt x="198" y="1118"/>
                  <a:pt x="198" y="1125"/>
                </a:cubicBezTo>
                <a:cubicBezTo>
                  <a:pt x="203" y="1132"/>
                  <a:pt x="203" y="1139"/>
                  <a:pt x="203" y="1145"/>
                </a:cubicBezTo>
                <a:cubicBezTo>
                  <a:pt x="199" y="1148"/>
                  <a:pt x="199" y="1140"/>
                  <a:pt x="199" y="1139"/>
                </a:cubicBezTo>
                <a:close/>
                <a:moveTo>
                  <a:pt x="228" y="1142"/>
                </a:moveTo>
                <a:cubicBezTo>
                  <a:pt x="236" y="1134"/>
                  <a:pt x="246" y="1126"/>
                  <a:pt x="252" y="1118"/>
                </a:cubicBezTo>
                <a:cubicBezTo>
                  <a:pt x="300" y="1093"/>
                  <a:pt x="301" y="1085"/>
                  <a:pt x="309" y="1081"/>
                </a:cubicBezTo>
                <a:cubicBezTo>
                  <a:pt x="462" y="985"/>
                  <a:pt x="471" y="976"/>
                  <a:pt x="485" y="967"/>
                </a:cubicBezTo>
                <a:cubicBezTo>
                  <a:pt x="503" y="945"/>
                  <a:pt x="507" y="947"/>
                  <a:pt x="510" y="941"/>
                </a:cubicBezTo>
                <a:cubicBezTo>
                  <a:pt x="557" y="905"/>
                  <a:pt x="553" y="907"/>
                  <a:pt x="551" y="909"/>
                </a:cubicBezTo>
                <a:cubicBezTo>
                  <a:pt x="517" y="950"/>
                  <a:pt x="499" y="964"/>
                  <a:pt x="486" y="978"/>
                </a:cubicBezTo>
                <a:cubicBezTo>
                  <a:pt x="437" y="1016"/>
                  <a:pt x="427" y="1019"/>
                  <a:pt x="415" y="1030"/>
                </a:cubicBezTo>
                <a:cubicBezTo>
                  <a:pt x="412" y="1032"/>
                  <a:pt x="412" y="1035"/>
                  <a:pt x="411" y="1035"/>
                </a:cubicBezTo>
                <a:cubicBezTo>
                  <a:pt x="371" y="1063"/>
                  <a:pt x="358" y="1069"/>
                  <a:pt x="346" y="1077"/>
                </a:cubicBezTo>
                <a:cubicBezTo>
                  <a:pt x="251" y="1133"/>
                  <a:pt x="244" y="1138"/>
                  <a:pt x="238" y="1142"/>
                </a:cubicBezTo>
                <a:cubicBezTo>
                  <a:pt x="217" y="1159"/>
                  <a:pt x="213" y="1164"/>
                  <a:pt x="208" y="1169"/>
                </a:cubicBezTo>
                <a:close/>
                <a:moveTo>
                  <a:pt x="223" y="1067"/>
                </a:moveTo>
                <a:cubicBezTo>
                  <a:pt x="223" y="1065"/>
                  <a:pt x="223" y="1063"/>
                  <a:pt x="221" y="1061"/>
                </a:cubicBezTo>
                <a:cubicBezTo>
                  <a:pt x="226" y="1059"/>
                  <a:pt x="229" y="1064"/>
                  <a:pt x="223" y="1067"/>
                </a:cubicBezTo>
                <a:close/>
                <a:moveTo>
                  <a:pt x="232" y="1100"/>
                </a:moveTo>
                <a:cubicBezTo>
                  <a:pt x="230" y="1094"/>
                  <a:pt x="242" y="1090"/>
                  <a:pt x="243" y="1085"/>
                </a:cubicBezTo>
                <a:cubicBezTo>
                  <a:pt x="362" y="999"/>
                  <a:pt x="360" y="990"/>
                  <a:pt x="366" y="989"/>
                </a:cubicBezTo>
                <a:cubicBezTo>
                  <a:pt x="390" y="969"/>
                  <a:pt x="398" y="972"/>
                  <a:pt x="400" y="969"/>
                </a:cubicBezTo>
                <a:cubicBezTo>
                  <a:pt x="434" y="942"/>
                  <a:pt x="438" y="946"/>
                  <a:pt x="443" y="940"/>
                </a:cubicBezTo>
                <a:cubicBezTo>
                  <a:pt x="503" y="895"/>
                  <a:pt x="520" y="886"/>
                  <a:pt x="537" y="875"/>
                </a:cubicBezTo>
                <a:cubicBezTo>
                  <a:pt x="594" y="856"/>
                  <a:pt x="595" y="858"/>
                  <a:pt x="592" y="860"/>
                </a:cubicBezTo>
                <a:cubicBezTo>
                  <a:pt x="575" y="865"/>
                  <a:pt x="573" y="867"/>
                  <a:pt x="571" y="865"/>
                </a:cubicBezTo>
                <a:cubicBezTo>
                  <a:pt x="463" y="940"/>
                  <a:pt x="448" y="949"/>
                  <a:pt x="432" y="965"/>
                </a:cubicBezTo>
                <a:cubicBezTo>
                  <a:pt x="322" y="1042"/>
                  <a:pt x="316" y="1041"/>
                  <a:pt x="309" y="1047"/>
                </a:cubicBezTo>
                <a:cubicBezTo>
                  <a:pt x="287" y="1062"/>
                  <a:pt x="287" y="1060"/>
                  <a:pt x="285" y="1062"/>
                </a:cubicBezTo>
                <a:cubicBezTo>
                  <a:pt x="261" y="1080"/>
                  <a:pt x="257" y="1087"/>
                  <a:pt x="255" y="1084"/>
                </a:cubicBezTo>
                <a:close/>
                <a:moveTo>
                  <a:pt x="231" y="1037"/>
                </a:moveTo>
                <a:cubicBezTo>
                  <a:pt x="230" y="1036"/>
                  <a:pt x="229" y="1035"/>
                  <a:pt x="228" y="1034"/>
                </a:cubicBezTo>
                <a:cubicBezTo>
                  <a:pt x="230" y="1033"/>
                  <a:pt x="231" y="1032"/>
                  <a:pt x="232" y="1032"/>
                </a:cubicBezTo>
                <a:cubicBezTo>
                  <a:pt x="232" y="1033"/>
                  <a:pt x="233" y="1034"/>
                  <a:pt x="234" y="1035"/>
                </a:cubicBezTo>
                <a:cubicBezTo>
                  <a:pt x="233" y="1036"/>
                  <a:pt x="232" y="1036"/>
                  <a:pt x="231" y="1037"/>
                </a:cubicBezTo>
                <a:close/>
                <a:moveTo>
                  <a:pt x="269" y="855"/>
                </a:moveTo>
                <a:cubicBezTo>
                  <a:pt x="270" y="855"/>
                  <a:pt x="267" y="849"/>
                  <a:pt x="267" y="849"/>
                </a:cubicBezTo>
                <a:cubicBezTo>
                  <a:pt x="269" y="847"/>
                  <a:pt x="275" y="856"/>
                  <a:pt x="269" y="855"/>
                </a:cubicBezTo>
                <a:close/>
                <a:moveTo>
                  <a:pt x="301" y="886"/>
                </a:moveTo>
                <a:cubicBezTo>
                  <a:pt x="298" y="882"/>
                  <a:pt x="298" y="880"/>
                  <a:pt x="302" y="877"/>
                </a:cubicBezTo>
                <a:cubicBezTo>
                  <a:pt x="305" y="881"/>
                  <a:pt x="305" y="884"/>
                  <a:pt x="301" y="886"/>
                </a:cubicBezTo>
                <a:close/>
                <a:moveTo>
                  <a:pt x="301" y="817"/>
                </a:moveTo>
                <a:cubicBezTo>
                  <a:pt x="301" y="815"/>
                  <a:pt x="302" y="814"/>
                  <a:pt x="301" y="812"/>
                </a:cubicBezTo>
                <a:cubicBezTo>
                  <a:pt x="300" y="808"/>
                  <a:pt x="305" y="812"/>
                  <a:pt x="303" y="813"/>
                </a:cubicBezTo>
                <a:cubicBezTo>
                  <a:pt x="305" y="816"/>
                  <a:pt x="303" y="818"/>
                  <a:pt x="306" y="821"/>
                </a:cubicBezTo>
                <a:cubicBezTo>
                  <a:pt x="305" y="825"/>
                  <a:pt x="306" y="829"/>
                  <a:pt x="308" y="834"/>
                </a:cubicBezTo>
                <a:cubicBezTo>
                  <a:pt x="300" y="833"/>
                  <a:pt x="306" y="822"/>
                  <a:pt x="301" y="817"/>
                </a:cubicBezTo>
                <a:close/>
                <a:moveTo>
                  <a:pt x="481" y="717"/>
                </a:moveTo>
                <a:cubicBezTo>
                  <a:pt x="482" y="721"/>
                  <a:pt x="472" y="722"/>
                  <a:pt x="468" y="723"/>
                </a:cubicBezTo>
                <a:cubicBezTo>
                  <a:pt x="467" y="719"/>
                  <a:pt x="478" y="718"/>
                  <a:pt x="481" y="717"/>
                </a:cubicBezTo>
                <a:close/>
                <a:moveTo>
                  <a:pt x="463" y="722"/>
                </a:moveTo>
                <a:cubicBezTo>
                  <a:pt x="465" y="726"/>
                  <a:pt x="456" y="728"/>
                  <a:pt x="455" y="728"/>
                </a:cubicBezTo>
                <a:cubicBezTo>
                  <a:pt x="452" y="724"/>
                  <a:pt x="461" y="722"/>
                  <a:pt x="463" y="722"/>
                </a:cubicBezTo>
                <a:close/>
                <a:moveTo>
                  <a:pt x="356" y="782"/>
                </a:moveTo>
                <a:cubicBezTo>
                  <a:pt x="358" y="781"/>
                  <a:pt x="359" y="780"/>
                  <a:pt x="361" y="778"/>
                </a:cubicBezTo>
                <a:cubicBezTo>
                  <a:pt x="368" y="777"/>
                  <a:pt x="358" y="783"/>
                  <a:pt x="356" y="785"/>
                </a:cubicBezTo>
                <a:cubicBezTo>
                  <a:pt x="353" y="786"/>
                  <a:pt x="354" y="783"/>
                  <a:pt x="356" y="782"/>
                </a:cubicBezTo>
                <a:close/>
                <a:moveTo>
                  <a:pt x="393" y="618"/>
                </a:moveTo>
                <a:cubicBezTo>
                  <a:pt x="387" y="621"/>
                  <a:pt x="392" y="614"/>
                  <a:pt x="388" y="612"/>
                </a:cubicBezTo>
                <a:cubicBezTo>
                  <a:pt x="392" y="609"/>
                  <a:pt x="392" y="617"/>
                  <a:pt x="393" y="618"/>
                </a:cubicBezTo>
                <a:close/>
                <a:moveTo>
                  <a:pt x="407" y="682"/>
                </a:moveTo>
                <a:cubicBezTo>
                  <a:pt x="410" y="678"/>
                  <a:pt x="412" y="674"/>
                  <a:pt x="418" y="671"/>
                </a:cubicBezTo>
                <a:cubicBezTo>
                  <a:pt x="450" y="660"/>
                  <a:pt x="454" y="654"/>
                  <a:pt x="457" y="653"/>
                </a:cubicBezTo>
                <a:cubicBezTo>
                  <a:pt x="483" y="644"/>
                  <a:pt x="490" y="641"/>
                  <a:pt x="496" y="639"/>
                </a:cubicBezTo>
                <a:cubicBezTo>
                  <a:pt x="536" y="628"/>
                  <a:pt x="539" y="625"/>
                  <a:pt x="543" y="625"/>
                </a:cubicBezTo>
                <a:cubicBezTo>
                  <a:pt x="574" y="618"/>
                  <a:pt x="580" y="613"/>
                  <a:pt x="586" y="614"/>
                </a:cubicBezTo>
                <a:cubicBezTo>
                  <a:pt x="673" y="563"/>
                  <a:pt x="672" y="564"/>
                  <a:pt x="671" y="565"/>
                </a:cubicBezTo>
                <a:cubicBezTo>
                  <a:pt x="622" y="601"/>
                  <a:pt x="616" y="610"/>
                  <a:pt x="597" y="618"/>
                </a:cubicBezTo>
                <a:cubicBezTo>
                  <a:pt x="544" y="639"/>
                  <a:pt x="541" y="643"/>
                  <a:pt x="537" y="644"/>
                </a:cubicBezTo>
                <a:cubicBezTo>
                  <a:pt x="519" y="649"/>
                  <a:pt x="512" y="654"/>
                  <a:pt x="505" y="655"/>
                </a:cubicBezTo>
                <a:cubicBezTo>
                  <a:pt x="445" y="679"/>
                  <a:pt x="427" y="685"/>
                  <a:pt x="408" y="693"/>
                </a:cubicBezTo>
                <a:cubicBezTo>
                  <a:pt x="383" y="709"/>
                  <a:pt x="384" y="706"/>
                  <a:pt x="383" y="704"/>
                </a:cubicBezTo>
                <a:cubicBezTo>
                  <a:pt x="397" y="688"/>
                  <a:pt x="401" y="686"/>
                  <a:pt x="403" y="684"/>
                </a:cubicBezTo>
                <a:close/>
                <a:moveTo>
                  <a:pt x="532" y="454"/>
                </a:moveTo>
                <a:cubicBezTo>
                  <a:pt x="532" y="450"/>
                  <a:pt x="531" y="447"/>
                  <a:pt x="535" y="444"/>
                </a:cubicBezTo>
                <a:cubicBezTo>
                  <a:pt x="538" y="448"/>
                  <a:pt x="536" y="451"/>
                  <a:pt x="532" y="454"/>
                </a:cubicBezTo>
                <a:close/>
                <a:moveTo>
                  <a:pt x="627" y="333"/>
                </a:moveTo>
                <a:cubicBezTo>
                  <a:pt x="626" y="331"/>
                  <a:pt x="628" y="329"/>
                  <a:pt x="627" y="326"/>
                </a:cubicBezTo>
                <a:cubicBezTo>
                  <a:pt x="631" y="324"/>
                  <a:pt x="631" y="332"/>
                  <a:pt x="627" y="333"/>
                </a:cubicBezTo>
                <a:close/>
                <a:moveTo>
                  <a:pt x="722" y="53"/>
                </a:moveTo>
                <a:cubicBezTo>
                  <a:pt x="723" y="56"/>
                  <a:pt x="721" y="59"/>
                  <a:pt x="718" y="61"/>
                </a:cubicBezTo>
                <a:cubicBezTo>
                  <a:pt x="713" y="58"/>
                  <a:pt x="719" y="56"/>
                  <a:pt x="722" y="53"/>
                </a:cubicBezTo>
                <a:close/>
                <a:moveTo>
                  <a:pt x="670" y="251"/>
                </a:moveTo>
                <a:cubicBezTo>
                  <a:pt x="668" y="255"/>
                  <a:pt x="668" y="260"/>
                  <a:pt x="668" y="264"/>
                </a:cubicBezTo>
                <a:cubicBezTo>
                  <a:pt x="664" y="281"/>
                  <a:pt x="657" y="284"/>
                  <a:pt x="658" y="289"/>
                </a:cubicBezTo>
                <a:cubicBezTo>
                  <a:pt x="652" y="296"/>
                  <a:pt x="652" y="292"/>
                  <a:pt x="653" y="288"/>
                </a:cubicBezTo>
                <a:cubicBezTo>
                  <a:pt x="661" y="245"/>
                  <a:pt x="661" y="237"/>
                  <a:pt x="665" y="230"/>
                </a:cubicBezTo>
                <a:cubicBezTo>
                  <a:pt x="666" y="215"/>
                  <a:pt x="662" y="210"/>
                  <a:pt x="666" y="207"/>
                </a:cubicBezTo>
                <a:cubicBezTo>
                  <a:pt x="670" y="171"/>
                  <a:pt x="675" y="168"/>
                  <a:pt x="674" y="164"/>
                </a:cubicBezTo>
                <a:cubicBezTo>
                  <a:pt x="679" y="136"/>
                  <a:pt x="684" y="129"/>
                  <a:pt x="685" y="122"/>
                </a:cubicBezTo>
                <a:cubicBezTo>
                  <a:pt x="704" y="89"/>
                  <a:pt x="704" y="75"/>
                  <a:pt x="716" y="63"/>
                </a:cubicBezTo>
                <a:cubicBezTo>
                  <a:pt x="709" y="86"/>
                  <a:pt x="708" y="91"/>
                  <a:pt x="704" y="96"/>
                </a:cubicBezTo>
                <a:cubicBezTo>
                  <a:pt x="684" y="166"/>
                  <a:pt x="687" y="171"/>
                  <a:pt x="684" y="174"/>
                </a:cubicBezTo>
                <a:cubicBezTo>
                  <a:pt x="678" y="204"/>
                  <a:pt x="677" y="208"/>
                  <a:pt x="678" y="213"/>
                </a:cubicBezTo>
                <a:cubicBezTo>
                  <a:pt x="672" y="242"/>
                  <a:pt x="669" y="246"/>
                  <a:pt x="670" y="251"/>
                </a:cubicBezTo>
                <a:close/>
              </a:path>
            </a:pathLst>
          </a:custGeom>
          <a:solidFill>
            <a:srgbClr val="d0cdbb">
              <a:alpha val="50000"/>
            </a:srgbClr>
          </a:solidFill>
          <a:ln w="0">
            <a:noFill/>
          </a:ln>
        </p:spPr>
        <p:style>
          <a:lnRef idx="0"/>
          <a:fillRef idx="0"/>
          <a:effectRef idx="0"/>
          <a:fontRef idx="minor"/>
        </p:style>
        <p:txBody>
          <a:bodyPr tIns="91440" bIns="91440" anchor="ctr">
            <a:noAutofit/>
          </a:bodyPr>
          <a:p>
            <a:pPr>
              <a:lnSpc>
                <a:spcPct val="100000"/>
              </a:lnSpc>
              <a:tabLst>
                <a:tab algn="l" pos="0"/>
              </a:tabLst>
            </a:pPr>
            <a:endParaRPr b="0" lang="en-US" sz="1400" spc="-1" strike="noStrike">
              <a:solidFill>
                <a:srgbClr val="000000"/>
              </a:solidFill>
              <a:latin typeface="Arial"/>
              <a:ea typeface="Arial"/>
            </a:endParaRPr>
          </a:p>
        </p:txBody>
      </p:sp>
      <p:sp>
        <p:nvSpPr>
          <p:cNvPr id="131" name="PlaceHolder 1"/>
          <p:cNvSpPr>
            <a:spLocks noGrp="1"/>
          </p:cNvSpPr>
          <p:nvPr>
            <p:ph type="title"/>
          </p:nvPr>
        </p:nvSpPr>
        <p:spPr>
          <a:xfrm>
            <a:off x="6355080" y="1127880"/>
            <a:ext cx="2420280" cy="1265760"/>
          </a:xfrm>
          <a:prstGeom prst="rect">
            <a:avLst/>
          </a:prstGeom>
          <a:noFill/>
          <a:ln w="0">
            <a:noFill/>
          </a:ln>
        </p:spPr>
        <p:txBody>
          <a:bodyPr lIns="91440" rIns="91440" tIns="45720" bIns="45720" anchor="b">
            <a:normAutofit fontScale="93550"/>
          </a:bodyPr>
          <a:p>
            <a:pPr indent="0">
              <a:buNone/>
            </a:pPr>
            <a:r>
              <a:rPr b="0" lang="en-US" sz="2800" spc="-1" strike="noStrike">
                <a:solidFill>
                  <a:srgbClr val="000000"/>
                </a:solidFill>
                <a:latin typeface="Arial"/>
              </a:rPr>
              <a:t>Click to edit the title text format</a:t>
            </a:r>
            <a:endParaRPr b="0" lang="en-US" sz="2800" spc="-1" strike="noStrike">
              <a:solidFill>
                <a:srgbClr val="000000"/>
              </a:solidFill>
              <a:latin typeface="Arial"/>
            </a:endParaRPr>
          </a:p>
        </p:txBody>
      </p:sp>
      <p:sp>
        <p:nvSpPr>
          <p:cNvPr id="132" name="PlaceHolder 2"/>
          <p:cNvSpPr>
            <a:spLocks noGrp="1"/>
          </p:cNvSpPr>
          <p:nvPr>
            <p:ph type="body"/>
          </p:nvPr>
        </p:nvSpPr>
        <p:spPr>
          <a:xfrm>
            <a:off x="365760" y="331200"/>
            <a:ext cx="5697360" cy="4240440"/>
          </a:xfrm>
          <a:prstGeom prst="rect">
            <a:avLst/>
          </a:prstGeom>
          <a:noFill/>
          <a:ln w="0">
            <a:noFill/>
          </a:ln>
        </p:spPr>
        <p:txBody>
          <a:bodyPr lIns="91440" rIns="91440" tIns="45720" bIns="45720" anchor="t">
            <a:normAutofit/>
          </a:bodyPr>
          <a:p>
            <a:pPr marL="432000" indent="-324000">
              <a:spcBef>
                <a:spcPts val="1417"/>
              </a:spcBef>
              <a:buClr>
                <a:srgbClr val="000000"/>
              </a:buClr>
              <a:buSzPct val="45000"/>
              <a:buFont typeface="Wingdings" charset="2"/>
              <a:buChar char=""/>
            </a:pPr>
            <a:r>
              <a:rPr b="0" lang="en-US" sz="1500" spc="-1" strike="noStrike">
                <a:solidFill>
                  <a:srgbClr val="000000"/>
                </a:solidFill>
                <a:latin typeface="Arial"/>
              </a:rPr>
              <a:t>Click to edit the outline text format</a:t>
            </a:r>
            <a:endParaRPr b="0" lang="en-US" sz="15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500" spc="-1" strike="noStrike">
                <a:solidFill>
                  <a:srgbClr val="000000"/>
                </a:solidFill>
                <a:latin typeface="Arial"/>
              </a:rPr>
              <a:t>Second Outline Level</a:t>
            </a:r>
            <a:endParaRPr b="0" lang="en-US" sz="15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500" spc="-1" strike="noStrike">
                <a:solidFill>
                  <a:srgbClr val="000000"/>
                </a:solidFill>
                <a:latin typeface="Arial"/>
              </a:rPr>
              <a:t>Third Outline Level</a:t>
            </a:r>
            <a:endParaRPr b="0" lang="en-US" sz="15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500" spc="-1" strike="noStrike">
                <a:solidFill>
                  <a:srgbClr val="000000"/>
                </a:solidFill>
                <a:latin typeface="Arial"/>
              </a:rPr>
              <a:t>Fourth Outline Level</a:t>
            </a:r>
            <a:endParaRPr b="0" lang="en-US" sz="15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500" spc="-1" strike="noStrike">
                <a:solidFill>
                  <a:srgbClr val="000000"/>
                </a:solidFill>
                <a:latin typeface="Arial"/>
              </a:rPr>
              <a:t>Fifth Outline Level</a:t>
            </a:r>
            <a:endParaRPr b="0" lang="en-US" sz="15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500" spc="-1" strike="noStrike">
                <a:solidFill>
                  <a:srgbClr val="000000"/>
                </a:solidFill>
                <a:latin typeface="Arial"/>
              </a:rPr>
              <a:t>Sixth Outline Level</a:t>
            </a:r>
            <a:endParaRPr b="0" lang="en-US" sz="15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500" spc="-1" strike="noStrike">
                <a:solidFill>
                  <a:srgbClr val="000000"/>
                </a:solidFill>
                <a:latin typeface="Arial"/>
              </a:rPr>
              <a:t>Seventh Outline Level</a:t>
            </a:r>
            <a:endParaRPr b="0" lang="en-US" sz="1500" spc="-1" strike="noStrike">
              <a:solidFill>
                <a:srgbClr val="000000"/>
              </a:solidFill>
              <a:latin typeface="Arial"/>
            </a:endParaRPr>
          </a:p>
        </p:txBody>
      </p:sp>
      <p:sp>
        <p:nvSpPr>
          <p:cNvPr id="133" name="PlaceHolder 3"/>
          <p:cNvSpPr>
            <a:spLocks noGrp="1"/>
          </p:cNvSpPr>
          <p:nvPr>
            <p:ph type="body"/>
          </p:nvPr>
        </p:nvSpPr>
        <p:spPr>
          <a:xfrm>
            <a:off x="6355080" y="2417760"/>
            <a:ext cx="2420280" cy="2153880"/>
          </a:xfrm>
          <a:prstGeom prst="rect">
            <a:avLst/>
          </a:prstGeom>
          <a:noFill/>
          <a:ln w="0">
            <a:noFill/>
          </a:ln>
        </p:spPr>
        <p:txBody>
          <a:bodyPr lIns="91440" rIns="91440" tIns="45720" bIns="45720" anchor="t">
            <a:normAutofit fontScale="12140"/>
          </a:bodyPr>
          <a:p>
            <a:pPr marL="432000" indent="-324000">
              <a:spcBef>
                <a:spcPts val="1417"/>
              </a:spcBef>
              <a:buClr>
                <a:srgbClr val="000000"/>
              </a:buClr>
              <a:buSzPct val="45000"/>
              <a:buFont typeface="Wingdings" charset="2"/>
              <a:buChar char=""/>
            </a:pPr>
            <a:r>
              <a:rPr b="0" lang="en-US" sz="1400" spc="-1" strike="noStrike">
                <a:solidFill>
                  <a:srgbClr val="000000"/>
                </a:solidFill>
                <a:latin typeface="Arial"/>
              </a:rPr>
              <a:t>Click to edit the outline text format</a:t>
            </a:r>
            <a:endParaRPr b="0" lang="en-US" sz="14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400" spc="-1" strike="noStrike">
                <a:solidFill>
                  <a:srgbClr val="000000"/>
                </a:solidFill>
                <a:latin typeface="Arial"/>
              </a:rPr>
              <a:t>Second Outline Level</a:t>
            </a:r>
            <a:endParaRPr b="0" lang="en-US" sz="14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400" spc="-1" strike="noStrike">
                <a:solidFill>
                  <a:srgbClr val="000000"/>
                </a:solidFill>
                <a:latin typeface="Arial"/>
              </a:rPr>
              <a:t>Third Outline Level</a:t>
            </a:r>
            <a:endParaRPr b="0" lang="en-US" sz="1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400" spc="-1" strike="noStrike">
                <a:solidFill>
                  <a:srgbClr val="000000"/>
                </a:solidFill>
                <a:latin typeface="Arial"/>
              </a:rPr>
              <a:t>Fourth Outline Level</a:t>
            </a:r>
            <a:endParaRPr b="0" lang="en-US" sz="14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400" spc="-1" strike="noStrike">
                <a:solidFill>
                  <a:srgbClr val="000000"/>
                </a:solidFill>
                <a:latin typeface="Arial"/>
              </a:rPr>
              <a:t>Fifth Outline Level</a:t>
            </a:r>
            <a:endParaRPr b="0" lang="en-US" sz="14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400" spc="-1" strike="noStrike">
                <a:solidFill>
                  <a:srgbClr val="000000"/>
                </a:solidFill>
                <a:latin typeface="Arial"/>
              </a:rPr>
              <a:t>Sixth Outline Level</a:t>
            </a:r>
            <a:endParaRPr b="0" lang="en-US" sz="14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400" spc="-1" strike="noStrike">
                <a:solidFill>
                  <a:srgbClr val="000000"/>
                </a:solidFill>
                <a:latin typeface="Arial"/>
              </a:rPr>
              <a:t>Seventh Outline Level</a:t>
            </a:r>
            <a:endParaRPr b="0" lang="en-US" sz="1400" spc="-1" strike="noStrike">
              <a:solidFill>
                <a:srgbClr val="000000"/>
              </a:solidFill>
              <a:latin typeface="Arial"/>
            </a:endParaRPr>
          </a:p>
        </p:txBody>
      </p:sp>
      <p:sp>
        <p:nvSpPr>
          <p:cNvPr id="134" name="PlaceHolder 4"/>
          <p:cNvSpPr>
            <a:spLocks noGrp="1"/>
          </p:cNvSpPr>
          <p:nvPr>
            <p:ph type="dt" idx="28"/>
          </p:nvPr>
        </p:nvSpPr>
        <p:spPr>
          <a:xfrm>
            <a:off x="6357240" y="4714920"/>
            <a:ext cx="2420280" cy="27360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135" name="PlaceHolder 5"/>
          <p:cNvSpPr>
            <a:spLocks noGrp="1"/>
          </p:cNvSpPr>
          <p:nvPr>
            <p:ph type="ftr" idx="29"/>
          </p:nvPr>
        </p:nvSpPr>
        <p:spPr>
          <a:xfrm>
            <a:off x="365760" y="4714920"/>
            <a:ext cx="569736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36" name="PlaceHolder 6"/>
          <p:cNvSpPr>
            <a:spLocks noGrp="1"/>
          </p:cNvSpPr>
          <p:nvPr>
            <p:ph type="sldNum" idx="30"/>
          </p:nvPr>
        </p:nvSpPr>
        <p:spPr>
          <a:xfrm>
            <a:off x="6355080" y="280080"/>
            <a:ext cx="2420280" cy="612000"/>
          </a:xfrm>
          <a:prstGeom prst="rect">
            <a:avLst/>
          </a:prstGeom>
          <a:noFill/>
          <a:ln w="0">
            <a:noFill/>
          </a:ln>
        </p:spPr>
        <p:txBody>
          <a:bodyPr lIns="91440" rIns="91440" tIns="45720" bIns="45720" anchor="t">
            <a:noAutofit/>
          </a:bodyPr>
          <a:lstStyle>
            <a:lvl1pPr indent="0">
              <a:lnSpc>
                <a:spcPct val="100000"/>
              </a:lnSpc>
              <a:buNone/>
              <a:tabLst>
                <a:tab algn="l" pos="0"/>
              </a:tabLst>
              <a:defRPr b="0" lang="en" sz="3800" spc="-1" strike="noStrike">
                <a:solidFill>
                  <a:srgbClr val="464b56"/>
                </a:solidFill>
                <a:latin typeface="Century Schoolbook"/>
                <a:ea typeface="Century Schoolbook"/>
              </a:defRPr>
            </a:lvl1pPr>
          </a:lstStyle>
          <a:p>
            <a:pPr indent="0">
              <a:lnSpc>
                <a:spcPct val="100000"/>
              </a:lnSpc>
              <a:buNone/>
              <a:tabLst>
                <a:tab algn="l" pos="0"/>
              </a:tabLst>
            </a:pPr>
            <a:fld id="{11C7CA1A-C7A4-4ECB-B5E9-0DE6EAAF1DD1}" type="slidenum">
              <a:rPr b="0" lang="en" sz="3800" spc="-1" strike="noStrike">
                <a:solidFill>
                  <a:srgbClr val="464b56"/>
                </a:solidFill>
                <a:latin typeface="Century Schoolbook"/>
                <a:ea typeface="Century Schoolbook"/>
              </a:rPr>
              <a:t>&lt;number&gt;</a:t>
            </a:fld>
            <a:endParaRPr b="0" lang="en-US" sz="3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2"/>
        </a:solidFill>
      </p:bgPr>
    </p:bg>
    <p:spTree>
      <p:nvGrpSpPr>
        <p:cNvPr id="1" name=""/>
        <p:cNvGrpSpPr/>
        <p:nvPr/>
      </p:nvGrpSpPr>
      <p:grpSpPr>
        <a:xfrm>
          <a:off x="0" y="0"/>
          <a:ext cx="0" cy="0"/>
          <a:chOff x="0" y="0"/>
          <a:chExt cx="0" cy="0"/>
        </a:xfrm>
      </p:grpSpPr>
      <p:grpSp>
        <p:nvGrpSpPr>
          <p:cNvPr id="137" name="Google Shape;51;p13"/>
          <p:cNvGrpSpPr/>
          <p:nvPr/>
        </p:nvGrpSpPr>
        <p:grpSpPr>
          <a:xfrm>
            <a:off x="242280" y="542520"/>
            <a:ext cx="3173400" cy="4223520"/>
            <a:chOff x="242280" y="542520"/>
            <a:chExt cx="3173400" cy="4223520"/>
          </a:xfrm>
        </p:grpSpPr>
        <p:sp>
          <p:nvSpPr>
            <p:cNvPr id="138" name="Google Shape;52;p13"/>
            <p:cNvSpPr/>
            <p:nvPr/>
          </p:nvSpPr>
          <p:spPr>
            <a:xfrm>
              <a:off x="242280" y="542520"/>
              <a:ext cx="2013480" cy="4223520"/>
            </a:xfrm>
            <a:custGeom>
              <a:avLst/>
              <a:gdLst>
                <a:gd name="textAreaLeft" fmla="*/ 0 w 2013480"/>
                <a:gd name="textAreaRight" fmla="*/ 2013840 w 2013480"/>
                <a:gd name="textAreaTop" fmla="*/ 0 h 4223520"/>
                <a:gd name="textAreaBottom" fmla="*/ 4223880 h 4223520"/>
              </a:gdLst>
              <a:ahLst/>
              <a:rect l="textAreaLeft" t="textAreaTop" r="textAreaRight" b="textAreaBottom"/>
              <a:pathLst>
                <a:path w="697" h="1954">
                  <a:moveTo>
                    <a:pt x="251" y="1472"/>
                  </a:moveTo>
                  <a:cubicBezTo>
                    <a:pt x="258" y="1472"/>
                    <a:pt x="252" y="1463"/>
                    <a:pt x="251" y="1462"/>
                  </a:cubicBezTo>
                  <a:cubicBezTo>
                    <a:pt x="248" y="1422"/>
                    <a:pt x="241" y="1424"/>
                    <a:pt x="241" y="1419"/>
                  </a:cubicBezTo>
                  <a:cubicBezTo>
                    <a:pt x="227" y="1388"/>
                    <a:pt x="226" y="1380"/>
                    <a:pt x="221" y="1376"/>
                  </a:cubicBezTo>
                  <a:cubicBezTo>
                    <a:pt x="209" y="1355"/>
                    <a:pt x="209" y="1347"/>
                    <a:pt x="203" y="1344"/>
                  </a:cubicBezTo>
                  <a:cubicBezTo>
                    <a:pt x="169" y="1285"/>
                    <a:pt x="162" y="1275"/>
                    <a:pt x="156" y="1263"/>
                  </a:cubicBezTo>
                  <a:cubicBezTo>
                    <a:pt x="144" y="1242"/>
                    <a:pt x="141" y="1236"/>
                    <a:pt x="138" y="1231"/>
                  </a:cubicBezTo>
                  <a:cubicBezTo>
                    <a:pt x="107" y="1177"/>
                    <a:pt x="108" y="1168"/>
                    <a:pt x="103" y="1165"/>
                  </a:cubicBezTo>
                  <a:cubicBezTo>
                    <a:pt x="90" y="1142"/>
                    <a:pt x="83" y="1131"/>
                    <a:pt x="82" y="1127"/>
                  </a:cubicBezTo>
                  <a:cubicBezTo>
                    <a:pt x="66" y="1090"/>
                    <a:pt x="67" y="1081"/>
                    <a:pt x="62" y="1077"/>
                  </a:cubicBezTo>
                  <a:cubicBezTo>
                    <a:pt x="57" y="1049"/>
                    <a:pt x="51" y="1046"/>
                    <a:pt x="52" y="1037"/>
                  </a:cubicBezTo>
                  <a:cubicBezTo>
                    <a:pt x="48" y="1016"/>
                    <a:pt x="44" y="1007"/>
                    <a:pt x="42" y="1002"/>
                  </a:cubicBezTo>
                  <a:cubicBezTo>
                    <a:pt x="32" y="970"/>
                    <a:pt x="24" y="961"/>
                    <a:pt x="22" y="946"/>
                  </a:cubicBezTo>
                  <a:cubicBezTo>
                    <a:pt x="13" y="922"/>
                    <a:pt x="11" y="916"/>
                    <a:pt x="9" y="909"/>
                  </a:cubicBezTo>
                  <a:cubicBezTo>
                    <a:pt x="5" y="889"/>
                    <a:pt x="11" y="888"/>
                    <a:pt x="9" y="896"/>
                  </a:cubicBezTo>
                  <a:cubicBezTo>
                    <a:pt x="25" y="935"/>
                    <a:pt x="22" y="943"/>
                    <a:pt x="27" y="944"/>
                  </a:cubicBezTo>
                  <a:cubicBezTo>
                    <a:pt x="47" y="979"/>
                    <a:pt x="44" y="987"/>
                    <a:pt x="45" y="992"/>
                  </a:cubicBezTo>
                  <a:cubicBezTo>
                    <a:pt x="78" y="1045"/>
                    <a:pt x="85" y="1060"/>
                    <a:pt x="95" y="1072"/>
                  </a:cubicBezTo>
                  <a:cubicBezTo>
                    <a:pt x="141" y="1130"/>
                    <a:pt x="141" y="1136"/>
                    <a:pt x="140" y="1142"/>
                  </a:cubicBezTo>
                  <a:cubicBezTo>
                    <a:pt x="159" y="1162"/>
                    <a:pt x="156" y="1170"/>
                    <a:pt x="160" y="1170"/>
                  </a:cubicBezTo>
                  <a:cubicBezTo>
                    <a:pt x="198" y="1238"/>
                    <a:pt x="204" y="1243"/>
                    <a:pt x="206" y="1251"/>
                  </a:cubicBezTo>
                  <a:cubicBezTo>
                    <a:pt x="218" y="1278"/>
                    <a:pt x="219" y="1288"/>
                    <a:pt x="226" y="1291"/>
                  </a:cubicBezTo>
                  <a:cubicBezTo>
                    <a:pt x="231" y="1298"/>
                    <a:pt x="231" y="1292"/>
                    <a:pt x="228" y="1288"/>
                  </a:cubicBezTo>
                  <a:cubicBezTo>
                    <a:pt x="196" y="1218"/>
                    <a:pt x="198" y="1206"/>
                    <a:pt x="191" y="1203"/>
                  </a:cubicBezTo>
                  <a:cubicBezTo>
                    <a:pt x="168" y="1159"/>
                    <a:pt x="164" y="1153"/>
                    <a:pt x="160" y="1147"/>
                  </a:cubicBezTo>
                  <a:cubicBezTo>
                    <a:pt x="114" y="1068"/>
                    <a:pt x="104" y="1068"/>
                    <a:pt x="105" y="1057"/>
                  </a:cubicBezTo>
                  <a:cubicBezTo>
                    <a:pt x="67" y="1000"/>
                    <a:pt x="58" y="1000"/>
                    <a:pt x="57" y="992"/>
                  </a:cubicBezTo>
                  <a:cubicBezTo>
                    <a:pt x="80" y="1011"/>
                    <a:pt x="81" y="1021"/>
                    <a:pt x="87" y="1024"/>
                  </a:cubicBezTo>
                  <a:cubicBezTo>
                    <a:pt x="103" y="1041"/>
                    <a:pt x="100" y="1049"/>
                    <a:pt x="105" y="1049"/>
                  </a:cubicBezTo>
                  <a:cubicBezTo>
                    <a:pt x="129" y="1079"/>
                    <a:pt x="130" y="1087"/>
                    <a:pt x="135" y="1092"/>
                  </a:cubicBezTo>
                  <a:cubicBezTo>
                    <a:pt x="163" y="1128"/>
                    <a:pt x="159" y="1136"/>
                    <a:pt x="163" y="1137"/>
                  </a:cubicBezTo>
                  <a:cubicBezTo>
                    <a:pt x="199" y="1191"/>
                    <a:pt x="204" y="1205"/>
                    <a:pt x="211" y="1218"/>
                  </a:cubicBezTo>
                  <a:cubicBezTo>
                    <a:pt x="232" y="1237"/>
                    <a:pt x="226" y="1238"/>
                    <a:pt x="228" y="1230"/>
                  </a:cubicBezTo>
                  <a:cubicBezTo>
                    <a:pt x="202" y="1163"/>
                    <a:pt x="196" y="1163"/>
                    <a:pt x="198" y="1155"/>
                  </a:cubicBezTo>
                  <a:cubicBezTo>
                    <a:pt x="171" y="1106"/>
                    <a:pt x="167" y="1104"/>
                    <a:pt x="165" y="1100"/>
                  </a:cubicBezTo>
                  <a:cubicBezTo>
                    <a:pt x="140" y="1062"/>
                    <a:pt x="138" y="1052"/>
                    <a:pt x="133" y="1047"/>
                  </a:cubicBezTo>
                  <a:cubicBezTo>
                    <a:pt x="76" y="924"/>
                    <a:pt x="76" y="918"/>
                    <a:pt x="75" y="913"/>
                  </a:cubicBezTo>
                  <a:cubicBezTo>
                    <a:pt x="53" y="840"/>
                    <a:pt x="56" y="836"/>
                    <a:pt x="57" y="830"/>
                  </a:cubicBezTo>
                  <a:cubicBezTo>
                    <a:pt x="36" y="706"/>
                    <a:pt x="30" y="721"/>
                    <a:pt x="34" y="725"/>
                  </a:cubicBezTo>
                  <a:cubicBezTo>
                    <a:pt x="45" y="767"/>
                    <a:pt x="46" y="774"/>
                    <a:pt x="49" y="778"/>
                  </a:cubicBezTo>
                  <a:cubicBezTo>
                    <a:pt x="70" y="833"/>
                    <a:pt x="67" y="843"/>
                    <a:pt x="72" y="846"/>
                  </a:cubicBezTo>
                  <a:cubicBezTo>
                    <a:pt x="94" y="887"/>
                    <a:pt x="97" y="899"/>
                    <a:pt x="102" y="908"/>
                  </a:cubicBezTo>
                  <a:cubicBezTo>
                    <a:pt x="143" y="980"/>
                    <a:pt x="154" y="992"/>
                    <a:pt x="160" y="1007"/>
                  </a:cubicBezTo>
                  <a:cubicBezTo>
                    <a:pt x="212" y="1106"/>
                    <a:pt x="218" y="1122"/>
                    <a:pt x="223" y="1137"/>
                  </a:cubicBezTo>
                  <a:cubicBezTo>
                    <a:pt x="218" y="1115"/>
                    <a:pt x="222" y="1106"/>
                    <a:pt x="221" y="1102"/>
                  </a:cubicBezTo>
                  <a:cubicBezTo>
                    <a:pt x="210" y="1080"/>
                    <a:pt x="213" y="1072"/>
                    <a:pt x="208" y="1072"/>
                  </a:cubicBezTo>
                  <a:cubicBezTo>
                    <a:pt x="195" y="1023"/>
                    <a:pt x="188" y="1020"/>
                    <a:pt x="188" y="1012"/>
                  </a:cubicBezTo>
                  <a:cubicBezTo>
                    <a:pt x="149" y="930"/>
                    <a:pt x="144" y="927"/>
                    <a:pt x="145" y="918"/>
                  </a:cubicBezTo>
                  <a:cubicBezTo>
                    <a:pt x="125" y="876"/>
                    <a:pt x="120" y="873"/>
                    <a:pt x="117" y="868"/>
                  </a:cubicBezTo>
                  <a:cubicBezTo>
                    <a:pt x="102" y="832"/>
                    <a:pt x="100" y="833"/>
                    <a:pt x="100" y="830"/>
                  </a:cubicBezTo>
                  <a:cubicBezTo>
                    <a:pt x="80" y="793"/>
                    <a:pt x="77" y="788"/>
                    <a:pt x="75" y="783"/>
                  </a:cubicBezTo>
                  <a:cubicBezTo>
                    <a:pt x="45" y="730"/>
                    <a:pt x="43" y="716"/>
                    <a:pt x="34" y="710"/>
                  </a:cubicBezTo>
                  <a:cubicBezTo>
                    <a:pt x="25" y="678"/>
                    <a:pt x="34" y="684"/>
                    <a:pt x="32" y="690"/>
                  </a:cubicBezTo>
                  <a:cubicBezTo>
                    <a:pt x="50" y="733"/>
                    <a:pt x="60" y="733"/>
                    <a:pt x="59" y="745"/>
                  </a:cubicBezTo>
                  <a:cubicBezTo>
                    <a:pt x="80" y="780"/>
                    <a:pt x="81" y="783"/>
                    <a:pt x="85" y="785"/>
                  </a:cubicBezTo>
                  <a:cubicBezTo>
                    <a:pt x="113" y="833"/>
                    <a:pt x="115" y="842"/>
                    <a:pt x="117" y="851"/>
                  </a:cubicBezTo>
                  <a:cubicBezTo>
                    <a:pt x="147" y="899"/>
                    <a:pt x="151" y="907"/>
                    <a:pt x="153" y="916"/>
                  </a:cubicBezTo>
                  <a:cubicBezTo>
                    <a:pt x="168" y="945"/>
                    <a:pt x="171" y="952"/>
                    <a:pt x="173" y="961"/>
                  </a:cubicBezTo>
                  <a:cubicBezTo>
                    <a:pt x="190" y="999"/>
                    <a:pt x="200" y="1010"/>
                    <a:pt x="203" y="1029"/>
                  </a:cubicBezTo>
                  <a:cubicBezTo>
                    <a:pt x="198" y="998"/>
                    <a:pt x="198" y="994"/>
                    <a:pt x="196" y="994"/>
                  </a:cubicBezTo>
                  <a:cubicBezTo>
                    <a:pt x="175" y="911"/>
                    <a:pt x="168" y="909"/>
                    <a:pt x="170" y="898"/>
                  </a:cubicBezTo>
                  <a:cubicBezTo>
                    <a:pt x="131" y="811"/>
                    <a:pt x="131" y="802"/>
                    <a:pt x="125" y="800"/>
                  </a:cubicBezTo>
                  <a:cubicBezTo>
                    <a:pt x="105" y="747"/>
                    <a:pt x="103" y="742"/>
                    <a:pt x="100" y="740"/>
                  </a:cubicBezTo>
                  <a:cubicBezTo>
                    <a:pt x="82" y="701"/>
                    <a:pt x="78" y="699"/>
                    <a:pt x="77" y="695"/>
                  </a:cubicBezTo>
                  <a:cubicBezTo>
                    <a:pt x="67" y="672"/>
                    <a:pt x="60" y="674"/>
                    <a:pt x="62" y="667"/>
                  </a:cubicBezTo>
                  <a:cubicBezTo>
                    <a:pt x="44" y="641"/>
                    <a:pt x="39" y="635"/>
                    <a:pt x="34" y="629"/>
                  </a:cubicBezTo>
                  <a:cubicBezTo>
                    <a:pt x="21" y="597"/>
                    <a:pt x="29" y="609"/>
                    <a:pt x="37" y="622"/>
                  </a:cubicBezTo>
                  <a:cubicBezTo>
                    <a:pt x="75" y="681"/>
                    <a:pt x="85" y="681"/>
                    <a:pt x="85" y="692"/>
                  </a:cubicBezTo>
                  <a:cubicBezTo>
                    <a:pt x="108" y="731"/>
                    <a:pt x="109" y="735"/>
                    <a:pt x="110" y="740"/>
                  </a:cubicBezTo>
                  <a:cubicBezTo>
                    <a:pt x="123" y="777"/>
                    <a:pt x="130" y="775"/>
                    <a:pt x="130" y="780"/>
                  </a:cubicBezTo>
                  <a:cubicBezTo>
                    <a:pt x="151" y="822"/>
                    <a:pt x="153" y="840"/>
                    <a:pt x="163" y="851"/>
                  </a:cubicBezTo>
                  <a:cubicBezTo>
                    <a:pt x="179" y="903"/>
                    <a:pt x="184" y="907"/>
                    <a:pt x="185" y="916"/>
                  </a:cubicBezTo>
                  <a:cubicBezTo>
                    <a:pt x="203" y="963"/>
                    <a:pt x="199" y="973"/>
                    <a:pt x="201" y="976"/>
                  </a:cubicBezTo>
                  <a:cubicBezTo>
                    <a:pt x="236" y="1076"/>
                    <a:pt x="226" y="1071"/>
                    <a:pt x="228" y="1064"/>
                  </a:cubicBezTo>
                  <a:cubicBezTo>
                    <a:pt x="218" y="972"/>
                    <a:pt x="212" y="965"/>
                    <a:pt x="213" y="951"/>
                  </a:cubicBezTo>
                  <a:cubicBezTo>
                    <a:pt x="185" y="862"/>
                    <a:pt x="181" y="854"/>
                    <a:pt x="178" y="845"/>
                  </a:cubicBezTo>
                  <a:cubicBezTo>
                    <a:pt x="145" y="767"/>
                    <a:pt x="139" y="762"/>
                    <a:pt x="135" y="755"/>
                  </a:cubicBezTo>
                  <a:cubicBezTo>
                    <a:pt x="119" y="717"/>
                    <a:pt x="114" y="719"/>
                    <a:pt x="112" y="717"/>
                  </a:cubicBezTo>
                  <a:cubicBezTo>
                    <a:pt x="92" y="686"/>
                    <a:pt x="92" y="676"/>
                    <a:pt x="87" y="669"/>
                  </a:cubicBezTo>
                  <a:cubicBezTo>
                    <a:pt x="56" y="621"/>
                    <a:pt x="53" y="614"/>
                    <a:pt x="49" y="607"/>
                  </a:cubicBezTo>
                  <a:cubicBezTo>
                    <a:pt x="41" y="564"/>
                    <a:pt x="41" y="578"/>
                    <a:pt x="47" y="586"/>
                  </a:cubicBezTo>
                  <a:cubicBezTo>
                    <a:pt x="72" y="633"/>
                    <a:pt x="77" y="635"/>
                    <a:pt x="77" y="642"/>
                  </a:cubicBezTo>
                  <a:cubicBezTo>
                    <a:pt x="117" y="700"/>
                    <a:pt x="120" y="711"/>
                    <a:pt x="125" y="720"/>
                  </a:cubicBezTo>
                  <a:cubicBezTo>
                    <a:pt x="136" y="738"/>
                    <a:pt x="138" y="743"/>
                    <a:pt x="143" y="745"/>
                  </a:cubicBezTo>
                  <a:cubicBezTo>
                    <a:pt x="165" y="796"/>
                    <a:pt x="169" y="801"/>
                    <a:pt x="173" y="805"/>
                  </a:cubicBezTo>
                  <a:cubicBezTo>
                    <a:pt x="198" y="877"/>
                    <a:pt x="205" y="880"/>
                    <a:pt x="206" y="888"/>
                  </a:cubicBezTo>
                  <a:cubicBezTo>
                    <a:pt x="210" y="912"/>
                    <a:pt x="215" y="915"/>
                    <a:pt x="216" y="923"/>
                  </a:cubicBezTo>
                  <a:cubicBezTo>
                    <a:pt x="239" y="982"/>
                    <a:pt x="234" y="967"/>
                    <a:pt x="238" y="961"/>
                  </a:cubicBezTo>
                  <a:cubicBezTo>
                    <a:pt x="220" y="890"/>
                    <a:pt x="217" y="886"/>
                    <a:pt x="218" y="876"/>
                  </a:cubicBezTo>
                  <a:cubicBezTo>
                    <a:pt x="175" y="774"/>
                    <a:pt x="176" y="763"/>
                    <a:pt x="173" y="755"/>
                  </a:cubicBezTo>
                  <a:cubicBezTo>
                    <a:pt x="155" y="729"/>
                    <a:pt x="156" y="717"/>
                    <a:pt x="150" y="712"/>
                  </a:cubicBezTo>
                  <a:cubicBezTo>
                    <a:pt x="123" y="663"/>
                    <a:pt x="122" y="653"/>
                    <a:pt x="115" y="649"/>
                  </a:cubicBezTo>
                  <a:cubicBezTo>
                    <a:pt x="86" y="590"/>
                    <a:pt x="85" y="586"/>
                    <a:pt x="85" y="581"/>
                  </a:cubicBezTo>
                  <a:cubicBezTo>
                    <a:pt x="60" y="516"/>
                    <a:pt x="65" y="519"/>
                    <a:pt x="64" y="528"/>
                  </a:cubicBezTo>
                  <a:cubicBezTo>
                    <a:pt x="82" y="567"/>
                    <a:pt x="89" y="567"/>
                    <a:pt x="87" y="576"/>
                  </a:cubicBezTo>
                  <a:cubicBezTo>
                    <a:pt x="102" y="603"/>
                    <a:pt x="102" y="606"/>
                    <a:pt x="105" y="606"/>
                  </a:cubicBezTo>
                  <a:cubicBezTo>
                    <a:pt x="133" y="652"/>
                    <a:pt x="128" y="663"/>
                    <a:pt x="135" y="662"/>
                  </a:cubicBezTo>
                  <a:cubicBezTo>
                    <a:pt x="162" y="716"/>
                    <a:pt x="168" y="721"/>
                    <a:pt x="170" y="730"/>
                  </a:cubicBezTo>
                  <a:cubicBezTo>
                    <a:pt x="201" y="805"/>
                    <a:pt x="206" y="810"/>
                    <a:pt x="208" y="818"/>
                  </a:cubicBezTo>
                  <a:cubicBezTo>
                    <a:pt x="243" y="905"/>
                    <a:pt x="235" y="893"/>
                    <a:pt x="233" y="888"/>
                  </a:cubicBezTo>
                  <a:cubicBezTo>
                    <a:pt x="221" y="836"/>
                    <a:pt x="220" y="828"/>
                    <a:pt x="216" y="823"/>
                  </a:cubicBezTo>
                  <a:cubicBezTo>
                    <a:pt x="173" y="707"/>
                    <a:pt x="173" y="697"/>
                    <a:pt x="170" y="689"/>
                  </a:cubicBezTo>
                  <a:cubicBezTo>
                    <a:pt x="157" y="663"/>
                    <a:pt x="154" y="657"/>
                    <a:pt x="150" y="652"/>
                  </a:cubicBezTo>
                  <a:cubicBezTo>
                    <a:pt x="119" y="602"/>
                    <a:pt x="122" y="594"/>
                    <a:pt x="117" y="594"/>
                  </a:cubicBezTo>
                  <a:cubicBezTo>
                    <a:pt x="119" y="590"/>
                    <a:pt x="124" y="592"/>
                    <a:pt x="125" y="596"/>
                  </a:cubicBezTo>
                  <a:cubicBezTo>
                    <a:pt x="159" y="641"/>
                    <a:pt x="154" y="651"/>
                    <a:pt x="163" y="649"/>
                  </a:cubicBezTo>
                  <a:cubicBezTo>
                    <a:pt x="185" y="694"/>
                    <a:pt x="183" y="708"/>
                    <a:pt x="190" y="712"/>
                  </a:cubicBezTo>
                  <a:cubicBezTo>
                    <a:pt x="211" y="753"/>
                    <a:pt x="208" y="762"/>
                    <a:pt x="213" y="762"/>
                  </a:cubicBezTo>
                  <a:cubicBezTo>
                    <a:pt x="237" y="847"/>
                    <a:pt x="238" y="850"/>
                    <a:pt x="238" y="853"/>
                  </a:cubicBezTo>
                  <a:cubicBezTo>
                    <a:pt x="246" y="870"/>
                    <a:pt x="242" y="860"/>
                    <a:pt x="243" y="855"/>
                  </a:cubicBezTo>
                  <a:cubicBezTo>
                    <a:pt x="231" y="791"/>
                    <a:pt x="232" y="779"/>
                    <a:pt x="228" y="757"/>
                  </a:cubicBezTo>
                  <a:cubicBezTo>
                    <a:pt x="212" y="721"/>
                    <a:pt x="215" y="712"/>
                    <a:pt x="210" y="712"/>
                  </a:cubicBezTo>
                  <a:cubicBezTo>
                    <a:pt x="190" y="661"/>
                    <a:pt x="188" y="652"/>
                    <a:pt x="183" y="647"/>
                  </a:cubicBezTo>
                  <a:cubicBezTo>
                    <a:pt x="162" y="617"/>
                    <a:pt x="161" y="598"/>
                    <a:pt x="150" y="589"/>
                  </a:cubicBezTo>
                  <a:cubicBezTo>
                    <a:pt x="126" y="540"/>
                    <a:pt x="121" y="535"/>
                    <a:pt x="117" y="528"/>
                  </a:cubicBezTo>
                  <a:cubicBezTo>
                    <a:pt x="101" y="492"/>
                    <a:pt x="98" y="489"/>
                    <a:pt x="97" y="486"/>
                  </a:cubicBezTo>
                  <a:cubicBezTo>
                    <a:pt x="80" y="432"/>
                    <a:pt x="73" y="429"/>
                    <a:pt x="74" y="418"/>
                  </a:cubicBezTo>
                  <a:cubicBezTo>
                    <a:pt x="93" y="455"/>
                    <a:pt x="94" y="458"/>
                    <a:pt x="94" y="463"/>
                  </a:cubicBezTo>
                  <a:cubicBezTo>
                    <a:pt x="143" y="547"/>
                    <a:pt x="140" y="555"/>
                    <a:pt x="145" y="556"/>
                  </a:cubicBezTo>
                  <a:cubicBezTo>
                    <a:pt x="164" y="593"/>
                    <a:pt x="170" y="599"/>
                    <a:pt x="173" y="606"/>
                  </a:cubicBezTo>
                  <a:cubicBezTo>
                    <a:pt x="191" y="642"/>
                    <a:pt x="200" y="654"/>
                    <a:pt x="205" y="669"/>
                  </a:cubicBezTo>
                  <a:cubicBezTo>
                    <a:pt x="228" y="720"/>
                    <a:pt x="226" y="733"/>
                    <a:pt x="233" y="737"/>
                  </a:cubicBezTo>
                  <a:cubicBezTo>
                    <a:pt x="244" y="794"/>
                    <a:pt x="247" y="802"/>
                    <a:pt x="246" y="815"/>
                  </a:cubicBezTo>
                  <a:cubicBezTo>
                    <a:pt x="257" y="840"/>
                    <a:pt x="255" y="834"/>
                    <a:pt x="256" y="830"/>
                  </a:cubicBezTo>
                  <a:cubicBezTo>
                    <a:pt x="249" y="738"/>
                    <a:pt x="244" y="737"/>
                    <a:pt x="243" y="732"/>
                  </a:cubicBezTo>
                  <a:cubicBezTo>
                    <a:pt x="217" y="655"/>
                    <a:pt x="208" y="642"/>
                    <a:pt x="203" y="624"/>
                  </a:cubicBezTo>
                  <a:cubicBezTo>
                    <a:pt x="179" y="566"/>
                    <a:pt x="170" y="562"/>
                    <a:pt x="170" y="551"/>
                  </a:cubicBezTo>
                  <a:cubicBezTo>
                    <a:pt x="156" y="511"/>
                    <a:pt x="145" y="501"/>
                    <a:pt x="142" y="483"/>
                  </a:cubicBezTo>
                  <a:cubicBezTo>
                    <a:pt x="140" y="458"/>
                    <a:pt x="142" y="465"/>
                    <a:pt x="145" y="471"/>
                  </a:cubicBezTo>
                  <a:cubicBezTo>
                    <a:pt x="163" y="523"/>
                    <a:pt x="171" y="533"/>
                    <a:pt x="175" y="546"/>
                  </a:cubicBezTo>
                  <a:cubicBezTo>
                    <a:pt x="196" y="591"/>
                    <a:pt x="206" y="598"/>
                    <a:pt x="208" y="614"/>
                  </a:cubicBezTo>
                  <a:cubicBezTo>
                    <a:pt x="231" y="662"/>
                    <a:pt x="236" y="674"/>
                    <a:pt x="241" y="687"/>
                  </a:cubicBezTo>
                  <a:cubicBezTo>
                    <a:pt x="252" y="718"/>
                    <a:pt x="249" y="725"/>
                    <a:pt x="253" y="725"/>
                  </a:cubicBezTo>
                  <a:cubicBezTo>
                    <a:pt x="268" y="760"/>
                    <a:pt x="259" y="754"/>
                    <a:pt x="261" y="750"/>
                  </a:cubicBezTo>
                  <a:cubicBezTo>
                    <a:pt x="260" y="703"/>
                    <a:pt x="254" y="700"/>
                    <a:pt x="258" y="692"/>
                  </a:cubicBezTo>
                  <a:cubicBezTo>
                    <a:pt x="248" y="658"/>
                    <a:pt x="249" y="652"/>
                    <a:pt x="246" y="652"/>
                  </a:cubicBezTo>
                  <a:cubicBezTo>
                    <a:pt x="229" y="597"/>
                    <a:pt x="228" y="593"/>
                    <a:pt x="228" y="589"/>
                  </a:cubicBezTo>
                  <a:cubicBezTo>
                    <a:pt x="211" y="547"/>
                    <a:pt x="207" y="538"/>
                    <a:pt x="203" y="528"/>
                  </a:cubicBezTo>
                  <a:cubicBezTo>
                    <a:pt x="186" y="481"/>
                    <a:pt x="179" y="480"/>
                    <a:pt x="180" y="473"/>
                  </a:cubicBezTo>
                  <a:cubicBezTo>
                    <a:pt x="156" y="407"/>
                    <a:pt x="153" y="397"/>
                    <a:pt x="150" y="387"/>
                  </a:cubicBezTo>
                  <a:cubicBezTo>
                    <a:pt x="147" y="345"/>
                    <a:pt x="152" y="348"/>
                    <a:pt x="150" y="357"/>
                  </a:cubicBezTo>
                  <a:cubicBezTo>
                    <a:pt x="176" y="446"/>
                    <a:pt x="183" y="456"/>
                    <a:pt x="188" y="468"/>
                  </a:cubicBezTo>
                  <a:cubicBezTo>
                    <a:pt x="206" y="507"/>
                    <a:pt x="205" y="512"/>
                    <a:pt x="205" y="516"/>
                  </a:cubicBezTo>
                  <a:cubicBezTo>
                    <a:pt x="224" y="553"/>
                    <a:pt x="228" y="566"/>
                    <a:pt x="233" y="579"/>
                  </a:cubicBezTo>
                  <a:cubicBezTo>
                    <a:pt x="232" y="555"/>
                    <a:pt x="229" y="552"/>
                    <a:pt x="228" y="546"/>
                  </a:cubicBezTo>
                  <a:cubicBezTo>
                    <a:pt x="212" y="499"/>
                    <a:pt x="215" y="491"/>
                    <a:pt x="210" y="491"/>
                  </a:cubicBezTo>
                  <a:cubicBezTo>
                    <a:pt x="198" y="374"/>
                    <a:pt x="193" y="371"/>
                    <a:pt x="198" y="360"/>
                  </a:cubicBezTo>
                  <a:cubicBezTo>
                    <a:pt x="209" y="429"/>
                    <a:pt x="211" y="465"/>
                    <a:pt x="223" y="491"/>
                  </a:cubicBezTo>
                  <a:cubicBezTo>
                    <a:pt x="280" y="680"/>
                    <a:pt x="276" y="677"/>
                    <a:pt x="276" y="674"/>
                  </a:cubicBezTo>
                  <a:cubicBezTo>
                    <a:pt x="265" y="621"/>
                    <a:pt x="263" y="596"/>
                    <a:pt x="256" y="576"/>
                  </a:cubicBezTo>
                  <a:cubicBezTo>
                    <a:pt x="238" y="489"/>
                    <a:pt x="237" y="484"/>
                    <a:pt x="233" y="481"/>
                  </a:cubicBezTo>
                  <a:cubicBezTo>
                    <a:pt x="229" y="441"/>
                    <a:pt x="223" y="426"/>
                    <a:pt x="223" y="415"/>
                  </a:cubicBezTo>
                  <a:cubicBezTo>
                    <a:pt x="215" y="326"/>
                    <a:pt x="215" y="313"/>
                    <a:pt x="215" y="299"/>
                  </a:cubicBezTo>
                  <a:cubicBezTo>
                    <a:pt x="216" y="264"/>
                    <a:pt x="215" y="246"/>
                    <a:pt x="215" y="229"/>
                  </a:cubicBezTo>
                  <a:cubicBezTo>
                    <a:pt x="220" y="243"/>
                    <a:pt x="217" y="244"/>
                    <a:pt x="220" y="252"/>
                  </a:cubicBezTo>
                  <a:cubicBezTo>
                    <a:pt x="227" y="394"/>
                    <a:pt x="231" y="403"/>
                    <a:pt x="230" y="418"/>
                  </a:cubicBezTo>
                  <a:cubicBezTo>
                    <a:pt x="241" y="471"/>
                    <a:pt x="249" y="489"/>
                    <a:pt x="253" y="511"/>
                  </a:cubicBezTo>
                  <a:cubicBezTo>
                    <a:pt x="269" y="599"/>
                    <a:pt x="275" y="599"/>
                    <a:pt x="273" y="606"/>
                  </a:cubicBezTo>
                  <a:cubicBezTo>
                    <a:pt x="283" y="651"/>
                    <a:pt x="286" y="652"/>
                    <a:pt x="286" y="672"/>
                  </a:cubicBezTo>
                  <a:cubicBezTo>
                    <a:pt x="296" y="620"/>
                    <a:pt x="298" y="608"/>
                    <a:pt x="293" y="589"/>
                  </a:cubicBezTo>
                  <a:cubicBezTo>
                    <a:pt x="280" y="509"/>
                    <a:pt x="286" y="493"/>
                    <a:pt x="281" y="488"/>
                  </a:cubicBezTo>
                  <a:cubicBezTo>
                    <a:pt x="267" y="299"/>
                    <a:pt x="263" y="266"/>
                    <a:pt x="268" y="241"/>
                  </a:cubicBezTo>
                  <a:cubicBezTo>
                    <a:pt x="274" y="196"/>
                    <a:pt x="264" y="191"/>
                    <a:pt x="270" y="186"/>
                  </a:cubicBezTo>
                  <a:cubicBezTo>
                    <a:pt x="277" y="197"/>
                    <a:pt x="273" y="206"/>
                    <a:pt x="273" y="216"/>
                  </a:cubicBezTo>
                  <a:cubicBezTo>
                    <a:pt x="276" y="229"/>
                    <a:pt x="273" y="230"/>
                    <a:pt x="273" y="239"/>
                  </a:cubicBezTo>
                  <a:cubicBezTo>
                    <a:pt x="284" y="423"/>
                    <a:pt x="283" y="439"/>
                    <a:pt x="286" y="453"/>
                  </a:cubicBezTo>
                  <a:cubicBezTo>
                    <a:pt x="292" y="522"/>
                    <a:pt x="304" y="540"/>
                    <a:pt x="303" y="574"/>
                  </a:cubicBezTo>
                  <a:cubicBezTo>
                    <a:pt x="306" y="533"/>
                    <a:pt x="306" y="521"/>
                    <a:pt x="306" y="508"/>
                  </a:cubicBezTo>
                  <a:cubicBezTo>
                    <a:pt x="292" y="325"/>
                    <a:pt x="289" y="308"/>
                    <a:pt x="291" y="292"/>
                  </a:cubicBezTo>
                  <a:cubicBezTo>
                    <a:pt x="285" y="226"/>
                    <a:pt x="289" y="223"/>
                    <a:pt x="288" y="209"/>
                  </a:cubicBezTo>
                  <a:cubicBezTo>
                    <a:pt x="293" y="131"/>
                    <a:pt x="295" y="122"/>
                    <a:pt x="296" y="111"/>
                  </a:cubicBezTo>
                  <a:cubicBezTo>
                    <a:pt x="296" y="107"/>
                    <a:pt x="305" y="125"/>
                    <a:pt x="298" y="126"/>
                  </a:cubicBezTo>
                  <a:cubicBezTo>
                    <a:pt x="292" y="226"/>
                    <a:pt x="298" y="243"/>
                    <a:pt x="296" y="259"/>
                  </a:cubicBezTo>
                  <a:cubicBezTo>
                    <a:pt x="303" y="366"/>
                    <a:pt x="309" y="397"/>
                    <a:pt x="308" y="435"/>
                  </a:cubicBezTo>
                  <a:cubicBezTo>
                    <a:pt x="323" y="474"/>
                    <a:pt x="314" y="470"/>
                    <a:pt x="316" y="465"/>
                  </a:cubicBezTo>
                  <a:cubicBezTo>
                    <a:pt x="318" y="444"/>
                    <a:pt x="318" y="439"/>
                    <a:pt x="318" y="435"/>
                  </a:cubicBezTo>
                  <a:cubicBezTo>
                    <a:pt x="316" y="396"/>
                    <a:pt x="316" y="392"/>
                    <a:pt x="316" y="387"/>
                  </a:cubicBezTo>
                  <a:cubicBezTo>
                    <a:pt x="315" y="330"/>
                    <a:pt x="313" y="324"/>
                    <a:pt x="313" y="319"/>
                  </a:cubicBezTo>
                  <a:cubicBezTo>
                    <a:pt x="318" y="200"/>
                    <a:pt x="323" y="199"/>
                    <a:pt x="321" y="191"/>
                  </a:cubicBezTo>
                  <a:cubicBezTo>
                    <a:pt x="325" y="160"/>
                    <a:pt x="320" y="150"/>
                    <a:pt x="326" y="151"/>
                  </a:cubicBezTo>
                  <a:cubicBezTo>
                    <a:pt x="333" y="137"/>
                    <a:pt x="331" y="147"/>
                    <a:pt x="328" y="156"/>
                  </a:cubicBezTo>
                  <a:cubicBezTo>
                    <a:pt x="322" y="246"/>
                    <a:pt x="326" y="266"/>
                    <a:pt x="321" y="277"/>
                  </a:cubicBezTo>
                  <a:cubicBezTo>
                    <a:pt x="324" y="351"/>
                    <a:pt x="322" y="357"/>
                    <a:pt x="326" y="357"/>
                  </a:cubicBezTo>
                  <a:cubicBezTo>
                    <a:pt x="328" y="453"/>
                    <a:pt x="326" y="458"/>
                    <a:pt x="326" y="463"/>
                  </a:cubicBezTo>
                  <a:cubicBezTo>
                    <a:pt x="338" y="484"/>
                    <a:pt x="338" y="481"/>
                    <a:pt x="339" y="478"/>
                  </a:cubicBezTo>
                  <a:cubicBezTo>
                    <a:pt x="339" y="467"/>
                    <a:pt x="338" y="461"/>
                    <a:pt x="339" y="453"/>
                  </a:cubicBezTo>
                  <a:cubicBezTo>
                    <a:pt x="339" y="390"/>
                    <a:pt x="345" y="391"/>
                    <a:pt x="344" y="385"/>
                  </a:cubicBezTo>
                  <a:cubicBezTo>
                    <a:pt x="344" y="252"/>
                    <a:pt x="346" y="241"/>
                    <a:pt x="346" y="229"/>
                  </a:cubicBezTo>
                  <a:cubicBezTo>
                    <a:pt x="373" y="110"/>
                    <a:pt x="371" y="102"/>
                    <a:pt x="374" y="98"/>
                  </a:cubicBezTo>
                  <a:cubicBezTo>
                    <a:pt x="379" y="60"/>
                    <a:pt x="385" y="60"/>
                    <a:pt x="384" y="53"/>
                  </a:cubicBezTo>
                  <a:cubicBezTo>
                    <a:pt x="397" y="11"/>
                    <a:pt x="405" y="24"/>
                    <a:pt x="399" y="22"/>
                  </a:cubicBezTo>
                  <a:cubicBezTo>
                    <a:pt x="374" y="102"/>
                    <a:pt x="383" y="117"/>
                    <a:pt x="376" y="116"/>
                  </a:cubicBezTo>
                  <a:cubicBezTo>
                    <a:pt x="367" y="192"/>
                    <a:pt x="355" y="232"/>
                    <a:pt x="351" y="272"/>
                  </a:cubicBezTo>
                  <a:cubicBezTo>
                    <a:pt x="351" y="359"/>
                    <a:pt x="355" y="369"/>
                    <a:pt x="354" y="372"/>
                  </a:cubicBezTo>
                  <a:cubicBezTo>
                    <a:pt x="351" y="399"/>
                    <a:pt x="351" y="403"/>
                    <a:pt x="351" y="407"/>
                  </a:cubicBezTo>
                  <a:cubicBezTo>
                    <a:pt x="362" y="364"/>
                    <a:pt x="358" y="351"/>
                    <a:pt x="364" y="347"/>
                  </a:cubicBezTo>
                  <a:cubicBezTo>
                    <a:pt x="368" y="321"/>
                    <a:pt x="368" y="314"/>
                    <a:pt x="371" y="314"/>
                  </a:cubicBezTo>
                  <a:cubicBezTo>
                    <a:pt x="390" y="172"/>
                    <a:pt x="402" y="149"/>
                    <a:pt x="404" y="116"/>
                  </a:cubicBezTo>
                  <a:cubicBezTo>
                    <a:pt x="432" y="41"/>
                    <a:pt x="427" y="40"/>
                    <a:pt x="429" y="48"/>
                  </a:cubicBezTo>
                  <a:cubicBezTo>
                    <a:pt x="403" y="151"/>
                    <a:pt x="400" y="182"/>
                    <a:pt x="396" y="221"/>
                  </a:cubicBezTo>
                  <a:cubicBezTo>
                    <a:pt x="369" y="402"/>
                    <a:pt x="368" y="392"/>
                    <a:pt x="374" y="387"/>
                  </a:cubicBezTo>
                  <a:cubicBezTo>
                    <a:pt x="381" y="362"/>
                    <a:pt x="384" y="355"/>
                    <a:pt x="386" y="347"/>
                  </a:cubicBezTo>
                  <a:cubicBezTo>
                    <a:pt x="421" y="286"/>
                    <a:pt x="421" y="276"/>
                    <a:pt x="426" y="272"/>
                  </a:cubicBezTo>
                  <a:cubicBezTo>
                    <a:pt x="463" y="190"/>
                    <a:pt x="470" y="184"/>
                    <a:pt x="472" y="173"/>
                  </a:cubicBezTo>
                  <a:cubicBezTo>
                    <a:pt x="478" y="175"/>
                    <a:pt x="469" y="199"/>
                    <a:pt x="462" y="224"/>
                  </a:cubicBezTo>
                  <a:cubicBezTo>
                    <a:pt x="446" y="260"/>
                    <a:pt x="442" y="261"/>
                    <a:pt x="442" y="261"/>
                  </a:cubicBezTo>
                  <a:cubicBezTo>
                    <a:pt x="417" y="299"/>
                    <a:pt x="417" y="319"/>
                    <a:pt x="406" y="329"/>
                  </a:cubicBezTo>
                  <a:cubicBezTo>
                    <a:pt x="393" y="372"/>
                    <a:pt x="394" y="370"/>
                    <a:pt x="396" y="370"/>
                  </a:cubicBezTo>
                  <a:cubicBezTo>
                    <a:pt x="423" y="330"/>
                    <a:pt x="433" y="319"/>
                    <a:pt x="437" y="302"/>
                  </a:cubicBezTo>
                  <a:cubicBezTo>
                    <a:pt x="464" y="262"/>
                    <a:pt x="464" y="255"/>
                    <a:pt x="467" y="251"/>
                  </a:cubicBezTo>
                  <a:cubicBezTo>
                    <a:pt x="504" y="170"/>
                    <a:pt x="509" y="151"/>
                    <a:pt x="512" y="128"/>
                  </a:cubicBezTo>
                  <a:cubicBezTo>
                    <a:pt x="522" y="92"/>
                    <a:pt x="522" y="99"/>
                    <a:pt x="522" y="105"/>
                  </a:cubicBezTo>
                  <a:cubicBezTo>
                    <a:pt x="496" y="217"/>
                    <a:pt x="493" y="220"/>
                    <a:pt x="492" y="224"/>
                  </a:cubicBezTo>
                  <a:cubicBezTo>
                    <a:pt x="470" y="268"/>
                    <a:pt x="468" y="270"/>
                    <a:pt x="467" y="274"/>
                  </a:cubicBezTo>
                  <a:cubicBezTo>
                    <a:pt x="460" y="300"/>
                    <a:pt x="449" y="294"/>
                    <a:pt x="452" y="302"/>
                  </a:cubicBezTo>
                  <a:cubicBezTo>
                    <a:pt x="426" y="346"/>
                    <a:pt x="419" y="348"/>
                    <a:pt x="419" y="357"/>
                  </a:cubicBezTo>
                  <a:cubicBezTo>
                    <a:pt x="377" y="415"/>
                    <a:pt x="378" y="425"/>
                    <a:pt x="369" y="425"/>
                  </a:cubicBezTo>
                  <a:cubicBezTo>
                    <a:pt x="358" y="467"/>
                    <a:pt x="351" y="467"/>
                    <a:pt x="354" y="475"/>
                  </a:cubicBezTo>
                  <a:cubicBezTo>
                    <a:pt x="367" y="453"/>
                    <a:pt x="377" y="450"/>
                    <a:pt x="379" y="438"/>
                  </a:cubicBezTo>
                  <a:cubicBezTo>
                    <a:pt x="409" y="380"/>
                    <a:pt x="416" y="379"/>
                    <a:pt x="417" y="372"/>
                  </a:cubicBezTo>
                  <a:cubicBezTo>
                    <a:pt x="432" y="354"/>
                    <a:pt x="437" y="346"/>
                    <a:pt x="442" y="337"/>
                  </a:cubicBezTo>
                  <a:cubicBezTo>
                    <a:pt x="466" y="307"/>
                    <a:pt x="467" y="295"/>
                    <a:pt x="477" y="292"/>
                  </a:cubicBezTo>
                  <a:cubicBezTo>
                    <a:pt x="499" y="244"/>
                    <a:pt x="508" y="247"/>
                    <a:pt x="507" y="239"/>
                  </a:cubicBezTo>
                  <a:cubicBezTo>
                    <a:pt x="524" y="202"/>
                    <a:pt x="526" y="190"/>
                    <a:pt x="532" y="183"/>
                  </a:cubicBezTo>
                  <a:cubicBezTo>
                    <a:pt x="548" y="92"/>
                    <a:pt x="554" y="90"/>
                    <a:pt x="550" y="85"/>
                  </a:cubicBezTo>
                  <a:cubicBezTo>
                    <a:pt x="558" y="74"/>
                    <a:pt x="553" y="90"/>
                    <a:pt x="555" y="113"/>
                  </a:cubicBezTo>
                  <a:cubicBezTo>
                    <a:pt x="542" y="172"/>
                    <a:pt x="541" y="178"/>
                    <a:pt x="537" y="181"/>
                  </a:cubicBezTo>
                  <a:cubicBezTo>
                    <a:pt x="505" y="263"/>
                    <a:pt x="501" y="266"/>
                    <a:pt x="499" y="271"/>
                  </a:cubicBezTo>
                  <a:cubicBezTo>
                    <a:pt x="484" y="295"/>
                    <a:pt x="484" y="297"/>
                    <a:pt x="482" y="297"/>
                  </a:cubicBezTo>
                  <a:cubicBezTo>
                    <a:pt x="457" y="329"/>
                    <a:pt x="455" y="341"/>
                    <a:pt x="447" y="347"/>
                  </a:cubicBezTo>
                  <a:cubicBezTo>
                    <a:pt x="407" y="407"/>
                    <a:pt x="403" y="417"/>
                    <a:pt x="399" y="428"/>
                  </a:cubicBezTo>
                  <a:cubicBezTo>
                    <a:pt x="366" y="495"/>
                    <a:pt x="355" y="497"/>
                    <a:pt x="354" y="511"/>
                  </a:cubicBezTo>
                  <a:cubicBezTo>
                    <a:pt x="335" y="549"/>
                    <a:pt x="325" y="553"/>
                    <a:pt x="326" y="569"/>
                  </a:cubicBezTo>
                  <a:cubicBezTo>
                    <a:pt x="362" y="513"/>
                    <a:pt x="363" y="500"/>
                    <a:pt x="369" y="493"/>
                  </a:cubicBezTo>
                  <a:cubicBezTo>
                    <a:pt x="404" y="438"/>
                    <a:pt x="412" y="433"/>
                    <a:pt x="414" y="423"/>
                  </a:cubicBezTo>
                  <a:cubicBezTo>
                    <a:pt x="432" y="393"/>
                    <a:pt x="442" y="397"/>
                    <a:pt x="439" y="387"/>
                  </a:cubicBezTo>
                  <a:cubicBezTo>
                    <a:pt x="476" y="345"/>
                    <a:pt x="475" y="336"/>
                    <a:pt x="482" y="334"/>
                  </a:cubicBezTo>
                  <a:cubicBezTo>
                    <a:pt x="503" y="295"/>
                    <a:pt x="509" y="292"/>
                    <a:pt x="512" y="287"/>
                  </a:cubicBezTo>
                  <a:cubicBezTo>
                    <a:pt x="539" y="245"/>
                    <a:pt x="539" y="228"/>
                    <a:pt x="547" y="219"/>
                  </a:cubicBezTo>
                  <a:cubicBezTo>
                    <a:pt x="562" y="165"/>
                    <a:pt x="567" y="153"/>
                    <a:pt x="570" y="138"/>
                  </a:cubicBezTo>
                  <a:cubicBezTo>
                    <a:pt x="577" y="72"/>
                    <a:pt x="586" y="67"/>
                    <a:pt x="585" y="57"/>
                  </a:cubicBezTo>
                  <a:cubicBezTo>
                    <a:pt x="585" y="94"/>
                    <a:pt x="579" y="99"/>
                    <a:pt x="580" y="110"/>
                  </a:cubicBezTo>
                  <a:cubicBezTo>
                    <a:pt x="567" y="189"/>
                    <a:pt x="560" y="188"/>
                    <a:pt x="562" y="196"/>
                  </a:cubicBezTo>
                  <a:cubicBezTo>
                    <a:pt x="550" y="239"/>
                    <a:pt x="538" y="250"/>
                    <a:pt x="535" y="269"/>
                  </a:cubicBezTo>
                  <a:cubicBezTo>
                    <a:pt x="506" y="321"/>
                    <a:pt x="500" y="322"/>
                    <a:pt x="500" y="329"/>
                  </a:cubicBezTo>
                  <a:cubicBezTo>
                    <a:pt x="467" y="374"/>
                    <a:pt x="461" y="376"/>
                    <a:pt x="457" y="380"/>
                  </a:cubicBezTo>
                  <a:cubicBezTo>
                    <a:pt x="427" y="424"/>
                    <a:pt x="425" y="427"/>
                    <a:pt x="424" y="430"/>
                  </a:cubicBezTo>
                  <a:cubicBezTo>
                    <a:pt x="401" y="471"/>
                    <a:pt x="394" y="474"/>
                    <a:pt x="391" y="480"/>
                  </a:cubicBezTo>
                  <a:cubicBezTo>
                    <a:pt x="381" y="509"/>
                    <a:pt x="381" y="506"/>
                    <a:pt x="381" y="503"/>
                  </a:cubicBezTo>
                  <a:cubicBezTo>
                    <a:pt x="415" y="463"/>
                    <a:pt x="421" y="454"/>
                    <a:pt x="429" y="448"/>
                  </a:cubicBezTo>
                  <a:cubicBezTo>
                    <a:pt x="442" y="427"/>
                    <a:pt x="447" y="428"/>
                    <a:pt x="447" y="425"/>
                  </a:cubicBezTo>
                  <a:cubicBezTo>
                    <a:pt x="472" y="394"/>
                    <a:pt x="479" y="387"/>
                    <a:pt x="484" y="380"/>
                  </a:cubicBezTo>
                  <a:cubicBezTo>
                    <a:pt x="504" y="353"/>
                    <a:pt x="508" y="349"/>
                    <a:pt x="512" y="347"/>
                  </a:cubicBezTo>
                  <a:cubicBezTo>
                    <a:pt x="538" y="309"/>
                    <a:pt x="541" y="301"/>
                    <a:pt x="545" y="294"/>
                  </a:cubicBezTo>
                  <a:cubicBezTo>
                    <a:pt x="559" y="253"/>
                    <a:pt x="562" y="251"/>
                    <a:pt x="567" y="251"/>
                  </a:cubicBezTo>
                  <a:cubicBezTo>
                    <a:pt x="523" y="343"/>
                    <a:pt x="520" y="354"/>
                    <a:pt x="512" y="360"/>
                  </a:cubicBezTo>
                  <a:cubicBezTo>
                    <a:pt x="483" y="397"/>
                    <a:pt x="482" y="399"/>
                    <a:pt x="482" y="402"/>
                  </a:cubicBezTo>
                  <a:cubicBezTo>
                    <a:pt x="463" y="420"/>
                    <a:pt x="460" y="424"/>
                    <a:pt x="459" y="430"/>
                  </a:cubicBezTo>
                  <a:cubicBezTo>
                    <a:pt x="433" y="460"/>
                    <a:pt x="432" y="462"/>
                    <a:pt x="429" y="463"/>
                  </a:cubicBezTo>
                  <a:cubicBezTo>
                    <a:pt x="403" y="503"/>
                    <a:pt x="395" y="502"/>
                    <a:pt x="394" y="508"/>
                  </a:cubicBezTo>
                  <a:cubicBezTo>
                    <a:pt x="360" y="548"/>
                    <a:pt x="356" y="558"/>
                    <a:pt x="351" y="566"/>
                  </a:cubicBezTo>
                  <a:cubicBezTo>
                    <a:pt x="315" y="653"/>
                    <a:pt x="316" y="649"/>
                    <a:pt x="319" y="649"/>
                  </a:cubicBezTo>
                  <a:cubicBezTo>
                    <a:pt x="332" y="628"/>
                    <a:pt x="333" y="622"/>
                    <a:pt x="336" y="619"/>
                  </a:cubicBezTo>
                  <a:cubicBezTo>
                    <a:pt x="367" y="582"/>
                    <a:pt x="371" y="575"/>
                    <a:pt x="376" y="568"/>
                  </a:cubicBezTo>
                  <a:cubicBezTo>
                    <a:pt x="394" y="542"/>
                    <a:pt x="402" y="543"/>
                    <a:pt x="402" y="536"/>
                  </a:cubicBezTo>
                  <a:cubicBezTo>
                    <a:pt x="438" y="505"/>
                    <a:pt x="438" y="494"/>
                    <a:pt x="447" y="490"/>
                  </a:cubicBezTo>
                  <a:cubicBezTo>
                    <a:pt x="471" y="464"/>
                    <a:pt x="471" y="452"/>
                    <a:pt x="479" y="448"/>
                  </a:cubicBezTo>
                  <a:cubicBezTo>
                    <a:pt x="500" y="419"/>
                    <a:pt x="504" y="411"/>
                    <a:pt x="510" y="405"/>
                  </a:cubicBezTo>
                  <a:cubicBezTo>
                    <a:pt x="544" y="340"/>
                    <a:pt x="544" y="334"/>
                    <a:pt x="547" y="332"/>
                  </a:cubicBezTo>
                  <a:cubicBezTo>
                    <a:pt x="576" y="260"/>
                    <a:pt x="573" y="249"/>
                    <a:pt x="577" y="244"/>
                  </a:cubicBezTo>
                  <a:cubicBezTo>
                    <a:pt x="586" y="197"/>
                    <a:pt x="588" y="164"/>
                    <a:pt x="595" y="135"/>
                  </a:cubicBezTo>
                  <a:cubicBezTo>
                    <a:pt x="594" y="196"/>
                    <a:pt x="589" y="206"/>
                    <a:pt x="590" y="224"/>
                  </a:cubicBezTo>
                  <a:cubicBezTo>
                    <a:pt x="572" y="286"/>
                    <a:pt x="575" y="297"/>
                    <a:pt x="570" y="299"/>
                  </a:cubicBezTo>
                  <a:cubicBezTo>
                    <a:pt x="537" y="378"/>
                    <a:pt x="533" y="389"/>
                    <a:pt x="525" y="397"/>
                  </a:cubicBezTo>
                  <a:cubicBezTo>
                    <a:pt x="506" y="431"/>
                    <a:pt x="503" y="431"/>
                    <a:pt x="502" y="435"/>
                  </a:cubicBezTo>
                  <a:cubicBezTo>
                    <a:pt x="485" y="464"/>
                    <a:pt x="476" y="464"/>
                    <a:pt x="477" y="473"/>
                  </a:cubicBezTo>
                  <a:cubicBezTo>
                    <a:pt x="452" y="503"/>
                    <a:pt x="446" y="505"/>
                    <a:pt x="442" y="508"/>
                  </a:cubicBezTo>
                  <a:cubicBezTo>
                    <a:pt x="424" y="523"/>
                    <a:pt x="427" y="534"/>
                    <a:pt x="419" y="533"/>
                  </a:cubicBezTo>
                  <a:cubicBezTo>
                    <a:pt x="337" y="645"/>
                    <a:pt x="338" y="641"/>
                    <a:pt x="341" y="641"/>
                  </a:cubicBezTo>
                  <a:cubicBezTo>
                    <a:pt x="357" y="630"/>
                    <a:pt x="354" y="622"/>
                    <a:pt x="359" y="621"/>
                  </a:cubicBezTo>
                  <a:cubicBezTo>
                    <a:pt x="419" y="562"/>
                    <a:pt x="442" y="543"/>
                    <a:pt x="459" y="518"/>
                  </a:cubicBezTo>
                  <a:cubicBezTo>
                    <a:pt x="475" y="496"/>
                    <a:pt x="482" y="498"/>
                    <a:pt x="482" y="493"/>
                  </a:cubicBezTo>
                  <a:cubicBezTo>
                    <a:pt x="501" y="474"/>
                    <a:pt x="503" y="471"/>
                    <a:pt x="505" y="468"/>
                  </a:cubicBezTo>
                  <a:cubicBezTo>
                    <a:pt x="547" y="407"/>
                    <a:pt x="552" y="402"/>
                    <a:pt x="557" y="397"/>
                  </a:cubicBezTo>
                  <a:cubicBezTo>
                    <a:pt x="585" y="334"/>
                    <a:pt x="592" y="336"/>
                    <a:pt x="590" y="329"/>
                  </a:cubicBezTo>
                  <a:cubicBezTo>
                    <a:pt x="604" y="294"/>
                    <a:pt x="606" y="286"/>
                    <a:pt x="610" y="281"/>
                  </a:cubicBezTo>
                  <a:cubicBezTo>
                    <a:pt x="629" y="217"/>
                    <a:pt x="627" y="222"/>
                    <a:pt x="628" y="226"/>
                  </a:cubicBezTo>
                  <a:cubicBezTo>
                    <a:pt x="614" y="259"/>
                    <a:pt x="624" y="266"/>
                    <a:pt x="618" y="269"/>
                  </a:cubicBezTo>
                  <a:cubicBezTo>
                    <a:pt x="600" y="334"/>
                    <a:pt x="592" y="341"/>
                    <a:pt x="590" y="354"/>
                  </a:cubicBezTo>
                  <a:cubicBezTo>
                    <a:pt x="569" y="389"/>
                    <a:pt x="569" y="396"/>
                    <a:pt x="565" y="400"/>
                  </a:cubicBezTo>
                  <a:cubicBezTo>
                    <a:pt x="539" y="449"/>
                    <a:pt x="528" y="446"/>
                    <a:pt x="530" y="455"/>
                  </a:cubicBezTo>
                  <a:cubicBezTo>
                    <a:pt x="494" y="498"/>
                    <a:pt x="491" y="501"/>
                    <a:pt x="487" y="505"/>
                  </a:cubicBezTo>
                  <a:cubicBezTo>
                    <a:pt x="467" y="523"/>
                    <a:pt x="465" y="536"/>
                    <a:pt x="454" y="541"/>
                  </a:cubicBezTo>
                  <a:cubicBezTo>
                    <a:pt x="435" y="560"/>
                    <a:pt x="434" y="562"/>
                    <a:pt x="434" y="566"/>
                  </a:cubicBezTo>
                  <a:cubicBezTo>
                    <a:pt x="409" y="593"/>
                    <a:pt x="397" y="589"/>
                    <a:pt x="399" y="599"/>
                  </a:cubicBezTo>
                  <a:cubicBezTo>
                    <a:pt x="371" y="623"/>
                    <a:pt x="367" y="627"/>
                    <a:pt x="364" y="631"/>
                  </a:cubicBezTo>
                  <a:cubicBezTo>
                    <a:pt x="347" y="653"/>
                    <a:pt x="344" y="654"/>
                    <a:pt x="341" y="654"/>
                  </a:cubicBezTo>
                  <a:cubicBezTo>
                    <a:pt x="306" y="715"/>
                    <a:pt x="304" y="720"/>
                    <a:pt x="301" y="722"/>
                  </a:cubicBezTo>
                  <a:cubicBezTo>
                    <a:pt x="296" y="747"/>
                    <a:pt x="297" y="745"/>
                    <a:pt x="299" y="745"/>
                  </a:cubicBezTo>
                  <a:cubicBezTo>
                    <a:pt x="318" y="708"/>
                    <a:pt x="325" y="704"/>
                    <a:pt x="329" y="697"/>
                  </a:cubicBezTo>
                  <a:cubicBezTo>
                    <a:pt x="354" y="669"/>
                    <a:pt x="351" y="661"/>
                    <a:pt x="356" y="662"/>
                  </a:cubicBezTo>
                  <a:cubicBezTo>
                    <a:pt x="380" y="634"/>
                    <a:pt x="389" y="622"/>
                    <a:pt x="399" y="611"/>
                  </a:cubicBezTo>
                  <a:cubicBezTo>
                    <a:pt x="461" y="555"/>
                    <a:pt x="469" y="552"/>
                    <a:pt x="472" y="543"/>
                  </a:cubicBezTo>
                  <a:cubicBezTo>
                    <a:pt x="512" y="507"/>
                    <a:pt x="513" y="503"/>
                    <a:pt x="520" y="503"/>
                  </a:cubicBezTo>
                  <a:cubicBezTo>
                    <a:pt x="550" y="469"/>
                    <a:pt x="557" y="461"/>
                    <a:pt x="565" y="455"/>
                  </a:cubicBezTo>
                  <a:cubicBezTo>
                    <a:pt x="598" y="394"/>
                    <a:pt x="603" y="386"/>
                    <a:pt x="610" y="380"/>
                  </a:cubicBezTo>
                  <a:cubicBezTo>
                    <a:pt x="617" y="354"/>
                    <a:pt x="618" y="350"/>
                    <a:pt x="623" y="349"/>
                  </a:cubicBezTo>
                  <a:cubicBezTo>
                    <a:pt x="643" y="301"/>
                    <a:pt x="640" y="315"/>
                    <a:pt x="638" y="317"/>
                  </a:cubicBezTo>
                  <a:cubicBezTo>
                    <a:pt x="614" y="376"/>
                    <a:pt x="614" y="391"/>
                    <a:pt x="605" y="397"/>
                  </a:cubicBezTo>
                  <a:cubicBezTo>
                    <a:pt x="571" y="455"/>
                    <a:pt x="568" y="462"/>
                    <a:pt x="565" y="470"/>
                  </a:cubicBezTo>
                  <a:cubicBezTo>
                    <a:pt x="543" y="489"/>
                    <a:pt x="545" y="498"/>
                    <a:pt x="537" y="495"/>
                  </a:cubicBezTo>
                  <a:cubicBezTo>
                    <a:pt x="520" y="516"/>
                    <a:pt x="516" y="518"/>
                    <a:pt x="512" y="521"/>
                  </a:cubicBezTo>
                  <a:cubicBezTo>
                    <a:pt x="488" y="541"/>
                    <a:pt x="485" y="549"/>
                    <a:pt x="477" y="553"/>
                  </a:cubicBezTo>
                  <a:cubicBezTo>
                    <a:pt x="451" y="584"/>
                    <a:pt x="445" y="583"/>
                    <a:pt x="444" y="589"/>
                  </a:cubicBezTo>
                  <a:cubicBezTo>
                    <a:pt x="416" y="615"/>
                    <a:pt x="402" y="624"/>
                    <a:pt x="392" y="636"/>
                  </a:cubicBezTo>
                  <a:cubicBezTo>
                    <a:pt x="369" y="660"/>
                    <a:pt x="366" y="668"/>
                    <a:pt x="359" y="672"/>
                  </a:cubicBezTo>
                  <a:cubicBezTo>
                    <a:pt x="326" y="726"/>
                    <a:pt x="315" y="734"/>
                    <a:pt x="309" y="747"/>
                  </a:cubicBezTo>
                  <a:cubicBezTo>
                    <a:pt x="299" y="770"/>
                    <a:pt x="301" y="766"/>
                    <a:pt x="304" y="762"/>
                  </a:cubicBezTo>
                  <a:cubicBezTo>
                    <a:pt x="323" y="737"/>
                    <a:pt x="326" y="734"/>
                    <a:pt x="329" y="730"/>
                  </a:cubicBezTo>
                  <a:cubicBezTo>
                    <a:pt x="353" y="695"/>
                    <a:pt x="356" y="695"/>
                    <a:pt x="359" y="694"/>
                  </a:cubicBezTo>
                  <a:cubicBezTo>
                    <a:pt x="373" y="674"/>
                    <a:pt x="377" y="671"/>
                    <a:pt x="379" y="667"/>
                  </a:cubicBezTo>
                  <a:cubicBezTo>
                    <a:pt x="427" y="618"/>
                    <a:pt x="427" y="612"/>
                    <a:pt x="432" y="611"/>
                  </a:cubicBezTo>
                  <a:cubicBezTo>
                    <a:pt x="465" y="583"/>
                    <a:pt x="468" y="575"/>
                    <a:pt x="477" y="573"/>
                  </a:cubicBezTo>
                  <a:cubicBezTo>
                    <a:pt x="532" y="525"/>
                    <a:pt x="537" y="523"/>
                    <a:pt x="540" y="521"/>
                  </a:cubicBezTo>
                  <a:cubicBezTo>
                    <a:pt x="572" y="493"/>
                    <a:pt x="577" y="488"/>
                    <a:pt x="583" y="483"/>
                  </a:cubicBezTo>
                  <a:cubicBezTo>
                    <a:pt x="603" y="467"/>
                    <a:pt x="601" y="462"/>
                    <a:pt x="603" y="460"/>
                  </a:cubicBezTo>
                  <a:cubicBezTo>
                    <a:pt x="640" y="421"/>
                    <a:pt x="644" y="403"/>
                    <a:pt x="656" y="392"/>
                  </a:cubicBezTo>
                  <a:cubicBezTo>
                    <a:pt x="677" y="336"/>
                    <a:pt x="684" y="332"/>
                    <a:pt x="686" y="322"/>
                  </a:cubicBezTo>
                  <a:cubicBezTo>
                    <a:pt x="694" y="312"/>
                    <a:pt x="693" y="316"/>
                    <a:pt x="691" y="319"/>
                  </a:cubicBezTo>
                  <a:cubicBezTo>
                    <a:pt x="672" y="371"/>
                    <a:pt x="672" y="380"/>
                    <a:pt x="666" y="385"/>
                  </a:cubicBezTo>
                  <a:cubicBezTo>
                    <a:pt x="638" y="427"/>
                    <a:pt x="637" y="437"/>
                    <a:pt x="630" y="440"/>
                  </a:cubicBezTo>
                  <a:cubicBezTo>
                    <a:pt x="614" y="466"/>
                    <a:pt x="617" y="473"/>
                    <a:pt x="613" y="473"/>
                  </a:cubicBezTo>
                  <a:cubicBezTo>
                    <a:pt x="599" y="501"/>
                    <a:pt x="588" y="506"/>
                    <a:pt x="585" y="521"/>
                  </a:cubicBezTo>
                  <a:cubicBezTo>
                    <a:pt x="536" y="580"/>
                    <a:pt x="527" y="580"/>
                    <a:pt x="527" y="589"/>
                  </a:cubicBezTo>
                  <a:cubicBezTo>
                    <a:pt x="498" y="618"/>
                    <a:pt x="489" y="617"/>
                    <a:pt x="490" y="626"/>
                  </a:cubicBezTo>
                  <a:cubicBezTo>
                    <a:pt x="455" y="659"/>
                    <a:pt x="447" y="668"/>
                    <a:pt x="437" y="674"/>
                  </a:cubicBezTo>
                  <a:cubicBezTo>
                    <a:pt x="408" y="701"/>
                    <a:pt x="406" y="706"/>
                    <a:pt x="404" y="709"/>
                  </a:cubicBezTo>
                  <a:cubicBezTo>
                    <a:pt x="384" y="728"/>
                    <a:pt x="380" y="730"/>
                    <a:pt x="377" y="732"/>
                  </a:cubicBezTo>
                  <a:cubicBezTo>
                    <a:pt x="365" y="749"/>
                    <a:pt x="359" y="754"/>
                    <a:pt x="354" y="760"/>
                  </a:cubicBezTo>
                  <a:cubicBezTo>
                    <a:pt x="309" y="824"/>
                    <a:pt x="309" y="830"/>
                    <a:pt x="304" y="830"/>
                  </a:cubicBezTo>
                  <a:cubicBezTo>
                    <a:pt x="289" y="858"/>
                    <a:pt x="285" y="858"/>
                    <a:pt x="286" y="863"/>
                  </a:cubicBezTo>
                  <a:cubicBezTo>
                    <a:pt x="270" y="881"/>
                    <a:pt x="270" y="888"/>
                    <a:pt x="266" y="891"/>
                  </a:cubicBezTo>
                  <a:cubicBezTo>
                    <a:pt x="252" y="942"/>
                    <a:pt x="260" y="953"/>
                    <a:pt x="253" y="961"/>
                  </a:cubicBezTo>
                  <a:cubicBezTo>
                    <a:pt x="275" y="924"/>
                    <a:pt x="276" y="916"/>
                    <a:pt x="281" y="913"/>
                  </a:cubicBezTo>
                  <a:cubicBezTo>
                    <a:pt x="296" y="889"/>
                    <a:pt x="296" y="885"/>
                    <a:pt x="296" y="881"/>
                  </a:cubicBezTo>
                  <a:cubicBezTo>
                    <a:pt x="328" y="826"/>
                    <a:pt x="337" y="820"/>
                    <a:pt x="341" y="808"/>
                  </a:cubicBezTo>
                  <a:cubicBezTo>
                    <a:pt x="391" y="746"/>
                    <a:pt x="402" y="741"/>
                    <a:pt x="407" y="730"/>
                  </a:cubicBezTo>
                  <a:cubicBezTo>
                    <a:pt x="466" y="676"/>
                    <a:pt x="464" y="669"/>
                    <a:pt x="472" y="672"/>
                  </a:cubicBezTo>
                  <a:cubicBezTo>
                    <a:pt x="497" y="651"/>
                    <a:pt x="495" y="644"/>
                    <a:pt x="500" y="644"/>
                  </a:cubicBezTo>
                  <a:cubicBezTo>
                    <a:pt x="524" y="614"/>
                    <a:pt x="532" y="607"/>
                    <a:pt x="540" y="599"/>
                  </a:cubicBezTo>
                  <a:cubicBezTo>
                    <a:pt x="560" y="577"/>
                    <a:pt x="562" y="575"/>
                    <a:pt x="563" y="578"/>
                  </a:cubicBezTo>
                  <a:cubicBezTo>
                    <a:pt x="532" y="621"/>
                    <a:pt x="526" y="621"/>
                    <a:pt x="525" y="626"/>
                  </a:cubicBezTo>
                  <a:cubicBezTo>
                    <a:pt x="515" y="645"/>
                    <a:pt x="502" y="643"/>
                    <a:pt x="502" y="654"/>
                  </a:cubicBezTo>
                  <a:cubicBezTo>
                    <a:pt x="477" y="678"/>
                    <a:pt x="473" y="681"/>
                    <a:pt x="467" y="682"/>
                  </a:cubicBezTo>
                  <a:cubicBezTo>
                    <a:pt x="440" y="699"/>
                    <a:pt x="454" y="709"/>
                    <a:pt x="442" y="707"/>
                  </a:cubicBezTo>
                  <a:cubicBezTo>
                    <a:pt x="411" y="729"/>
                    <a:pt x="426" y="737"/>
                    <a:pt x="417" y="737"/>
                  </a:cubicBezTo>
                  <a:cubicBezTo>
                    <a:pt x="405" y="760"/>
                    <a:pt x="394" y="754"/>
                    <a:pt x="397" y="762"/>
                  </a:cubicBezTo>
                  <a:cubicBezTo>
                    <a:pt x="340" y="837"/>
                    <a:pt x="330" y="837"/>
                    <a:pt x="331" y="848"/>
                  </a:cubicBezTo>
                  <a:cubicBezTo>
                    <a:pt x="298" y="899"/>
                    <a:pt x="301" y="909"/>
                    <a:pt x="294" y="911"/>
                  </a:cubicBezTo>
                  <a:cubicBezTo>
                    <a:pt x="276" y="946"/>
                    <a:pt x="271" y="948"/>
                    <a:pt x="271" y="956"/>
                  </a:cubicBezTo>
                  <a:cubicBezTo>
                    <a:pt x="289" y="939"/>
                    <a:pt x="287" y="927"/>
                    <a:pt x="294" y="923"/>
                  </a:cubicBezTo>
                  <a:cubicBezTo>
                    <a:pt x="324" y="876"/>
                    <a:pt x="325" y="872"/>
                    <a:pt x="329" y="871"/>
                  </a:cubicBezTo>
                  <a:cubicBezTo>
                    <a:pt x="345" y="847"/>
                    <a:pt x="350" y="842"/>
                    <a:pt x="351" y="833"/>
                  </a:cubicBezTo>
                  <a:cubicBezTo>
                    <a:pt x="391" y="775"/>
                    <a:pt x="403" y="777"/>
                    <a:pt x="404" y="767"/>
                  </a:cubicBezTo>
                  <a:cubicBezTo>
                    <a:pt x="425" y="740"/>
                    <a:pt x="432" y="742"/>
                    <a:pt x="434" y="740"/>
                  </a:cubicBezTo>
                  <a:cubicBezTo>
                    <a:pt x="450" y="719"/>
                    <a:pt x="452" y="717"/>
                    <a:pt x="455" y="714"/>
                  </a:cubicBezTo>
                  <a:cubicBezTo>
                    <a:pt x="479" y="688"/>
                    <a:pt x="486" y="686"/>
                    <a:pt x="490" y="682"/>
                  </a:cubicBezTo>
                  <a:cubicBezTo>
                    <a:pt x="517" y="654"/>
                    <a:pt x="523" y="652"/>
                    <a:pt x="525" y="646"/>
                  </a:cubicBezTo>
                  <a:cubicBezTo>
                    <a:pt x="547" y="627"/>
                    <a:pt x="547" y="624"/>
                    <a:pt x="548" y="621"/>
                  </a:cubicBezTo>
                  <a:cubicBezTo>
                    <a:pt x="574" y="586"/>
                    <a:pt x="584" y="581"/>
                    <a:pt x="588" y="571"/>
                  </a:cubicBezTo>
                  <a:cubicBezTo>
                    <a:pt x="602" y="554"/>
                    <a:pt x="603" y="558"/>
                    <a:pt x="603" y="561"/>
                  </a:cubicBezTo>
                  <a:cubicBezTo>
                    <a:pt x="564" y="608"/>
                    <a:pt x="562" y="624"/>
                    <a:pt x="553" y="631"/>
                  </a:cubicBezTo>
                  <a:cubicBezTo>
                    <a:pt x="533" y="653"/>
                    <a:pt x="531" y="655"/>
                    <a:pt x="527" y="656"/>
                  </a:cubicBezTo>
                  <a:cubicBezTo>
                    <a:pt x="489" y="688"/>
                    <a:pt x="491" y="694"/>
                    <a:pt x="487" y="694"/>
                  </a:cubicBezTo>
                  <a:cubicBezTo>
                    <a:pt x="459" y="725"/>
                    <a:pt x="455" y="729"/>
                    <a:pt x="450" y="732"/>
                  </a:cubicBezTo>
                  <a:cubicBezTo>
                    <a:pt x="414" y="777"/>
                    <a:pt x="409" y="779"/>
                    <a:pt x="404" y="782"/>
                  </a:cubicBezTo>
                  <a:cubicBezTo>
                    <a:pt x="368" y="827"/>
                    <a:pt x="367" y="833"/>
                    <a:pt x="364" y="838"/>
                  </a:cubicBezTo>
                  <a:cubicBezTo>
                    <a:pt x="347" y="861"/>
                    <a:pt x="347" y="865"/>
                    <a:pt x="344" y="865"/>
                  </a:cubicBezTo>
                  <a:cubicBezTo>
                    <a:pt x="316" y="902"/>
                    <a:pt x="318" y="908"/>
                    <a:pt x="314" y="908"/>
                  </a:cubicBezTo>
                  <a:cubicBezTo>
                    <a:pt x="297" y="944"/>
                    <a:pt x="292" y="947"/>
                    <a:pt x="289" y="951"/>
                  </a:cubicBezTo>
                  <a:cubicBezTo>
                    <a:pt x="272" y="991"/>
                    <a:pt x="265" y="999"/>
                    <a:pt x="264" y="1012"/>
                  </a:cubicBezTo>
                  <a:cubicBezTo>
                    <a:pt x="246" y="1070"/>
                    <a:pt x="247" y="1080"/>
                    <a:pt x="243" y="1084"/>
                  </a:cubicBezTo>
                  <a:cubicBezTo>
                    <a:pt x="275" y="1031"/>
                    <a:pt x="275" y="1019"/>
                    <a:pt x="281" y="1014"/>
                  </a:cubicBezTo>
                  <a:cubicBezTo>
                    <a:pt x="300" y="980"/>
                    <a:pt x="306" y="968"/>
                    <a:pt x="311" y="956"/>
                  </a:cubicBezTo>
                  <a:cubicBezTo>
                    <a:pt x="329" y="925"/>
                    <a:pt x="336" y="929"/>
                    <a:pt x="334" y="921"/>
                  </a:cubicBezTo>
                  <a:cubicBezTo>
                    <a:pt x="370" y="883"/>
                    <a:pt x="367" y="872"/>
                    <a:pt x="377" y="873"/>
                  </a:cubicBezTo>
                  <a:cubicBezTo>
                    <a:pt x="395" y="849"/>
                    <a:pt x="404" y="842"/>
                    <a:pt x="412" y="833"/>
                  </a:cubicBezTo>
                  <a:cubicBezTo>
                    <a:pt x="432" y="811"/>
                    <a:pt x="434" y="810"/>
                    <a:pt x="434" y="808"/>
                  </a:cubicBezTo>
                  <a:cubicBezTo>
                    <a:pt x="468" y="774"/>
                    <a:pt x="473" y="764"/>
                    <a:pt x="482" y="757"/>
                  </a:cubicBezTo>
                  <a:cubicBezTo>
                    <a:pt x="518" y="710"/>
                    <a:pt x="527" y="711"/>
                    <a:pt x="525" y="702"/>
                  </a:cubicBezTo>
                  <a:cubicBezTo>
                    <a:pt x="512" y="725"/>
                    <a:pt x="513" y="729"/>
                    <a:pt x="512" y="732"/>
                  </a:cubicBezTo>
                  <a:cubicBezTo>
                    <a:pt x="497" y="756"/>
                    <a:pt x="486" y="759"/>
                    <a:pt x="482" y="767"/>
                  </a:cubicBezTo>
                  <a:cubicBezTo>
                    <a:pt x="463" y="791"/>
                    <a:pt x="457" y="793"/>
                    <a:pt x="452" y="795"/>
                  </a:cubicBezTo>
                  <a:cubicBezTo>
                    <a:pt x="362" y="908"/>
                    <a:pt x="358" y="911"/>
                    <a:pt x="354" y="913"/>
                  </a:cubicBezTo>
                  <a:cubicBezTo>
                    <a:pt x="338" y="944"/>
                    <a:pt x="330" y="941"/>
                    <a:pt x="331" y="948"/>
                  </a:cubicBezTo>
                  <a:cubicBezTo>
                    <a:pt x="305" y="988"/>
                    <a:pt x="305" y="994"/>
                    <a:pt x="301" y="996"/>
                  </a:cubicBezTo>
                  <a:cubicBezTo>
                    <a:pt x="313" y="984"/>
                    <a:pt x="317" y="981"/>
                    <a:pt x="319" y="976"/>
                  </a:cubicBezTo>
                  <a:cubicBezTo>
                    <a:pt x="362" y="938"/>
                    <a:pt x="357" y="928"/>
                    <a:pt x="364" y="928"/>
                  </a:cubicBezTo>
                  <a:cubicBezTo>
                    <a:pt x="379" y="903"/>
                    <a:pt x="390" y="907"/>
                    <a:pt x="389" y="901"/>
                  </a:cubicBezTo>
                  <a:cubicBezTo>
                    <a:pt x="416" y="869"/>
                    <a:pt x="427" y="873"/>
                    <a:pt x="424" y="865"/>
                  </a:cubicBezTo>
                  <a:cubicBezTo>
                    <a:pt x="450" y="844"/>
                    <a:pt x="454" y="836"/>
                    <a:pt x="462" y="833"/>
                  </a:cubicBezTo>
                  <a:cubicBezTo>
                    <a:pt x="510" y="785"/>
                    <a:pt x="513" y="782"/>
                    <a:pt x="515" y="780"/>
                  </a:cubicBezTo>
                  <a:cubicBezTo>
                    <a:pt x="536" y="752"/>
                    <a:pt x="545" y="755"/>
                    <a:pt x="543" y="747"/>
                  </a:cubicBezTo>
                  <a:cubicBezTo>
                    <a:pt x="566" y="714"/>
                    <a:pt x="568" y="710"/>
                    <a:pt x="570" y="707"/>
                  </a:cubicBezTo>
                  <a:cubicBezTo>
                    <a:pt x="591" y="657"/>
                    <a:pt x="601" y="647"/>
                    <a:pt x="605" y="631"/>
                  </a:cubicBezTo>
                  <a:cubicBezTo>
                    <a:pt x="597" y="662"/>
                    <a:pt x="596" y="668"/>
                    <a:pt x="595" y="674"/>
                  </a:cubicBezTo>
                  <a:cubicBezTo>
                    <a:pt x="577" y="704"/>
                    <a:pt x="573" y="716"/>
                    <a:pt x="568" y="727"/>
                  </a:cubicBezTo>
                  <a:cubicBezTo>
                    <a:pt x="537" y="772"/>
                    <a:pt x="532" y="774"/>
                    <a:pt x="528" y="777"/>
                  </a:cubicBezTo>
                  <a:cubicBezTo>
                    <a:pt x="516" y="796"/>
                    <a:pt x="509" y="797"/>
                    <a:pt x="507" y="802"/>
                  </a:cubicBezTo>
                  <a:cubicBezTo>
                    <a:pt x="475" y="834"/>
                    <a:pt x="473" y="835"/>
                    <a:pt x="472" y="838"/>
                  </a:cubicBezTo>
                  <a:cubicBezTo>
                    <a:pt x="458" y="853"/>
                    <a:pt x="452" y="855"/>
                    <a:pt x="447" y="858"/>
                  </a:cubicBezTo>
                  <a:cubicBezTo>
                    <a:pt x="430" y="871"/>
                    <a:pt x="434" y="882"/>
                    <a:pt x="424" y="881"/>
                  </a:cubicBezTo>
                  <a:cubicBezTo>
                    <a:pt x="388" y="922"/>
                    <a:pt x="381" y="923"/>
                    <a:pt x="379" y="928"/>
                  </a:cubicBezTo>
                  <a:cubicBezTo>
                    <a:pt x="356" y="958"/>
                    <a:pt x="346" y="955"/>
                    <a:pt x="347" y="964"/>
                  </a:cubicBezTo>
                  <a:cubicBezTo>
                    <a:pt x="311" y="1003"/>
                    <a:pt x="313" y="1013"/>
                    <a:pt x="306" y="1014"/>
                  </a:cubicBezTo>
                  <a:cubicBezTo>
                    <a:pt x="282" y="1051"/>
                    <a:pt x="281" y="1054"/>
                    <a:pt x="281" y="1057"/>
                  </a:cubicBezTo>
                  <a:cubicBezTo>
                    <a:pt x="263" y="1076"/>
                    <a:pt x="266" y="1095"/>
                    <a:pt x="256" y="1100"/>
                  </a:cubicBezTo>
                  <a:cubicBezTo>
                    <a:pt x="251" y="1150"/>
                    <a:pt x="250" y="1138"/>
                    <a:pt x="256" y="1135"/>
                  </a:cubicBezTo>
                  <a:cubicBezTo>
                    <a:pt x="289" y="1070"/>
                    <a:pt x="297" y="1067"/>
                    <a:pt x="299" y="1059"/>
                  </a:cubicBezTo>
                  <a:cubicBezTo>
                    <a:pt x="316" y="1029"/>
                    <a:pt x="323" y="1031"/>
                    <a:pt x="321" y="1024"/>
                  </a:cubicBezTo>
                  <a:cubicBezTo>
                    <a:pt x="338" y="1004"/>
                    <a:pt x="340" y="996"/>
                    <a:pt x="344" y="991"/>
                  </a:cubicBezTo>
                  <a:cubicBezTo>
                    <a:pt x="361" y="971"/>
                    <a:pt x="363" y="965"/>
                    <a:pt x="369" y="961"/>
                  </a:cubicBezTo>
                  <a:cubicBezTo>
                    <a:pt x="436" y="888"/>
                    <a:pt x="448" y="891"/>
                    <a:pt x="447" y="880"/>
                  </a:cubicBezTo>
                  <a:cubicBezTo>
                    <a:pt x="469" y="858"/>
                    <a:pt x="474" y="859"/>
                    <a:pt x="475" y="855"/>
                  </a:cubicBezTo>
                  <a:cubicBezTo>
                    <a:pt x="505" y="824"/>
                    <a:pt x="511" y="822"/>
                    <a:pt x="512" y="815"/>
                  </a:cubicBezTo>
                  <a:cubicBezTo>
                    <a:pt x="568" y="753"/>
                    <a:pt x="565" y="741"/>
                    <a:pt x="573" y="739"/>
                  </a:cubicBezTo>
                  <a:cubicBezTo>
                    <a:pt x="584" y="730"/>
                    <a:pt x="582" y="734"/>
                    <a:pt x="580" y="737"/>
                  </a:cubicBezTo>
                  <a:cubicBezTo>
                    <a:pt x="561" y="775"/>
                    <a:pt x="553" y="785"/>
                    <a:pt x="545" y="795"/>
                  </a:cubicBezTo>
                  <a:cubicBezTo>
                    <a:pt x="516" y="828"/>
                    <a:pt x="510" y="830"/>
                    <a:pt x="507" y="838"/>
                  </a:cubicBezTo>
                  <a:cubicBezTo>
                    <a:pt x="443" y="909"/>
                    <a:pt x="435" y="906"/>
                    <a:pt x="435" y="911"/>
                  </a:cubicBezTo>
                  <a:cubicBezTo>
                    <a:pt x="419" y="924"/>
                    <a:pt x="417" y="927"/>
                    <a:pt x="417" y="931"/>
                  </a:cubicBezTo>
                  <a:cubicBezTo>
                    <a:pt x="381" y="966"/>
                    <a:pt x="371" y="974"/>
                    <a:pt x="364" y="986"/>
                  </a:cubicBezTo>
                  <a:cubicBezTo>
                    <a:pt x="347" y="1005"/>
                    <a:pt x="346" y="1013"/>
                    <a:pt x="339" y="1014"/>
                  </a:cubicBezTo>
                  <a:cubicBezTo>
                    <a:pt x="294" y="1085"/>
                    <a:pt x="293" y="1095"/>
                    <a:pt x="286" y="1100"/>
                  </a:cubicBezTo>
                  <a:cubicBezTo>
                    <a:pt x="259" y="1148"/>
                    <a:pt x="259" y="1154"/>
                    <a:pt x="256" y="1157"/>
                  </a:cubicBezTo>
                  <a:cubicBezTo>
                    <a:pt x="241" y="1199"/>
                    <a:pt x="246" y="1208"/>
                    <a:pt x="241" y="1218"/>
                  </a:cubicBezTo>
                  <a:cubicBezTo>
                    <a:pt x="260" y="1178"/>
                    <a:pt x="260" y="1172"/>
                    <a:pt x="264" y="1170"/>
                  </a:cubicBezTo>
                  <a:cubicBezTo>
                    <a:pt x="290" y="1114"/>
                    <a:pt x="297" y="1109"/>
                    <a:pt x="301" y="1102"/>
                  </a:cubicBezTo>
                  <a:cubicBezTo>
                    <a:pt x="336" y="1056"/>
                    <a:pt x="339" y="1048"/>
                    <a:pt x="344" y="1042"/>
                  </a:cubicBezTo>
                  <a:cubicBezTo>
                    <a:pt x="367" y="1006"/>
                    <a:pt x="373" y="1006"/>
                    <a:pt x="374" y="1001"/>
                  </a:cubicBezTo>
                  <a:cubicBezTo>
                    <a:pt x="410" y="964"/>
                    <a:pt x="416" y="964"/>
                    <a:pt x="417" y="959"/>
                  </a:cubicBezTo>
                  <a:cubicBezTo>
                    <a:pt x="453" y="919"/>
                    <a:pt x="467" y="910"/>
                    <a:pt x="475" y="896"/>
                  </a:cubicBezTo>
                  <a:cubicBezTo>
                    <a:pt x="505" y="865"/>
                    <a:pt x="517" y="863"/>
                    <a:pt x="520" y="850"/>
                  </a:cubicBezTo>
                  <a:cubicBezTo>
                    <a:pt x="554" y="810"/>
                    <a:pt x="558" y="807"/>
                    <a:pt x="560" y="802"/>
                  </a:cubicBezTo>
                  <a:cubicBezTo>
                    <a:pt x="584" y="766"/>
                    <a:pt x="596" y="762"/>
                    <a:pt x="598" y="750"/>
                  </a:cubicBezTo>
                  <a:cubicBezTo>
                    <a:pt x="627" y="704"/>
                    <a:pt x="632" y="702"/>
                    <a:pt x="633" y="697"/>
                  </a:cubicBezTo>
                  <a:cubicBezTo>
                    <a:pt x="623" y="720"/>
                    <a:pt x="626" y="728"/>
                    <a:pt x="621" y="727"/>
                  </a:cubicBezTo>
                  <a:cubicBezTo>
                    <a:pt x="597" y="761"/>
                    <a:pt x="596" y="771"/>
                    <a:pt x="588" y="772"/>
                  </a:cubicBezTo>
                  <a:cubicBezTo>
                    <a:pt x="575" y="802"/>
                    <a:pt x="566" y="803"/>
                    <a:pt x="565" y="812"/>
                  </a:cubicBezTo>
                  <a:cubicBezTo>
                    <a:pt x="538" y="856"/>
                    <a:pt x="525" y="854"/>
                    <a:pt x="525" y="865"/>
                  </a:cubicBezTo>
                  <a:cubicBezTo>
                    <a:pt x="510" y="886"/>
                    <a:pt x="501" y="883"/>
                    <a:pt x="500" y="888"/>
                  </a:cubicBezTo>
                  <a:cubicBezTo>
                    <a:pt x="481" y="905"/>
                    <a:pt x="479" y="907"/>
                    <a:pt x="477" y="911"/>
                  </a:cubicBezTo>
                  <a:cubicBezTo>
                    <a:pt x="449" y="935"/>
                    <a:pt x="452" y="943"/>
                    <a:pt x="447" y="943"/>
                  </a:cubicBezTo>
                  <a:cubicBezTo>
                    <a:pt x="429" y="962"/>
                    <a:pt x="427" y="963"/>
                    <a:pt x="425" y="966"/>
                  </a:cubicBezTo>
                  <a:cubicBezTo>
                    <a:pt x="401" y="992"/>
                    <a:pt x="398" y="995"/>
                    <a:pt x="394" y="996"/>
                  </a:cubicBezTo>
                  <a:cubicBezTo>
                    <a:pt x="379" y="1017"/>
                    <a:pt x="373" y="1015"/>
                    <a:pt x="374" y="1021"/>
                  </a:cubicBezTo>
                  <a:cubicBezTo>
                    <a:pt x="331" y="1077"/>
                    <a:pt x="326" y="1081"/>
                    <a:pt x="324" y="1089"/>
                  </a:cubicBezTo>
                  <a:cubicBezTo>
                    <a:pt x="309" y="1105"/>
                    <a:pt x="309" y="1109"/>
                    <a:pt x="309" y="1112"/>
                  </a:cubicBezTo>
                  <a:cubicBezTo>
                    <a:pt x="293" y="1133"/>
                    <a:pt x="293" y="1139"/>
                    <a:pt x="289" y="1142"/>
                  </a:cubicBezTo>
                  <a:cubicBezTo>
                    <a:pt x="272" y="1170"/>
                    <a:pt x="273" y="1176"/>
                    <a:pt x="271" y="1180"/>
                  </a:cubicBezTo>
                  <a:cubicBezTo>
                    <a:pt x="246" y="1241"/>
                    <a:pt x="246" y="1250"/>
                    <a:pt x="246" y="1258"/>
                  </a:cubicBezTo>
                  <a:cubicBezTo>
                    <a:pt x="257" y="1254"/>
                    <a:pt x="254" y="1246"/>
                    <a:pt x="259" y="1246"/>
                  </a:cubicBezTo>
                  <a:cubicBezTo>
                    <a:pt x="274" y="1211"/>
                    <a:pt x="275" y="1207"/>
                    <a:pt x="279" y="1205"/>
                  </a:cubicBezTo>
                  <a:cubicBezTo>
                    <a:pt x="320" y="1146"/>
                    <a:pt x="319" y="1135"/>
                    <a:pt x="327" y="1132"/>
                  </a:cubicBezTo>
                  <a:cubicBezTo>
                    <a:pt x="353" y="1085"/>
                    <a:pt x="363" y="1084"/>
                    <a:pt x="364" y="1074"/>
                  </a:cubicBezTo>
                  <a:cubicBezTo>
                    <a:pt x="392" y="1044"/>
                    <a:pt x="389" y="1036"/>
                    <a:pt x="394" y="1037"/>
                  </a:cubicBezTo>
                  <a:cubicBezTo>
                    <a:pt x="409" y="1021"/>
                    <a:pt x="409" y="1018"/>
                    <a:pt x="409" y="1016"/>
                  </a:cubicBezTo>
                  <a:cubicBezTo>
                    <a:pt x="421" y="1005"/>
                    <a:pt x="423" y="1003"/>
                    <a:pt x="427" y="1001"/>
                  </a:cubicBezTo>
                  <a:cubicBezTo>
                    <a:pt x="466" y="955"/>
                    <a:pt x="477" y="948"/>
                    <a:pt x="485" y="938"/>
                  </a:cubicBezTo>
                  <a:cubicBezTo>
                    <a:pt x="518" y="914"/>
                    <a:pt x="515" y="906"/>
                    <a:pt x="520" y="906"/>
                  </a:cubicBezTo>
                  <a:cubicBezTo>
                    <a:pt x="551" y="882"/>
                    <a:pt x="558" y="873"/>
                    <a:pt x="568" y="865"/>
                  </a:cubicBezTo>
                  <a:cubicBezTo>
                    <a:pt x="556" y="886"/>
                    <a:pt x="553" y="888"/>
                    <a:pt x="548" y="888"/>
                  </a:cubicBezTo>
                  <a:cubicBezTo>
                    <a:pt x="519" y="917"/>
                    <a:pt x="514" y="922"/>
                    <a:pt x="508" y="926"/>
                  </a:cubicBezTo>
                  <a:cubicBezTo>
                    <a:pt x="486" y="947"/>
                    <a:pt x="481" y="952"/>
                    <a:pt x="477" y="958"/>
                  </a:cubicBezTo>
                  <a:cubicBezTo>
                    <a:pt x="437" y="1004"/>
                    <a:pt x="435" y="1006"/>
                    <a:pt x="432" y="1009"/>
                  </a:cubicBezTo>
                  <a:cubicBezTo>
                    <a:pt x="378" y="1069"/>
                    <a:pt x="375" y="1086"/>
                    <a:pt x="362" y="1094"/>
                  </a:cubicBezTo>
                  <a:cubicBezTo>
                    <a:pt x="324" y="1152"/>
                    <a:pt x="326" y="1159"/>
                    <a:pt x="319" y="1157"/>
                  </a:cubicBezTo>
                  <a:cubicBezTo>
                    <a:pt x="305" y="1192"/>
                    <a:pt x="293" y="1190"/>
                    <a:pt x="294" y="1200"/>
                  </a:cubicBezTo>
                  <a:cubicBezTo>
                    <a:pt x="266" y="1260"/>
                    <a:pt x="259" y="1258"/>
                    <a:pt x="259" y="1263"/>
                  </a:cubicBezTo>
                  <a:cubicBezTo>
                    <a:pt x="251" y="1298"/>
                    <a:pt x="251" y="1292"/>
                    <a:pt x="246" y="1291"/>
                  </a:cubicBezTo>
                  <a:cubicBezTo>
                    <a:pt x="271" y="1295"/>
                    <a:pt x="258" y="1283"/>
                    <a:pt x="271" y="1283"/>
                  </a:cubicBezTo>
                  <a:cubicBezTo>
                    <a:pt x="326" y="1167"/>
                    <a:pt x="332" y="1165"/>
                    <a:pt x="334" y="1160"/>
                  </a:cubicBezTo>
                  <a:cubicBezTo>
                    <a:pt x="350" y="1123"/>
                    <a:pt x="361" y="1126"/>
                    <a:pt x="359" y="1117"/>
                  </a:cubicBezTo>
                  <a:cubicBezTo>
                    <a:pt x="387" y="1084"/>
                    <a:pt x="394" y="1076"/>
                    <a:pt x="399" y="1067"/>
                  </a:cubicBezTo>
                  <a:cubicBezTo>
                    <a:pt x="475" y="1001"/>
                    <a:pt x="472" y="992"/>
                    <a:pt x="480" y="994"/>
                  </a:cubicBezTo>
                  <a:cubicBezTo>
                    <a:pt x="497" y="981"/>
                    <a:pt x="502" y="975"/>
                    <a:pt x="510" y="971"/>
                  </a:cubicBezTo>
                  <a:cubicBezTo>
                    <a:pt x="532" y="952"/>
                    <a:pt x="534" y="948"/>
                    <a:pt x="540" y="948"/>
                  </a:cubicBezTo>
                  <a:cubicBezTo>
                    <a:pt x="553" y="931"/>
                    <a:pt x="556" y="931"/>
                    <a:pt x="558" y="931"/>
                  </a:cubicBezTo>
                  <a:cubicBezTo>
                    <a:pt x="594" y="891"/>
                    <a:pt x="607" y="882"/>
                    <a:pt x="613" y="865"/>
                  </a:cubicBezTo>
                  <a:cubicBezTo>
                    <a:pt x="599" y="896"/>
                    <a:pt x="595" y="896"/>
                    <a:pt x="596" y="901"/>
                  </a:cubicBezTo>
                  <a:cubicBezTo>
                    <a:pt x="577" y="920"/>
                    <a:pt x="574" y="924"/>
                    <a:pt x="568" y="926"/>
                  </a:cubicBezTo>
                  <a:cubicBezTo>
                    <a:pt x="544" y="951"/>
                    <a:pt x="537" y="951"/>
                    <a:pt x="538" y="958"/>
                  </a:cubicBezTo>
                  <a:cubicBezTo>
                    <a:pt x="508" y="985"/>
                    <a:pt x="498" y="990"/>
                    <a:pt x="490" y="996"/>
                  </a:cubicBezTo>
                  <a:cubicBezTo>
                    <a:pt x="458" y="1014"/>
                    <a:pt x="462" y="1026"/>
                    <a:pt x="455" y="1026"/>
                  </a:cubicBezTo>
                  <a:cubicBezTo>
                    <a:pt x="438" y="1046"/>
                    <a:pt x="433" y="1046"/>
                    <a:pt x="432" y="1049"/>
                  </a:cubicBezTo>
                  <a:cubicBezTo>
                    <a:pt x="398" y="1090"/>
                    <a:pt x="392" y="1088"/>
                    <a:pt x="392" y="1092"/>
                  </a:cubicBezTo>
                  <a:cubicBezTo>
                    <a:pt x="371" y="1115"/>
                    <a:pt x="368" y="1120"/>
                    <a:pt x="367" y="1127"/>
                  </a:cubicBezTo>
                  <a:cubicBezTo>
                    <a:pt x="343" y="1159"/>
                    <a:pt x="343" y="1167"/>
                    <a:pt x="339" y="1170"/>
                  </a:cubicBezTo>
                  <a:cubicBezTo>
                    <a:pt x="304" y="1239"/>
                    <a:pt x="296" y="1239"/>
                    <a:pt x="296" y="1248"/>
                  </a:cubicBezTo>
                  <a:cubicBezTo>
                    <a:pt x="278" y="1277"/>
                    <a:pt x="287" y="1279"/>
                    <a:pt x="281" y="1281"/>
                  </a:cubicBezTo>
                  <a:cubicBezTo>
                    <a:pt x="246" y="1371"/>
                    <a:pt x="256" y="1372"/>
                    <a:pt x="254" y="1386"/>
                  </a:cubicBezTo>
                  <a:cubicBezTo>
                    <a:pt x="266" y="1357"/>
                    <a:pt x="266" y="1353"/>
                    <a:pt x="266" y="1349"/>
                  </a:cubicBezTo>
                  <a:cubicBezTo>
                    <a:pt x="293" y="1281"/>
                    <a:pt x="296" y="1281"/>
                    <a:pt x="299" y="1281"/>
                  </a:cubicBezTo>
                  <a:cubicBezTo>
                    <a:pt x="308" y="1258"/>
                    <a:pt x="314" y="1259"/>
                    <a:pt x="312" y="1251"/>
                  </a:cubicBezTo>
                  <a:cubicBezTo>
                    <a:pt x="332" y="1226"/>
                    <a:pt x="333" y="1221"/>
                    <a:pt x="334" y="1215"/>
                  </a:cubicBezTo>
                  <a:cubicBezTo>
                    <a:pt x="360" y="1186"/>
                    <a:pt x="360" y="1174"/>
                    <a:pt x="367" y="1170"/>
                  </a:cubicBezTo>
                  <a:cubicBezTo>
                    <a:pt x="400" y="1124"/>
                    <a:pt x="404" y="1118"/>
                    <a:pt x="410" y="1112"/>
                  </a:cubicBezTo>
                  <a:cubicBezTo>
                    <a:pt x="423" y="1096"/>
                    <a:pt x="424" y="1094"/>
                    <a:pt x="427" y="1094"/>
                  </a:cubicBezTo>
                  <a:cubicBezTo>
                    <a:pt x="449" y="1060"/>
                    <a:pt x="460" y="1065"/>
                    <a:pt x="457" y="1057"/>
                  </a:cubicBezTo>
                  <a:cubicBezTo>
                    <a:pt x="497" y="1018"/>
                    <a:pt x="528" y="1004"/>
                    <a:pt x="548" y="979"/>
                  </a:cubicBezTo>
                  <a:cubicBezTo>
                    <a:pt x="588" y="940"/>
                    <a:pt x="590" y="931"/>
                    <a:pt x="596" y="926"/>
                  </a:cubicBezTo>
                  <a:cubicBezTo>
                    <a:pt x="623" y="900"/>
                    <a:pt x="616" y="899"/>
                    <a:pt x="618" y="906"/>
                  </a:cubicBezTo>
                  <a:cubicBezTo>
                    <a:pt x="606" y="925"/>
                    <a:pt x="604" y="927"/>
                    <a:pt x="601" y="928"/>
                  </a:cubicBezTo>
                  <a:cubicBezTo>
                    <a:pt x="563" y="980"/>
                    <a:pt x="555" y="982"/>
                    <a:pt x="553" y="989"/>
                  </a:cubicBezTo>
                  <a:cubicBezTo>
                    <a:pt x="513" y="1021"/>
                    <a:pt x="511" y="1023"/>
                    <a:pt x="508" y="1024"/>
                  </a:cubicBezTo>
                  <a:cubicBezTo>
                    <a:pt x="476" y="1056"/>
                    <a:pt x="471" y="1060"/>
                    <a:pt x="465" y="1062"/>
                  </a:cubicBezTo>
                  <a:cubicBezTo>
                    <a:pt x="439" y="1098"/>
                    <a:pt x="432" y="1100"/>
                    <a:pt x="427" y="1104"/>
                  </a:cubicBezTo>
                  <a:cubicBezTo>
                    <a:pt x="413" y="1124"/>
                    <a:pt x="407" y="1124"/>
                    <a:pt x="407" y="1132"/>
                  </a:cubicBezTo>
                  <a:cubicBezTo>
                    <a:pt x="374" y="1182"/>
                    <a:pt x="363" y="1186"/>
                    <a:pt x="359" y="1198"/>
                  </a:cubicBezTo>
                  <a:cubicBezTo>
                    <a:pt x="344" y="1221"/>
                    <a:pt x="342" y="1223"/>
                    <a:pt x="342" y="1225"/>
                  </a:cubicBezTo>
                  <a:cubicBezTo>
                    <a:pt x="314" y="1273"/>
                    <a:pt x="309" y="1276"/>
                    <a:pt x="309" y="1283"/>
                  </a:cubicBezTo>
                  <a:cubicBezTo>
                    <a:pt x="299" y="1304"/>
                    <a:pt x="294" y="1306"/>
                    <a:pt x="294" y="1313"/>
                  </a:cubicBezTo>
                  <a:cubicBezTo>
                    <a:pt x="281" y="1340"/>
                    <a:pt x="281" y="1342"/>
                    <a:pt x="279" y="1341"/>
                  </a:cubicBezTo>
                  <a:cubicBezTo>
                    <a:pt x="272" y="1377"/>
                    <a:pt x="264" y="1384"/>
                    <a:pt x="266" y="1402"/>
                  </a:cubicBezTo>
                  <a:cubicBezTo>
                    <a:pt x="266" y="1422"/>
                    <a:pt x="267" y="1407"/>
                    <a:pt x="274" y="1399"/>
                  </a:cubicBezTo>
                  <a:cubicBezTo>
                    <a:pt x="295" y="1345"/>
                    <a:pt x="300" y="1321"/>
                    <a:pt x="314" y="1306"/>
                  </a:cubicBezTo>
                  <a:cubicBezTo>
                    <a:pt x="332" y="1263"/>
                    <a:pt x="339" y="1255"/>
                    <a:pt x="347" y="1248"/>
                  </a:cubicBezTo>
                  <a:cubicBezTo>
                    <a:pt x="384" y="1190"/>
                    <a:pt x="386" y="1184"/>
                    <a:pt x="392" y="1182"/>
                  </a:cubicBezTo>
                  <a:cubicBezTo>
                    <a:pt x="430" y="1138"/>
                    <a:pt x="434" y="1127"/>
                    <a:pt x="445" y="1122"/>
                  </a:cubicBezTo>
                  <a:cubicBezTo>
                    <a:pt x="500" y="1074"/>
                    <a:pt x="508" y="1067"/>
                    <a:pt x="515" y="1059"/>
                  </a:cubicBezTo>
                  <a:cubicBezTo>
                    <a:pt x="543" y="1027"/>
                    <a:pt x="554" y="1024"/>
                    <a:pt x="558" y="1014"/>
                  </a:cubicBezTo>
                  <a:cubicBezTo>
                    <a:pt x="546" y="1032"/>
                    <a:pt x="548" y="1039"/>
                    <a:pt x="545" y="1041"/>
                  </a:cubicBezTo>
                  <a:cubicBezTo>
                    <a:pt x="519" y="1066"/>
                    <a:pt x="517" y="1068"/>
                    <a:pt x="515" y="1072"/>
                  </a:cubicBezTo>
                  <a:cubicBezTo>
                    <a:pt x="498" y="1090"/>
                    <a:pt x="490" y="1087"/>
                    <a:pt x="490" y="1092"/>
                  </a:cubicBezTo>
                  <a:cubicBezTo>
                    <a:pt x="467" y="1109"/>
                    <a:pt x="464" y="1117"/>
                    <a:pt x="457" y="1120"/>
                  </a:cubicBezTo>
                  <a:cubicBezTo>
                    <a:pt x="439" y="1141"/>
                    <a:pt x="434" y="1146"/>
                    <a:pt x="430" y="1152"/>
                  </a:cubicBezTo>
                  <a:cubicBezTo>
                    <a:pt x="407" y="1180"/>
                    <a:pt x="396" y="1189"/>
                    <a:pt x="389" y="1203"/>
                  </a:cubicBezTo>
                  <a:cubicBezTo>
                    <a:pt x="340" y="1277"/>
                    <a:pt x="340" y="1283"/>
                    <a:pt x="334" y="1283"/>
                  </a:cubicBezTo>
                  <a:cubicBezTo>
                    <a:pt x="311" y="1324"/>
                    <a:pt x="312" y="1337"/>
                    <a:pt x="304" y="1341"/>
                  </a:cubicBezTo>
                  <a:cubicBezTo>
                    <a:pt x="283" y="1403"/>
                    <a:pt x="280" y="1411"/>
                    <a:pt x="276" y="1419"/>
                  </a:cubicBezTo>
                  <a:cubicBezTo>
                    <a:pt x="267" y="1456"/>
                    <a:pt x="262" y="1466"/>
                    <a:pt x="264" y="1469"/>
                  </a:cubicBezTo>
                  <a:cubicBezTo>
                    <a:pt x="279" y="1429"/>
                    <a:pt x="286" y="1428"/>
                    <a:pt x="284" y="1419"/>
                  </a:cubicBezTo>
                  <a:cubicBezTo>
                    <a:pt x="311" y="1363"/>
                    <a:pt x="316" y="1353"/>
                    <a:pt x="322" y="1344"/>
                  </a:cubicBezTo>
                  <a:cubicBezTo>
                    <a:pt x="341" y="1299"/>
                    <a:pt x="344" y="1299"/>
                    <a:pt x="347" y="1298"/>
                  </a:cubicBezTo>
                  <a:cubicBezTo>
                    <a:pt x="377" y="1253"/>
                    <a:pt x="377" y="1246"/>
                    <a:pt x="382" y="1243"/>
                  </a:cubicBezTo>
                  <a:cubicBezTo>
                    <a:pt x="470" y="1149"/>
                    <a:pt x="469" y="1136"/>
                    <a:pt x="480" y="1135"/>
                  </a:cubicBezTo>
                  <a:cubicBezTo>
                    <a:pt x="514" y="1093"/>
                    <a:pt x="525" y="1097"/>
                    <a:pt x="523" y="1089"/>
                  </a:cubicBezTo>
                  <a:cubicBezTo>
                    <a:pt x="569" y="1039"/>
                    <a:pt x="577" y="1036"/>
                    <a:pt x="581" y="1029"/>
                  </a:cubicBezTo>
                  <a:cubicBezTo>
                    <a:pt x="617" y="976"/>
                    <a:pt x="617" y="985"/>
                    <a:pt x="613" y="989"/>
                  </a:cubicBezTo>
                  <a:cubicBezTo>
                    <a:pt x="598" y="1018"/>
                    <a:pt x="597" y="1023"/>
                    <a:pt x="596" y="1029"/>
                  </a:cubicBezTo>
                  <a:cubicBezTo>
                    <a:pt x="570" y="1050"/>
                    <a:pt x="572" y="1056"/>
                    <a:pt x="568" y="1057"/>
                  </a:cubicBezTo>
                  <a:cubicBezTo>
                    <a:pt x="549" y="1084"/>
                    <a:pt x="545" y="1084"/>
                    <a:pt x="545" y="1089"/>
                  </a:cubicBezTo>
                  <a:cubicBezTo>
                    <a:pt x="517" y="1111"/>
                    <a:pt x="509" y="1114"/>
                    <a:pt x="505" y="1122"/>
                  </a:cubicBezTo>
                  <a:cubicBezTo>
                    <a:pt x="448" y="1187"/>
                    <a:pt x="435" y="1186"/>
                    <a:pt x="435" y="1198"/>
                  </a:cubicBezTo>
                  <a:cubicBezTo>
                    <a:pt x="358" y="1294"/>
                    <a:pt x="359" y="1303"/>
                    <a:pt x="352" y="1303"/>
                  </a:cubicBezTo>
                  <a:cubicBezTo>
                    <a:pt x="338" y="1342"/>
                    <a:pt x="332" y="1344"/>
                    <a:pt x="329" y="1349"/>
                  </a:cubicBezTo>
                  <a:cubicBezTo>
                    <a:pt x="294" y="1419"/>
                    <a:pt x="294" y="1435"/>
                    <a:pt x="287" y="1442"/>
                  </a:cubicBezTo>
                  <a:cubicBezTo>
                    <a:pt x="275" y="1485"/>
                    <a:pt x="278" y="1489"/>
                    <a:pt x="279" y="1495"/>
                  </a:cubicBezTo>
                  <a:cubicBezTo>
                    <a:pt x="284" y="1538"/>
                    <a:pt x="280" y="1529"/>
                    <a:pt x="282" y="1525"/>
                  </a:cubicBezTo>
                  <a:cubicBezTo>
                    <a:pt x="295" y="1474"/>
                    <a:pt x="302" y="1461"/>
                    <a:pt x="307" y="1447"/>
                  </a:cubicBezTo>
                  <a:cubicBezTo>
                    <a:pt x="319" y="1424"/>
                    <a:pt x="316" y="1416"/>
                    <a:pt x="319" y="1414"/>
                  </a:cubicBezTo>
                  <a:cubicBezTo>
                    <a:pt x="344" y="1364"/>
                    <a:pt x="347" y="1363"/>
                    <a:pt x="347" y="1359"/>
                  </a:cubicBezTo>
                  <a:cubicBezTo>
                    <a:pt x="359" y="1339"/>
                    <a:pt x="361" y="1336"/>
                    <a:pt x="362" y="1334"/>
                  </a:cubicBezTo>
                  <a:cubicBezTo>
                    <a:pt x="386" y="1299"/>
                    <a:pt x="387" y="1292"/>
                    <a:pt x="392" y="1288"/>
                  </a:cubicBezTo>
                  <a:cubicBezTo>
                    <a:pt x="420" y="1249"/>
                    <a:pt x="427" y="1239"/>
                    <a:pt x="435" y="1230"/>
                  </a:cubicBezTo>
                  <a:cubicBezTo>
                    <a:pt x="468" y="1194"/>
                    <a:pt x="469" y="1191"/>
                    <a:pt x="473" y="1190"/>
                  </a:cubicBezTo>
                  <a:cubicBezTo>
                    <a:pt x="499" y="1158"/>
                    <a:pt x="504" y="1154"/>
                    <a:pt x="508" y="1150"/>
                  </a:cubicBezTo>
                  <a:cubicBezTo>
                    <a:pt x="538" y="1112"/>
                    <a:pt x="545" y="1102"/>
                    <a:pt x="553" y="1092"/>
                  </a:cubicBezTo>
                  <a:cubicBezTo>
                    <a:pt x="577" y="1069"/>
                    <a:pt x="569" y="1068"/>
                    <a:pt x="568" y="1074"/>
                  </a:cubicBezTo>
                  <a:cubicBezTo>
                    <a:pt x="540" y="1125"/>
                    <a:pt x="527" y="1138"/>
                    <a:pt x="518" y="1152"/>
                  </a:cubicBezTo>
                  <a:cubicBezTo>
                    <a:pt x="491" y="1186"/>
                    <a:pt x="486" y="1188"/>
                    <a:pt x="483" y="1190"/>
                  </a:cubicBezTo>
                  <a:cubicBezTo>
                    <a:pt x="445" y="1238"/>
                    <a:pt x="436" y="1241"/>
                    <a:pt x="432" y="1250"/>
                  </a:cubicBezTo>
                  <a:cubicBezTo>
                    <a:pt x="381" y="1320"/>
                    <a:pt x="378" y="1330"/>
                    <a:pt x="372" y="1336"/>
                  </a:cubicBezTo>
                  <a:cubicBezTo>
                    <a:pt x="342" y="1391"/>
                    <a:pt x="337" y="1398"/>
                    <a:pt x="332" y="1404"/>
                  </a:cubicBezTo>
                  <a:cubicBezTo>
                    <a:pt x="297" y="1512"/>
                    <a:pt x="299" y="1511"/>
                    <a:pt x="297" y="1517"/>
                  </a:cubicBezTo>
                  <a:cubicBezTo>
                    <a:pt x="285" y="1562"/>
                    <a:pt x="292" y="1562"/>
                    <a:pt x="292" y="1570"/>
                  </a:cubicBezTo>
                  <a:cubicBezTo>
                    <a:pt x="308" y="1526"/>
                    <a:pt x="315" y="1528"/>
                    <a:pt x="312" y="1520"/>
                  </a:cubicBezTo>
                  <a:cubicBezTo>
                    <a:pt x="334" y="1475"/>
                    <a:pt x="332" y="1464"/>
                    <a:pt x="339" y="1462"/>
                  </a:cubicBezTo>
                  <a:cubicBezTo>
                    <a:pt x="371" y="1397"/>
                    <a:pt x="376" y="1392"/>
                    <a:pt x="380" y="1386"/>
                  </a:cubicBezTo>
                  <a:cubicBezTo>
                    <a:pt x="418" y="1328"/>
                    <a:pt x="420" y="1321"/>
                    <a:pt x="425" y="1316"/>
                  </a:cubicBezTo>
                  <a:cubicBezTo>
                    <a:pt x="441" y="1283"/>
                    <a:pt x="447" y="1285"/>
                    <a:pt x="447" y="1281"/>
                  </a:cubicBezTo>
                  <a:cubicBezTo>
                    <a:pt x="479" y="1240"/>
                    <a:pt x="484" y="1230"/>
                    <a:pt x="493" y="1225"/>
                  </a:cubicBezTo>
                  <a:cubicBezTo>
                    <a:pt x="510" y="1208"/>
                    <a:pt x="509" y="1213"/>
                    <a:pt x="513" y="1213"/>
                  </a:cubicBezTo>
                  <a:cubicBezTo>
                    <a:pt x="523" y="1194"/>
                    <a:pt x="525" y="1193"/>
                    <a:pt x="525" y="1190"/>
                  </a:cubicBezTo>
                  <a:cubicBezTo>
                    <a:pt x="562" y="1144"/>
                    <a:pt x="564" y="1140"/>
                    <a:pt x="563" y="1135"/>
                  </a:cubicBezTo>
                  <a:cubicBezTo>
                    <a:pt x="582" y="1095"/>
                    <a:pt x="589" y="1084"/>
                    <a:pt x="596" y="1072"/>
                  </a:cubicBezTo>
                  <a:cubicBezTo>
                    <a:pt x="579" y="1116"/>
                    <a:pt x="576" y="1130"/>
                    <a:pt x="571" y="1142"/>
                  </a:cubicBezTo>
                  <a:cubicBezTo>
                    <a:pt x="549" y="1177"/>
                    <a:pt x="552" y="1188"/>
                    <a:pt x="545" y="1190"/>
                  </a:cubicBezTo>
                  <a:cubicBezTo>
                    <a:pt x="519" y="1245"/>
                    <a:pt x="511" y="1246"/>
                    <a:pt x="513" y="1255"/>
                  </a:cubicBezTo>
                  <a:cubicBezTo>
                    <a:pt x="489" y="1289"/>
                    <a:pt x="487" y="1295"/>
                    <a:pt x="485" y="1301"/>
                  </a:cubicBezTo>
                  <a:cubicBezTo>
                    <a:pt x="460" y="1334"/>
                    <a:pt x="463" y="1345"/>
                    <a:pt x="458" y="1349"/>
                  </a:cubicBezTo>
                  <a:cubicBezTo>
                    <a:pt x="437" y="1384"/>
                    <a:pt x="437" y="1392"/>
                    <a:pt x="432" y="1396"/>
                  </a:cubicBezTo>
                  <a:cubicBezTo>
                    <a:pt x="427" y="1433"/>
                    <a:pt x="425" y="1426"/>
                    <a:pt x="427" y="1424"/>
                  </a:cubicBezTo>
                  <a:cubicBezTo>
                    <a:pt x="443" y="1405"/>
                    <a:pt x="440" y="1397"/>
                    <a:pt x="445" y="1396"/>
                  </a:cubicBezTo>
                  <a:cubicBezTo>
                    <a:pt x="475" y="1348"/>
                    <a:pt x="476" y="1344"/>
                    <a:pt x="475" y="1338"/>
                  </a:cubicBezTo>
                  <a:cubicBezTo>
                    <a:pt x="497" y="1313"/>
                    <a:pt x="494" y="1305"/>
                    <a:pt x="498" y="1303"/>
                  </a:cubicBezTo>
                  <a:cubicBezTo>
                    <a:pt x="497" y="1315"/>
                    <a:pt x="494" y="1322"/>
                    <a:pt x="490" y="1328"/>
                  </a:cubicBezTo>
                  <a:cubicBezTo>
                    <a:pt x="462" y="1378"/>
                    <a:pt x="460" y="1382"/>
                    <a:pt x="460" y="1386"/>
                  </a:cubicBezTo>
                  <a:cubicBezTo>
                    <a:pt x="425" y="1445"/>
                    <a:pt x="428" y="1453"/>
                    <a:pt x="425" y="1454"/>
                  </a:cubicBezTo>
                  <a:cubicBezTo>
                    <a:pt x="405" y="1499"/>
                    <a:pt x="398" y="1512"/>
                    <a:pt x="392" y="1525"/>
                  </a:cubicBezTo>
                  <a:cubicBezTo>
                    <a:pt x="371" y="1599"/>
                    <a:pt x="365" y="1598"/>
                    <a:pt x="367" y="1605"/>
                  </a:cubicBezTo>
                  <a:cubicBezTo>
                    <a:pt x="354" y="1641"/>
                    <a:pt x="358" y="1653"/>
                    <a:pt x="352" y="1656"/>
                  </a:cubicBezTo>
                  <a:cubicBezTo>
                    <a:pt x="346" y="1759"/>
                    <a:pt x="343" y="1757"/>
                    <a:pt x="342" y="1754"/>
                  </a:cubicBezTo>
                  <a:cubicBezTo>
                    <a:pt x="349" y="1713"/>
                    <a:pt x="354" y="1702"/>
                    <a:pt x="357" y="1691"/>
                  </a:cubicBezTo>
                  <a:cubicBezTo>
                    <a:pt x="378" y="1637"/>
                    <a:pt x="375" y="1627"/>
                    <a:pt x="380" y="1625"/>
                  </a:cubicBezTo>
                  <a:cubicBezTo>
                    <a:pt x="393" y="1579"/>
                    <a:pt x="398" y="1569"/>
                    <a:pt x="402" y="1560"/>
                  </a:cubicBezTo>
                  <a:cubicBezTo>
                    <a:pt x="415" y="1520"/>
                    <a:pt x="417" y="1514"/>
                    <a:pt x="422" y="1512"/>
                  </a:cubicBezTo>
                  <a:cubicBezTo>
                    <a:pt x="438" y="1477"/>
                    <a:pt x="435" y="1466"/>
                    <a:pt x="440" y="1464"/>
                  </a:cubicBezTo>
                  <a:cubicBezTo>
                    <a:pt x="491" y="1374"/>
                    <a:pt x="493" y="1369"/>
                    <a:pt x="493" y="1361"/>
                  </a:cubicBezTo>
                  <a:cubicBezTo>
                    <a:pt x="533" y="1307"/>
                    <a:pt x="537" y="1281"/>
                    <a:pt x="551" y="1265"/>
                  </a:cubicBezTo>
                  <a:cubicBezTo>
                    <a:pt x="567" y="1213"/>
                    <a:pt x="572" y="1200"/>
                    <a:pt x="576" y="1187"/>
                  </a:cubicBezTo>
                  <a:cubicBezTo>
                    <a:pt x="570" y="1224"/>
                    <a:pt x="567" y="1232"/>
                    <a:pt x="566" y="1243"/>
                  </a:cubicBezTo>
                  <a:cubicBezTo>
                    <a:pt x="527" y="1322"/>
                    <a:pt x="522" y="1329"/>
                    <a:pt x="520" y="1338"/>
                  </a:cubicBezTo>
                  <a:cubicBezTo>
                    <a:pt x="499" y="1364"/>
                    <a:pt x="499" y="1376"/>
                    <a:pt x="493" y="1381"/>
                  </a:cubicBezTo>
                  <a:cubicBezTo>
                    <a:pt x="498" y="1392"/>
                    <a:pt x="498" y="1398"/>
                    <a:pt x="498" y="1404"/>
                  </a:cubicBezTo>
                  <a:cubicBezTo>
                    <a:pt x="532" y="1330"/>
                    <a:pt x="532" y="1345"/>
                    <a:pt x="528" y="1343"/>
                  </a:cubicBezTo>
                  <a:cubicBezTo>
                    <a:pt x="511" y="1391"/>
                    <a:pt x="508" y="1400"/>
                    <a:pt x="505" y="1409"/>
                  </a:cubicBezTo>
                  <a:cubicBezTo>
                    <a:pt x="497" y="1445"/>
                    <a:pt x="494" y="1455"/>
                    <a:pt x="493" y="1467"/>
                  </a:cubicBezTo>
                  <a:cubicBezTo>
                    <a:pt x="496" y="1535"/>
                    <a:pt x="492" y="1549"/>
                    <a:pt x="490" y="1567"/>
                  </a:cubicBezTo>
                  <a:cubicBezTo>
                    <a:pt x="476" y="1593"/>
                    <a:pt x="479" y="1606"/>
                    <a:pt x="473" y="1610"/>
                  </a:cubicBezTo>
                  <a:cubicBezTo>
                    <a:pt x="427" y="1706"/>
                    <a:pt x="422" y="1720"/>
                    <a:pt x="413" y="1731"/>
                  </a:cubicBezTo>
                  <a:cubicBezTo>
                    <a:pt x="408" y="1755"/>
                    <a:pt x="414" y="1746"/>
                    <a:pt x="415" y="1744"/>
                  </a:cubicBezTo>
                  <a:cubicBezTo>
                    <a:pt x="452" y="1724"/>
                    <a:pt x="461" y="1714"/>
                    <a:pt x="468" y="1718"/>
                  </a:cubicBezTo>
                  <a:cubicBezTo>
                    <a:pt x="439" y="1738"/>
                    <a:pt x="429" y="1744"/>
                    <a:pt x="423" y="1754"/>
                  </a:cubicBezTo>
                  <a:cubicBezTo>
                    <a:pt x="390" y="1807"/>
                    <a:pt x="394" y="1818"/>
                    <a:pt x="390" y="1819"/>
                  </a:cubicBezTo>
                  <a:cubicBezTo>
                    <a:pt x="387" y="1852"/>
                    <a:pt x="390" y="1857"/>
                    <a:pt x="393" y="1864"/>
                  </a:cubicBezTo>
                  <a:cubicBezTo>
                    <a:pt x="395" y="1893"/>
                    <a:pt x="401" y="1904"/>
                    <a:pt x="405" y="1917"/>
                  </a:cubicBezTo>
                  <a:cubicBezTo>
                    <a:pt x="418" y="1937"/>
                    <a:pt x="423" y="1944"/>
                    <a:pt x="418" y="1950"/>
                  </a:cubicBezTo>
                  <a:cubicBezTo>
                    <a:pt x="398" y="1927"/>
                    <a:pt x="390" y="1922"/>
                    <a:pt x="388" y="1912"/>
                  </a:cubicBezTo>
                  <a:cubicBezTo>
                    <a:pt x="371" y="1883"/>
                    <a:pt x="363" y="1883"/>
                    <a:pt x="357" y="1880"/>
                  </a:cubicBezTo>
                  <a:cubicBezTo>
                    <a:pt x="325" y="1849"/>
                    <a:pt x="317" y="1848"/>
                    <a:pt x="315" y="1842"/>
                  </a:cubicBezTo>
                  <a:cubicBezTo>
                    <a:pt x="284" y="1820"/>
                    <a:pt x="288" y="1832"/>
                    <a:pt x="299" y="1829"/>
                  </a:cubicBezTo>
                  <a:cubicBezTo>
                    <a:pt x="296" y="1823"/>
                    <a:pt x="286" y="1823"/>
                    <a:pt x="282" y="1817"/>
                  </a:cubicBezTo>
                  <a:cubicBezTo>
                    <a:pt x="235" y="1800"/>
                    <a:pt x="246" y="1796"/>
                    <a:pt x="252" y="1802"/>
                  </a:cubicBezTo>
                  <a:cubicBezTo>
                    <a:pt x="301" y="1810"/>
                    <a:pt x="324" y="1818"/>
                    <a:pt x="342" y="1829"/>
                  </a:cubicBezTo>
                  <a:cubicBezTo>
                    <a:pt x="332" y="1811"/>
                    <a:pt x="328" y="1807"/>
                    <a:pt x="325" y="1802"/>
                  </a:cubicBezTo>
                  <a:cubicBezTo>
                    <a:pt x="300" y="1767"/>
                    <a:pt x="291" y="1768"/>
                    <a:pt x="292" y="1759"/>
                  </a:cubicBezTo>
                  <a:cubicBezTo>
                    <a:pt x="254" y="1707"/>
                    <a:pt x="246" y="1698"/>
                    <a:pt x="239" y="1688"/>
                  </a:cubicBezTo>
                  <a:cubicBezTo>
                    <a:pt x="214" y="1649"/>
                    <a:pt x="204" y="1642"/>
                    <a:pt x="201" y="1628"/>
                  </a:cubicBezTo>
                  <a:cubicBezTo>
                    <a:pt x="178" y="1567"/>
                    <a:pt x="173" y="1562"/>
                    <a:pt x="168" y="1558"/>
                  </a:cubicBezTo>
                  <a:cubicBezTo>
                    <a:pt x="153" y="1520"/>
                    <a:pt x="151" y="1514"/>
                    <a:pt x="146" y="1512"/>
                  </a:cubicBezTo>
                  <a:cubicBezTo>
                    <a:pt x="133" y="1472"/>
                    <a:pt x="123" y="1469"/>
                    <a:pt x="123" y="1457"/>
                  </a:cubicBezTo>
                  <a:cubicBezTo>
                    <a:pt x="108" y="1419"/>
                    <a:pt x="98" y="1416"/>
                    <a:pt x="100" y="1402"/>
                  </a:cubicBezTo>
                  <a:cubicBezTo>
                    <a:pt x="109" y="1417"/>
                    <a:pt x="115" y="1416"/>
                    <a:pt x="113" y="1424"/>
                  </a:cubicBezTo>
                  <a:cubicBezTo>
                    <a:pt x="141" y="1468"/>
                    <a:pt x="143" y="1471"/>
                    <a:pt x="146" y="1475"/>
                  </a:cubicBezTo>
                  <a:cubicBezTo>
                    <a:pt x="184" y="1527"/>
                    <a:pt x="192" y="1530"/>
                    <a:pt x="196" y="1537"/>
                  </a:cubicBezTo>
                  <a:cubicBezTo>
                    <a:pt x="219" y="1559"/>
                    <a:pt x="223" y="1568"/>
                    <a:pt x="231" y="1573"/>
                  </a:cubicBezTo>
                  <a:cubicBezTo>
                    <a:pt x="246" y="1588"/>
                    <a:pt x="247" y="1590"/>
                    <a:pt x="249" y="1590"/>
                  </a:cubicBezTo>
                  <a:cubicBezTo>
                    <a:pt x="274" y="1624"/>
                    <a:pt x="278" y="1626"/>
                    <a:pt x="282" y="1628"/>
                  </a:cubicBezTo>
                  <a:cubicBezTo>
                    <a:pt x="265" y="1589"/>
                    <a:pt x="257" y="1590"/>
                    <a:pt x="259" y="1580"/>
                  </a:cubicBezTo>
                  <a:cubicBezTo>
                    <a:pt x="203" y="1511"/>
                    <a:pt x="196" y="1509"/>
                    <a:pt x="193" y="1502"/>
                  </a:cubicBezTo>
                  <a:cubicBezTo>
                    <a:pt x="172" y="1477"/>
                    <a:pt x="168" y="1477"/>
                    <a:pt x="168" y="1472"/>
                  </a:cubicBezTo>
                  <a:cubicBezTo>
                    <a:pt x="147" y="1441"/>
                    <a:pt x="145" y="1442"/>
                    <a:pt x="146" y="1439"/>
                  </a:cubicBezTo>
                  <a:cubicBezTo>
                    <a:pt x="127" y="1411"/>
                    <a:pt x="130" y="1404"/>
                    <a:pt x="125" y="1404"/>
                  </a:cubicBezTo>
                  <a:cubicBezTo>
                    <a:pt x="102" y="1363"/>
                    <a:pt x="100" y="1355"/>
                    <a:pt x="95" y="1351"/>
                  </a:cubicBezTo>
                  <a:cubicBezTo>
                    <a:pt x="61" y="1229"/>
                    <a:pt x="62" y="1234"/>
                    <a:pt x="62" y="1241"/>
                  </a:cubicBezTo>
                  <a:cubicBezTo>
                    <a:pt x="80" y="1283"/>
                    <a:pt x="77" y="1293"/>
                    <a:pt x="83" y="1293"/>
                  </a:cubicBezTo>
                  <a:cubicBezTo>
                    <a:pt x="100" y="1336"/>
                    <a:pt x="98" y="1345"/>
                    <a:pt x="105" y="1344"/>
                  </a:cubicBezTo>
                  <a:cubicBezTo>
                    <a:pt x="128" y="1387"/>
                    <a:pt x="129" y="1398"/>
                    <a:pt x="135" y="1404"/>
                  </a:cubicBezTo>
                  <a:cubicBezTo>
                    <a:pt x="148" y="1422"/>
                    <a:pt x="148" y="1425"/>
                    <a:pt x="148" y="1427"/>
                  </a:cubicBezTo>
                  <a:cubicBezTo>
                    <a:pt x="176" y="1460"/>
                    <a:pt x="173" y="1469"/>
                    <a:pt x="178" y="1470"/>
                  </a:cubicBezTo>
                  <a:cubicBezTo>
                    <a:pt x="203" y="1506"/>
                    <a:pt x="213" y="1502"/>
                    <a:pt x="211" y="1510"/>
                  </a:cubicBezTo>
                  <a:cubicBezTo>
                    <a:pt x="240" y="1542"/>
                    <a:pt x="244" y="1544"/>
                    <a:pt x="244" y="1550"/>
                  </a:cubicBezTo>
                  <a:cubicBezTo>
                    <a:pt x="270" y="1548"/>
                    <a:pt x="267" y="1546"/>
                    <a:pt x="264" y="1545"/>
                  </a:cubicBezTo>
                  <a:cubicBezTo>
                    <a:pt x="251" y="1520"/>
                    <a:pt x="247" y="1516"/>
                    <a:pt x="249" y="1507"/>
                  </a:cubicBezTo>
                  <a:cubicBezTo>
                    <a:pt x="229" y="1481"/>
                    <a:pt x="225" y="1479"/>
                    <a:pt x="221" y="1477"/>
                  </a:cubicBezTo>
                  <a:cubicBezTo>
                    <a:pt x="196" y="1426"/>
                    <a:pt x="189" y="1427"/>
                    <a:pt x="188" y="1422"/>
                  </a:cubicBezTo>
                  <a:cubicBezTo>
                    <a:pt x="166" y="1386"/>
                    <a:pt x="161" y="1384"/>
                    <a:pt x="161" y="1379"/>
                  </a:cubicBezTo>
                  <a:cubicBezTo>
                    <a:pt x="153" y="1363"/>
                    <a:pt x="149" y="1362"/>
                    <a:pt x="151" y="1354"/>
                  </a:cubicBezTo>
                  <a:cubicBezTo>
                    <a:pt x="119" y="1295"/>
                    <a:pt x="118" y="1290"/>
                    <a:pt x="113" y="1288"/>
                  </a:cubicBezTo>
                  <a:cubicBezTo>
                    <a:pt x="97" y="1255"/>
                    <a:pt x="100" y="1245"/>
                    <a:pt x="95" y="1243"/>
                  </a:cubicBezTo>
                  <a:cubicBezTo>
                    <a:pt x="70" y="1172"/>
                    <a:pt x="70" y="1159"/>
                    <a:pt x="62" y="1153"/>
                  </a:cubicBezTo>
                  <a:cubicBezTo>
                    <a:pt x="55" y="1121"/>
                    <a:pt x="45" y="1115"/>
                    <a:pt x="52" y="1112"/>
                  </a:cubicBezTo>
                  <a:cubicBezTo>
                    <a:pt x="42" y="1090"/>
                    <a:pt x="43" y="1087"/>
                    <a:pt x="42" y="1085"/>
                  </a:cubicBezTo>
                  <a:cubicBezTo>
                    <a:pt x="59" y="1118"/>
                    <a:pt x="61" y="1122"/>
                    <a:pt x="60" y="1127"/>
                  </a:cubicBezTo>
                  <a:cubicBezTo>
                    <a:pt x="83" y="1168"/>
                    <a:pt x="78" y="1179"/>
                    <a:pt x="85" y="1178"/>
                  </a:cubicBezTo>
                  <a:cubicBezTo>
                    <a:pt x="124" y="1262"/>
                    <a:pt x="134" y="1265"/>
                    <a:pt x="135" y="1276"/>
                  </a:cubicBezTo>
                  <a:cubicBezTo>
                    <a:pt x="156" y="1299"/>
                    <a:pt x="155" y="1305"/>
                    <a:pt x="161" y="1306"/>
                  </a:cubicBezTo>
                  <a:cubicBezTo>
                    <a:pt x="182" y="1344"/>
                    <a:pt x="191" y="1353"/>
                    <a:pt x="196" y="1366"/>
                  </a:cubicBezTo>
                  <a:cubicBezTo>
                    <a:pt x="224" y="1410"/>
                    <a:pt x="227" y="1424"/>
                    <a:pt x="236" y="1434"/>
                  </a:cubicBezTo>
                  <a:close/>
                  <a:moveTo>
                    <a:pt x="176" y="1565"/>
                  </a:moveTo>
                  <a:cubicBezTo>
                    <a:pt x="182" y="1568"/>
                    <a:pt x="180" y="1578"/>
                    <a:pt x="186" y="1580"/>
                  </a:cubicBezTo>
                  <a:cubicBezTo>
                    <a:pt x="184" y="1591"/>
                    <a:pt x="194" y="1591"/>
                    <a:pt x="194" y="1600"/>
                  </a:cubicBezTo>
                  <a:cubicBezTo>
                    <a:pt x="200" y="1612"/>
                    <a:pt x="206" y="1624"/>
                    <a:pt x="214" y="1633"/>
                  </a:cubicBezTo>
                  <a:cubicBezTo>
                    <a:pt x="215" y="1640"/>
                    <a:pt x="219" y="1645"/>
                    <a:pt x="224" y="1648"/>
                  </a:cubicBezTo>
                  <a:cubicBezTo>
                    <a:pt x="223" y="1658"/>
                    <a:pt x="232" y="1658"/>
                    <a:pt x="234" y="1666"/>
                  </a:cubicBezTo>
                  <a:cubicBezTo>
                    <a:pt x="240" y="1679"/>
                    <a:pt x="253" y="1684"/>
                    <a:pt x="257" y="1699"/>
                  </a:cubicBezTo>
                  <a:cubicBezTo>
                    <a:pt x="263" y="1700"/>
                    <a:pt x="262" y="1710"/>
                    <a:pt x="269" y="1711"/>
                  </a:cubicBezTo>
                  <a:cubicBezTo>
                    <a:pt x="268" y="1721"/>
                    <a:pt x="280" y="1719"/>
                    <a:pt x="279" y="1729"/>
                  </a:cubicBezTo>
                  <a:cubicBezTo>
                    <a:pt x="290" y="1736"/>
                    <a:pt x="296" y="1747"/>
                    <a:pt x="304" y="1756"/>
                  </a:cubicBezTo>
                  <a:cubicBezTo>
                    <a:pt x="310" y="1768"/>
                    <a:pt x="321" y="1775"/>
                    <a:pt x="327" y="1787"/>
                  </a:cubicBezTo>
                  <a:cubicBezTo>
                    <a:pt x="332" y="1791"/>
                    <a:pt x="334" y="1798"/>
                    <a:pt x="340" y="1802"/>
                  </a:cubicBezTo>
                  <a:cubicBezTo>
                    <a:pt x="340" y="1806"/>
                    <a:pt x="342" y="1808"/>
                    <a:pt x="345" y="1809"/>
                  </a:cubicBezTo>
                  <a:cubicBezTo>
                    <a:pt x="344" y="1812"/>
                    <a:pt x="352" y="1818"/>
                    <a:pt x="352" y="1812"/>
                  </a:cubicBezTo>
                  <a:cubicBezTo>
                    <a:pt x="345" y="1803"/>
                    <a:pt x="341" y="1791"/>
                    <a:pt x="337" y="1779"/>
                  </a:cubicBezTo>
                  <a:cubicBezTo>
                    <a:pt x="333" y="1767"/>
                    <a:pt x="322" y="1762"/>
                    <a:pt x="319" y="1749"/>
                  </a:cubicBezTo>
                  <a:cubicBezTo>
                    <a:pt x="311" y="1741"/>
                    <a:pt x="309" y="1727"/>
                    <a:pt x="299" y="1721"/>
                  </a:cubicBezTo>
                  <a:cubicBezTo>
                    <a:pt x="294" y="1710"/>
                    <a:pt x="284" y="1703"/>
                    <a:pt x="282" y="1688"/>
                  </a:cubicBezTo>
                  <a:cubicBezTo>
                    <a:pt x="273" y="1689"/>
                    <a:pt x="274" y="1681"/>
                    <a:pt x="269" y="1678"/>
                  </a:cubicBezTo>
                  <a:cubicBezTo>
                    <a:pt x="267" y="1672"/>
                    <a:pt x="260" y="1670"/>
                    <a:pt x="256" y="1666"/>
                  </a:cubicBezTo>
                  <a:cubicBezTo>
                    <a:pt x="257" y="1662"/>
                    <a:pt x="255" y="1660"/>
                    <a:pt x="254" y="1658"/>
                  </a:cubicBezTo>
                  <a:cubicBezTo>
                    <a:pt x="254" y="1654"/>
                    <a:pt x="248" y="1656"/>
                    <a:pt x="249" y="1651"/>
                  </a:cubicBezTo>
                  <a:cubicBezTo>
                    <a:pt x="242" y="1650"/>
                    <a:pt x="245" y="1640"/>
                    <a:pt x="236" y="1641"/>
                  </a:cubicBezTo>
                  <a:cubicBezTo>
                    <a:pt x="236" y="1638"/>
                    <a:pt x="236" y="1635"/>
                    <a:pt x="231" y="1636"/>
                  </a:cubicBezTo>
                  <a:cubicBezTo>
                    <a:pt x="231" y="1631"/>
                    <a:pt x="229" y="1629"/>
                    <a:pt x="226" y="1628"/>
                  </a:cubicBezTo>
                  <a:cubicBezTo>
                    <a:pt x="223" y="1623"/>
                    <a:pt x="218" y="1620"/>
                    <a:pt x="216" y="1613"/>
                  </a:cubicBezTo>
                  <a:cubicBezTo>
                    <a:pt x="209" y="1604"/>
                    <a:pt x="202" y="1595"/>
                    <a:pt x="196" y="1585"/>
                  </a:cubicBezTo>
                  <a:cubicBezTo>
                    <a:pt x="189" y="1576"/>
                    <a:pt x="185" y="1565"/>
                    <a:pt x="176" y="1558"/>
                  </a:cubicBezTo>
                  <a:cubicBezTo>
                    <a:pt x="176" y="1560"/>
                    <a:pt x="176" y="1563"/>
                    <a:pt x="176" y="1565"/>
                  </a:cubicBezTo>
                  <a:close/>
                  <a:moveTo>
                    <a:pt x="301" y="820"/>
                  </a:moveTo>
                  <a:cubicBezTo>
                    <a:pt x="302" y="810"/>
                    <a:pt x="310" y="806"/>
                    <a:pt x="311" y="795"/>
                  </a:cubicBezTo>
                  <a:cubicBezTo>
                    <a:pt x="358" y="743"/>
                    <a:pt x="361" y="735"/>
                    <a:pt x="366" y="730"/>
                  </a:cubicBezTo>
                  <a:cubicBezTo>
                    <a:pt x="397" y="702"/>
                    <a:pt x="399" y="697"/>
                    <a:pt x="402" y="694"/>
                  </a:cubicBezTo>
                  <a:cubicBezTo>
                    <a:pt x="437" y="662"/>
                    <a:pt x="439" y="659"/>
                    <a:pt x="442" y="657"/>
                  </a:cubicBezTo>
                  <a:cubicBezTo>
                    <a:pt x="480" y="626"/>
                    <a:pt x="475" y="615"/>
                    <a:pt x="485" y="619"/>
                  </a:cubicBezTo>
                  <a:cubicBezTo>
                    <a:pt x="521" y="575"/>
                    <a:pt x="530" y="573"/>
                    <a:pt x="535" y="566"/>
                  </a:cubicBezTo>
                  <a:cubicBezTo>
                    <a:pt x="554" y="538"/>
                    <a:pt x="566" y="538"/>
                    <a:pt x="568" y="528"/>
                  </a:cubicBezTo>
                  <a:cubicBezTo>
                    <a:pt x="581" y="513"/>
                    <a:pt x="584" y="512"/>
                    <a:pt x="583" y="508"/>
                  </a:cubicBezTo>
                  <a:cubicBezTo>
                    <a:pt x="609" y="476"/>
                    <a:pt x="605" y="465"/>
                    <a:pt x="613" y="468"/>
                  </a:cubicBezTo>
                  <a:cubicBezTo>
                    <a:pt x="604" y="479"/>
                    <a:pt x="593" y="475"/>
                    <a:pt x="595" y="483"/>
                  </a:cubicBezTo>
                  <a:cubicBezTo>
                    <a:pt x="573" y="503"/>
                    <a:pt x="570" y="506"/>
                    <a:pt x="568" y="510"/>
                  </a:cubicBezTo>
                  <a:cubicBezTo>
                    <a:pt x="482" y="577"/>
                    <a:pt x="482" y="583"/>
                    <a:pt x="477" y="584"/>
                  </a:cubicBezTo>
                  <a:cubicBezTo>
                    <a:pt x="464" y="596"/>
                    <a:pt x="458" y="596"/>
                    <a:pt x="457" y="601"/>
                  </a:cubicBezTo>
                  <a:cubicBezTo>
                    <a:pt x="421" y="633"/>
                    <a:pt x="418" y="642"/>
                    <a:pt x="412" y="649"/>
                  </a:cubicBezTo>
                  <a:cubicBezTo>
                    <a:pt x="371" y="689"/>
                    <a:pt x="369" y="694"/>
                    <a:pt x="366" y="697"/>
                  </a:cubicBezTo>
                  <a:cubicBezTo>
                    <a:pt x="338" y="737"/>
                    <a:pt x="331" y="742"/>
                    <a:pt x="326" y="750"/>
                  </a:cubicBezTo>
                  <a:cubicBezTo>
                    <a:pt x="309" y="785"/>
                    <a:pt x="297" y="788"/>
                    <a:pt x="296" y="803"/>
                  </a:cubicBezTo>
                  <a:cubicBezTo>
                    <a:pt x="266" y="851"/>
                    <a:pt x="266" y="857"/>
                    <a:pt x="266" y="863"/>
                  </a:cubicBezTo>
                  <a:close/>
                  <a:moveTo>
                    <a:pt x="318" y="526"/>
                  </a:moveTo>
                  <a:cubicBezTo>
                    <a:pt x="319" y="522"/>
                    <a:pt x="318" y="516"/>
                    <a:pt x="316" y="521"/>
                  </a:cubicBezTo>
                  <a:cubicBezTo>
                    <a:pt x="316" y="524"/>
                    <a:pt x="317" y="530"/>
                    <a:pt x="318" y="526"/>
                  </a:cubicBezTo>
                  <a:close/>
                  <a:moveTo>
                    <a:pt x="321" y="662"/>
                  </a:moveTo>
                  <a:cubicBezTo>
                    <a:pt x="322" y="667"/>
                    <a:pt x="309" y="673"/>
                    <a:pt x="316" y="677"/>
                  </a:cubicBezTo>
                  <a:cubicBezTo>
                    <a:pt x="320" y="673"/>
                    <a:pt x="322" y="665"/>
                    <a:pt x="326" y="662"/>
                  </a:cubicBezTo>
                  <a:cubicBezTo>
                    <a:pt x="326" y="656"/>
                    <a:pt x="338" y="651"/>
                    <a:pt x="331" y="647"/>
                  </a:cubicBezTo>
                  <a:cubicBezTo>
                    <a:pt x="328" y="652"/>
                    <a:pt x="325" y="658"/>
                    <a:pt x="321" y="662"/>
                  </a:cubicBezTo>
                  <a:close/>
                  <a:moveTo>
                    <a:pt x="276" y="745"/>
                  </a:moveTo>
                  <a:cubicBezTo>
                    <a:pt x="274" y="736"/>
                    <a:pt x="283" y="730"/>
                    <a:pt x="273" y="727"/>
                  </a:cubicBezTo>
                  <a:cubicBezTo>
                    <a:pt x="275" y="732"/>
                    <a:pt x="270" y="744"/>
                    <a:pt x="276" y="745"/>
                  </a:cubicBezTo>
                  <a:close/>
                  <a:moveTo>
                    <a:pt x="276" y="793"/>
                  </a:moveTo>
                  <a:cubicBezTo>
                    <a:pt x="277" y="785"/>
                    <a:pt x="285" y="771"/>
                    <a:pt x="278" y="765"/>
                  </a:cubicBezTo>
                  <a:cubicBezTo>
                    <a:pt x="281" y="776"/>
                    <a:pt x="270" y="787"/>
                    <a:pt x="276" y="793"/>
                  </a:cubicBezTo>
                  <a:close/>
                  <a:moveTo>
                    <a:pt x="271" y="830"/>
                  </a:moveTo>
                  <a:cubicBezTo>
                    <a:pt x="268" y="819"/>
                    <a:pt x="285" y="812"/>
                    <a:pt x="273" y="808"/>
                  </a:cubicBezTo>
                  <a:cubicBezTo>
                    <a:pt x="277" y="818"/>
                    <a:pt x="262" y="823"/>
                    <a:pt x="271" y="830"/>
                  </a:cubicBezTo>
                  <a:close/>
                  <a:moveTo>
                    <a:pt x="70" y="883"/>
                  </a:moveTo>
                  <a:cubicBezTo>
                    <a:pt x="75" y="887"/>
                    <a:pt x="73" y="896"/>
                    <a:pt x="77" y="901"/>
                  </a:cubicBezTo>
                  <a:cubicBezTo>
                    <a:pt x="117" y="1000"/>
                    <a:pt x="122" y="1004"/>
                    <a:pt x="123" y="1012"/>
                  </a:cubicBezTo>
                  <a:cubicBezTo>
                    <a:pt x="141" y="1040"/>
                    <a:pt x="140" y="1043"/>
                    <a:pt x="140" y="1044"/>
                  </a:cubicBezTo>
                  <a:cubicBezTo>
                    <a:pt x="173" y="1100"/>
                    <a:pt x="181" y="1101"/>
                    <a:pt x="181" y="1110"/>
                  </a:cubicBezTo>
                  <a:cubicBezTo>
                    <a:pt x="212" y="1160"/>
                    <a:pt x="210" y="1167"/>
                    <a:pt x="213" y="1168"/>
                  </a:cubicBezTo>
                  <a:cubicBezTo>
                    <a:pt x="227" y="1183"/>
                    <a:pt x="222" y="1175"/>
                    <a:pt x="218" y="1168"/>
                  </a:cubicBezTo>
                  <a:cubicBezTo>
                    <a:pt x="214" y="1136"/>
                    <a:pt x="209" y="1137"/>
                    <a:pt x="211" y="1130"/>
                  </a:cubicBezTo>
                  <a:cubicBezTo>
                    <a:pt x="190" y="1087"/>
                    <a:pt x="191" y="1077"/>
                    <a:pt x="186" y="1072"/>
                  </a:cubicBezTo>
                  <a:cubicBezTo>
                    <a:pt x="164" y="1046"/>
                    <a:pt x="172" y="1032"/>
                    <a:pt x="165" y="1034"/>
                  </a:cubicBezTo>
                  <a:cubicBezTo>
                    <a:pt x="130" y="971"/>
                    <a:pt x="123" y="968"/>
                    <a:pt x="123" y="959"/>
                  </a:cubicBezTo>
                  <a:cubicBezTo>
                    <a:pt x="98" y="914"/>
                    <a:pt x="92" y="910"/>
                    <a:pt x="90" y="903"/>
                  </a:cubicBezTo>
                  <a:cubicBezTo>
                    <a:pt x="61" y="859"/>
                    <a:pt x="68" y="868"/>
                    <a:pt x="70" y="883"/>
                  </a:cubicBezTo>
                  <a:close/>
                  <a:moveTo>
                    <a:pt x="266" y="976"/>
                  </a:moveTo>
                  <a:cubicBezTo>
                    <a:pt x="265" y="972"/>
                    <a:pt x="269" y="971"/>
                    <a:pt x="269" y="966"/>
                  </a:cubicBezTo>
                  <a:cubicBezTo>
                    <a:pt x="272" y="966"/>
                    <a:pt x="270" y="959"/>
                    <a:pt x="269" y="964"/>
                  </a:cubicBezTo>
                  <a:cubicBezTo>
                    <a:pt x="266" y="966"/>
                    <a:pt x="260" y="982"/>
                    <a:pt x="266" y="976"/>
                  </a:cubicBezTo>
                  <a:close/>
                  <a:moveTo>
                    <a:pt x="246" y="996"/>
                  </a:moveTo>
                  <a:cubicBezTo>
                    <a:pt x="243" y="988"/>
                    <a:pt x="256" y="983"/>
                    <a:pt x="248" y="979"/>
                  </a:cubicBezTo>
                  <a:cubicBezTo>
                    <a:pt x="246" y="981"/>
                    <a:pt x="239" y="993"/>
                    <a:pt x="246" y="996"/>
                  </a:cubicBezTo>
                  <a:close/>
                  <a:moveTo>
                    <a:pt x="62" y="1039"/>
                  </a:moveTo>
                  <a:cubicBezTo>
                    <a:pt x="61" y="1036"/>
                    <a:pt x="60" y="1034"/>
                    <a:pt x="57" y="1032"/>
                  </a:cubicBezTo>
                  <a:cubicBezTo>
                    <a:pt x="57" y="1035"/>
                    <a:pt x="61" y="1046"/>
                    <a:pt x="62" y="1039"/>
                  </a:cubicBezTo>
                  <a:close/>
                  <a:moveTo>
                    <a:pt x="77" y="1095"/>
                  </a:moveTo>
                  <a:cubicBezTo>
                    <a:pt x="82" y="1101"/>
                    <a:pt x="83" y="1111"/>
                    <a:pt x="87" y="1117"/>
                  </a:cubicBezTo>
                  <a:cubicBezTo>
                    <a:pt x="124" y="1184"/>
                    <a:pt x="126" y="1187"/>
                    <a:pt x="128" y="1190"/>
                  </a:cubicBezTo>
                  <a:cubicBezTo>
                    <a:pt x="146" y="1213"/>
                    <a:pt x="141" y="1224"/>
                    <a:pt x="145" y="1225"/>
                  </a:cubicBezTo>
                  <a:cubicBezTo>
                    <a:pt x="170" y="1271"/>
                    <a:pt x="171" y="1275"/>
                    <a:pt x="176" y="1276"/>
                  </a:cubicBezTo>
                  <a:cubicBezTo>
                    <a:pt x="198" y="1315"/>
                    <a:pt x="204" y="1320"/>
                    <a:pt x="206" y="1329"/>
                  </a:cubicBezTo>
                  <a:cubicBezTo>
                    <a:pt x="220" y="1358"/>
                    <a:pt x="231" y="1358"/>
                    <a:pt x="229" y="1371"/>
                  </a:cubicBezTo>
                  <a:cubicBezTo>
                    <a:pt x="241" y="1386"/>
                    <a:pt x="240" y="1376"/>
                    <a:pt x="239" y="1366"/>
                  </a:cubicBezTo>
                  <a:cubicBezTo>
                    <a:pt x="220" y="1308"/>
                    <a:pt x="214" y="1302"/>
                    <a:pt x="213" y="1291"/>
                  </a:cubicBezTo>
                  <a:cubicBezTo>
                    <a:pt x="199" y="1268"/>
                    <a:pt x="202" y="1260"/>
                    <a:pt x="198" y="1258"/>
                  </a:cubicBezTo>
                  <a:cubicBezTo>
                    <a:pt x="180" y="1215"/>
                    <a:pt x="168" y="1215"/>
                    <a:pt x="168" y="1203"/>
                  </a:cubicBezTo>
                  <a:cubicBezTo>
                    <a:pt x="145" y="1172"/>
                    <a:pt x="150" y="1162"/>
                    <a:pt x="143" y="1163"/>
                  </a:cubicBezTo>
                  <a:cubicBezTo>
                    <a:pt x="113" y="1114"/>
                    <a:pt x="107" y="1108"/>
                    <a:pt x="105" y="1100"/>
                  </a:cubicBezTo>
                  <a:cubicBezTo>
                    <a:pt x="89" y="1081"/>
                    <a:pt x="86" y="1078"/>
                    <a:pt x="85" y="1075"/>
                  </a:cubicBezTo>
                  <a:cubicBezTo>
                    <a:pt x="71" y="1059"/>
                    <a:pt x="73" y="1055"/>
                    <a:pt x="70" y="1054"/>
                  </a:cubicBezTo>
                  <a:close/>
                  <a:moveTo>
                    <a:pt x="332" y="1623"/>
                  </a:moveTo>
                  <a:cubicBezTo>
                    <a:pt x="339" y="1624"/>
                    <a:pt x="330" y="1609"/>
                    <a:pt x="337" y="1610"/>
                  </a:cubicBezTo>
                  <a:cubicBezTo>
                    <a:pt x="359" y="1560"/>
                    <a:pt x="356" y="1544"/>
                    <a:pt x="365" y="1540"/>
                  </a:cubicBezTo>
                  <a:cubicBezTo>
                    <a:pt x="401" y="1455"/>
                    <a:pt x="401" y="1449"/>
                    <a:pt x="402" y="1444"/>
                  </a:cubicBezTo>
                  <a:cubicBezTo>
                    <a:pt x="418" y="1396"/>
                    <a:pt x="424" y="1396"/>
                    <a:pt x="425" y="1391"/>
                  </a:cubicBezTo>
                  <a:cubicBezTo>
                    <a:pt x="450" y="1344"/>
                    <a:pt x="454" y="1335"/>
                    <a:pt x="458" y="1326"/>
                  </a:cubicBezTo>
                  <a:cubicBezTo>
                    <a:pt x="490" y="1276"/>
                    <a:pt x="490" y="1269"/>
                    <a:pt x="493" y="1265"/>
                  </a:cubicBezTo>
                  <a:cubicBezTo>
                    <a:pt x="508" y="1240"/>
                    <a:pt x="511" y="1239"/>
                    <a:pt x="513" y="1238"/>
                  </a:cubicBezTo>
                  <a:cubicBezTo>
                    <a:pt x="521" y="1225"/>
                    <a:pt x="520" y="1221"/>
                    <a:pt x="523" y="1220"/>
                  </a:cubicBezTo>
                  <a:cubicBezTo>
                    <a:pt x="527" y="1215"/>
                    <a:pt x="518" y="1212"/>
                    <a:pt x="520" y="1220"/>
                  </a:cubicBezTo>
                  <a:cubicBezTo>
                    <a:pt x="481" y="1266"/>
                    <a:pt x="469" y="1280"/>
                    <a:pt x="460" y="1296"/>
                  </a:cubicBezTo>
                  <a:cubicBezTo>
                    <a:pt x="412" y="1376"/>
                    <a:pt x="407" y="1384"/>
                    <a:pt x="405" y="1394"/>
                  </a:cubicBezTo>
                  <a:cubicBezTo>
                    <a:pt x="376" y="1447"/>
                    <a:pt x="378" y="1450"/>
                    <a:pt x="377" y="1452"/>
                  </a:cubicBezTo>
                  <a:cubicBezTo>
                    <a:pt x="371" y="1467"/>
                    <a:pt x="366" y="1465"/>
                    <a:pt x="367" y="1472"/>
                  </a:cubicBezTo>
                  <a:cubicBezTo>
                    <a:pt x="344" y="1511"/>
                    <a:pt x="348" y="1521"/>
                    <a:pt x="342" y="1522"/>
                  </a:cubicBezTo>
                  <a:cubicBezTo>
                    <a:pt x="323" y="1591"/>
                    <a:pt x="318" y="1593"/>
                    <a:pt x="317" y="1598"/>
                  </a:cubicBezTo>
                  <a:cubicBezTo>
                    <a:pt x="309" y="1646"/>
                    <a:pt x="309" y="1656"/>
                    <a:pt x="309" y="1666"/>
                  </a:cubicBezTo>
                  <a:close/>
                  <a:moveTo>
                    <a:pt x="115" y="1273"/>
                  </a:moveTo>
                  <a:cubicBezTo>
                    <a:pt x="122" y="1281"/>
                    <a:pt x="126" y="1292"/>
                    <a:pt x="130" y="1301"/>
                  </a:cubicBezTo>
                  <a:cubicBezTo>
                    <a:pt x="136" y="1302"/>
                    <a:pt x="130" y="1315"/>
                    <a:pt x="138" y="1314"/>
                  </a:cubicBezTo>
                  <a:cubicBezTo>
                    <a:pt x="137" y="1322"/>
                    <a:pt x="142" y="1324"/>
                    <a:pt x="145" y="1329"/>
                  </a:cubicBezTo>
                  <a:cubicBezTo>
                    <a:pt x="152" y="1351"/>
                    <a:pt x="166" y="1365"/>
                    <a:pt x="176" y="1384"/>
                  </a:cubicBezTo>
                  <a:cubicBezTo>
                    <a:pt x="182" y="1392"/>
                    <a:pt x="186" y="1402"/>
                    <a:pt x="193" y="1409"/>
                  </a:cubicBezTo>
                  <a:cubicBezTo>
                    <a:pt x="198" y="1412"/>
                    <a:pt x="198" y="1418"/>
                    <a:pt x="201" y="1422"/>
                  </a:cubicBezTo>
                  <a:cubicBezTo>
                    <a:pt x="204" y="1426"/>
                    <a:pt x="207" y="1431"/>
                    <a:pt x="211" y="1434"/>
                  </a:cubicBezTo>
                  <a:cubicBezTo>
                    <a:pt x="214" y="1446"/>
                    <a:pt x="223" y="1451"/>
                    <a:pt x="226" y="1462"/>
                  </a:cubicBezTo>
                  <a:cubicBezTo>
                    <a:pt x="229" y="1467"/>
                    <a:pt x="233" y="1470"/>
                    <a:pt x="236" y="1475"/>
                  </a:cubicBezTo>
                  <a:cubicBezTo>
                    <a:pt x="241" y="1475"/>
                    <a:pt x="241" y="1491"/>
                    <a:pt x="246" y="1482"/>
                  </a:cubicBezTo>
                  <a:cubicBezTo>
                    <a:pt x="241" y="1479"/>
                    <a:pt x="241" y="1471"/>
                    <a:pt x="239" y="1464"/>
                  </a:cubicBezTo>
                  <a:cubicBezTo>
                    <a:pt x="234" y="1460"/>
                    <a:pt x="231" y="1455"/>
                    <a:pt x="229" y="1449"/>
                  </a:cubicBezTo>
                  <a:cubicBezTo>
                    <a:pt x="229" y="1447"/>
                    <a:pt x="229" y="1444"/>
                    <a:pt x="229" y="1442"/>
                  </a:cubicBezTo>
                  <a:cubicBezTo>
                    <a:pt x="221" y="1436"/>
                    <a:pt x="220" y="1425"/>
                    <a:pt x="214" y="1419"/>
                  </a:cubicBezTo>
                  <a:cubicBezTo>
                    <a:pt x="216" y="1411"/>
                    <a:pt x="210" y="1411"/>
                    <a:pt x="208" y="1407"/>
                  </a:cubicBezTo>
                  <a:cubicBezTo>
                    <a:pt x="205" y="1404"/>
                    <a:pt x="205" y="1397"/>
                    <a:pt x="201" y="1394"/>
                  </a:cubicBezTo>
                  <a:cubicBezTo>
                    <a:pt x="197" y="1385"/>
                    <a:pt x="194" y="1376"/>
                    <a:pt x="186" y="1371"/>
                  </a:cubicBezTo>
                  <a:cubicBezTo>
                    <a:pt x="182" y="1362"/>
                    <a:pt x="179" y="1352"/>
                    <a:pt x="171" y="1346"/>
                  </a:cubicBezTo>
                  <a:cubicBezTo>
                    <a:pt x="166" y="1338"/>
                    <a:pt x="163" y="1329"/>
                    <a:pt x="156" y="1324"/>
                  </a:cubicBezTo>
                  <a:cubicBezTo>
                    <a:pt x="157" y="1316"/>
                    <a:pt x="149" y="1319"/>
                    <a:pt x="151" y="1311"/>
                  </a:cubicBezTo>
                  <a:cubicBezTo>
                    <a:pt x="147" y="1311"/>
                    <a:pt x="145" y="1310"/>
                    <a:pt x="145" y="1306"/>
                  </a:cubicBezTo>
                  <a:cubicBezTo>
                    <a:pt x="145" y="1303"/>
                    <a:pt x="141" y="1304"/>
                    <a:pt x="140" y="1301"/>
                  </a:cubicBezTo>
                  <a:cubicBezTo>
                    <a:pt x="139" y="1290"/>
                    <a:pt x="129" y="1287"/>
                    <a:pt x="128" y="1276"/>
                  </a:cubicBezTo>
                  <a:cubicBezTo>
                    <a:pt x="119" y="1278"/>
                    <a:pt x="126" y="1265"/>
                    <a:pt x="118" y="1266"/>
                  </a:cubicBezTo>
                  <a:cubicBezTo>
                    <a:pt x="118" y="1262"/>
                    <a:pt x="117" y="1260"/>
                    <a:pt x="115" y="1258"/>
                  </a:cubicBezTo>
                  <a:cubicBezTo>
                    <a:pt x="112" y="1258"/>
                    <a:pt x="111" y="1255"/>
                    <a:pt x="110" y="1258"/>
                  </a:cubicBezTo>
                  <a:cubicBezTo>
                    <a:pt x="114" y="1261"/>
                    <a:pt x="115" y="1267"/>
                    <a:pt x="115" y="1273"/>
                  </a:cubicBezTo>
                  <a:close/>
                  <a:moveTo>
                    <a:pt x="427" y="1331"/>
                  </a:moveTo>
                  <a:cubicBezTo>
                    <a:pt x="427" y="1327"/>
                    <a:pt x="436" y="1326"/>
                    <a:pt x="430" y="1323"/>
                  </a:cubicBezTo>
                  <a:cubicBezTo>
                    <a:pt x="422" y="1329"/>
                    <a:pt x="427" y="1338"/>
                    <a:pt x="427" y="1331"/>
                  </a:cubicBezTo>
                  <a:close/>
                  <a:moveTo>
                    <a:pt x="402" y="1371"/>
                  </a:moveTo>
                  <a:cubicBezTo>
                    <a:pt x="394" y="1377"/>
                    <a:pt x="392" y="1390"/>
                    <a:pt x="385" y="1396"/>
                  </a:cubicBezTo>
                  <a:cubicBezTo>
                    <a:pt x="374" y="1414"/>
                    <a:pt x="363" y="1432"/>
                    <a:pt x="357" y="1454"/>
                  </a:cubicBezTo>
                  <a:cubicBezTo>
                    <a:pt x="353" y="1459"/>
                    <a:pt x="347" y="1461"/>
                    <a:pt x="347" y="1469"/>
                  </a:cubicBezTo>
                  <a:cubicBezTo>
                    <a:pt x="342" y="1473"/>
                    <a:pt x="341" y="1480"/>
                    <a:pt x="337" y="1485"/>
                  </a:cubicBezTo>
                  <a:cubicBezTo>
                    <a:pt x="333" y="1498"/>
                    <a:pt x="325" y="1508"/>
                    <a:pt x="322" y="1522"/>
                  </a:cubicBezTo>
                  <a:cubicBezTo>
                    <a:pt x="321" y="1526"/>
                    <a:pt x="319" y="1527"/>
                    <a:pt x="322" y="1530"/>
                  </a:cubicBezTo>
                  <a:cubicBezTo>
                    <a:pt x="319" y="1531"/>
                    <a:pt x="317" y="1533"/>
                    <a:pt x="317" y="1537"/>
                  </a:cubicBezTo>
                  <a:cubicBezTo>
                    <a:pt x="313" y="1542"/>
                    <a:pt x="314" y="1551"/>
                    <a:pt x="309" y="1555"/>
                  </a:cubicBezTo>
                  <a:cubicBezTo>
                    <a:pt x="307" y="1561"/>
                    <a:pt x="308" y="1570"/>
                    <a:pt x="304" y="1575"/>
                  </a:cubicBezTo>
                  <a:cubicBezTo>
                    <a:pt x="303" y="1580"/>
                    <a:pt x="298" y="1594"/>
                    <a:pt x="304" y="1598"/>
                  </a:cubicBezTo>
                  <a:cubicBezTo>
                    <a:pt x="320" y="1574"/>
                    <a:pt x="321" y="1536"/>
                    <a:pt x="337" y="1512"/>
                  </a:cubicBezTo>
                  <a:cubicBezTo>
                    <a:pt x="341" y="1497"/>
                    <a:pt x="349" y="1486"/>
                    <a:pt x="354" y="1472"/>
                  </a:cubicBezTo>
                  <a:cubicBezTo>
                    <a:pt x="359" y="1472"/>
                    <a:pt x="356" y="1463"/>
                    <a:pt x="359" y="1462"/>
                  </a:cubicBezTo>
                  <a:cubicBezTo>
                    <a:pt x="361" y="1458"/>
                    <a:pt x="363" y="1456"/>
                    <a:pt x="365" y="1452"/>
                  </a:cubicBezTo>
                  <a:cubicBezTo>
                    <a:pt x="369" y="1446"/>
                    <a:pt x="371" y="1438"/>
                    <a:pt x="372" y="1429"/>
                  </a:cubicBezTo>
                  <a:cubicBezTo>
                    <a:pt x="377" y="1429"/>
                    <a:pt x="374" y="1421"/>
                    <a:pt x="380" y="1422"/>
                  </a:cubicBezTo>
                  <a:cubicBezTo>
                    <a:pt x="381" y="1417"/>
                    <a:pt x="381" y="1411"/>
                    <a:pt x="385" y="1409"/>
                  </a:cubicBezTo>
                  <a:cubicBezTo>
                    <a:pt x="388" y="1401"/>
                    <a:pt x="392" y="1393"/>
                    <a:pt x="395" y="1384"/>
                  </a:cubicBezTo>
                  <a:cubicBezTo>
                    <a:pt x="401" y="1379"/>
                    <a:pt x="404" y="1371"/>
                    <a:pt x="407" y="1364"/>
                  </a:cubicBezTo>
                  <a:cubicBezTo>
                    <a:pt x="411" y="1361"/>
                    <a:pt x="412" y="1357"/>
                    <a:pt x="415" y="1354"/>
                  </a:cubicBezTo>
                  <a:cubicBezTo>
                    <a:pt x="414" y="1350"/>
                    <a:pt x="423" y="1344"/>
                    <a:pt x="417" y="1344"/>
                  </a:cubicBezTo>
                  <a:cubicBezTo>
                    <a:pt x="414" y="1355"/>
                    <a:pt x="403" y="1358"/>
                    <a:pt x="402" y="1371"/>
                  </a:cubicBezTo>
                  <a:close/>
                  <a:moveTo>
                    <a:pt x="483" y="1406"/>
                  </a:moveTo>
                  <a:cubicBezTo>
                    <a:pt x="475" y="1408"/>
                    <a:pt x="479" y="1423"/>
                    <a:pt x="470" y="1424"/>
                  </a:cubicBezTo>
                  <a:cubicBezTo>
                    <a:pt x="466" y="1429"/>
                    <a:pt x="467" y="1440"/>
                    <a:pt x="460" y="1442"/>
                  </a:cubicBezTo>
                  <a:cubicBezTo>
                    <a:pt x="460" y="1452"/>
                    <a:pt x="454" y="1456"/>
                    <a:pt x="450" y="1462"/>
                  </a:cubicBezTo>
                  <a:cubicBezTo>
                    <a:pt x="449" y="1483"/>
                    <a:pt x="435" y="1492"/>
                    <a:pt x="433" y="1512"/>
                  </a:cubicBezTo>
                  <a:cubicBezTo>
                    <a:pt x="425" y="1516"/>
                    <a:pt x="426" y="1527"/>
                    <a:pt x="422" y="1535"/>
                  </a:cubicBezTo>
                  <a:cubicBezTo>
                    <a:pt x="425" y="1543"/>
                    <a:pt x="419" y="1543"/>
                    <a:pt x="417" y="1547"/>
                  </a:cubicBezTo>
                  <a:cubicBezTo>
                    <a:pt x="425" y="1550"/>
                    <a:pt x="412" y="1551"/>
                    <a:pt x="415" y="1557"/>
                  </a:cubicBezTo>
                  <a:cubicBezTo>
                    <a:pt x="410" y="1558"/>
                    <a:pt x="413" y="1566"/>
                    <a:pt x="410" y="1568"/>
                  </a:cubicBezTo>
                  <a:cubicBezTo>
                    <a:pt x="412" y="1575"/>
                    <a:pt x="403" y="1572"/>
                    <a:pt x="405" y="1580"/>
                  </a:cubicBezTo>
                  <a:cubicBezTo>
                    <a:pt x="402" y="1583"/>
                    <a:pt x="402" y="1589"/>
                    <a:pt x="400" y="1593"/>
                  </a:cubicBezTo>
                  <a:cubicBezTo>
                    <a:pt x="398" y="1597"/>
                    <a:pt x="399" y="1603"/>
                    <a:pt x="395" y="1605"/>
                  </a:cubicBezTo>
                  <a:cubicBezTo>
                    <a:pt x="395" y="1616"/>
                    <a:pt x="389" y="1621"/>
                    <a:pt x="387" y="1630"/>
                  </a:cubicBezTo>
                  <a:cubicBezTo>
                    <a:pt x="386" y="1635"/>
                    <a:pt x="386" y="1641"/>
                    <a:pt x="382" y="1643"/>
                  </a:cubicBezTo>
                  <a:cubicBezTo>
                    <a:pt x="384" y="1648"/>
                    <a:pt x="375" y="1654"/>
                    <a:pt x="382" y="1656"/>
                  </a:cubicBezTo>
                  <a:cubicBezTo>
                    <a:pt x="386" y="1646"/>
                    <a:pt x="390" y="1637"/>
                    <a:pt x="395" y="1628"/>
                  </a:cubicBezTo>
                  <a:cubicBezTo>
                    <a:pt x="397" y="1623"/>
                    <a:pt x="401" y="1621"/>
                    <a:pt x="402" y="1615"/>
                  </a:cubicBezTo>
                  <a:cubicBezTo>
                    <a:pt x="402" y="1608"/>
                    <a:pt x="410" y="1608"/>
                    <a:pt x="407" y="1598"/>
                  </a:cubicBezTo>
                  <a:cubicBezTo>
                    <a:pt x="417" y="1594"/>
                    <a:pt x="412" y="1576"/>
                    <a:pt x="422" y="1573"/>
                  </a:cubicBezTo>
                  <a:cubicBezTo>
                    <a:pt x="425" y="1568"/>
                    <a:pt x="422" y="1559"/>
                    <a:pt x="430" y="1560"/>
                  </a:cubicBezTo>
                  <a:cubicBezTo>
                    <a:pt x="430" y="1552"/>
                    <a:pt x="430" y="1545"/>
                    <a:pt x="438" y="1545"/>
                  </a:cubicBezTo>
                  <a:cubicBezTo>
                    <a:pt x="436" y="1537"/>
                    <a:pt x="439" y="1533"/>
                    <a:pt x="440" y="1527"/>
                  </a:cubicBezTo>
                  <a:cubicBezTo>
                    <a:pt x="446" y="1526"/>
                    <a:pt x="443" y="1516"/>
                    <a:pt x="448" y="1515"/>
                  </a:cubicBezTo>
                  <a:cubicBezTo>
                    <a:pt x="450" y="1503"/>
                    <a:pt x="457" y="1495"/>
                    <a:pt x="460" y="1484"/>
                  </a:cubicBezTo>
                  <a:cubicBezTo>
                    <a:pt x="465" y="1483"/>
                    <a:pt x="462" y="1473"/>
                    <a:pt x="468" y="1472"/>
                  </a:cubicBezTo>
                  <a:cubicBezTo>
                    <a:pt x="469" y="1465"/>
                    <a:pt x="471" y="1460"/>
                    <a:pt x="475" y="1457"/>
                  </a:cubicBezTo>
                  <a:cubicBezTo>
                    <a:pt x="478" y="1446"/>
                    <a:pt x="485" y="1438"/>
                    <a:pt x="488" y="1427"/>
                  </a:cubicBezTo>
                  <a:cubicBezTo>
                    <a:pt x="492" y="1421"/>
                    <a:pt x="490" y="1410"/>
                    <a:pt x="493" y="1404"/>
                  </a:cubicBezTo>
                  <a:cubicBezTo>
                    <a:pt x="491" y="1399"/>
                    <a:pt x="496" y="1387"/>
                    <a:pt x="490" y="1386"/>
                  </a:cubicBezTo>
                  <a:cubicBezTo>
                    <a:pt x="490" y="1395"/>
                    <a:pt x="483" y="1398"/>
                    <a:pt x="483" y="1406"/>
                  </a:cubicBezTo>
                  <a:close/>
                  <a:moveTo>
                    <a:pt x="415" y="1444"/>
                  </a:moveTo>
                  <a:cubicBezTo>
                    <a:pt x="417" y="1454"/>
                    <a:pt x="421" y="1430"/>
                    <a:pt x="417" y="1439"/>
                  </a:cubicBezTo>
                  <a:cubicBezTo>
                    <a:pt x="417" y="1441"/>
                    <a:pt x="414" y="1440"/>
                    <a:pt x="415" y="1444"/>
                  </a:cubicBezTo>
                  <a:close/>
                  <a:moveTo>
                    <a:pt x="402" y="1477"/>
                  </a:moveTo>
                  <a:cubicBezTo>
                    <a:pt x="397" y="1479"/>
                    <a:pt x="396" y="1484"/>
                    <a:pt x="395" y="1490"/>
                  </a:cubicBezTo>
                  <a:cubicBezTo>
                    <a:pt x="400" y="1488"/>
                    <a:pt x="398" y="1478"/>
                    <a:pt x="405" y="1477"/>
                  </a:cubicBezTo>
                  <a:cubicBezTo>
                    <a:pt x="403" y="1470"/>
                    <a:pt x="408" y="1470"/>
                    <a:pt x="407" y="1464"/>
                  </a:cubicBezTo>
                  <a:cubicBezTo>
                    <a:pt x="409" y="1464"/>
                    <a:pt x="410" y="1462"/>
                    <a:pt x="410" y="1459"/>
                  </a:cubicBezTo>
                  <a:cubicBezTo>
                    <a:pt x="410" y="1456"/>
                    <a:pt x="413" y="1455"/>
                    <a:pt x="410" y="1454"/>
                  </a:cubicBezTo>
                  <a:cubicBezTo>
                    <a:pt x="407" y="1461"/>
                    <a:pt x="402" y="1467"/>
                    <a:pt x="402" y="1477"/>
                  </a:cubicBezTo>
                  <a:close/>
                  <a:moveTo>
                    <a:pt x="470" y="1484"/>
                  </a:moveTo>
                  <a:cubicBezTo>
                    <a:pt x="470" y="1498"/>
                    <a:pt x="461" y="1502"/>
                    <a:pt x="460" y="1515"/>
                  </a:cubicBezTo>
                  <a:cubicBezTo>
                    <a:pt x="437" y="1576"/>
                    <a:pt x="431" y="1575"/>
                    <a:pt x="430" y="1580"/>
                  </a:cubicBezTo>
                  <a:cubicBezTo>
                    <a:pt x="411" y="1635"/>
                    <a:pt x="400" y="1637"/>
                    <a:pt x="397" y="1648"/>
                  </a:cubicBezTo>
                  <a:cubicBezTo>
                    <a:pt x="386" y="1684"/>
                    <a:pt x="383" y="1687"/>
                    <a:pt x="382" y="1693"/>
                  </a:cubicBezTo>
                  <a:cubicBezTo>
                    <a:pt x="371" y="1730"/>
                    <a:pt x="371" y="1738"/>
                    <a:pt x="367" y="1741"/>
                  </a:cubicBezTo>
                  <a:cubicBezTo>
                    <a:pt x="361" y="1788"/>
                    <a:pt x="357" y="1799"/>
                    <a:pt x="362" y="1799"/>
                  </a:cubicBezTo>
                  <a:cubicBezTo>
                    <a:pt x="379" y="1754"/>
                    <a:pt x="376" y="1747"/>
                    <a:pt x="380" y="1746"/>
                  </a:cubicBezTo>
                  <a:cubicBezTo>
                    <a:pt x="391" y="1697"/>
                    <a:pt x="403" y="1699"/>
                    <a:pt x="400" y="1688"/>
                  </a:cubicBezTo>
                  <a:cubicBezTo>
                    <a:pt x="430" y="1632"/>
                    <a:pt x="427" y="1621"/>
                    <a:pt x="433" y="1618"/>
                  </a:cubicBezTo>
                  <a:cubicBezTo>
                    <a:pt x="459" y="1557"/>
                    <a:pt x="462" y="1552"/>
                    <a:pt x="465" y="1547"/>
                  </a:cubicBezTo>
                  <a:cubicBezTo>
                    <a:pt x="482" y="1493"/>
                    <a:pt x="477" y="1484"/>
                    <a:pt x="483" y="1484"/>
                  </a:cubicBezTo>
                  <a:close/>
                  <a:moveTo>
                    <a:pt x="166" y="1522"/>
                  </a:moveTo>
                  <a:cubicBezTo>
                    <a:pt x="169" y="1533"/>
                    <a:pt x="177" y="1538"/>
                    <a:pt x="181" y="1548"/>
                  </a:cubicBezTo>
                  <a:cubicBezTo>
                    <a:pt x="187" y="1555"/>
                    <a:pt x="191" y="1564"/>
                    <a:pt x="199" y="1570"/>
                  </a:cubicBezTo>
                  <a:cubicBezTo>
                    <a:pt x="197" y="1578"/>
                    <a:pt x="205" y="1577"/>
                    <a:pt x="206" y="1583"/>
                  </a:cubicBezTo>
                  <a:cubicBezTo>
                    <a:pt x="209" y="1583"/>
                    <a:pt x="208" y="1587"/>
                    <a:pt x="211" y="1588"/>
                  </a:cubicBezTo>
                  <a:cubicBezTo>
                    <a:pt x="210" y="1593"/>
                    <a:pt x="215" y="1593"/>
                    <a:pt x="216" y="1595"/>
                  </a:cubicBezTo>
                  <a:cubicBezTo>
                    <a:pt x="220" y="1604"/>
                    <a:pt x="227" y="1611"/>
                    <a:pt x="234" y="1618"/>
                  </a:cubicBezTo>
                  <a:cubicBezTo>
                    <a:pt x="240" y="1626"/>
                    <a:pt x="247" y="1633"/>
                    <a:pt x="254" y="1641"/>
                  </a:cubicBezTo>
                  <a:cubicBezTo>
                    <a:pt x="260" y="1648"/>
                    <a:pt x="265" y="1657"/>
                    <a:pt x="272" y="1663"/>
                  </a:cubicBezTo>
                  <a:cubicBezTo>
                    <a:pt x="275" y="1667"/>
                    <a:pt x="278" y="1670"/>
                    <a:pt x="282" y="1673"/>
                  </a:cubicBezTo>
                  <a:cubicBezTo>
                    <a:pt x="283" y="1680"/>
                    <a:pt x="288" y="1682"/>
                    <a:pt x="292" y="1686"/>
                  </a:cubicBezTo>
                  <a:cubicBezTo>
                    <a:pt x="293" y="1695"/>
                    <a:pt x="300" y="1698"/>
                    <a:pt x="302" y="1706"/>
                  </a:cubicBezTo>
                  <a:cubicBezTo>
                    <a:pt x="309" y="1709"/>
                    <a:pt x="309" y="1719"/>
                    <a:pt x="317" y="1721"/>
                  </a:cubicBezTo>
                  <a:cubicBezTo>
                    <a:pt x="317" y="1715"/>
                    <a:pt x="317" y="1709"/>
                    <a:pt x="314" y="1706"/>
                  </a:cubicBezTo>
                  <a:cubicBezTo>
                    <a:pt x="311" y="1705"/>
                    <a:pt x="313" y="1703"/>
                    <a:pt x="314" y="1701"/>
                  </a:cubicBezTo>
                  <a:cubicBezTo>
                    <a:pt x="311" y="1701"/>
                    <a:pt x="312" y="1697"/>
                    <a:pt x="312" y="1693"/>
                  </a:cubicBezTo>
                  <a:cubicBezTo>
                    <a:pt x="303" y="1693"/>
                    <a:pt x="307" y="1680"/>
                    <a:pt x="299" y="1678"/>
                  </a:cubicBezTo>
                  <a:cubicBezTo>
                    <a:pt x="302" y="1670"/>
                    <a:pt x="291" y="1676"/>
                    <a:pt x="294" y="1668"/>
                  </a:cubicBezTo>
                  <a:cubicBezTo>
                    <a:pt x="293" y="1665"/>
                    <a:pt x="290" y="1662"/>
                    <a:pt x="287" y="1661"/>
                  </a:cubicBezTo>
                  <a:cubicBezTo>
                    <a:pt x="281" y="1646"/>
                    <a:pt x="269" y="1638"/>
                    <a:pt x="264" y="1623"/>
                  </a:cubicBezTo>
                  <a:cubicBezTo>
                    <a:pt x="254" y="1618"/>
                    <a:pt x="249" y="1607"/>
                    <a:pt x="241" y="1600"/>
                  </a:cubicBezTo>
                  <a:cubicBezTo>
                    <a:pt x="239" y="1595"/>
                    <a:pt x="235" y="1592"/>
                    <a:pt x="231" y="1588"/>
                  </a:cubicBezTo>
                  <a:cubicBezTo>
                    <a:pt x="227" y="1584"/>
                    <a:pt x="225" y="1577"/>
                    <a:pt x="219" y="1575"/>
                  </a:cubicBezTo>
                  <a:cubicBezTo>
                    <a:pt x="215" y="1571"/>
                    <a:pt x="210" y="1568"/>
                    <a:pt x="209" y="1563"/>
                  </a:cubicBezTo>
                  <a:cubicBezTo>
                    <a:pt x="203" y="1560"/>
                    <a:pt x="199" y="1555"/>
                    <a:pt x="196" y="1550"/>
                  </a:cubicBezTo>
                  <a:cubicBezTo>
                    <a:pt x="188" y="1542"/>
                    <a:pt x="180" y="1534"/>
                    <a:pt x="171" y="1527"/>
                  </a:cubicBezTo>
                  <a:cubicBezTo>
                    <a:pt x="171" y="1518"/>
                    <a:pt x="164" y="1516"/>
                    <a:pt x="161" y="1510"/>
                  </a:cubicBezTo>
                  <a:cubicBezTo>
                    <a:pt x="160" y="1506"/>
                    <a:pt x="157" y="1506"/>
                    <a:pt x="156" y="1502"/>
                  </a:cubicBezTo>
                  <a:cubicBezTo>
                    <a:pt x="152" y="1504"/>
                    <a:pt x="150" y="1492"/>
                    <a:pt x="148" y="1500"/>
                  </a:cubicBezTo>
                  <a:cubicBezTo>
                    <a:pt x="157" y="1504"/>
                    <a:pt x="157" y="1518"/>
                    <a:pt x="166" y="1522"/>
                  </a:cubicBezTo>
                  <a:close/>
                  <a:moveTo>
                    <a:pt x="465" y="1575"/>
                  </a:moveTo>
                  <a:cubicBezTo>
                    <a:pt x="457" y="1583"/>
                    <a:pt x="454" y="1598"/>
                    <a:pt x="448" y="1608"/>
                  </a:cubicBezTo>
                  <a:cubicBezTo>
                    <a:pt x="445" y="1613"/>
                    <a:pt x="444" y="1620"/>
                    <a:pt x="440" y="1625"/>
                  </a:cubicBezTo>
                  <a:cubicBezTo>
                    <a:pt x="437" y="1631"/>
                    <a:pt x="440" y="1642"/>
                    <a:pt x="433" y="1643"/>
                  </a:cubicBezTo>
                  <a:cubicBezTo>
                    <a:pt x="434" y="1653"/>
                    <a:pt x="426" y="1653"/>
                    <a:pt x="425" y="1661"/>
                  </a:cubicBezTo>
                  <a:cubicBezTo>
                    <a:pt x="424" y="1668"/>
                    <a:pt x="419" y="1671"/>
                    <a:pt x="418" y="1678"/>
                  </a:cubicBezTo>
                  <a:cubicBezTo>
                    <a:pt x="414" y="1683"/>
                    <a:pt x="413" y="1690"/>
                    <a:pt x="410" y="1696"/>
                  </a:cubicBezTo>
                  <a:cubicBezTo>
                    <a:pt x="405" y="1696"/>
                    <a:pt x="411" y="1700"/>
                    <a:pt x="407" y="1701"/>
                  </a:cubicBezTo>
                  <a:cubicBezTo>
                    <a:pt x="407" y="1704"/>
                    <a:pt x="404" y="1705"/>
                    <a:pt x="407" y="1708"/>
                  </a:cubicBezTo>
                  <a:cubicBezTo>
                    <a:pt x="401" y="1710"/>
                    <a:pt x="401" y="1719"/>
                    <a:pt x="397" y="1724"/>
                  </a:cubicBezTo>
                  <a:cubicBezTo>
                    <a:pt x="399" y="1734"/>
                    <a:pt x="389" y="1732"/>
                    <a:pt x="392" y="1744"/>
                  </a:cubicBezTo>
                  <a:cubicBezTo>
                    <a:pt x="390" y="1749"/>
                    <a:pt x="388" y="1756"/>
                    <a:pt x="385" y="1761"/>
                  </a:cubicBezTo>
                  <a:cubicBezTo>
                    <a:pt x="384" y="1766"/>
                    <a:pt x="376" y="1775"/>
                    <a:pt x="382" y="1779"/>
                  </a:cubicBezTo>
                  <a:cubicBezTo>
                    <a:pt x="389" y="1772"/>
                    <a:pt x="391" y="1760"/>
                    <a:pt x="395" y="1751"/>
                  </a:cubicBezTo>
                  <a:cubicBezTo>
                    <a:pt x="398" y="1741"/>
                    <a:pt x="404" y="1733"/>
                    <a:pt x="405" y="1721"/>
                  </a:cubicBezTo>
                  <a:cubicBezTo>
                    <a:pt x="421" y="1704"/>
                    <a:pt x="428" y="1679"/>
                    <a:pt x="443" y="1661"/>
                  </a:cubicBezTo>
                  <a:cubicBezTo>
                    <a:pt x="445" y="1648"/>
                    <a:pt x="451" y="1638"/>
                    <a:pt x="455" y="1628"/>
                  </a:cubicBezTo>
                  <a:cubicBezTo>
                    <a:pt x="459" y="1624"/>
                    <a:pt x="459" y="1616"/>
                    <a:pt x="463" y="1613"/>
                  </a:cubicBezTo>
                  <a:cubicBezTo>
                    <a:pt x="463" y="1609"/>
                    <a:pt x="464" y="1607"/>
                    <a:pt x="465" y="1605"/>
                  </a:cubicBezTo>
                  <a:cubicBezTo>
                    <a:pt x="469" y="1605"/>
                    <a:pt x="467" y="1598"/>
                    <a:pt x="470" y="1598"/>
                  </a:cubicBezTo>
                  <a:cubicBezTo>
                    <a:pt x="468" y="1588"/>
                    <a:pt x="478" y="1590"/>
                    <a:pt x="475" y="1580"/>
                  </a:cubicBezTo>
                  <a:cubicBezTo>
                    <a:pt x="476" y="1573"/>
                    <a:pt x="480" y="1570"/>
                    <a:pt x="480" y="1562"/>
                  </a:cubicBezTo>
                  <a:cubicBezTo>
                    <a:pt x="485" y="1559"/>
                    <a:pt x="482" y="1549"/>
                    <a:pt x="485" y="1545"/>
                  </a:cubicBezTo>
                  <a:cubicBezTo>
                    <a:pt x="489" y="1540"/>
                    <a:pt x="488" y="1530"/>
                    <a:pt x="490" y="1525"/>
                  </a:cubicBezTo>
                  <a:cubicBezTo>
                    <a:pt x="490" y="1522"/>
                    <a:pt x="490" y="1520"/>
                    <a:pt x="490" y="1517"/>
                  </a:cubicBezTo>
                  <a:cubicBezTo>
                    <a:pt x="490" y="1514"/>
                    <a:pt x="494" y="1513"/>
                    <a:pt x="490" y="1512"/>
                  </a:cubicBezTo>
                  <a:cubicBezTo>
                    <a:pt x="489" y="1508"/>
                    <a:pt x="493" y="1497"/>
                    <a:pt x="488" y="1497"/>
                  </a:cubicBezTo>
                  <a:cubicBezTo>
                    <a:pt x="484" y="1527"/>
                    <a:pt x="474" y="1550"/>
                    <a:pt x="465" y="1575"/>
                  </a:cubicBezTo>
                  <a:close/>
                  <a:moveTo>
                    <a:pt x="337" y="1693"/>
                  </a:moveTo>
                  <a:cubicBezTo>
                    <a:pt x="336" y="1689"/>
                    <a:pt x="340" y="1688"/>
                    <a:pt x="340" y="1683"/>
                  </a:cubicBezTo>
                  <a:cubicBezTo>
                    <a:pt x="340" y="1680"/>
                    <a:pt x="339" y="1674"/>
                    <a:pt x="342" y="1673"/>
                  </a:cubicBezTo>
                  <a:cubicBezTo>
                    <a:pt x="337" y="1663"/>
                    <a:pt x="347" y="1649"/>
                    <a:pt x="347" y="1636"/>
                  </a:cubicBezTo>
                  <a:cubicBezTo>
                    <a:pt x="350" y="1635"/>
                    <a:pt x="350" y="1632"/>
                    <a:pt x="350" y="1628"/>
                  </a:cubicBezTo>
                  <a:cubicBezTo>
                    <a:pt x="350" y="1625"/>
                    <a:pt x="353" y="1623"/>
                    <a:pt x="352" y="1618"/>
                  </a:cubicBezTo>
                  <a:cubicBezTo>
                    <a:pt x="356" y="1613"/>
                    <a:pt x="354" y="1604"/>
                    <a:pt x="357" y="1598"/>
                  </a:cubicBezTo>
                  <a:cubicBezTo>
                    <a:pt x="359" y="1591"/>
                    <a:pt x="360" y="1584"/>
                    <a:pt x="365" y="1580"/>
                  </a:cubicBezTo>
                  <a:cubicBezTo>
                    <a:pt x="369" y="1576"/>
                    <a:pt x="366" y="1565"/>
                    <a:pt x="372" y="1563"/>
                  </a:cubicBezTo>
                  <a:cubicBezTo>
                    <a:pt x="372" y="1557"/>
                    <a:pt x="372" y="1552"/>
                    <a:pt x="372" y="1547"/>
                  </a:cubicBezTo>
                  <a:cubicBezTo>
                    <a:pt x="380" y="1547"/>
                    <a:pt x="370" y="1537"/>
                    <a:pt x="372" y="1547"/>
                  </a:cubicBezTo>
                  <a:cubicBezTo>
                    <a:pt x="368" y="1551"/>
                    <a:pt x="369" y="1560"/>
                    <a:pt x="365" y="1563"/>
                  </a:cubicBezTo>
                  <a:cubicBezTo>
                    <a:pt x="363" y="1568"/>
                    <a:pt x="362" y="1575"/>
                    <a:pt x="360" y="1580"/>
                  </a:cubicBezTo>
                  <a:cubicBezTo>
                    <a:pt x="356" y="1584"/>
                    <a:pt x="357" y="1593"/>
                    <a:pt x="352" y="1595"/>
                  </a:cubicBezTo>
                  <a:cubicBezTo>
                    <a:pt x="352" y="1604"/>
                    <a:pt x="349" y="1609"/>
                    <a:pt x="345" y="1613"/>
                  </a:cubicBezTo>
                  <a:cubicBezTo>
                    <a:pt x="342" y="1647"/>
                    <a:pt x="327" y="1669"/>
                    <a:pt x="330" y="1708"/>
                  </a:cubicBezTo>
                  <a:cubicBezTo>
                    <a:pt x="338" y="1709"/>
                    <a:pt x="334" y="1698"/>
                    <a:pt x="337" y="1693"/>
                  </a:cubicBezTo>
                  <a:close/>
                  <a:moveTo>
                    <a:pt x="299" y="1623"/>
                  </a:moveTo>
                  <a:cubicBezTo>
                    <a:pt x="299" y="1618"/>
                    <a:pt x="306" y="1608"/>
                    <a:pt x="299" y="1605"/>
                  </a:cubicBezTo>
                  <a:cubicBezTo>
                    <a:pt x="299" y="1610"/>
                    <a:pt x="292" y="1620"/>
                    <a:pt x="299" y="1623"/>
                  </a:cubicBezTo>
                  <a:close/>
                  <a:moveTo>
                    <a:pt x="372" y="1678"/>
                  </a:moveTo>
                  <a:cubicBezTo>
                    <a:pt x="367" y="1681"/>
                    <a:pt x="371" y="1692"/>
                    <a:pt x="365" y="1693"/>
                  </a:cubicBezTo>
                  <a:cubicBezTo>
                    <a:pt x="366" y="1702"/>
                    <a:pt x="363" y="1705"/>
                    <a:pt x="362" y="1711"/>
                  </a:cubicBezTo>
                  <a:cubicBezTo>
                    <a:pt x="363" y="1715"/>
                    <a:pt x="355" y="1724"/>
                    <a:pt x="362" y="1726"/>
                  </a:cubicBezTo>
                  <a:cubicBezTo>
                    <a:pt x="367" y="1717"/>
                    <a:pt x="364" y="1701"/>
                    <a:pt x="372" y="1696"/>
                  </a:cubicBezTo>
                  <a:cubicBezTo>
                    <a:pt x="370" y="1686"/>
                    <a:pt x="375" y="1684"/>
                    <a:pt x="375" y="1676"/>
                  </a:cubicBezTo>
                  <a:cubicBezTo>
                    <a:pt x="375" y="1672"/>
                    <a:pt x="386" y="1660"/>
                    <a:pt x="375" y="1661"/>
                  </a:cubicBezTo>
                  <a:cubicBezTo>
                    <a:pt x="376" y="1669"/>
                    <a:pt x="370" y="1670"/>
                    <a:pt x="372" y="1678"/>
                  </a:cubicBezTo>
                  <a:close/>
                  <a:moveTo>
                    <a:pt x="352" y="1776"/>
                  </a:moveTo>
                  <a:cubicBezTo>
                    <a:pt x="352" y="1773"/>
                    <a:pt x="352" y="1770"/>
                    <a:pt x="352" y="1766"/>
                  </a:cubicBezTo>
                  <a:cubicBezTo>
                    <a:pt x="350" y="1766"/>
                    <a:pt x="347" y="1766"/>
                    <a:pt x="345" y="1766"/>
                  </a:cubicBezTo>
                  <a:cubicBezTo>
                    <a:pt x="346" y="1771"/>
                    <a:pt x="346" y="1777"/>
                    <a:pt x="352" y="1776"/>
                  </a:cubicBezTo>
                  <a:close/>
                  <a:moveTo>
                    <a:pt x="375" y="1804"/>
                  </a:moveTo>
                  <a:cubicBezTo>
                    <a:pt x="376" y="1799"/>
                    <a:pt x="383" y="1788"/>
                    <a:pt x="377" y="1784"/>
                  </a:cubicBezTo>
                  <a:cubicBezTo>
                    <a:pt x="378" y="1791"/>
                    <a:pt x="368" y="1799"/>
                    <a:pt x="375" y="1804"/>
                  </a:cubicBezTo>
                  <a:close/>
                </a:path>
              </a:pathLst>
            </a:custGeom>
            <a:solidFill>
              <a:srgbClr val="d0cdbb">
                <a:alpha val="75000"/>
              </a:srgbClr>
            </a:solidFill>
            <a:ln w="0">
              <a:noFill/>
            </a:ln>
          </p:spPr>
          <p:style>
            <a:lnRef idx="0"/>
            <a:fillRef idx="0"/>
            <a:effectRef idx="0"/>
            <a:fontRef idx="minor"/>
          </p:style>
          <p:txBody>
            <a:bodyPr tIns="91440" bIns="91440" anchor="ctr">
              <a:noAutofit/>
            </a:bodyPr>
            <a:p>
              <a:pPr>
                <a:lnSpc>
                  <a:spcPct val="100000"/>
                </a:lnSpc>
                <a:tabLst>
                  <a:tab algn="l" pos="0"/>
                </a:tabLst>
              </a:pPr>
              <a:endParaRPr b="0" lang="en-US" sz="1400" spc="-1" strike="noStrike">
                <a:solidFill>
                  <a:srgbClr val="000000"/>
                </a:solidFill>
                <a:latin typeface="Arial"/>
                <a:ea typeface="Arial"/>
              </a:endParaRPr>
            </a:p>
          </p:txBody>
        </p:sp>
        <p:sp>
          <p:nvSpPr>
            <p:cNvPr id="139" name="Google Shape;53;p13"/>
            <p:cNvSpPr/>
            <p:nvPr/>
          </p:nvSpPr>
          <p:spPr>
            <a:xfrm>
              <a:off x="907920" y="1528200"/>
              <a:ext cx="2507760" cy="3231000"/>
            </a:xfrm>
            <a:custGeom>
              <a:avLst/>
              <a:gdLst>
                <a:gd name="textAreaLeft" fmla="*/ 0 w 2507760"/>
                <a:gd name="textAreaRight" fmla="*/ 2508120 w 2507760"/>
                <a:gd name="textAreaTop" fmla="*/ 0 h 3231000"/>
                <a:gd name="textAreaBottom" fmla="*/ 3231360 h 3231000"/>
              </a:gdLst>
              <a:ahLst/>
              <a:rect l="textAreaLeft" t="textAreaTop" r="textAreaRight" b="textAreaBottom"/>
              <a:pathLst>
                <a:path w="869" h="1495">
                  <a:moveTo>
                    <a:pt x="865" y="156"/>
                  </a:moveTo>
                  <a:cubicBezTo>
                    <a:pt x="856" y="165"/>
                    <a:pt x="851" y="173"/>
                    <a:pt x="844" y="182"/>
                  </a:cubicBezTo>
                  <a:cubicBezTo>
                    <a:pt x="804" y="216"/>
                    <a:pt x="802" y="216"/>
                    <a:pt x="800" y="216"/>
                  </a:cubicBezTo>
                  <a:cubicBezTo>
                    <a:pt x="775" y="232"/>
                    <a:pt x="768" y="237"/>
                    <a:pt x="760" y="239"/>
                  </a:cubicBezTo>
                  <a:cubicBezTo>
                    <a:pt x="699" y="279"/>
                    <a:pt x="696" y="275"/>
                    <a:pt x="693" y="278"/>
                  </a:cubicBezTo>
                  <a:cubicBezTo>
                    <a:pt x="706" y="270"/>
                    <a:pt x="707" y="266"/>
                    <a:pt x="714" y="263"/>
                  </a:cubicBezTo>
                  <a:cubicBezTo>
                    <a:pt x="766" y="230"/>
                    <a:pt x="774" y="225"/>
                    <a:pt x="782" y="219"/>
                  </a:cubicBezTo>
                  <a:cubicBezTo>
                    <a:pt x="830" y="181"/>
                    <a:pt x="830" y="177"/>
                    <a:pt x="834" y="174"/>
                  </a:cubicBezTo>
                  <a:cubicBezTo>
                    <a:pt x="831" y="170"/>
                    <a:pt x="831" y="178"/>
                    <a:pt x="827" y="175"/>
                  </a:cubicBezTo>
                  <a:cubicBezTo>
                    <a:pt x="792" y="205"/>
                    <a:pt x="784" y="209"/>
                    <a:pt x="783" y="213"/>
                  </a:cubicBezTo>
                  <a:cubicBezTo>
                    <a:pt x="763" y="227"/>
                    <a:pt x="760" y="223"/>
                    <a:pt x="757" y="227"/>
                  </a:cubicBezTo>
                  <a:cubicBezTo>
                    <a:pt x="776" y="212"/>
                    <a:pt x="774" y="208"/>
                    <a:pt x="780" y="206"/>
                  </a:cubicBezTo>
                  <a:cubicBezTo>
                    <a:pt x="824" y="164"/>
                    <a:pt x="830" y="160"/>
                    <a:pt x="833" y="155"/>
                  </a:cubicBezTo>
                  <a:cubicBezTo>
                    <a:pt x="806" y="176"/>
                    <a:pt x="797" y="184"/>
                    <a:pt x="788" y="193"/>
                  </a:cubicBezTo>
                  <a:cubicBezTo>
                    <a:pt x="731" y="226"/>
                    <a:pt x="724" y="237"/>
                    <a:pt x="720" y="234"/>
                  </a:cubicBezTo>
                  <a:cubicBezTo>
                    <a:pt x="766" y="194"/>
                    <a:pt x="786" y="180"/>
                    <a:pt x="803" y="159"/>
                  </a:cubicBezTo>
                  <a:cubicBezTo>
                    <a:pt x="785" y="170"/>
                    <a:pt x="775" y="180"/>
                    <a:pt x="763" y="188"/>
                  </a:cubicBezTo>
                  <a:cubicBezTo>
                    <a:pt x="736" y="208"/>
                    <a:pt x="735" y="202"/>
                    <a:pt x="737" y="200"/>
                  </a:cubicBezTo>
                  <a:cubicBezTo>
                    <a:pt x="749" y="181"/>
                    <a:pt x="754" y="177"/>
                    <a:pt x="756" y="172"/>
                  </a:cubicBezTo>
                  <a:cubicBezTo>
                    <a:pt x="787" y="134"/>
                    <a:pt x="791" y="136"/>
                    <a:pt x="790" y="130"/>
                  </a:cubicBezTo>
                  <a:cubicBezTo>
                    <a:pt x="769" y="150"/>
                    <a:pt x="765" y="152"/>
                    <a:pt x="766" y="155"/>
                  </a:cubicBezTo>
                  <a:cubicBezTo>
                    <a:pt x="746" y="174"/>
                    <a:pt x="746" y="170"/>
                    <a:pt x="746" y="169"/>
                  </a:cubicBezTo>
                  <a:cubicBezTo>
                    <a:pt x="748" y="164"/>
                    <a:pt x="752" y="160"/>
                    <a:pt x="752" y="160"/>
                  </a:cubicBezTo>
                  <a:cubicBezTo>
                    <a:pt x="764" y="139"/>
                    <a:pt x="770" y="129"/>
                    <a:pt x="777" y="119"/>
                  </a:cubicBezTo>
                  <a:cubicBezTo>
                    <a:pt x="800" y="82"/>
                    <a:pt x="812" y="81"/>
                    <a:pt x="808" y="77"/>
                  </a:cubicBezTo>
                  <a:cubicBezTo>
                    <a:pt x="770" y="123"/>
                    <a:pt x="765" y="125"/>
                    <a:pt x="763" y="127"/>
                  </a:cubicBezTo>
                  <a:cubicBezTo>
                    <a:pt x="747" y="156"/>
                    <a:pt x="743" y="161"/>
                    <a:pt x="740" y="166"/>
                  </a:cubicBezTo>
                  <a:cubicBezTo>
                    <a:pt x="744" y="144"/>
                    <a:pt x="749" y="134"/>
                    <a:pt x="753" y="124"/>
                  </a:cubicBezTo>
                  <a:cubicBezTo>
                    <a:pt x="782" y="79"/>
                    <a:pt x="781" y="77"/>
                    <a:pt x="784" y="75"/>
                  </a:cubicBezTo>
                  <a:cubicBezTo>
                    <a:pt x="769" y="89"/>
                    <a:pt x="765" y="92"/>
                    <a:pt x="765" y="96"/>
                  </a:cubicBezTo>
                  <a:cubicBezTo>
                    <a:pt x="728" y="162"/>
                    <a:pt x="722" y="177"/>
                    <a:pt x="718" y="191"/>
                  </a:cubicBezTo>
                  <a:cubicBezTo>
                    <a:pt x="710" y="205"/>
                    <a:pt x="719" y="210"/>
                    <a:pt x="712" y="213"/>
                  </a:cubicBezTo>
                  <a:cubicBezTo>
                    <a:pt x="703" y="240"/>
                    <a:pt x="708" y="247"/>
                    <a:pt x="697" y="251"/>
                  </a:cubicBezTo>
                  <a:cubicBezTo>
                    <a:pt x="699" y="232"/>
                    <a:pt x="702" y="230"/>
                    <a:pt x="701" y="228"/>
                  </a:cubicBezTo>
                  <a:cubicBezTo>
                    <a:pt x="714" y="177"/>
                    <a:pt x="714" y="170"/>
                    <a:pt x="714" y="162"/>
                  </a:cubicBezTo>
                  <a:cubicBezTo>
                    <a:pt x="735" y="103"/>
                    <a:pt x="740" y="88"/>
                    <a:pt x="749" y="73"/>
                  </a:cubicBezTo>
                  <a:cubicBezTo>
                    <a:pt x="757" y="53"/>
                    <a:pt x="753" y="62"/>
                    <a:pt x="744" y="70"/>
                  </a:cubicBezTo>
                  <a:cubicBezTo>
                    <a:pt x="727" y="107"/>
                    <a:pt x="722" y="112"/>
                    <a:pt x="722" y="118"/>
                  </a:cubicBezTo>
                  <a:cubicBezTo>
                    <a:pt x="706" y="172"/>
                    <a:pt x="705" y="175"/>
                    <a:pt x="703" y="177"/>
                  </a:cubicBezTo>
                  <a:cubicBezTo>
                    <a:pt x="696" y="206"/>
                    <a:pt x="696" y="209"/>
                    <a:pt x="696" y="212"/>
                  </a:cubicBezTo>
                  <a:cubicBezTo>
                    <a:pt x="687" y="247"/>
                    <a:pt x="685" y="253"/>
                    <a:pt x="684" y="260"/>
                  </a:cubicBezTo>
                  <a:cubicBezTo>
                    <a:pt x="671" y="275"/>
                    <a:pt x="673" y="272"/>
                    <a:pt x="677" y="270"/>
                  </a:cubicBezTo>
                  <a:cubicBezTo>
                    <a:pt x="682" y="240"/>
                    <a:pt x="681" y="234"/>
                    <a:pt x="684" y="229"/>
                  </a:cubicBezTo>
                  <a:cubicBezTo>
                    <a:pt x="694" y="189"/>
                    <a:pt x="690" y="182"/>
                    <a:pt x="693" y="177"/>
                  </a:cubicBezTo>
                  <a:cubicBezTo>
                    <a:pt x="706" y="119"/>
                    <a:pt x="707" y="113"/>
                    <a:pt x="709" y="107"/>
                  </a:cubicBezTo>
                  <a:cubicBezTo>
                    <a:pt x="721" y="64"/>
                    <a:pt x="727" y="59"/>
                    <a:pt x="729" y="53"/>
                  </a:cubicBezTo>
                  <a:cubicBezTo>
                    <a:pt x="751" y="15"/>
                    <a:pt x="760" y="13"/>
                    <a:pt x="759" y="10"/>
                  </a:cubicBezTo>
                  <a:cubicBezTo>
                    <a:pt x="752" y="12"/>
                    <a:pt x="750" y="14"/>
                    <a:pt x="749" y="17"/>
                  </a:cubicBezTo>
                  <a:cubicBezTo>
                    <a:pt x="722" y="50"/>
                    <a:pt x="719" y="46"/>
                    <a:pt x="715" y="51"/>
                  </a:cubicBezTo>
                  <a:cubicBezTo>
                    <a:pt x="696" y="86"/>
                    <a:pt x="689" y="94"/>
                    <a:pt x="687" y="103"/>
                  </a:cubicBezTo>
                  <a:cubicBezTo>
                    <a:pt x="667" y="145"/>
                    <a:pt x="670" y="146"/>
                    <a:pt x="670" y="148"/>
                  </a:cubicBezTo>
                  <a:cubicBezTo>
                    <a:pt x="662" y="166"/>
                    <a:pt x="660" y="175"/>
                    <a:pt x="659" y="185"/>
                  </a:cubicBezTo>
                  <a:cubicBezTo>
                    <a:pt x="655" y="217"/>
                    <a:pt x="655" y="222"/>
                    <a:pt x="653" y="226"/>
                  </a:cubicBezTo>
                  <a:cubicBezTo>
                    <a:pt x="646" y="259"/>
                    <a:pt x="650" y="265"/>
                    <a:pt x="650" y="270"/>
                  </a:cubicBezTo>
                  <a:cubicBezTo>
                    <a:pt x="632" y="316"/>
                    <a:pt x="637" y="319"/>
                    <a:pt x="630" y="321"/>
                  </a:cubicBezTo>
                  <a:cubicBezTo>
                    <a:pt x="630" y="285"/>
                    <a:pt x="633" y="283"/>
                    <a:pt x="633" y="280"/>
                  </a:cubicBezTo>
                  <a:cubicBezTo>
                    <a:pt x="637" y="248"/>
                    <a:pt x="637" y="243"/>
                    <a:pt x="639" y="238"/>
                  </a:cubicBezTo>
                  <a:cubicBezTo>
                    <a:pt x="639" y="222"/>
                    <a:pt x="641" y="220"/>
                    <a:pt x="641" y="217"/>
                  </a:cubicBezTo>
                  <a:cubicBezTo>
                    <a:pt x="649" y="175"/>
                    <a:pt x="652" y="166"/>
                    <a:pt x="654" y="157"/>
                  </a:cubicBezTo>
                  <a:cubicBezTo>
                    <a:pt x="673" y="112"/>
                    <a:pt x="670" y="107"/>
                    <a:pt x="677" y="103"/>
                  </a:cubicBezTo>
                  <a:cubicBezTo>
                    <a:pt x="690" y="65"/>
                    <a:pt x="699" y="63"/>
                    <a:pt x="694" y="59"/>
                  </a:cubicBezTo>
                  <a:cubicBezTo>
                    <a:pt x="663" y="118"/>
                    <a:pt x="658" y="124"/>
                    <a:pt x="654" y="130"/>
                  </a:cubicBezTo>
                  <a:cubicBezTo>
                    <a:pt x="644" y="160"/>
                    <a:pt x="640" y="163"/>
                    <a:pt x="644" y="166"/>
                  </a:cubicBezTo>
                  <a:cubicBezTo>
                    <a:pt x="632" y="198"/>
                    <a:pt x="638" y="202"/>
                    <a:pt x="632" y="204"/>
                  </a:cubicBezTo>
                  <a:cubicBezTo>
                    <a:pt x="630" y="226"/>
                    <a:pt x="628" y="229"/>
                    <a:pt x="630" y="233"/>
                  </a:cubicBezTo>
                  <a:cubicBezTo>
                    <a:pt x="624" y="286"/>
                    <a:pt x="621" y="292"/>
                    <a:pt x="621" y="298"/>
                  </a:cubicBezTo>
                  <a:cubicBezTo>
                    <a:pt x="622" y="314"/>
                    <a:pt x="617" y="316"/>
                    <a:pt x="621" y="318"/>
                  </a:cubicBezTo>
                  <a:cubicBezTo>
                    <a:pt x="615" y="341"/>
                    <a:pt x="613" y="344"/>
                    <a:pt x="612" y="347"/>
                  </a:cubicBezTo>
                  <a:cubicBezTo>
                    <a:pt x="610" y="337"/>
                    <a:pt x="612" y="332"/>
                    <a:pt x="615" y="327"/>
                  </a:cubicBezTo>
                  <a:cubicBezTo>
                    <a:pt x="612" y="290"/>
                    <a:pt x="621" y="286"/>
                    <a:pt x="616" y="280"/>
                  </a:cubicBezTo>
                  <a:cubicBezTo>
                    <a:pt x="615" y="259"/>
                    <a:pt x="621" y="255"/>
                    <a:pt x="620" y="250"/>
                  </a:cubicBezTo>
                  <a:cubicBezTo>
                    <a:pt x="624" y="201"/>
                    <a:pt x="625" y="198"/>
                    <a:pt x="626" y="196"/>
                  </a:cubicBezTo>
                  <a:cubicBezTo>
                    <a:pt x="635" y="171"/>
                    <a:pt x="633" y="168"/>
                    <a:pt x="634" y="166"/>
                  </a:cubicBezTo>
                  <a:cubicBezTo>
                    <a:pt x="642" y="141"/>
                    <a:pt x="642" y="139"/>
                    <a:pt x="642" y="136"/>
                  </a:cubicBezTo>
                  <a:cubicBezTo>
                    <a:pt x="655" y="109"/>
                    <a:pt x="657" y="104"/>
                    <a:pt x="662" y="99"/>
                  </a:cubicBezTo>
                  <a:cubicBezTo>
                    <a:pt x="645" y="113"/>
                    <a:pt x="645" y="122"/>
                    <a:pt x="637" y="130"/>
                  </a:cubicBezTo>
                  <a:cubicBezTo>
                    <a:pt x="617" y="197"/>
                    <a:pt x="614" y="202"/>
                    <a:pt x="614" y="207"/>
                  </a:cubicBezTo>
                  <a:cubicBezTo>
                    <a:pt x="613" y="227"/>
                    <a:pt x="609" y="228"/>
                    <a:pt x="612" y="231"/>
                  </a:cubicBezTo>
                  <a:cubicBezTo>
                    <a:pt x="612" y="251"/>
                    <a:pt x="612" y="254"/>
                    <a:pt x="608" y="256"/>
                  </a:cubicBezTo>
                  <a:cubicBezTo>
                    <a:pt x="608" y="278"/>
                    <a:pt x="607" y="283"/>
                    <a:pt x="607" y="289"/>
                  </a:cubicBezTo>
                  <a:cubicBezTo>
                    <a:pt x="595" y="363"/>
                    <a:pt x="592" y="374"/>
                    <a:pt x="587" y="384"/>
                  </a:cubicBezTo>
                  <a:cubicBezTo>
                    <a:pt x="589" y="326"/>
                    <a:pt x="592" y="323"/>
                    <a:pt x="592" y="319"/>
                  </a:cubicBezTo>
                  <a:cubicBezTo>
                    <a:pt x="594" y="243"/>
                    <a:pt x="593" y="240"/>
                    <a:pt x="594" y="237"/>
                  </a:cubicBezTo>
                  <a:cubicBezTo>
                    <a:pt x="597" y="223"/>
                    <a:pt x="596" y="219"/>
                    <a:pt x="596" y="216"/>
                  </a:cubicBezTo>
                  <a:cubicBezTo>
                    <a:pt x="608" y="177"/>
                    <a:pt x="610" y="170"/>
                    <a:pt x="614" y="163"/>
                  </a:cubicBezTo>
                  <a:cubicBezTo>
                    <a:pt x="624" y="125"/>
                    <a:pt x="623" y="130"/>
                    <a:pt x="621" y="134"/>
                  </a:cubicBezTo>
                  <a:cubicBezTo>
                    <a:pt x="598" y="185"/>
                    <a:pt x="595" y="190"/>
                    <a:pt x="594" y="195"/>
                  </a:cubicBezTo>
                  <a:cubicBezTo>
                    <a:pt x="583" y="227"/>
                    <a:pt x="590" y="232"/>
                    <a:pt x="586" y="235"/>
                  </a:cubicBezTo>
                  <a:cubicBezTo>
                    <a:pt x="585" y="269"/>
                    <a:pt x="583" y="276"/>
                    <a:pt x="584" y="284"/>
                  </a:cubicBezTo>
                  <a:cubicBezTo>
                    <a:pt x="583" y="334"/>
                    <a:pt x="581" y="338"/>
                    <a:pt x="584" y="342"/>
                  </a:cubicBezTo>
                  <a:cubicBezTo>
                    <a:pt x="578" y="377"/>
                    <a:pt x="579" y="381"/>
                    <a:pt x="575" y="384"/>
                  </a:cubicBezTo>
                  <a:cubicBezTo>
                    <a:pt x="572" y="368"/>
                    <a:pt x="578" y="365"/>
                    <a:pt x="575" y="361"/>
                  </a:cubicBezTo>
                  <a:cubicBezTo>
                    <a:pt x="580" y="316"/>
                    <a:pt x="571" y="307"/>
                    <a:pt x="578" y="300"/>
                  </a:cubicBezTo>
                  <a:cubicBezTo>
                    <a:pt x="572" y="220"/>
                    <a:pt x="574" y="213"/>
                    <a:pt x="573" y="205"/>
                  </a:cubicBezTo>
                  <a:cubicBezTo>
                    <a:pt x="581" y="177"/>
                    <a:pt x="576" y="169"/>
                    <a:pt x="580" y="163"/>
                  </a:cubicBezTo>
                  <a:cubicBezTo>
                    <a:pt x="594" y="117"/>
                    <a:pt x="601" y="111"/>
                    <a:pt x="598" y="103"/>
                  </a:cubicBezTo>
                  <a:cubicBezTo>
                    <a:pt x="577" y="151"/>
                    <a:pt x="576" y="154"/>
                    <a:pt x="573" y="156"/>
                  </a:cubicBezTo>
                  <a:cubicBezTo>
                    <a:pt x="562" y="241"/>
                    <a:pt x="563" y="252"/>
                    <a:pt x="564" y="263"/>
                  </a:cubicBezTo>
                  <a:cubicBezTo>
                    <a:pt x="569" y="302"/>
                    <a:pt x="564" y="307"/>
                    <a:pt x="568" y="312"/>
                  </a:cubicBezTo>
                  <a:cubicBezTo>
                    <a:pt x="566" y="341"/>
                    <a:pt x="565" y="352"/>
                    <a:pt x="568" y="364"/>
                  </a:cubicBezTo>
                  <a:cubicBezTo>
                    <a:pt x="553" y="423"/>
                    <a:pt x="553" y="420"/>
                    <a:pt x="555" y="417"/>
                  </a:cubicBezTo>
                  <a:cubicBezTo>
                    <a:pt x="556" y="394"/>
                    <a:pt x="560" y="392"/>
                    <a:pt x="558" y="388"/>
                  </a:cubicBezTo>
                  <a:cubicBezTo>
                    <a:pt x="561" y="333"/>
                    <a:pt x="563" y="331"/>
                    <a:pt x="562" y="329"/>
                  </a:cubicBezTo>
                  <a:cubicBezTo>
                    <a:pt x="559" y="274"/>
                    <a:pt x="553" y="255"/>
                    <a:pt x="554" y="236"/>
                  </a:cubicBezTo>
                  <a:cubicBezTo>
                    <a:pt x="554" y="218"/>
                    <a:pt x="555" y="214"/>
                    <a:pt x="554" y="209"/>
                  </a:cubicBezTo>
                  <a:cubicBezTo>
                    <a:pt x="559" y="193"/>
                    <a:pt x="557" y="190"/>
                    <a:pt x="559" y="188"/>
                  </a:cubicBezTo>
                  <a:cubicBezTo>
                    <a:pt x="569" y="145"/>
                    <a:pt x="573" y="136"/>
                    <a:pt x="573" y="126"/>
                  </a:cubicBezTo>
                  <a:cubicBezTo>
                    <a:pt x="557" y="167"/>
                    <a:pt x="554" y="173"/>
                    <a:pt x="555" y="179"/>
                  </a:cubicBezTo>
                  <a:cubicBezTo>
                    <a:pt x="548" y="204"/>
                    <a:pt x="545" y="211"/>
                    <a:pt x="547" y="219"/>
                  </a:cubicBezTo>
                  <a:cubicBezTo>
                    <a:pt x="545" y="249"/>
                    <a:pt x="547" y="257"/>
                    <a:pt x="548" y="265"/>
                  </a:cubicBezTo>
                  <a:cubicBezTo>
                    <a:pt x="553" y="302"/>
                    <a:pt x="551" y="305"/>
                    <a:pt x="550" y="308"/>
                  </a:cubicBezTo>
                  <a:cubicBezTo>
                    <a:pt x="556" y="350"/>
                    <a:pt x="553" y="352"/>
                    <a:pt x="554" y="354"/>
                  </a:cubicBezTo>
                  <a:cubicBezTo>
                    <a:pt x="551" y="391"/>
                    <a:pt x="544" y="394"/>
                    <a:pt x="549" y="399"/>
                  </a:cubicBezTo>
                  <a:cubicBezTo>
                    <a:pt x="548" y="423"/>
                    <a:pt x="541" y="425"/>
                    <a:pt x="543" y="428"/>
                  </a:cubicBezTo>
                  <a:cubicBezTo>
                    <a:pt x="534" y="435"/>
                    <a:pt x="534" y="428"/>
                    <a:pt x="538" y="422"/>
                  </a:cubicBezTo>
                  <a:cubicBezTo>
                    <a:pt x="537" y="386"/>
                    <a:pt x="541" y="383"/>
                    <a:pt x="540" y="379"/>
                  </a:cubicBezTo>
                  <a:cubicBezTo>
                    <a:pt x="538" y="342"/>
                    <a:pt x="537" y="338"/>
                    <a:pt x="538" y="333"/>
                  </a:cubicBezTo>
                  <a:cubicBezTo>
                    <a:pt x="535" y="297"/>
                    <a:pt x="532" y="288"/>
                    <a:pt x="531" y="280"/>
                  </a:cubicBezTo>
                  <a:cubicBezTo>
                    <a:pt x="528" y="237"/>
                    <a:pt x="531" y="236"/>
                    <a:pt x="530" y="234"/>
                  </a:cubicBezTo>
                  <a:cubicBezTo>
                    <a:pt x="531" y="195"/>
                    <a:pt x="535" y="192"/>
                    <a:pt x="534" y="187"/>
                  </a:cubicBezTo>
                  <a:cubicBezTo>
                    <a:pt x="537" y="169"/>
                    <a:pt x="538" y="165"/>
                    <a:pt x="539" y="161"/>
                  </a:cubicBezTo>
                  <a:cubicBezTo>
                    <a:pt x="534" y="156"/>
                    <a:pt x="534" y="160"/>
                    <a:pt x="532" y="164"/>
                  </a:cubicBezTo>
                  <a:cubicBezTo>
                    <a:pt x="527" y="184"/>
                    <a:pt x="527" y="187"/>
                    <a:pt x="528" y="189"/>
                  </a:cubicBezTo>
                  <a:cubicBezTo>
                    <a:pt x="521" y="228"/>
                    <a:pt x="522" y="230"/>
                    <a:pt x="522" y="232"/>
                  </a:cubicBezTo>
                  <a:cubicBezTo>
                    <a:pt x="521" y="256"/>
                    <a:pt x="520" y="257"/>
                    <a:pt x="522" y="259"/>
                  </a:cubicBezTo>
                  <a:cubicBezTo>
                    <a:pt x="527" y="285"/>
                    <a:pt x="520" y="288"/>
                    <a:pt x="524" y="293"/>
                  </a:cubicBezTo>
                  <a:cubicBezTo>
                    <a:pt x="532" y="343"/>
                    <a:pt x="530" y="351"/>
                    <a:pt x="534" y="361"/>
                  </a:cubicBezTo>
                  <a:cubicBezTo>
                    <a:pt x="531" y="378"/>
                    <a:pt x="529" y="380"/>
                    <a:pt x="532" y="382"/>
                  </a:cubicBezTo>
                  <a:cubicBezTo>
                    <a:pt x="530" y="417"/>
                    <a:pt x="530" y="421"/>
                    <a:pt x="528" y="424"/>
                  </a:cubicBezTo>
                  <a:cubicBezTo>
                    <a:pt x="523" y="442"/>
                    <a:pt x="525" y="445"/>
                    <a:pt x="522" y="444"/>
                  </a:cubicBezTo>
                  <a:cubicBezTo>
                    <a:pt x="523" y="396"/>
                    <a:pt x="516" y="383"/>
                    <a:pt x="519" y="372"/>
                  </a:cubicBezTo>
                  <a:cubicBezTo>
                    <a:pt x="517" y="348"/>
                    <a:pt x="514" y="341"/>
                    <a:pt x="515" y="335"/>
                  </a:cubicBezTo>
                  <a:cubicBezTo>
                    <a:pt x="506" y="291"/>
                    <a:pt x="509" y="286"/>
                    <a:pt x="507" y="280"/>
                  </a:cubicBezTo>
                  <a:cubicBezTo>
                    <a:pt x="508" y="220"/>
                    <a:pt x="509" y="215"/>
                    <a:pt x="510" y="209"/>
                  </a:cubicBezTo>
                  <a:cubicBezTo>
                    <a:pt x="513" y="185"/>
                    <a:pt x="512" y="178"/>
                    <a:pt x="516" y="173"/>
                  </a:cubicBezTo>
                  <a:cubicBezTo>
                    <a:pt x="515" y="159"/>
                    <a:pt x="514" y="162"/>
                    <a:pt x="512" y="164"/>
                  </a:cubicBezTo>
                  <a:cubicBezTo>
                    <a:pt x="505" y="191"/>
                    <a:pt x="507" y="196"/>
                    <a:pt x="504" y="201"/>
                  </a:cubicBezTo>
                  <a:cubicBezTo>
                    <a:pt x="500" y="221"/>
                    <a:pt x="502" y="226"/>
                    <a:pt x="501" y="230"/>
                  </a:cubicBezTo>
                  <a:cubicBezTo>
                    <a:pt x="498" y="248"/>
                    <a:pt x="500" y="251"/>
                    <a:pt x="500" y="253"/>
                  </a:cubicBezTo>
                  <a:cubicBezTo>
                    <a:pt x="496" y="271"/>
                    <a:pt x="502" y="275"/>
                    <a:pt x="498" y="277"/>
                  </a:cubicBezTo>
                  <a:cubicBezTo>
                    <a:pt x="497" y="300"/>
                    <a:pt x="497" y="294"/>
                    <a:pt x="497" y="290"/>
                  </a:cubicBezTo>
                  <a:cubicBezTo>
                    <a:pt x="494" y="271"/>
                    <a:pt x="495" y="268"/>
                    <a:pt x="495" y="266"/>
                  </a:cubicBezTo>
                  <a:cubicBezTo>
                    <a:pt x="494" y="202"/>
                    <a:pt x="495" y="187"/>
                    <a:pt x="499" y="173"/>
                  </a:cubicBezTo>
                  <a:cubicBezTo>
                    <a:pt x="501" y="135"/>
                    <a:pt x="510" y="133"/>
                    <a:pt x="503" y="128"/>
                  </a:cubicBezTo>
                  <a:cubicBezTo>
                    <a:pt x="490" y="173"/>
                    <a:pt x="490" y="178"/>
                    <a:pt x="489" y="183"/>
                  </a:cubicBezTo>
                  <a:cubicBezTo>
                    <a:pt x="485" y="220"/>
                    <a:pt x="485" y="223"/>
                    <a:pt x="485" y="225"/>
                  </a:cubicBezTo>
                  <a:cubicBezTo>
                    <a:pt x="484" y="256"/>
                    <a:pt x="483" y="258"/>
                    <a:pt x="486" y="261"/>
                  </a:cubicBezTo>
                  <a:cubicBezTo>
                    <a:pt x="484" y="277"/>
                    <a:pt x="489" y="280"/>
                    <a:pt x="487" y="282"/>
                  </a:cubicBezTo>
                  <a:cubicBezTo>
                    <a:pt x="498" y="337"/>
                    <a:pt x="496" y="347"/>
                    <a:pt x="502" y="357"/>
                  </a:cubicBezTo>
                  <a:cubicBezTo>
                    <a:pt x="506" y="408"/>
                    <a:pt x="505" y="413"/>
                    <a:pt x="503" y="418"/>
                  </a:cubicBezTo>
                  <a:cubicBezTo>
                    <a:pt x="505" y="450"/>
                    <a:pt x="505" y="453"/>
                    <a:pt x="503" y="455"/>
                  </a:cubicBezTo>
                  <a:cubicBezTo>
                    <a:pt x="499" y="471"/>
                    <a:pt x="503" y="479"/>
                    <a:pt x="498" y="475"/>
                  </a:cubicBezTo>
                  <a:cubicBezTo>
                    <a:pt x="493" y="426"/>
                    <a:pt x="495" y="423"/>
                    <a:pt x="495" y="419"/>
                  </a:cubicBezTo>
                  <a:cubicBezTo>
                    <a:pt x="485" y="375"/>
                    <a:pt x="480" y="366"/>
                    <a:pt x="483" y="359"/>
                  </a:cubicBezTo>
                  <a:cubicBezTo>
                    <a:pt x="470" y="321"/>
                    <a:pt x="476" y="319"/>
                    <a:pt x="470" y="314"/>
                  </a:cubicBezTo>
                  <a:cubicBezTo>
                    <a:pt x="459" y="218"/>
                    <a:pt x="466" y="212"/>
                    <a:pt x="462" y="204"/>
                  </a:cubicBezTo>
                  <a:cubicBezTo>
                    <a:pt x="457" y="195"/>
                    <a:pt x="457" y="204"/>
                    <a:pt x="457" y="213"/>
                  </a:cubicBezTo>
                  <a:cubicBezTo>
                    <a:pt x="457" y="232"/>
                    <a:pt x="452" y="236"/>
                    <a:pt x="455" y="241"/>
                  </a:cubicBezTo>
                  <a:cubicBezTo>
                    <a:pt x="454" y="275"/>
                    <a:pt x="459" y="280"/>
                    <a:pt x="456" y="285"/>
                  </a:cubicBezTo>
                  <a:cubicBezTo>
                    <a:pt x="462" y="317"/>
                    <a:pt x="462" y="322"/>
                    <a:pt x="465" y="327"/>
                  </a:cubicBezTo>
                  <a:cubicBezTo>
                    <a:pt x="475" y="362"/>
                    <a:pt x="473" y="368"/>
                    <a:pt x="475" y="375"/>
                  </a:cubicBezTo>
                  <a:cubicBezTo>
                    <a:pt x="478" y="394"/>
                    <a:pt x="483" y="397"/>
                    <a:pt x="481" y="400"/>
                  </a:cubicBezTo>
                  <a:cubicBezTo>
                    <a:pt x="484" y="436"/>
                    <a:pt x="490" y="444"/>
                    <a:pt x="487" y="449"/>
                  </a:cubicBezTo>
                  <a:cubicBezTo>
                    <a:pt x="483" y="480"/>
                    <a:pt x="490" y="485"/>
                    <a:pt x="488" y="488"/>
                  </a:cubicBezTo>
                  <a:cubicBezTo>
                    <a:pt x="483" y="503"/>
                    <a:pt x="485" y="499"/>
                    <a:pt x="485" y="495"/>
                  </a:cubicBezTo>
                  <a:cubicBezTo>
                    <a:pt x="486" y="464"/>
                    <a:pt x="482" y="459"/>
                    <a:pt x="483" y="454"/>
                  </a:cubicBezTo>
                  <a:cubicBezTo>
                    <a:pt x="474" y="394"/>
                    <a:pt x="466" y="388"/>
                    <a:pt x="469" y="384"/>
                  </a:cubicBezTo>
                  <a:cubicBezTo>
                    <a:pt x="462" y="348"/>
                    <a:pt x="459" y="346"/>
                    <a:pt x="457" y="346"/>
                  </a:cubicBezTo>
                  <a:cubicBezTo>
                    <a:pt x="449" y="328"/>
                    <a:pt x="460" y="322"/>
                    <a:pt x="453" y="324"/>
                  </a:cubicBezTo>
                  <a:cubicBezTo>
                    <a:pt x="446" y="286"/>
                    <a:pt x="449" y="281"/>
                    <a:pt x="445" y="276"/>
                  </a:cubicBezTo>
                  <a:cubicBezTo>
                    <a:pt x="449" y="241"/>
                    <a:pt x="443" y="235"/>
                    <a:pt x="444" y="230"/>
                  </a:cubicBezTo>
                  <a:cubicBezTo>
                    <a:pt x="450" y="210"/>
                    <a:pt x="442" y="203"/>
                    <a:pt x="449" y="199"/>
                  </a:cubicBezTo>
                  <a:cubicBezTo>
                    <a:pt x="454" y="163"/>
                    <a:pt x="461" y="159"/>
                    <a:pt x="458" y="153"/>
                  </a:cubicBezTo>
                  <a:cubicBezTo>
                    <a:pt x="444" y="191"/>
                    <a:pt x="439" y="200"/>
                    <a:pt x="440" y="211"/>
                  </a:cubicBezTo>
                  <a:cubicBezTo>
                    <a:pt x="435" y="250"/>
                    <a:pt x="436" y="261"/>
                    <a:pt x="437" y="271"/>
                  </a:cubicBezTo>
                  <a:cubicBezTo>
                    <a:pt x="442" y="313"/>
                    <a:pt x="444" y="323"/>
                    <a:pt x="448" y="335"/>
                  </a:cubicBezTo>
                  <a:cubicBezTo>
                    <a:pt x="458" y="387"/>
                    <a:pt x="461" y="393"/>
                    <a:pt x="460" y="398"/>
                  </a:cubicBezTo>
                  <a:cubicBezTo>
                    <a:pt x="473" y="464"/>
                    <a:pt x="476" y="471"/>
                    <a:pt x="475" y="477"/>
                  </a:cubicBezTo>
                  <a:cubicBezTo>
                    <a:pt x="472" y="519"/>
                    <a:pt x="470" y="522"/>
                    <a:pt x="473" y="526"/>
                  </a:cubicBezTo>
                  <a:cubicBezTo>
                    <a:pt x="466" y="546"/>
                    <a:pt x="465" y="547"/>
                    <a:pt x="465" y="548"/>
                  </a:cubicBezTo>
                  <a:cubicBezTo>
                    <a:pt x="459" y="507"/>
                    <a:pt x="462" y="504"/>
                    <a:pt x="463" y="501"/>
                  </a:cubicBezTo>
                  <a:cubicBezTo>
                    <a:pt x="458" y="462"/>
                    <a:pt x="451" y="454"/>
                    <a:pt x="451" y="448"/>
                  </a:cubicBezTo>
                  <a:cubicBezTo>
                    <a:pt x="436" y="412"/>
                    <a:pt x="440" y="409"/>
                    <a:pt x="436" y="405"/>
                  </a:cubicBezTo>
                  <a:cubicBezTo>
                    <a:pt x="427" y="372"/>
                    <a:pt x="429" y="369"/>
                    <a:pt x="426" y="365"/>
                  </a:cubicBezTo>
                  <a:cubicBezTo>
                    <a:pt x="421" y="351"/>
                    <a:pt x="423" y="350"/>
                    <a:pt x="421" y="347"/>
                  </a:cubicBezTo>
                  <a:cubicBezTo>
                    <a:pt x="417" y="313"/>
                    <a:pt x="414" y="309"/>
                    <a:pt x="415" y="305"/>
                  </a:cubicBezTo>
                  <a:cubicBezTo>
                    <a:pt x="416" y="260"/>
                    <a:pt x="418" y="257"/>
                    <a:pt x="414" y="253"/>
                  </a:cubicBezTo>
                  <a:cubicBezTo>
                    <a:pt x="416" y="237"/>
                    <a:pt x="416" y="229"/>
                    <a:pt x="414" y="222"/>
                  </a:cubicBezTo>
                  <a:cubicBezTo>
                    <a:pt x="416" y="200"/>
                    <a:pt x="418" y="197"/>
                    <a:pt x="418" y="194"/>
                  </a:cubicBezTo>
                  <a:cubicBezTo>
                    <a:pt x="414" y="206"/>
                    <a:pt x="410" y="211"/>
                    <a:pt x="412" y="216"/>
                  </a:cubicBezTo>
                  <a:cubicBezTo>
                    <a:pt x="409" y="236"/>
                    <a:pt x="410" y="242"/>
                    <a:pt x="410" y="247"/>
                  </a:cubicBezTo>
                  <a:cubicBezTo>
                    <a:pt x="407" y="327"/>
                    <a:pt x="412" y="332"/>
                    <a:pt x="410" y="335"/>
                  </a:cubicBezTo>
                  <a:cubicBezTo>
                    <a:pt x="414" y="368"/>
                    <a:pt x="422" y="373"/>
                    <a:pt x="420" y="377"/>
                  </a:cubicBezTo>
                  <a:cubicBezTo>
                    <a:pt x="438" y="439"/>
                    <a:pt x="445" y="459"/>
                    <a:pt x="448" y="477"/>
                  </a:cubicBezTo>
                  <a:cubicBezTo>
                    <a:pt x="451" y="509"/>
                    <a:pt x="452" y="514"/>
                    <a:pt x="453" y="518"/>
                  </a:cubicBezTo>
                  <a:cubicBezTo>
                    <a:pt x="449" y="518"/>
                    <a:pt x="452" y="515"/>
                    <a:pt x="448" y="512"/>
                  </a:cubicBezTo>
                  <a:cubicBezTo>
                    <a:pt x="443" y="484"/>
                    <a:pt x="442" y="477"/>
                    <a:pt x="441" y="470"/>
                  </a:cubicBezTo>
                  <a:cubicBezTo>
                    <a:pt x="432" y="436"/>
                    <a:pt x="429" y="432"/>
                    <a:pt x="428" y="428"/>
                  </a:cubicBezTo>
                  <a:cubicBezTo>
                    <a:pt x="416" y="393"/>
                    <a:pt x="413" y="389"/>
                    <a:pt x="414" y="386"/>
                  </a:cubicBezTo>
                  <a:cubicBezTo>
                    <a:pt x="407" y="359"/>
                    <a:pt x="405" y="356"/>
                    <a:pt x="403" y="350"/>
                  </a:cubicBezTo>
                  <a:cubicBezTo>
                    <a:pt x="401" y="334"/>
                    <a:pt x="403" y="333"/>
                    <a:pt x="403" y="333"/>
                  </a:cubicBezTo>
                  <a:cubicBezTo>
                    <a:pt x="401" y="321"/>
                    <a:pt x="400" y="317"/>
                    <a:pt x="399" y="314"/>
                  </a:cubicBezTo>
                  <a:cubicBezTo>
                    <a:pt x="395" y="298"/>
                    <a:pt x="397" y="295"/>
                    <a:pt x="396" y="293"/>
                  </a:cubicBezTo>
                  <a:cubicBezTo>
                    <a:pt x="390" y="256"/>
                    <a:pt x="396" y="250"/>
                    <a:pt x="392" y="243"/>
                  </a:cubicBezTo>
                  <a:cubicBezTo>
                    <a:pt x="394" y="217"/>
                    <a:pt x="395" y="215"/>
                    <a:pt x="395" y="213"/>
                  </a:cubicBezTo>
                  <a:cubicBezTo>
                    <a:pt x="388" y="211"/>
                    <a:pt x="391" y="212"/>
                    <a:pt x="391" y="214"/>
                  </a:cubicBezTo>
                  <a:cubicBezTo>
                    <a:pt x="386" y="231"/>
                    <a:pt x="389" y="235"/>
                    <a:pt x="386" y="237"/>
                  </a:cubicBezTo>
                  <a:cubicBezTo>
                    <a:pt x="387" y="268"/>
                    <a:pt x="385" y="271"/>
                    <a:pt x="388" y="275"/>
                  </a:cubicBezTo>
                  <a:cubicBezTo>
                    <a:pt x="391" y="325"/>
                    <a:pt x="397" y="338"/>
                    <a:pt x="393" y="350"/>
                  </a:cubicBezTo>
                  <a:cubicBezTo>
                    <a:pt x="405" y="382"/>
                    <a:pt x="403" y="390"/>
                    <a:pt x="408" y="398"/>
                  </a:cubicBezTo>
                  <a:cubicBezTo>
                    <a:pt x="419" y="430"/>
                    <a:pt x="421" y="438"/>
                    <a:pt x="423" y="446"/>
                  </a:cubicBezTo>
                  <a:cubicBezTo>
                    <a:pt x="436" y="483"/>
                    <a:pt x="432" y="487"/>
                    <a:pt x="436" y="491"/>
                  </a:cubicBezTo>
                  <a:cubicBezTo>
                    <a:pt x="440" y="554"/>
                    <a:pt x="443" y="558"/>
                    <a:pt x="443" y="562"/>
                  </a:cubicBezTo>
                  <a:cubicBezTo>
                    <a:pt x="428" y="572"/>
                    <a:pt x="429" y="568"/>
                    <a:pt x="430" y="564"/>
                  </a:cubicBezTo>
                  <a:cubicBezTo>
                    <a:pt x="417" y="498"/>
                    <a:pt x="416" y="485"/>
                    <a:pt x="415" y="472"/>
                  </a:cubicBezTo>
                  <a:cubicBezTo>
                    <a:pt x="409" y="449"/>
                    <a:pt x="405" y="442"/>
                    <a:pt x="406" y="436"/>
                  </a:cubicBezTo>
                  <a:cubicBezTo>
                    <a:pt x="401" y="421"/>
                    <a:pt x="398" y="415"/>
                    <a:pt x="398" y="411"/>
                  </a:cubicBezTo>
                  <a:cubicBezTo>
                    <a:pt x="393" y="374"/>
                    <a:pt x="387" y="375"/>
                    <a:pt x="389" y="372"/>
                  </a:cubicBezTo>
                  <a:cubicBezTo>
                    <a:pt x="382" y="312"/>
                    <a:pt x="377" y="293"/>
                    <a:pt x="381" y="275"/>
                  </a:cubicBezTo>
                  <a:cubicBezTo>
                    <a:pt x="385" y="244"/>
                    <a:pt x="380" y="238"/>
                    <a:pt x="383" y="234"/>
                  </a:cubicBezTo>
                  <a:cubicBezTo>
                    <a:pt x="377" y="239"/>
                    <a:pt x="376" y="242"/>
                    <a:pt x="376" y="244"/>
                  </a:cubicBezTo>
                  <a:cubicBezTo>
                    <a:pt x="375" y="300"/>
                    <a:pt x="373" y="312"/>
                    <a:pt x="372" y="324"/>
                  </a:cubicBezTo>
                  <a:cubicBezTo>
                    <a:pt x="386" y="402"/>
                    <a:pt x="389" y="407"/>
                    <a:pt x="389" y="412"/>
                  </a:cubicBezTo>
                  <a:cubicBezTo>
                    <a:pt x="411" y="512"/>
                    <a:pt x="416" y="522"/>
                    <a:pt x="416" y="532"/>
                  </a:cubicBezTo>
                  <a:cubicBezTo>
                    <a:pt x="418" y="573"/>
                    <a:pt x="419" y="584"/>
                    <a:pt x="420" y="595"/>
                  </a:cubicBezTo>
                  <a:cubicBezTo>
                    <a:pt x="411" y="622"/>
                    <a:pt x="419" y="616"/>
                    <a:pt x="413" y="608"/>
                  </a:cubicBezTo>
                  <a:cubicBezTo>
                    <a:pt x="406" y="541"/>
                    <a:pt x="407" y="534"/>
                    <a:pt x="403" y="527"/>
                  </a:cubicBezTo>
                  <a:cubicBezTo>
                    <a:pt x="394" y="499"/>
                    <a:pt x="398" y="493"/>
                    <a:pt x="395" y="486"/>
                  </a:cubicBezTo>
                  <a:cubicBezTo>
                    <a:pt x="376" y="417"/>
                    <a:pt x="378" y="413"/>
                    <a:pt x="374" y="408"/>
                  </a:cubicBezTo>
                  <a:cubicBezTo>
                    <a:pt x="370" y="378"/>
                    <a:pt x="365" y="372"/>
                    <a:pt x="367" y="369"/>
                  </a:cubicBezTo>
                  <a:cubicBezTo>
                    <a:pt x="363" y="308"/>
                    <a:pt x="356" y="298"/>
                    <a:pt x="360" y="290"/>
                  </a:cubicBezTo>
                  <a:cubicBezTo>
                    <a:pt x="362" y="248"/>
                    <a:pt x="362" y="244"/>
                    <a:pt x="362" y="239"/>
                  </a:cubicBezTo>
                  <a:cubicBezTo>
                    <a:pt x="363" y="220"/>
                    <a:pt x="361" y="223"/>
                    <a:pt x="360" y="226"/>
                  </a:cubicBezTo>
                  <a:cubicBezTo>
                    <a:pt x="358" y="241"/>
                    <a:pt x="353" y="244"/>
                    <a:pt x="357" y="248"/>
                  </a:cubicBezTo>
                  <a:cubicBezTo>
                    <a:pt x="352" y="267"/>
                    <a:pt x="356" y="270"/>
                    <a:pt x="351" y="272"/>
                  </a:cubicBezTo>
                  <a:cubicBezTo>
                    <a:pt x="350" y="303"/>
                    <a:pt x="355" y="306"/>
                    <a:pt x="353" y="308"/>
                  </a:cubicBezTo>
                  <a:cubicBezTo>
                    <a:pt x="351" y="332"/>
                    <a:pt x="356" y="338"/>
                    <a:pt x="353" y="342"/>
                  </a:cubicBezTo>
                  <a:cubicBezTo>
                    <a:pt x="363" y="389"/>
                    <a:pt x="362" y="393"/>
                    <a:pt x="367" y="398"/>
                  </a:cubicBezTo>
                  <a:cubicBezTo>
                    <a:pt x="367" y="433"/>
                    <a:pt x="379" y="443"/>
                    <a:pt x="375" y="451"/>
                  </a:cubicBezTo>
                  <a:cubicBezTo>
                    <a:pt x="395" y="536"/>
                    <a:pt x="399" y="541"/>
                    <a:pt x="399" y="545"/>
                  </a:cubicBezTo>
                  <a:cubicBezTo>
                    <a:pt x="400" y="576"/>
                    <a:pt x="402" y="581"/>
                    <a:pt x="406" y="586"/>
                  </a:cubicBezTo>
                  <a:cubicBezTo>
                    <a:pt x="406" y="605"/>
                    <a:pt x="405" y="608"/>
                    <a:pt x="404" y="610"/>
                  </a:cubicBezTo>
                  <a:cubicBezTo>
                    <a:pt x="402" y="627"/>
                    <a:pt x="408" y="632"/>
                    <a:pt x="403" y="635"/>
                  </a:cubicBezTo>
                  <a:cubicBezTo>
                    <a:pt x="396" y="601"/>
                    <a:pt x="401" y="597"/>
                    <a:pt x="398" y="592"/>
                  </a:cubicBezTo>
                  <a:cubicBezTo>
                    <a:pt x="383" y="512"/>
                    <a:pt x="375" y="506"/>
                    <a:pt x="377" y="501"/>
                  </a:cubicBezTo>
                  <a:cubicBezTo>
                    <a:pt x="354" y="435"/>
                    <a:pt x="354" y="416"/>
                    <a:pt x="344" y="395"/>
                  </a:cubicBezTo>
                  <a:cubicBezTo>
                    <a:pt x="338" y="338"/>
                    <a:pt x="338" y="335"/>
                    <a:pt x="339" y="333"/>
                  </a:cubicBezTo>
                  <a:cubicBezTo>
                    <a:pt x="340" y="299"/>
                    <a:pt x="336" y="293"/>
                    <a:pt x="338" y="287"/>
                  </a:cubicBezTo>
                  <a:cubicBezTo>
                    <a:pt x="331" y="289"/>
                    <a:pt x="332" y="300"/>
                    <a:pt x="330" y="310"/>
                  </a:cubicBezTo>
                  <a:cubicBezTo>
                    <a:pt x="334" y="336"/>
                    <a:pt x="329" y="338"/>
                    <a:pt x="333" y="342"/>
                  </a:cubicBezTo>
                  <a:cubicBezTo>
                    <a:pt x="337" y="378"/>
                    <a:pt x="335" y="383"/>
                    <a:pt x="337" y="388"/>
                  </a:cubicBezTo>
                  <a:cubicBezTo>
                    <a:pt x="337" y="409"/>
                    <a:pt x="345" y="415"/>
                    <a:pt x="343" y="420"/>
                  </a:cubicBezTo>
                  <a:cubicBezTo>
                    <a:pt x="357" y="454"/>
                    <a:pt x="351" y="461"/>
                    <a:pt x="357" y="467"/>
                  </a:cubicBezTo>
                  <a:cubicBezTo>
                    <a:pt x="369" y="497"/>
                    <a:pt x="364" y="504"/>
                    <a:pt x="368" y="506"/>
                  </a:cubicBezTo>
                  <a:cubicBezTo>
                    <a:pt x="379" y="543"/>
                    <a:pt x="382" y="551"/>
                    <a:pt x="384" y="558"/>
                  </a:cubicBezTo>
                  <a:cubicBezTo>
                    <a:pt x="390" y="600"/>
                    <a:pt x="393" y="605"/>
                    <a:pt x="388" y="609"/>
                  </a:cubicBezTo>
                  <a:cubicBezTo>
                    <a:pt x="376" y="559"/>
                    <a:pt x="371" y="556"/>
                    <a:pt x="373" y="554"/>
                  </a:cubicBezTo>
                  <a:cubicBezTo>
                    <a:pt x="357" y="504"/>
                    <a:pt x="350" y="497"/>
                    <a:pt x="350" y="491"/>
                  </a:cubicBezTo>
                  <a:cubicBezTo>
                    <a:pt x="323" y="433"/>
                    <a:pt x="327" y="431"/>
                    <a:pt x="324" y="427"/>
                  </a:cubicBezTo>
                  <a:cubicBezTo>
                    <a:pt x="313" y="386"/>
                    <a:pt x="309" y="374"/>
                    <a:pt x="308" y="362"/>
                  </a:cubicBezTo>
                  <a:cubicBezTo>
                    <a:pt x="306" y="320"/>
                    <a:pt x="303" y="314"/>
                    <a:pt x="304" y="308"/>
                  </a:cubicBezTo>
                  <a:cubicBezTo>
                    <a:pt x="303" y="284"/>
                    <a:pt x="306" y="279"/>
                    <a:pt x="306" y="273"/>
                  </a:cubicBezTo>
                  <a:cubicBezTo>
                    <a:pt x="300" y="263"/>
                    <a:pt x="301" y="273"/>
                    <a:pt x="300" y="282"/>
                  </a:cubicBezTo>
                  <a:cubicBezTo>
                    <a:pt x="298" y="301"/>
                    <a:pt x="297" y="305"/>
                    <a:pt x="295" y="310"/>
                  </a:cubicBezTo>
                  <a:cubicBezTo>
                    <a:pt x="307" y="382"/>
                    <a:pt x="302" y="391"/>
                    <a:pt x="310" y="402"/>
                  </a:cubicBezTo>
                  <a:cubicBezTo>
                    <a:pt x="317" y="439"/>
                    <a:pt x="325" y="446"/>
                    <a:pt x="323" y="450"/>
                  </a:cubicBezTo>
                  <a:cubicBezTo>
                    <a:pt x="337" y="478"/>
                    <a:pt x="337" y="489"/>
                    <a:pt x="345" y="500"/>
                  </a:cubicBezTo>
                  <a:cubicBezTo>
                    <a:pt x="352" y="526"/>
                    <a:pt x="359" y="530"/>
                    <a:pt x="355" y="532"/>
                  </a:cubicBezTo>
                  <a:cubicBezTo>
                    <a:pt x="378" y="589"/>
                    <a:pt x="373" y="597"/>
                    <a:pt x="377" y="600"/>
                  </a:cubicBezTo>
                  <a:cubicBezTo>
                    <a:pt x="374" y="595"/>
                    <a:pt x="367" y="591"/>
                    <a:pt x="366" y="588"/>
                  </a:cubicBezTo>
                  <a:cubicBezTo>
                    <a:pt x="355" y="552"/>
                    <a:pt x="348" y="544"/>
                    <a:pt x="350" y="538"/>
                  </a:cubicBezTo>
                  <a:cubicBezTo>
                    <a:pt x="324" y="484"/>
                    <a:pt x="321" y="468"/>
                    <a:pt x="311" y="451"/>
                  </a:cubicBezTo>
                  <a:cubicBezTo>
                    <a:pt x="301" y="423"/>
                    <a:pt x="301" y="419"/>
                    <a:pt x="300" y="415"/>
                  </a:cubicBezTo>
                  <a:cubicBezTo>
                    <a:pt x="290" y="374"/>
                    <a:pt x="287" y="369"/>
                    <a:pt x="289" y="366"/>
                  </a:cubicBezTo>
                  <a:cubicBezTo>
                    <a:pt x="286" y="345"/>
                    <a:pt x="285" y="337"/>
                    <a:pt x="285" y="330"/>
                  </a:cubicBezTo>
                  <a:cubicBezTo>
                    <a:pt x="278" y="309"/>
                    <a:pt x="280" y="316"/>
                    <a:pt x="280" y="319"/>
                  </a:cubicBezTo>
                  <a:cubicBezTo>
                    <a:pt x="279" y="330"/>
                    <a:pt x="279" y="333"/>
                    <a:pt x="279" y="334"/>
                  </a:cubicBezTo>
                  <a:cubicBezTo>
                    <a:pt x="276" y="357"/>
                    <a:pt x="284" y="362"/>
                    <a:pt x="281" y="365"/>
                  </a:cubicBezTo>
                  <a:cubicBezTo>
                    <a:pt x="287" y="400"/>
                    <a:pt x="290" y="404"/>
                    <a:pt x="290" y="407"/>
                  </a:cubicBezTo>
                  <a:cubicBezTo>
                    <a:pt x="314" y="477"/>
                    <a:pt x="313" y="479"/>
                    <a:pt x="313" y="481"/>
                  </a:cubicBezTo>
                  <a:cubicBezTo>
                    <a:pt x="324" y="507"/>
                    <a:pt x="331" y="514"/>
                    <a:pt x="329" y="519"/>
                  </a:cubicBezTo>
                  <a:cubicBezTo>
                    <a:pt x="359" y="601"/>
                    <a:pt x="365" y="601"/>
                    <a:pt x="364" y="609"/>
                  </a:cubicBezTo>
                  <a:cubicBezTo>
                    <a:pt x="371" y="640"/>
                    <a:pt x="372" y="643"/>
                    <a:pt x="374" y="646"/>
                  </a:cubicBezTo>
                  <a:cubicBezTo>
                    <a:pt x="376" y="667"/>
                    <a:pt x="377" y="669"/>
                    <a:pt x="374" y="671"/>
                  </a:cubicBezTo>
                  <a:cubicBezTo>
                    <a:pt x="375" y="687"/>
                    <a:pt x="374" y="690"/>
                    <a:pt x="375" y="692"/>
                  </a:cubicBezTo>
                  <a:cubicBezTo>
                    <a:pt x="370" y="713"/>
                    <a:pt x="369" y="717"/>
                    <a:pt x="367" y="715"/>
                  </a:cubicBezTo>
                  <a:cubicBezTo>
                    <a:pt x="363" y="675"/>
                    <a:pt x="362" y="670"/>
                    <a:pt x="363" y="666"/>
                  </a:cubicBezTo>
                  <a:cubicBezTo>
                    <a:pt x="352" y="608"/>
                    <a:pt x="345" y="610"/>
                    <a:pt x="346" y="605"/>
                  </a:cubicBezTo>
                  <a:cubicBezTo>
                    <a:pt x="334" y="572"/>
                    <a:pt x="329" y="574"/>
                    <a:pt x="329" y="568"/>
                  </a:cubicBezTo>
                  <a:cubicBezTo>
                    <a:pt x="310" y="526"/>
                    <a:pt x="303" y="521"/>
                    <a:pt x="305" y="517"/>
                  </a:cubicBezTo>
                  <a:cubicBezTo>
                    <a:pt x="290" y="492"/>
                    <a:pt x="293" y="489"/>
                    <a:pt x="289" y="484"/>
                  </a:cubicBezTo>
                  <a:cubicBezTo>
                    <a:pt x="272" y="442"/>
                    <a:pt x="272" y="433"/>
                    <a:pt x="267" y="424"/>
                  </a:cubicBezTo>
                  <a:cubicBezTo>
                    <a:pt x="263" y="382"/>
                    <a:pt x="261" y="377"/>
                    <a:pt x="262" y="373"/>
                  </a:cubicBezTo>
                  <a:cubicBezTo>
                    <a:pt x="263" y="332"/>
                    <a:pt x="259" y="327"/>
                    <a:pt x="260" y="323"/>
                  </a:cubicBezTo>
                  <a:cubicBezTo>
                    <a:pt x="255" y="324"/>
                    <a:pt x="255" y="328"/>
                    <a:pt x="258" y="332"/>
                  </a:cubicBezTo>
                  <a:cubicBezTo>
                    <a:pt x="253" y="357"/>
                    <a:pt x="255" y="358"/>
                    <a:pt x="255" y="359"/>
                  </a:cubicBezTo>
                  <a:cubicBezTo>
                    <a:pt x="256" y="372"/>
                    <a:pt x="254" y="373"/>
                    <a:pt x="255" y="376"/>
                  </a:cubicBezTo>
                  <a:cubicBezTo>
                    <a:pt x="262" y="413"/>
                    <a:pt x="257" y="421"/>
                    <a:pt x="262" y="430"/>
                  </a:cubicBezTo>
                  <a:cubicBezTo>
                    <a:pt x="271" y="463"/>
                    <a:pt x="270" y="468"/>
                    <a:pt x="276" y="474"/>
                  </a:cubicBezTo>
                  <a:cubicBezTo>
                    <a:pt x="293" y="525"/>
                    <a:pt x="305" y="537"/>
                    <a:pt x="308" y="549"/>
                  </a:cubicBezTo>
                  <a:cubicBezTo>
                    <a:pt x="326" y="593"/>
                    <a:pt x="338" y="598"/>
                    <a:pt x="333" y="600"/>
                  </a:cubicBezTo>
                  <a:cubicBezTo>
                    <a:pt x="344" y="639"/>
                    <a:pt x="350" y="643"/>
                    <a:pt x="348" y="645"/>
                  </a:cubicBezTo>
                  <a:cubicBezTo>
                    <a:pt x="360" y="675"/>
                    <a:pt x="349" y="681"/>
                    <a:pt x="356" y="679"/>
                  </a:cubicBezTo>
                  <a:cubicBezTo>
                    <a:pt x="356" y="718"/>
                    <a:pt x="357" y="722"/>
                    <a:pt x="358" y="727"/>
                  </a:cubicBezTo>
                  <a:cubicBezTo>
                    <a:pt x="355" y="728"/>
                    <a:pt x="353" y="720"/>
                    <a:pt x="355" y="712"/>
                  </a:cubicBezTo>
                  <a:cubicBezTo>
                    <a:pt x="344" y="656"/>
                    <a:pt x="337" y="650"/>
                    <a:pt x="339" y="647"/>
                  </a:cubicBezTo>
                  <a:cubicBezTo>
                    <a:pt x="327" y="614"/>
                    <a:pt x="329" y="612"/>
                    <a:pt x="327" y="609"/>
                  </a:cubicBezTo>
                  <a:cubicBezTo>
                    <a:pt x="296" y="547"/>
                    <a:pt x="292" y="535"/>
                    <a:pt x="286" y="521"/>
                  </a:cubicBezTo>
                  <a:cubicBezTo>
                    <a:pt x="264" y="475"/>
                    <a:pt x="265" y="471"/>
                    <a:pt x="260" y="465"/>
                  </a:cubicBezTo>
                  <a:cubicBezTo>
                    <a:pt x="247" y="411"/>
                    <a:pt x="246" y="405"/>
                    <a:pt x="244" y="399"/>
                  </a:cubicBezTo>
                  <a:cubicBezTo>
                    <a:pt x="237" y="392"/>
                    <a:pt x="243" y="396"/>
                    <a:pt x="240" y="399"/>
                  </a:cubicBezTo>
                  <a:cubicBezTo>
                    <a:pt x="245" y="450"/>
                    <a:pt x="252" y="456"/>
                    <a:pt x="251" y="460"/>
                  </a:cubicBezTo>
                  <a:cubicBezTo>
                    <a:pt x="278" y="524"/>
                    <a:pt x="284" y="536"/>
                    <a:pt x="288" y="548"/>
                  </a:cubicBezTo>
                  <a:cubicBezTo>
                    <a:pt x="302" y="574"/>
                    <a:pt x="305" y="577"/>
                    <a:pt x="303" y="579"/>
                  </a:cubicBezTo>
                  <a:cubicBezTo>
                    <a:pt x="316" y="612"/>
                    <a:pt x="323" y="618"/>
                    <a:pt x="323" y="624"/>
                  </a:cubicBezTo>
                  <a:cubicBezTo>
                    <a:pt x="325" y="635"/>
                    <a:pt x="328" y="634"/>
                    <a:pt x="329" y="635"/>
                  </a:cubicBezTo>
                  <a:cubicBezTo>
                    <a:pt x="329" y="647"/>
                    <a:pt x="332" y="649"/>
                    <a:pt x="330" y="651"/>
                  </a:cubicBezTo>
                  <a:cubicBezTo>
                    <a:pt x="342" y="695"/>
                    <a:pt x="341" y="702"/>
                    <a:pt x="346" y="710"/>
                  </a:cubicBezTo>
                  <a:cubicBezTo>
                    <a:pt x="344" y="729"/>
                    <a:pt x="346" y="732"/>
                    <a:pt x="343" y="730"/>
                  </a:cubicBezTo>
                  <a:cubicBezTo>
                    <a:pt x="342" y="696"/>
                    <a:pt x="336" y="691"/>
                    <a:pt x="340" y="688"/>
                  </a:cubicBezTo>
                  <a:cubicBezTo>
                    <a:pt x="322" y="644"/>
                    <a:pt x="323" y="635"/>
                    <a:pt x="319" y="625"/>
                  </a:cubicBezTo>
                  <a:cubicBezTo>
                    <a:pt x="304" y="603"/>
                    <a:pt x="309" y="596"/>
                    <a:pt x="304" y="598"/>
                  </a:cubicBezTo>
                  <a:cubicBezTo>
                    <a:pt x="283" y="562"/>
                    <a:pt x="281" y="562"/>
                    <a:pt x="280" y="557"/>
                  </a:cubicBezTo>
                  <a:cubicBezTo>
                    <a:pt x="239" y="483"/>
                    <a:pt x="234" y="468"/>
                    <a:pt x="227" y="453"/>
                  </a:cubicBezTo>
                  <a:cubicBezTo>
                    <a:pt x="222" y="406"/>
                    <a:pt x="214" y="401"/>
                    <a:pt x="217" y="399"/>
                  </a:cubicBezTo>
                  <a:cubicBezTo>
                    <a:pt x="210" y="368"/>
                    <a:pt x="206" y="371"/>
                    <a:pt x="209" y="374"/>
                  </a:cubicBezTo>
                  <a:cubicBezTo>
                    <a:pt x="211" y="412"/>
                    <a:pt x="214" y="416"/>
                    <a:pt x="212" y="419"/>
                  </a:cubicBezTo>
                  <a:cubicBezTo>
                    <a:pt x="217" y="447"/>
                    <a:pt x="220" y="451"/>
                    <a:pt x="218" y="454"/>
                  </a:cubicBezTo>
                  <a:cubicBezTo>
                    <a:pt x="237" y="486"/>
                    <a:pt x="228" y="488"/>
                    <a:pt x="233" y="492"/>
                  </a:cubicBezTo>
                  <a:cubicBezTo>
                    <a:pt x="243" y="506"/>
                    <a:pt x="241" y="507"/>
                    <a:pt x="243" y="510"/>
                  </a:cubicBezTo>
                  <a:cubicBezTo>
                    <a:pt x="273" y="563"/>
                    <a:pt x="281" y="573"/>
                    <a:pt x="290" y="592"/>
                  </a:cubicBezTo>
                  <a:cubicBezTo>
                    <a:pt x="313" y="641"/>
                    <a:pt x="320" y="646"/>
                    <a:pt x="317" y="650"/>
                  </a:cubicBezTo>
                  <a:cubicBezTo>
                    <a:pt x="324" y="674"/>
                    <a:pt x="328" y="677"/>
                    <a:pt x="326" y="679"/>
                  </a:cubicBezTo>
                  <a:cubicBezTo>
                    <a:pt x="331" y="728"/>
                    <a:pt x="335" y="734"/>
                    <a:pt x="335" y="739"/>
                  </a:cubicBezTo>
                  <a:cubicBezTo>
                    <a:pt x="329" y="772"/>
                    <a:pt x="335" y="778"/>
                    <a:pt x="329" y="782"/>
                  </a:cubicBezTo>
                  <a:cubicBezTo>
                    <a:pt x="329" y="760"/>
                    <a:pt x="324" y="756"/>
                    <a:pt x="326" y="754"/>
                  </a:cubicBezTo>
                  <a:cubicBezTo>
                    <a:pt x="316" y="694"/>
                    <a:pt x="311" y="688"/>
                    <a:pt x="312" y="684"/>
                  </a:cubicBezTo>
                  <a:cubicBezTo>
                    <a:pt x="303" y="664"/>
                    <a:pt x="300" y="660"/>
                    <a:pt x="297" y="655"/>
                  </a:cubicBezTo>
                  <a:cubicBezTo>
                    <a:pt x="277" y="614"/>
                    <a:pt x="276" y="603"/>
                    <a:pt x="266" y="592"/>
                  </a:cubicBezTo>
                  <a:cubicBezTo>
                    <a:pt x="229" y="512"/>
                    <a:pt x="224" y="509"/>
                    <a:pt x="226" y="507"/>
                  </a:cubicBezTo>
                  <a:cubicBezTo>
                    <a:pt x="219" y="487"/>
                    <a:pt x="218" y="484"/>
                    <a:pt x="215" y="481"/>
                  </a:cubicBezTo>
                  <a:cubicBezTo>
                    <a:pt x="207" y="434"/>
                    <a:pt x="204" y="427"/>
                    <a:pt x="203" y="421"/>
                  </a:cubicBezTo>
                  <a:cubicBezTo>
                    <a:pt x="200" y="407"/>
                    <a:pt x="202" y="403"/>
                    <a:pt x="198" y="400"/>
                  </a:cubicBezTo>
                  <a:cubicBezTo>
                    <a:pt x="196" y="424"/>
                    <a:pt x="202" y="423"/>
                    <a:pt x="200" y="426"/>
                  </a:cubicBezTo>
                  <a:cubicBezTo>
                    <a:pt x="204" y="466"/>
                    <a:pt x="207" y="469"/>
                    <a:pt x="205" y="471"/>
                  </a:cubicBezTo>
                  <a:cubicBezTo>
                    <a:pt x="232" y="535"/>
                    <a:pt x="234" y="550"/>
                    <a:pt x="247" y="566"/>
                  </a:cubicBezTo>
                  <a:cubicBezTo>
                    <a:pt x="301" y="688"/>
                    <a:pt x="306" y="693"/>
                    <a:pt x="305" y="698"/>
                  </a:cubicBezTo>
                  <a:cubicBezTo>
                    <a:pt x="318" y="764"/>
                    <a:pt x="321" y="768"/>
                    <a:pt x="316" y="771"/>
                  </a:cubicBezTo>
                  <a:cubicBezTo>
                    <a:pt x="320" y="797"/>
                    <a:pt x="318" y="798"/>
                    <a:pt x="320" y="800"/>
                  </a:cubicBezTo>
                  <a:cubicBezTo>
                    <a:pt x="311" y="765"/>
                    <a:pt x="308" y="755"/>
                    <a:pt x="311" y="746"/>
                  </a:cubicBezTo>
                  <a:cubicBezTo>
                    <a:pt x="292" y="699"/>
                    <a:pt x="295" y="695"/>
                    <a:pt x="291" y="689"/>
                  </a:cubicBezTo>
                  <a:cubicBezTo>
                    <a:pt x="279" y="664"/>
                    <a:pt x="281" y="659"/>
                    <a:pt x="274" y="652"/>
                  </a:cubicBezTo>
                  <a:cubicBezTo>
                    <a:pt x="272" y="634"/>
                    <a:pt x="265" y="630"/>
                    <a:pt x="264" y="627"/>
                  </a:cubicBezTo>
                  <a:cubicBezTo>
                    <a:pt x="258" y="606"/>
                    <a:pt x="250" y="601"/>
                    <a:pt x="253" y="598"/>
                  </a:cubicBezTo>
                  <a:cubicBezTo>
                    <a:pt x="219" y="535"/>
                    <a:pt x="210" y="531"/>
                    <a:pt x="213" y="526"/>
                  </a:cubicBezTo>
                  <a:cubicBezTo>
                    <a:pt x="196" y="496"/>
                    <a:pt x="200" y="495"/>
                    <a:pt x="199" y="493"/>
                  </a:cubicBezTo>
                  <a:cubicBezTo>
                    <a:pt x="188" y="444"/>
                    <a:pt x="183" y="435"/>
                    <a:pt x="184" y="427"/>
                  </a:cubicBezTo>
                  <a:cubicBezTo>
                    <a:pt x="176" y="409"/>
                    <a:pt x="175" y="415"/>
                    <a:pt x="176" y="421"/>
                  </a:cubicBezTo>
                  <a:cubicBezTo>
                    <a:pt x="180" y="443"/>
                    <a:pt x="180" y="448"/>
                    <a:pt x="180" y="452"/>
                  </a:cubicBezTo>
                  <a:cubicBezTo>
                    <a:pt x="181" y="498"/>
                    <a:pt x="184" y="526"/>
                    <a:pt x="195" y="545"/>
                  </a:cubicBezTo>
                  <a:cubicBezTo>
                    <a:pt x="206" y="572"/>
                    <a:pt x="208" y="569"/>
                    <a:pt x="211" y="577"/>
                  </a:cubicBezTo>
                  <a:cubicBezTo>
                    <a:pt x="236" y="627"/>
                    <a:pt x="240" y="630"/>
                    <a:pt x="238" y="632"/>
                  </a:cubicBezTo>
                  <a:cubicBezTo>
                    <a:pt x="260" y="671"/>
                    <a:pt x="263" y="679"/>
                    <a:pt x="270" y="687"/>
                  </a:cubicBezTo>
                  <a:cubicBezTo>
                    <a:pt x="277" y="703"/>
                    <a:pt x="278" y="705"/>
                    <a:pt x="280" y="707"/>
                  </a:cubicBezTo>
                  <a:cubicBezTo>
                    <a:pt x="284" y="736"/>
                    <a:pt x="293" y="745"/>
                    <a:pt x="290" y="751"/>
                  </a:cubicBezTo>
                  <a:cubicBezTo>
                    <a:pt x="300" y="786"/>
                    <a:pt x="298" y="788"/>
                    <a:pt x="301" y="790"/>
                  </a:cubicBezTo>
                  <a:cubicBezTo>
                    <a:pt x="285" y="760"/>
                    <a:pt x="280" y="751"/>
                    <a:pt x="281" y="743"/>
                  </a:cubicBezTo>
                  <a:cubicBezTo>
                    <a:pt x="267" y="717"/>
                    <a:pt x="263" y="712"/>
                    <a:pt x="264" y="709"/>
                  </a:cubicBezTo>
                  <a:cubicBezTo>
                    <a:pt x="248" y="682"/>
                    <a:pt x="246" y="670"/>
                    <a:pt x="242" y="658"/>
                  </a:cubicBezTo>
                  <a:cubicBezTo>
                    <a:pt x="179" y="534"/>
                    <a:pt x="172" y="518"/>
                    <a:pt x="162" y="502"/>
                  </a:cubicBezTo>
                  <a:cubicBezTo>
                    <a:pt x="145" y="444"/>
                    <a:pt x="148" y="430"/>
                    <a:pt x="143" y="415"/>
                  </a:cubicBezTo>
                  <a:cubicBezTo>
                    <a:pt x="140" y="444"/>
                    <a:pt x="143" y="452"/>
                    <a:pt x="143" y="459"/>
                  </a:cubicBezTo>
                  <a:cubicBezTo>
                    <a:pt x="153" y="499"/>
                    <a:pt x="156" y="503"/>
                    <a:pt x="155" y="507"/>
                  </a:cubicBezTo>
                  <a:cubicBezTo>
                    <a:pt x="184" y="563"/>
                    <a:pt x="185" y="565"/>
                    <a:pt x="185" y="569"/>
                  </a:cubicBezTo>
                  <a:cubicBezTo>
                    <a:pt x="202" y="603"/>
                    <a:pt x="208" y="605"/>
                    <a:pt x="207" y="612"/>
                  </a:cubicBezTo>
                  <a:cubicBezTo>
                    <a:pt x="217" y="641"/>
                    <a:pt x="230" y="639"/>
                    <a:pt x="224" y="644"/>
                  </a:cubicBezTo>
                  <a:cubicBezTo>
                    <a:pt x="287" y="796"/>
                    <a:pt x="292" y="802"/>
                    <a:pt x="291" y="807"/>
                  </a:cubicBezTo>
                  <a:cubicBezTo>
                    <a:pt x="298" y="844"/>
                    <a:pt x="299" y="847"/>
                    <a:pt x="297" y="849"/>
                  </a:cubicBezTo>
                  <a:cubicBezTo>
                    <a:pt x="295" y="844"/>
                    <a:pt x="294" y="840"/>
                    <a:pt x="292" y="836"/>
                  </a:cubicBezTo>
                  <a:cubicBezTo>
                    <a:pt x="285" y="809"/>
                    <a:pt x="281" y="804"/>
                    <a:pt x="278" y="799"/>
                  </a:cubicBezTo>
                  <a:cubicBezTo>
                    <a:pt x="255" y="746"/>
                    <a:pt x="249" y="747"/>
                    <a:pt x="250" y="741"/>
                  </a:cubicBezTo>
                  <a:cubicBezTo>
                    <a:pt x="223" y="694"/>
                    <a:pt x="225" y="692"/>
                    <a:pt x="223" y="689"/>
                  </a:cubicBezTo>
                  <a:cubicBezTo>
                    <a:pt x="216" y="674"/>
                    <a:pt x="215" y="671"/>
                    <a:pt x="212" y="667"/>
                  </a:cubicBezTo>
                  <a:cubicBezTo>
                    <a:pt x="201" y="644"/>
                    <a:pt x="195" y="640"/>
                    <a:pt x="198" y="638"/>
                  </a:cubicBezTo>
                  <a:cubicBezTo>
                    <a:pt x="149" y="549"/>
                    <a:pt x="156" y="559"/>
                    <a:pt x="157" y="567"/>
                  </a:cubicBezTo>
                  <a:cubicBezTo>
                    <a:pt x="160" y="580"/>
                    <a:pt x="164" y="583"/>
                    <a:pt x="165" y="586"/>
                  </a:cubicBezTo>
                  <a:cubicBezTo>
                    <a:pt x="177" y="613"/>
                    <a:pt x="172" y="614"/>
                    <a:pt x="179" y="618"/>
                  </a:cubicBezTo>
                  <a:cubicBezTo>
                    <a:pt x="187" y="642"/>
                    <a:pt x="191" y="644"/>
                    <a:pt x="192" y="647"/>
                  </a:cubicBezTo>
                  <a:cubicBezTo>
                    <a:pt x="208" y="677"/>
                    <a:pt x="206" y="681"/>
                    <a:pt x="209" y="680"/>
                  </a:cubicBezTo>
                  <a:cubicBezTo>
                    <a:pt x="229" y="715"/>
                    <a:pt x="236" y="735"/>
                    <a:pt x="245" y="754"/>
                  </a:cubicBezTo>
                  <a:cubicBezTo>
                    <a:pt x="265" y="789"/>
                    <a:pt x="268" y="793"/>
                    <a:pt x="268" y="796"/>
                  </a:cubicBezTo>
                  <a:cubicBezTo>
                    <a:pt x="284" y="831"/>
                    <a:pt x="281" y="834"/>
                    <a:pt x="283" y="837"/>
                  </a:cubicBezTo>
                  <a:cubicBezTo>
                    <a:pt x="287" y="855"/>
                    <a:pt x="283" y="857"/>
                    <a:pt x="287" y="859"/>
                  </a:cubicBezTo>
                  <a:cubicBezTo>
                    <a:pt x="285" y="886"/>
                    <a:pt x="282" y="878"/>
                    <a:pt x="285" y="870"/>
                  </a:cubicBezTo>
                  <a:cubicBezTo>
                    <a:pt x="268" y="821"/>
                    <a:pt x="270" y="819"/>
                    <a:pt x="268" y="816"/>
                  </a:cubicBezTo>
                  <a:cubicBezTo>
                    <a:pt x="259" y="786"/>
                    <a:pt x="252" y="782"/>
                    <a:pt x="251" y="779"/>
                  </a:cubicBezTo>
                  <a:cubicBezTo>
                    <a:pt x="234" y="751"/>
                    <a:pt x="238" y="749"/>
                    <a:pt x="234" y="745"/>
                  </a:cubicBezTo>
                  <a:cubicBezTo>
                    <a:pt x="205" y="692"/>
                    <a:pt x="202" y="688"/>
                    <a:pt x="199" y="684"/>
                  </a:cubicBezTo>
                  <a:cubicBezTo>
                    <a:pt x="177" y="630"/>
                    <a:pt x="166" y="611"/>
                    <a:pt x="158" y="593"/>
                  </a:cubicBezTo>
                  <a:cubicBezTo>
                    <a:pt x="147" y="546"/>
                    <a:pt x="142" y="548"/>
                    <a:pt x="140" y="540"/>
                  </a:cubicBezTo>
                  <a:cubicBezTo>
                    <a:pt x="140" y="522"/>
                    <a:pt x="138" y="522"/>
                    <a:pt x="136" y="521"/>
                  </a:cubicBezTo>
                  <a:cubicBezTo>
                    <a:pt x="130" y="496"/>
                    <a:pt x="129" y="493"/>
                    <a:pt x="131" y="490"/>
                  </a:cubicBezTo>
                  <a:cubicBezTo>
                    <a:pt x="122" y="493"/>
                    <a:pt x="128" y="497"/>
                    <a:pt x="125" y="499"/>
                  </a:cubicBezTo>
                  <a:cubicBezTo>
                    <a:pt x="131" y="527"/>
                    <a:pt x="132" y="536"/>
                    <a:pt x="136" y="545"/>
                  </a:cubicBezTo>
                  <a:cubicBezTo>
                    <a:pt x="139" y="569"/>
                    <a:pt x="140" y="574"/>
                    <a:pt x="139" y="580"/>
                  </a:cubicBezTo>
                  <a:cubicBezTo>
                    <a:pt x="160" y="639"/>
                    <a:pt x="161" y="642"/>
                    <a:pt x="159" y="645"/>
                  </a:cubicBezTo>
                  <a:cubicBezTo>
                    <a:pt x="169" y="668"/>
                    <a:pt x="176" y="672"/>
                    <a:pt x="172" y="674"/>
                  </a:cubicBezTo>
                  <a:cubicBezTo>
                    <a:pt x="200" y="724"/>
                    <a:pt x="201" y="738"/>
                    <a:pt x="214" y="755"/>
                  </a:cubicBezTo>
                  <a:cubicBezTo>
                    <a:pt x="236" y="805"/>
                    <a:pt x="246" y="814"/>
                    <a:pt x="247" y="821"/>
                  </a:cubicBezTo>
                  <a:cubicBezTo>
                    <a:pt x="268" y="868"/>
                    <a:pt x="261" y="870"/>
                    <a:pt x="266" y="874"/>
                  </a:cubicBezTo>
                  <a:cubicBezTo>
                    <a:pt x="224" y="800"/>
                    <a:pt x="220" y="795"/>
                    <a:pt x="217" y="789"/>
                  </a:cubicBezTo>
                  <a:cubicBezTo>
                    <a:pt x="185" y="740"/>
                    <a:pt x="190" y="733"/>
                    <a:pt x="185" y="736"/>
                  </a:cubicBezTo>
                  <a:cubicBezTo>
                    <a:pt x="171" y="702"/>
                    <a:pt x="168" y="697"/>
                    <a:pt x="166" y="693"/>
                  </a:cubicBezTo>
                  <a:cubicBezTo>
                    <a:pt x="134" y="606"/>
                    <a:pt x="125" y="601"/>
                    <a:pt x="129" y="597"/>
                  </a:cubicBezTo>
                  <a:cubicBezTo>
                    <a:pt x="119" y="542"/>
                    <a:pt x="118" y="540"/>
                    <a:pt x="116" y="538"/>
                  </a:cubicBezTo>
                  <a:cubicBezTo>
                    <a:pt x="111" y="539"/>
                    <a:pt x="113" y="558"/>
                    <a:pt x="117" y="576"/>
                  </a:cubicBezTo>
                  <a:cubicBezTo>
                    <a:pt x="141" y="650"/>
                    <a:pt x="140" y="667"/>
                    <a:pt x="151" y="685"/>
                  </a:cubicBezTo>
                  <a:cubicBezTo>
                    <a:pt x="194" y="767"/>
                    <a:pt x="201" y="774"/>
                    <a:pt x="207" y="789"/>
                  </a:cubicBezTo>
                  <a:cubicBezTo>
                    <a:pt x="228" y="836"/>
                    <a:pt x="240" y="840"/>
                    <a:pt x="235" y="842"/>
                  </a:cubicBezTo>
                  <a:cubicBezTo>
                    <a:pt x="251" y="882"/>
                    <a:pt x="258" y="889"/>
                    <a:pt x="255" y="894"/>
                  </a:cubicBezTo>
                  <a:cubicBezTo>
                    <a:pt x="228" y="846"/>
                    <a:pt x="227" y="844"/>
                    <a:pt x="225" y="842"/>
                  </a:cubicBezTo>
                  <a:cubicBezTo>
                    <a:pt x="212" y="821"/>
                    <a:pt x="210" y="822"/>
                    <a:pt x="209" y="820"/>
                  </a:cubicBezTo>
                  <a:cubicBezTo>
                    <a:pt x="166" y="769"/>
                    <a:pt x="157" y="757"/>
                    <a:pt x="144" y="743"/>
                  </a:cubicBezTo>
                  <a:cubicBezTo>
                    <a:pt x="123" y="700"/>
                    <a:pt x="116" y="696"/>
                    <a:pt x="115" y="693"/>
                  </a:cubicBezTo>
                  <a:cubicBezTo>
                    <a:pt x="107" y="669"/>
                    <a:pt x="105" y="663"/>
                    <a:pt x="101" y="657"/>
                  </a:cubicBezTo>
                  <a:cubicBezTo>
                    <a:pt x="96" y="630"/>
                    <a:pt x="93" y="623"/>
                    <a:pt x="91" y="615"/>
                  </a:cubicBezTo>
                  <a:cubicBezTo>
                    <a:pt x="87" y="604"/>
                    <a:pt x="82" y="608"/>
                    <a:pt x="85" y="614"/>
                  </a:cubicBezTo>
                  <a:cubicBezTo>
                    <a:pt x="95" y="654"/>
                    <a:pt x="92" y="660"/>
                    <a:pt x="95" y="666"/>
                  </a:cubicBezTo>
                  <a:cubicBezTo>
                    <a:pt x="154" y="770"/>
                    <a:pt x="155" y="771"/>
                    <a:pt x="161" y="778"/>
                  </a:cubicBezTo>
                  <a:cubicBezTo>
                    <a:pt x="204" y="829"/>
                    <a:pt x="208" y="830"/>
                    <a:pt x="211" y="836"/>
                  </a:cubicBezTo>
                  <a:cubicBezTo>
                    <a:pt x="249" y="919"/>
                    <a:pt x="255" y="928"/>
                    <a:pt x="253" y="935"/>
                  </a:cubicBezTo>
                  <a:cubicBezTo>
                    <a:pt x="253" y="956"/>
                    <a:pt x="256" y="954"/>
                    <a:pt x="252" y="951"/>
                  </a:cubicBezTo>
                  <a:cubicBezTo>
                    <a:pt x="255" y="941"/>
                    <a:pt x="249" y="937"/>
                    <a:pt x="247" y="934"/>
                  </a:cubicBezTo>
                  <a:cubicBezTo>
                    <a:pt x="223" y="877"/>
                    <a:pt x="219" y="872"/>
                    <a:pt x="216" y="866"/>
                  </a:cubicBezTo>
                  <a:cubicBezTo>
                    <a:pt x="166" y="796"/>
                    <a:pt x="160" y="792"/>
                    <a:pt x="155" y="782"/>
                  </a:cubicBezTo>
                  <a:cubicBezTo>
                    <a:pt x="107" y="716"/>
                    <a:pt x="103" y="719"/>
                    <a:pt x="103" y="714"/>
                  </a:cubicBezTo>
                  <a:cubicBezTo>
                    <a:pt x="85" y="675"/>
                    <a:pt x="83" y="673"/>
                    <a:pt x="82" y="671"/>
                  </a:cubicBezTo>
                  <a:cubicBezTo>
                    <a:pt x="79" y="658"/>
                    <a:pt x="74" y="655"/>
                    <a:pt x="76" y="653"/>
                  </a:cubicBezTo>
                  <a:cubicBezTo>
                    <a:pt x="72" y="651"/>
                    <a:pt x="73" y="653"/>
                    <a:pt x="70" y="654"/>
                  </a:cubicBezTo>
                  <a:cubicBezTo>
                    <a:pt x="78" y="674"/>
                    <a:pt x="75" y="677"/>
                    <a:pt x="80" y="682"/>
                  </a:cubicBezTo>
                  <a:cubicBezTo>
                    <a:pt x="93" y="713"/>
                    <a:pt x="99" y="721"/>
                    <a:pt x="102" y="730"/>
                  </a:cubicBezTo>
                  <a:cubicBezTo>
                    <a:pt x="168" y="818"/>
                    <a:pt x="173" y="816"/>
                    <a:pt x="176" y="821"/>
                  </a:cubicBezTo>
                  <a:cubicBezTo>
                    <a:pt x="206" y="868"/>
                    <a:pt x="208" y="871"/>
                    <a:pt x="210" y="875"/>
                  </a:cubicBezTo>
                  <a:cubicBezTo>
                    <a:pt x="237" y="926"/>
                    <a:pt x="238" y="934"/>
                    <a:pt x="240" y="942"/>
                  </a:cubicBezTo>
                  <a:cubicBezTo>
                    <a:pt x="254" y="974"/>
                    <a:pt x="251" y="976"/>
                    <a:pt x="252" y="978"/>
                  </a:cubicBezTo>
                  <a:cubicBezTo>
                    <a:pt x="244" y="978"/>
                    <a:pt x="245" y="972"/>
                    <a:pt x="245" y="965"/>
                  </a:cubicBezTo>
                  <a:cubicBezTo>
                    <a:pt x="220" y="909"/>
                    <a:pt x="215" y="897"/>
                    <a:pt x="207" y="885"/>
                  </a:cubicBezTo>
                  <a:cubicBezTo>
                    <a:pt x="195" y="866"/>
                    <a:pt x="195" y="864"/>
                    <a:pt x="193" y="865"/>
                  </a:cubicBezTo>
                  <a:cubicBezTo>
                    <a:pt x="179" y="855"/>
                    <a:pt x="185" y="844"/>
                    <a:pt x="180" y="848"/>
                  </a:cubicBezTo>
                  <a:cubicBezTo>
                    <a:pt x="148" y="807"/>
                    <a:pt x="140" y="795"/>
                    <a:pt x="131" y="783"/>
                  </a:cubicBezTo>
                  <a:cubicBezTo>
                    <a:pt x="118" y="762"/>
                    <a:pt x="110" y="755"/>
                    <a:pt x="106" y="749"/>
                  </a:cubicBezTo>
                  <a:cubicBezTo>
                    <a:pt x="80" y="696"/>
                    <a:pt x="80" y="694"/>
                    <a:pt x="80" y="692"/>
                  </a:cubicBezTo>
                  <a:cubicBezTo>
                    <a:pt x="71" y="664"/>
                    <a:pt x="69" y="658"/>
                    <a:pt x="65" y="661"/>
                  </a:cubicBezTo>
                  <a:cubicBezTo>
                    <a:pt x="71" y="688"/>
                    <a:pt x="73" y="693"/>
                    <a:pt x="76" y="697"/>
                  </a:cubicBezTo>
                  <a:cubicBezTo>
                    <a:pt x="113" y="772"/>
                    <a:pt x="120" y="781"/>
                    <a:pt x="125" y="789"/>
                  </a:cubicBezTo>
                  <a:cubicBezTo>
                    <a:pt x="135" y="803"/>
                    <a:pt x="136" y="809"/>
                    <a:pt x="140" y="813"/>
                  </a:cubicBezTo>
                  <a:cubicBezTo>
                    <a:pt x="178" y="859"/>
                    <a:pt x="181" y="858"/>
                    <a:pt x="179" y="860"/>
                  </a:cubicBezTo>
                  <a:cubicBezTo>
                    <a:pt x="193" y="881"/>
                    <a:pt x="195" y="882"/>
                    <a:pt x="198" y="889"/>
                  </a:cubicBezTo>
                  <a:cubicBezTo>
                    <a:pt x="227" y="944"/>
                    <a:pt x="231" y="952"/>
                    <a:pt x="235" y="961"/>
                  </a:cubicBezTo>
                  <a:cubicBezTo>
                    <a:pt x="244" y="999"/>
                    <a:pt x="243" y="1002"/>
                    <a:pt x="242" y="1005"/>
                  </a:cubicBezTo>
                  <a:cubicBezTo>
                    <a:pt x="238" y="996"/>
                    <a:pt x="233" y="991"/>
                    <a:pt x="234" y="988"/>
                  </a:cubicBezTo>
                  <a:cubicBezTo>
                    <a:pt x="225" y="962"/>
                    <a:pt x="224" y="959"/>
                    <a:pt x="222" y="957"/>
                  </a:cubicBezTo>
                  <a:cubicBezTo>
                    <a:pt x="210" y="930"/>
                    <a:pt x="207" y="921"/>
                    <a:pt x="204" y="912"/>
                  </a:cubicBezTo>
                  <a:cubicBezTo>
                    <a:pt x="190" y="898"/>
                    <a:pt x="190" y="892"/>
                    <a:pt x="189" y="891"/>
                  </a:cubicBezTo>
                  <a:cubicBezTo>
                    <a:pt x="171" y="869"/>
                    <a:pt x="172" y="868"/>
                    <a:pt x="171" y="866"/>
                  </a:cubicBezTo>
                  <a:cubicBezTo>
                    <a:pt x="166" y="860"/>
                    <a:pt x="165" y="861"/>
                    <a:pt x="164" y="859"/>
                  </a:cubicBezTo>
                  <a:cubicBezTo>
                    <a:pt x="156" y="850"/>
                    <a:pt x="152" y="845"/>
                    <a:pt x="148" y="841"/>
                  </a:cubicBezTo>
                  <a:cubicBezTo>
                    <a:pt x="65" y="711"/>
                    <a:pt x="53" y="694"/>
                    <a:pt x="50" y="678"/>
                  </a:cubicBezTo>
                  <a:cubicBezTo>
                    <a:pt x="50" y="701"/>
                    <a:pt x="55" y="704"/>
                    <a:pt x="53" y="706"/>
                  </a:cubicBezTo>
                  <a:cubicBezTo>
                    <a:pt x="169" y="875"/>
                    <a:pt x="172" y="884"/>
                    <a:pt x="197" y="919"/>
                  </a:cubicBezTo>
                  <a:cubicBezTo>
                    <a:pt x="218" y="976"/>
                    <a:pt x="221" y="979"/>
                    <a:pt x="224" y="983"/>
                  </a:cubicBezTo>
                  <a:cubicBezTo>
                    <a:pt x="228" y="1009"/>
                    <a:pt x="232" y="1014"/>
                    <a:pt x="228" y="1017"/>
                  </a:cubicBezTo>
                  <a:cubicBezTo>
                    <a:pt x="224" y="1004"/>
                    <a:pt x="219" y="996"/>
                    <a:pt x="221" y="990"/>
                  </a:cubicBezTo>
                  <a:cubicBezTo>
                    <a:pt x="201" y="949"/>
                    <a:pt x="198" y="938"/>
                    <a:pt x="196" y="934"/>
                  </a:cubicBezTo>
                  <a:cubicBezTo>
                    <a:pt x="166" y="892"/>
                    <a:pt x="165" y="887"/>
                    <a:pt x="163" y="885"/>
                  </a:cubicBezTo>
                  <a:cubicBezTo>
                    <a:pt x="129" y="843"/>
                    <a:pt x="120" y="840"/>
                    <a:pt x="115" y="826"/>
                  </a:cubicBezTo>
                  <a:cubicBezTo>
                    <a:pt x="95" y="810"/>
                    <a:pt x="100" y="803"/>
                    <a:pt x="95" y="801"/>
                  </a:cubicBezTo>
                  <a:cubicBezTo>
                    <a:pt x="58" y="746"/>
                    <a:pt x="61" y="750"/>
                    <a:pt x="63" y="753"/>
                  </a:cubicBezTo>
                  <a:cubicBezTo>
                    <a:pt x="73" y="778"/>
                    <a:pt x="76" y="782"/>
                    <a:pt x="79" y="786"/>
                  </a:cubicBezTo>
                  <a:cubicBezTo>
                    <a:pt x="96" y="817"/>
                    <a:pt x="95" y="817"/>
                    <a:pt x="101" y="826"/>
                  </a:cubicBezTo>
                  <a:cubicBezTo>
                    <a:pt x="112" y="844"/>
                    <a:pt x="119" y="843"/>
                    <a:pt x="118" y="851"/>
                  </a:cubicBezTo>
                  <a:cubicBezTo>
                    <a:pt x="187" y="941"/>
                    <a:pt x="193" y="948"/>
                    <a:pt x="198" y="955"/>
                  </a:cubicBezTo>
                  <a:cubicBezTo>
                    <a:pt x="206" y="972"/>
                    <a:pt x="204" y="974"/>
                    <a:pt x="206" y="976"/>
                  </a:cubicBezTo>
                  <a:cubicBezTo>
                    <a:pt x="210" y="996"/>
                    <a:pt x="210" y="999"/>
                    <a:pt x="212" y="1001"/>
                  </a:cubicBezTo>
                  <a:cubicBezTo>
                    <a:pt x="219" y="1030"/>
                    <a:pt x="221" y="1035"/>
                    <a:pt x="219" y="1038"/>
                  </a:cubicBezTo>
                  <a:cubicBezTo>
                    <a:pt x="213" y="1023"/>
                    <a:pt x="208" y="1019"/>
                    <a:pt x="207" y="1015"/>
                  </a:cubicBezTo>
                  <a:cubicBezTo>
                    <a:pt x="176" y="958"/>
                    <a:pt x="173" y="948"/>
                    <a:pt x="164" y="941"/>
                  </a:cubicBezTo>
                  <a:cubicBezTo>
                    <a:pt x="138" y="898"/>
                    <a:pt x="141" y="893"/>
                    <a:pt x="136" y="892"/>
                  </a:cubicBezTo>
                  <a:cubicBezTo>
                    <a:pt x="80" y="806"/>
                    <a:pt x="75" y="794"/>
                    <a:pt x="68" y="781"/>
                  </a:cubicBezTo>
                  <a:cubicBezTo>
                    <a:pt x="55" y="735"/>
                    <a:pt x="49" y="731"/>
                    <a:pt x="52" y="729"/>
                  </a:cubicBezTo>
                  <a:cubicBezTo>
                    <a:pt x="46" y="719"/>
                    <a:pt x="43" y="724"/>
                    <a:pt x="46" y="731"/>
                  </a:cubicBezTo>
                  <a:cubicBezTo>
                    <a:pt x="61" y="773"/>
                    <a:pt x="58" y="778"/>
                    <a:pt x="63" y="785"/>
                  </a:cubicBezTo>
                  <a:cubicBezTo>
                    <a:pt x="108" y="861"/>
                    <a:pt x="106" y="867"/>
                    <a:pt x="113" y="874"/>
                  </a:cubicBezTo>
                  <a:cubicBezTo>
                    <a:pt x="153" y="937"/>
                    <a:pt x="160" y="950"/>
                    <a:pt x="170" y="963"/>
                  </a:cubicBezTo>
                  <a:cubicBezTo>
                    <a:pt x="201" y="1018"/>
                    <a:pt x="197" y="1023"/>
                    <a:pt x="203" y="1030"/>
                  </a:cubicBezTo>
                  <a:cubicBezTo>
                    <a:pt x="212" y="1054"/>
                    <a:pt x="211" y="1060"/>
                    <a:pt x="215" y="1066"/>
                  </a:cubicBezTo>
                  <a:cubicBezTo>
                    <a:pt x="213" y="1076"/>
                    <a:pt x="211" y="1072"/>
                    <a:pt x="209" y="1068"/>
                  </a:cubicBezTo>
                  <a:cubicBezTo>
                    <a:pt x="192" y="1018"/>
                    <a:pt x="185" y="1004"/>
                    <a:pt x="179" y="986"/>
                  </a:cubicBezTo>
                  <a:cubicBezTo>
                    <a:pt x="167" y="965"/>
                    <a:pt x="163" y="959"/>
                    <a:pt x="162" y="959"/>
                  </a:cubicBezTo>
                  <a:cubicBezTo>
                    <a:pt x="150" y="943"/>
                    <a:pt x="146" y="939"/>
                    <a:pt x="143" y="936"/>
                  </a:cubicBezTo>
                  <a:cubicBezTo>
                    <a:pt x="94" y="874"/>
                    <a:pt x="79" y="852"/>
                    <a:pt x="64" y="833"/>
                  </a:cubicBezTo>
                  <a:cubicBezTo>
                    <a:pt x="39" y="757"/>
                    <a:pt x="29" y="752"/>
                    <a:pt x="35" y="749"/>
                  </a:cubicBezTo>
                  <a:cubicBezTo>
                    <a:pt x="29" y="755"/>
                    <a:pt x="31" y="759"/>
                    <a:pt x="33" y="763"/>
                  </a:cubicBezTo>
                  <a:cubicBezTo>
                    <a:pt x="44" y="793"/>
                    <a:pt x="39" y="799"/>
                    <a:pt x="45" y="807"/>
                  </a:cubicBezTo>
                  <a:cubicBezTo>
                    <a:pt x="89" y="874"/>
                    <a:pt x="113" y="915"/>
                    <a:pt x="129" y="931"/>
                  </a:cubicBezTo>
                  <a:cubicBezTo>
                    <a:pt x="153" y="967"/>
                    <a:pt x="164" y="977"/>
                    <a:pt x="170" y="987"/>
                  </a:cubicBezTo>
                  <a:cubicBezTo>
                    <a:pt x="186" y="1036"/>
                    <a:pt x="176" y="1025"/>
                    <a:pt x="171" y="1012"/>
                  </a:cubicBezTo>
                  <a:cubicBezTo>
                    <a:pt x="150" y="985"/>
                    <a:pt x="142" y="980"/>
                    <a:pt x="145" y="976"/>
                  </a:cubicBezTo>
                  <a:cubicBezTo>
                    <a:pt x="89" y="910"/>
                    <a:pt x="75" y="887"/>
                    <a:pt x="51" y="850"/>
                  </a:cubicBezTo>
                  <a:cubicBezTo>
                    <a:pt x="32" y="802"/>
                    <a:pt x="32" y="799"/>
                    <a:pt x="33" y="797"/>
                  </a:cubicBezTo>
                  <a:cubicBezTo>
                    <a:pt x="29" y="798"/>
                    <a:pt x="29" y="800"/>
                    <a:pt x="29" y="802"/>
                  </a:cubicBezTo>
                  <a:cubicBezTo>
                    <a:pt x="34" y="829"/>
                    <a:pt x="41" y="834"/>
                    <a:pt x="38" y="838"/>
                  </a:cubicBezTo>
                  <a:cubicBezTo>
                    <a:pt x="56" y="874"/>
                    <a:pt x="56" y="876"/>
                    <a:pt x="56" y="876"/>
                  </a:cubicBezTo>
                  <a:cubicBezTo>
                    <a:pt x="77" y="905"/>
                    <a:pt x="93" y="930"/>
                    <a:pt x="103" y="938"/>
                  </a:cubicBezTo>
                  <a:cubicBezTo>
                    <a:pt x="143" y="990"/>
                    <a:pt x="145" y="993"/>
                    <a:pt x="147" y="997"/>
                  </a:cubicBezTo>
                  <a:cubicBezTo>
                    <a:pt x="170" y="1023"/>
                    <a:pt x="170" y="1030"/>
                    <a:pt x="170" y="1032"/>
                  </a:cubicBezTo>
                  <a:cubicBezTo>
                    <a:pt x="192" y="1072"/>
                    <a:pt x="200" y="1081"/>
                    <a:pt x="202" y="1090"/>
                  </a:cubicBezTo>
                  <a:cubicBezTo>
                    <a:pt x="202" y="1098"/>
                    <a:pt x="196" y="1094"/>
                    <a:pt x="199" y="1092"/>
                  </a:cubicBezTo>
                  <a:cubicBezTo>
                    <a:pt x="171" y="1039"/>
                    <a:pt x="164" y="1029"/>
                    <a:pt x="160" y="1024"/>
                  </a:cubicBezTo>
                  <a:cubicBezTo>
                    <a:pt x="153" y="1014"/>
                    <a:pt x="150" y="1010"/>
                    <a:pt x="146" y="1005"/>
                  </a:cubicBezTo>
                  <a:cubicBezTo>
                    <a:pt x="40" y="864"/>
                    <a:pt x="36" y="858"/>
                    <a:pt x="31" y="852"/>
                  </a:cubicBezTo>
                  <a:cubicBezTo>
                    <a:pt x="22" y="845"/>
                    <a:pt x="25" y="854"/>
                    <a:pt x="29" y="863"/>
                  </a:cubicBezTo>
                  <a:cubicBezTo>
                    <a:pt x="50" y="911"/>
                    <a:pt x="48" y="916"/>
                    <a:pt x="54" y="922"/>
                  </a:cubicBezTo>
                  <a:cubicBezTo>
                    <a:pt x="84" y="967"/>
                    <a:pt x="81" y="972"/>
                    <a:pt x="86" y="972"/>
                  </a:cubicBezTo>
                  <a:cubicBezTo>
                    <a:pt x="97" y="985"/>
                    <a:pt x="95" y="988"/>
                    <a:pt x="95" y="988"/>
                  </a:cubicBezTo>
                  <a:cubicBezTo>
                    <a:pt x="134" y="1039"/>
                    <a:pt x="133" y="1041"/>
                    <a:pt x="134" y="1043"/>
                  </a:cubicBezTo>
                  <a:cubicBezTo>
                    <a:pt x="154" y="1066"/>
                    <a:pt x="152" y="1068"/>
                    <a:pt x="153" y="1069"/>
                  </a:cubicBezTo>
                  <a:cubicBezTo>
                    <a:pt x="163" y="1084"/>
                    <a:pt x="168" y="1094"/>
                    <a:pt x="176" y="1104"/>
                  </a:cubicBezTo>
                  <a:cubicBezTo>
                    <a:pt x="193" y="1150"/>
                    <a:pt x="191" y="1152"/>
                    <a:pt x="193" y="1155"/>
                  </a:cubicBezTo>
                  <a:cubicBezTo>
                    <a:pt x="174" y="1126"/>
                    <a:pt x="178" y="1120"/>
                    <a:pt x="173" y="1121"/>
                  </a:cubicBezTo>
                  <a:cubicBezTo>
                    <a:pt x="150" y="1085"/>
                    <a:pt x="146" y="1076"/>
                    <a:pt x="137" y="1068"/>
                  </a:cubicBezTo>
                  <a:cubicBezTo>
                    <a:pt x="122" y="1043"/>
                    <a:pt x="118" y="1038"/>
                    <a:pt x="116" y="1034"/>
                  </a:cubicBezTo>
                  <a:cubicBezTo>
                    <a:pt x="107" y="1023"/>
                    <a:pt x="105" y="1016"/>
                    <a:pt x="100" y="1009"/>
                  </a:cubicBezTo>
                  <a:cubicBezTo>
                    <a:pt x="90" y="998"/>
                    <a:pt x="92" y="997"/>
                    <a:pt x="89" y="997"/>
                  </a:cubicBezTo>
                  <a:cubicBezTo>
                    <a:pt x="85" y="986"/>
                    <a:pt x="82" y="987"/>
                    <a:pt x="82" y="987"/>
                  </a:cubicBezTo>
                  <a:cubicBezTo>
                    <a:pt x="53" y="952"/>
                    <a:pt x="52" y="942"/>
                    <a:pt x="49" y="942"/>
                  </a:cubicBezTo>
                  <a:cubicBezTo>
                    <a:pt x="31" y="899"/>
                    <a:pt x="22" y="894"/>
                    <a:pt x="26" y="890"/>
                  </a:cubicBezTo>
                  <a:cubicBezTo>
                    <a:pt x="40" y="944"/>
                    <a:pt x="46" y="951"/>
                    <a:pt x="50" y="957"/>
                  </a:cubicBezTo>
                  <a:cubicBezTo>
                    <a:pt x="55" y="964"/>
                    <a:pt x="54" y="966"/>
                    <a:pt x="55" y="967"/>
                  </a:cubicBezTo>
                  <a:cubicBezTo>
                    <a:pt x="62" y="976"/>
                    <a:pt x="63" y="974"/>
                    <a:pt x="64" y="976"/>
                  </a:cubicBezTo>
                  <a:cubicBezTo>
                    <a:pt x="71" y="991"/>
                    <a:pt x="75" y="992"/>
                    <a:pt x="75" y="992"/>
                  </a:cubicBezTo>
                  <a:cubicBezTo>
                    <a:pt x="87" y="1006"/>
                    <a:pt x="91" y="1013"/>
                    <a:pt x="94" y="1018"/>
                  </a:cubicBezTo>
                  <a:cubicBezTo>
                    <a:pt x="102" y="1029"/>
                    <a:pt x="101" y="1031"/>
                    <a:pt x="102" y="1032"/>
                  </a:cubicBezTo>
                  <a:cubicBezTo>
                    <a:pt x="136" y="1079"/>
                    <a:pt x="145" y="1091"/>
                    <a:pt x="153" y="1103"/>
                  </a:cubicBezTo>
                  <a:cubicBezTo>
                    <a:pt x="187" y="1163"/>
                    <a:pt x="182" y="1168"/>
                    <a:pt x="186" y="1173"/>
                  </a:cubicBezTo>
                  <a:cubicBezTo>
                    <a:pt x="178" y="1170"/>
                    <a:pt x="174" y="1167"/>
                    <a:pt x="173" y="1165"/>
                  </a:cubicBezTo>
                  <a:cubicBezTo>
                    <a:pt x="155" y="1142"/>
                    <a:pt x="146" y="1120"/>
                    <a:pt x="135" y="1111"/>
                  </a:cubicBezTo>
                  <a:cubicBezTo>
                    <a:pt x="110" y="1078"/>
                    <a:pt x="102" y="1080"/>
                    <a:pt x="106" y="1076"/>
                  </a:cubicBezTo>
                  <a:cubicBezTo>
                    <a:pt x="83" y="1057"/>
                    <a:pt x="75" y="1040"/>
                    <a:pt x="65" y="1032"/>
                  </a:cubicBezTo>
                  <a:cubicBezTo>
                    <a:pt x="32" y="978"/>
                    <a:pt x="31" y="976"/>
                    <a:pt x="24" y="965"/>
                  </a:cubicBezTo>
                  <a:cubicBezTo>
                    <a:pt x="9" y="949"/>
                    <a:pt x="15" y="952"/>
                    <a:pt x="15" y="957"/>
                  </a:cubicBezTo>
                  <a:cubicBezTo>
                    <a:pt x="47" y="1023"/>
                    <a:pt x="52" y="1028"/>
                    <a:pt x="57" y="1035"/>
                  </a:cubicBezTo>
                  <a:cubicBezTo>
                    <a:pt x="102" y="1083"/>
                    <a:pt x="107" y="1092"/>
                    <a:pt x="113" y="1095"/>
                  </a:cubicBezTo>
                  <a:cubicBezTo>
                    <a:pt x="149" y="1143"/>
                    <a:pt x="150" y="1151"/>
                    <a:pt x="154" y="1149"/>
                  </a:cubicBezTo>
                  <a:cubicBezTo>
                    <a:pt x="174" y="1202"/>
                    <a:pt x="185" y="1210"/>
                    <a:pt x="182" y="1215"/>
                  </a:cubicBezTo>
                  <a:cubicBezTo>
                    <a:pt x="168" y="1179"/>
                    <a:pt x="159" y="1180"/>
                    <a:pt x="162" y="1177"/>
                  </a:cubicBezTo>
                  <a:cubicBezTo>
                    <a:pt x="140" y="1153"/>
                    <a:pt x="142" y="1142"/>
                    <a:pt x="135" y="1136"/>
                  </a:cubicBezTo>
                  <a:cubicBezTo>
                    <a:pt x="98" y="1090"/>
                    <a:pt x="95" y="1086"/>
                    <a:pt x="92" y="1086"/>
                  </a:cubicBezTo>
                  <a:cubicBezTo>
                    <a:pt x="82" y="1073"/>
                    <a:pt x="82" y="1071"/>
                    <a:pt x="82" y="1069"/>
                  </a:cubicBezTo>
                  <a:cubicBezTo>
                    <a:pt x="44" y="1034"/>
                    <a:pt x="41" y="1030"/>
                    <a:pt x="39" y="1026"/>
                  </a:cubicBezTo>
                  <a:cubicBezTo>
                    <a:pt x="13" y="992"/>
                    <a:pt x="16" y="996"/>
                    <a:pt x="17" y="1000"/>
                  </a:cubicBezTo>
                  <a:cubicBezTo>
                    <a:pt x="48" y="1041"/>
                    <a:pt x="46" y="1053"/>
                    <a:pt x="55" y="1056"/>
                  </a:cubicBezTo>
                  <a:cubicBezTo>
                    <a:pt x="80" y="1083"/>
                    <a:pt x="81" y="1085"/>
                    <a:pt x="83" y="1087"/>
                  </a:cubicBezTo>
                  <a:cubicBezTo>
                    <a:pt x="89" y="1101"/>
                    <a:pt x="103" y="1099"/>
                    <a:pt x="97" y="1104"/>
                  </a:cubicBezTo>
                  <a:cubicBezTo>
                    <a:pt x="125" y="1140"/>
                    <a:pt x="131" y="1145"/>
                    <a:pt x="130" y="1149"/>
                  </a:cubicBezTo>
                  <a:cubicBezTo>
                    <a:pt x="93" y="1107"/>
                    <a:pt x="89" y="1106"/>
                    <a:pt x="86" y="1102"/>
                  </a:cubicBezTo>
                  <a:cubicBezTo>
                    <a:pt x="63" y="1079"/>
                    <a:pt x="59" y="1075"/>
                    <a:pt x="55" y="1073"/>
                  </a:cubicBezTo>
                  <a:cubicBezTo>
                    <a:pt x="0" y="1009"/>
                    <a:pt x="9" y="1016"/>
                    <a:pt x="8" y="1021"/>
                  </a:cubicBezTo>
                  <a:cubicBezTo>
                    <a:pt x="27" y="1050"/>
                    <a:pt x="29" y="1050"/>
                    <a:pt x="30" y="1052"/>
                  </a:cubicBezTo>
                  <a:cubicBezTo>
                    <a:pt x="33" y="1062"/>
                    <a:pt x="38" y="1060"/>
                    <a:pt x="41" y="1066"/>
                  </a:cubicBezTo>
                  <a:cubicBezTo>
                    <a:pt x="86" y="1110"/>
                    <a:pt x="90" y="1120"/>
                    <a:pt x="96" y="1122"/>
                  </a:cubicBezTo>
                  <a:cubicBezTo>
                    <a:pt x="118" y="1149"/>
                    <a:pt x="127" y="1163"/>
                    <a:pt x="137" y="1176"/>
                  </a:cubicBezTo>
                  <a:cubicBezTo>
                    <a:pt x="148" y="1204"/>
                    <a:pt x="162" y="1211"/>
                    <a:pt x="158" y="1215"/>
                  </a:cubicBezTo>
                  <a:cubicBezTo>
                    <a:pt x="165" y="1240"/>
                    <a:pt x="164" y="1234"/>
                    <a:pt x="163" y="1229"/>
                  </a:cubicBezTo>
                  <a:cubicBezTo>
                    <a:pt x="151" y="1205"/>
                    <a:pt x="144" y="1201"/>
                    <a:pt x="143" y="1199"/>
                  </a:cubicBezTo>
                  <a:cubicBezTo>
                    <a:pt x="118" y="1171"/>
                    <a:pt x="122" y="1166"/>
                    <a:pt x="116" y="1164"/>
                  </a:cubicBezTo>
                  <a:cubicBezTo>
                    <a:pt x="82" y="1123"/>
                    <a:pt x="68" y="1114"/>
                    <a:pt x="60" y="1107"/>
                  </a:cubicBezTo>
                  <a:cubicBezTo>
                    <a:pt x="19" y="1050"/>
                    <a:pt x="22" y="1042"/>
                    <a:pt x="13" y="1042"/>
                  </a:cubicBezTo>
                  <a:cubicBezTo>
                    <a:pt x="62" y="1117"/>
                    <a:pt x="74" y="1136"/>
                    <a:pt x="95" y="1152"/>
                  </a:cubicBezTo>
                  <a:cubicBezTo>
                    <a:pt x="135" y="1204"/>
                    <a:pt x="140" y="1211"/>
                    <a:pt x="145" y="1217"/>
                  </a:cubicBezTo>
                  <a:cubicBezTo>
                    <a:pt x="170" y="1269"/>
                    <a:pt x="166" y="1271"/>
                    <a:pt x="171" y="1274"/>
                  </a:cubicBezTo>
                  <a:cubicBezTo>
                    <a:pt x="178" y="1302"/>
                    <a:pt x="178" y="1304"/>
                    <a:pt x="177" y="1307"/>
                  </a:cubicBezTo>
                  <a:cubicBezTo>
                    <a:pt x="169" y="1297"/>
                    <a:pt x="173" y="1295"/>
                    <a:pt x="168" y="1291"/>
                  </a:cubicBezTo>
                  <a:cubicBezTo>
                    <a:pt x="133" y="1236"/>
                    <a:pt x="128" y="1228"/>
                    <a:pt x="116" y="1208"/>
                  </a:cubicBezTo>
                  <a:cubicBezTo>
                    <a:pt x="41" y="1115"/>
                    <a:pt x="40" y="1112"/>
                    <a:pt x="37" y="1109"/>
                  </a:cubicBezTo>
                  <a:cubicBezTo>
                    <a:pt x="25" y="1086"/>
                    <a:pt x="30" y="1079"/>
                    <a:pt x="24" y="1081"/>
                  </a:cubicBezTo>
                  <a:cubicBezTo>
                    <a:pt x="59" y="1159"/>
                    <a:pt x="64" y="1161"/>
                    <a:pt x="69" y="1166"/>
                  </a:cubicBezTo>
                  <a:cubicBezTo>
                    <a:pt x="116" y="1220"/>
                    <a:pt x="123" y="1241"/>
                    <a:pt x="133" y="1245"/>
                  </a:cubicBezTo>
                  <a:cubicBezTo>
                    <a:pt x="146" y="1275"/>
                    <a:pt x="149" y="1274"/>
                    <a:pt x="153" y="1283"/>
                  </a:cubicBezTo>
                  <a:cubicBezTo>
                    <a:pt x="167" y="1322"/>
                    <a:pt x="173" y="1328"/>
                    <a:pt x="172" y="1333"/>
                  </a:cubicBezTo>
                  <a:cubicBezTo>
                    <a:pt x="172" y="1344"/>
                    <a:pt x="171" y="1342"/>
                    <a:pt x="167" y="1341"/>
                  </a:cubicBezTo>
                  <a:cubicBezTo>
                    <a:pt x="163" y="1322"/>
                    <a:pt x="155" y="1318"/>
                    <a:pt x="159" y="1315"/>
                  </a:cubicBezTo>
                  <a:cubicBezTo>
                    <a:pt x="128" y="1261"/>
                    <a:pt x="129" y="1259"/>
                    <a:pt x="117" y="1247"/>
                  </a:cubicBezTo>
                  <a:cubicBezTo>
                    <a:pt x="67" y="1189"/>
                    <a:pt x="67" y="1186"/>
                    <a:pt x="62" y="1181"/>
                  </a:cubicBezTo>
                  <a:cubicBezTo>
                    <a:pt x="50" y="1165"/>
                    <a:pt x="47" y="1166"/>
                    <a:pt x="49" y="1163"/>
                  </a:cubicBezTo>
                  <a:cubicBezTo>
                    <a:pt x="12" y="1111"/>
                    <a:pt x="15" y="1107"/>
                    <a:pt x="9" y="1101"/>
                  </a:cubicBezTo>
                  <a:cubicBezTo>
                    <a:pt x="13" y="1122"/>
                    <a:pt x="19" y="1126"/>
                    <a:pt x="16" y="1128"/>
                  </a:cubicBezTo>
                  <a:cubicBezTo>
                    <a:pt x="47" y="1180"/>
                    <a:pt x="52" y="1178"/>
                    <a:pt x="54" y="1184"/>
                  </a:cubicBezTo>
                  <a:cubicBezTo>
                    <a:pt x="108" y="1249"/>
                    <a:pt x="110" y="1258"/>
                    <a:pt x="114" y="1257"/>
                  </a:cubicBezTo>
                  <a:cubicBezTo>
                    <a:pt x="108" y="1251"/>
                    <a:pt x="101" y="1249"/>
                    <a:pt x="97" y="1247"/>
                  </a:cubicBezTo>
                  <a:cubicBezTo>
                    <a:pt x="70" y="1217"/>
                    <a:pt x="67" y="1206"/>
                    <a:pt x="63" y="1203"/>
                  </a:cubicBezTo>
                  <a:cubicBezTo>
                    <a:pt x="43" y="1184"/>
                    <a:pt x="42" y="1180"/>
                    <a:pt x="40" y="1177"/>
                  </a:cubicBezTo>
                  <a:cubicBezTo>
                    <a:pt x="2" y="1139"/>
                    <a:pt x="9" y="1144"/>
                    <a:pt x="8" y="1147"/>
                  </a:cubicBezTo>
                  <a:cubicBezTo>
                    <a:pt x="31" y="1180"/>
                    <a:pt x="28" y="1183"/>
                    <a:pt x="34" y="1187"/>
                  </a:cubicBezTo>
                  <a:cubicBezTo>
                    <a:pt x="104" y="1266"/>
                    <a:pt x="106" y="1270"/>
                    <a:pt x="109" y="1273"/>
                  </a:cubicBezTo>
                  <a:cubicBezTo>
                    <a:pt x="130" y="1308"/>
                    <a:pt x="136" y="1314"/>
                    <a:pt x="138" y="1320"/>
                  </a:cubicBezTo>
                  <a:cubicBezTo>
                    <a:pt x="148" y="1353"/>
                    <a:pt x="160" y="1358"/>
                    <a:pt x="154" y="1360"/>
                  </a:cubicBezTo>
                  <a:cubicBezTo>
                    <a:pt x="143" y="1349"/>
                    <a:pt x="143" y="1342"/>
                    <a:pt x="136" y="1334"/>
                  </a:cubicBezTo>
                  <a:cubicBezTo>
                    <a:pt x="102" y="1286"/>
                    <a:pt x="93" y="1279"/>
                    <a:pt x="95" y="1275"/>
                  </a:cubicBezTo>
                  <a:cubicBezTo>
                    <a:pt x="30" y="1202"/>
                    <a:pt x="24" y="1194"/>
                    <a:pt x="18" y="1185"/>
                  </a:cubicBezTo>
                  <a:cubicBezTo>
                    <a:pt x="17" y="1202"/>
                    <a:pt x="20" y="1204"/>
                    <a:pt x="22" y="1205"/>
                  </a:cubicBezTo>
                  <a:cubicBezTo>
                    <a:pt x="28" y="1233"/>
                    <a:pt x="31" y="1245"/>
                    <a:pt x="36" y="1247"/>
                  </a:cubicBezTo>
                  <a:cubicBezTo>
                    <a:pt x="44" y="1265"/>
                    <a:pt x="42" y="1268"/>
                    <a:pt x="45" y="1267"/>
                  </a:cubicBezTo>
                  <a:cubicBezTo>
                    <a:pt x="78" y="1315"/>
                    <a:pt x="77" y="1317"/>
                    <a:pt x="84" y="1325"/>
                  </a:cubicBezTo>
                  <a:cubicBezTo>
                    <a:pt x="106" y="1353"/>
                    <a:pt x="114" y="1357"/>
                    <a:pt x="107" y="1360"/>
                  </a:cubicBezTo>
                  <a:cubicBezTo>
                    <a:pt x="74" y="1315"/>
                    <a:pt x="69" y="1314"/>
                    <a:pt x="66" y="1306"/>
                  </a:cubicBezTo>
                  <a:cubicBezTo>
                    <a:pt x="42" y="1273"/>
                    <a:pt x="39" y="1262"/>
                    <a:pt x="33" y="1256"/>
                  </a:cubicBezTo>
                  <a:cubicBezTo>
                    <a:pt x="26" y="1249"/>
                    <a:pt x="31" y="1241"/>
                    <a:pt x="27" y="1238"/>
                  </a:cubicBezTo>
                  <a:cubicBezTo>
                    <a:pt x="23" y="1255"/>
                    <a:pt x="30" y="1264"/>
                    <a:pt x="33" y="1273"/>
                  </a:cubicBezTo>
                  <a:cubicBezTo>
                    <a:pt x="72" y="1327"/>
                    <a:pt x="77" y="1337"/>
                    <a:pt x="86" y="1343"/>
                  </a:cubicBezTo>
                  <a:cubicBezTo>
                    <a:pt x="91" y="1356"/>
                    <a:pt x="95" y="1356"/>
                    <a:pt x="95" y="1356"/>
                  </a:cubicBezTo>
                  <a:cubicBezTo>
                    <a:pt x="113" y="1378"/>
                    <a:pt x="122" y="1391"/>
                    <a:pt x="131" y="1399"/>
                  </a:cubicBezTo>
                  <a:cubicBezTo>
                    <a:pt x="141" y="1414"/>
                    <a:pt x="144" y="1416"/>
                    <a:pt x="146" y="1420"/>
                  </a:cubicBezTo>
                  <a:cubicBezTo>
                    <a:pt x="142" y="1419"/>
                    <a:pt x="139" y="1422"/>
                    <a:pt x="137" y="1417"/>
                  </a:cubicBezTo>
                  <a:cubicBezTo>
                    <a:pt x="104" y="1393"/>
                    <a:pt x="99" y="1389"/>
                    <a:pt x="94" y="1389"/>
                  </a:cubicBezTo>
                  <a:cubicBezTo>
                    <a:pt x="39" y="1357"/>
                    <a:pt x="44" y="1357"/>
                    <a:pt x="47" y="1361"/>
                  </a:cubicBezTo>
                  <a:cubicBezTo>
                    <a:pt x="73" y="1381"/>
                    <a:pt x="77" y="1386"/>
                    <a:pt x="82" y="1385"/>
                  </a:cubicBezTo>
                  <a:cubicBezTo>
                    <a:pt x="123" y="1414"/>
                    <a:pt x="127" y="1423"/>
                    <a:pt x="131" y="1423"/>
                  </a:cubicBezTo>
                  <a:cubicBezTo>
                    <a:pt x="163" y="1460"/>
                    <a:pt x="167" y="1459"/>
                    <a:pt x="169" y="1462"/>
                  </a:cubicBezTo>
                  <a:cubicBezTo>
                    <a:pt x="183" y="1480"/>
                    <a:pt x="180" y="1489"/>
                    <a:pt x="185" y="1495"/>
                  </a:cubicBezTo>
                  <a:cubicBezTo>
                    <a:pt x="198" y="1470"/>
                    <a:pt x="199" y="1467"/>
                    <a:pt x="200" y="1465"/>
                  </a:cubicBezTo>
                  <a:cubicBezTo>
                    <a:pt x="239" y="1447"/>
                    <a:pt x="243" y="1445"/>
                    <a:pt x="246" y="1443"/>
                  </a:cubicBezTo>
                  <a:cubicBezTo>
                    <a:pt x="237" y="1440"/>
                    <a:pt x="233" y="1441"/>
                    <a:pt x="230" y="1441"/>
                  </a:cubicBezTo>
                  <a:cubicBezTo>
                    <a:pt x="214" y="1443"/>
                    <a:pt x="212" y="1436"/>
                    <a:pt x="217" y="1430"/>
                  </a:cubicBezTo>
                  <a:cubicBezTo>
                    <a:pt x="295" y="1389"/>
                    <a:pt x="303" y="1382"/>
                    <a:pt x="310" y="1385"/>
                  </a:cubicBezTo>
                  <a:cubicBezTo>
                    <a:pt x="381" y="1375"/>
                    <a:pt x="383" y="1379"/>
                    <a:pt x="388" y="1373"/>
                  </a:cubicBezTo>
                  <a:cubicBezTo>
                    <a:pt x="426" y="1368"/>
                    <a:pt x="430" y="1366"/>
                    <a:pt x="433" y="1365"/>
                  </a:cubicBezTo>
                  <a:cubicBezTo>
                    <a:pt x="449" y="1360"/>
                    <a:pt x="453" y="1363"/>
                    <a:pt x="457" y="1358"/>
                  </a:cubicBezTo>
                  <a:cubicBezTo>
                    <a:pt x="441" y="1356"/>
                    <a:pt x="440" y="1359"/>
                    <a:pt x="438" y="1359"/>
                  </a:cubicBezTo>
                  <a:cubicBezTo>
                    <a:pt x="426" y="1362"/>
                    <a:pt x="425" y="1358"/>
                    <a:pt x="421" y="1362"/>
                  </a:cubicBezTo>
                  <a:cubicBezTo>
                    <a:pt x="371" y="1366"/>
                    <a:pt x="364" y="1369"/>
                    <a:pt x="357" y="1369"/>
                  </a:cubicBezTo>
                  <a:cubicBezTo>
                    <a:pt x="338" y="1375"/>
                    <a:pt x="337" y="1371"/>
                    <a:pt x="335" y="1372"/>
                  </a:cubicBezTo>
                  <a:cubicBezTo>
                    <a:pt x="307" y="1376"/>
                    <a:pt x="306" y="1372"/>
                    <a:pt x="303" y="1376"/>
                  </a:cubicBezTo>
                  <a:cubicBezTo>
                    <a:pt x="270" y="1383"/>
                    <a:pt x="263" y="1389"/>
                    <a:pt x="258" y="1388"/>
                  </a:cubicBezTo>
                  <a:cubicBezTo>
                    <a:pt x="202" y="1433"/>
                    <a:pt x="200" y="1437"/>
                    <a:pt x="196" y="1441"/>
                  </a:cubicBezTo>
                  <a:cubicBezTo>
                    <a:pt x="185" y="1441"/>
                    <a:pt x="190" y="1433"/>
                    <a:pt x="197" y="1425"/>
                  </a:cubicBezTo>
                  <a:cubicBezTo>
                    <a:pt x="279" y="1366"/>
                    <a:pt x="282" y="1364"/>
                    <a:pt x="284" y="1362"/>
                  </a:cubicBezTo>
                  <a:cubicBezTo>
                    <a:pt x="315" y="1356"/>
                    <a:pt x="324" y="1356"/>
                    <a:pt x="334" y="1353"/>
                  </a:cubicBezTo>
                  <a:cubicBezTo>
                    <a:pt x="381" y="1350"/>
                    <a:pt x="385" y="1350"/>
                    <a:pt x="390" y="1350"/>
                  </a:cubicBezTo>
                  <a:cubicBezTo>
                    <a:pt x="436" y="1341"/>
                    <a:pt x="441" y="1339"/>
                    <a:pt x="446" y="1339"/>
                  </a:cubicBezTo>
                  <a:cubicBezTo>
                    <a:pt x="489" y="1324"/>
                    <a:pt x="486" y="1320"/>
                    <a:pt x="481" y="1326"/>
                  </a:cubicBezTo>
                  <a:cubicBezTo>
                    <a:pt x="445" y="1330"/>
                    <a:pt x="442" y="1333"/>
                    <a:pt x="438" y="1335"/>
                  </a:cubicBezTo>
                  <a:cubicBezTo>
                    <a:pt x="414" y="1334"/>
                    <a:pt x="409" y="1345"/>
                    <a:pt x="406" y="1338"/>
                  </a:cubicBezTo>
                  <a:cubicBezTo>
                    <a:pt x="436" y="1330"/>
                    <a:pt x="444" y="1327"/>
                    <a:pt x="451" y="1328"/>
                  </a:cubicBezTo>
                  <a:cubicBezTo>
                    <a:pt x="502" y="1292"/>
                    <a:pt x="500" y="1297"/>
                    <a:pt x="495" y="1301"/>
                  </a:cubicBezTo>
                  <a:cubicBezTo>
                    <a:pt x="463" y="1311"/>
                    <a:pt x="458" y="1319"/>
                    <a:pt x="455" y="1320"/>
                  </a:cubicBezTo>
                  <a:cubicBezTo>
                    <a:pt x="410" y="1329"/>
                    <a:pt x="405" y="1329"/>
                    <a:pt x="400" y="1333"/>
                  </a:cubicBezTo>
                  <a:cubicBezTo>
                    <a:pt x="380" y="1333"/>
                    <a:pt x="378" y="1331"/>
                    <a:pt x="376" y="1333"/>
                  </a:cubicBezTo>
                  <a:cubicBezTo>
                    <a:pt x="356" y="1334"/>
                    <a:pt x="353" y="1333"/>
                    <a:pt x="355" y="1331"/>
                  </a:cubicBezTo>
                  <a:cubicBezTo>
                    <a:pt x="400" y="1320"/>
                    <a:pt x="402" y="1322"/>
                    <a:pt x="405" y="1319"/>
                  </a:cubicBezTo>
                  <a:cubicBezTo>
                    <a:pt x="429" y="1309"/>
                    <a:pt x="438" y="1305"/>
                    <a:pt x="450" y="1297"/>
                  </a:cubicBezTo>
                  <a:cubicBezTo>
                    <a:pt x="498" y="1254"/>
                    <a:pt x="508" y="1256"/>
                    <a:pt x="503" y="1248"/>
                  </a:cubicBezTo>
                  <a:cubicBezTo>
                    <a:pt x="391" y="1316"/>
                    <a:pt x="387" y="1317"/>
                    <a:pt x="384" y="1317"/>
                  </a:cubicBezTo>
                  <a:cubicBezTo>
                    <a:pt x="365" y="1320"/>
                    <a:pt x="363" y="1321"/>
                    <a:pt x="360" y="1322"/>
                  </a:cubicBezTo>
                  <a:cubicBezTo>
                    <a:pt x="345" y="1324"/>
                    <a:pt x="344" y="1319"/>
                    <a:pt x="342" y="1323"/>
                  </a:cubicBezTo>
                  <a:cubicBezTo>
                    <a:pt x="303" y="1328"/>
                    <a:pt x="296" y="1326"/>
                    <a:pt x="290" y="1326"/>
                  </a:cubicBezTo>
                  <a:cubicBezTo>
                    <a:pt x="244" y="1332"/>
                    <a:pt x="240" y="1335"/>
                    <a:pt x="237" y="1335"/>
                  </a:cubicBezTo>
                  <a:cubicBezTo>
                    <a:pt x="200" y="1351"/>
                    <a:pt x="199" y="1362"/>
                    <a:pt x="193" y="1356"/>
                  </a:cubicBezTo>
                  <a:cubicBezTo>
                    <a:pt x="222" y="1332"/>
                    <a:pt x="227" y="1334"/>
                    <a:pt x="232" y="1328"/>
                  </a:cubicBezTo>
                  <a:cubicBezTo>
                    <a:pt x="257" y="1323"/>
                    <a:pt x="260" y="1322"/>
                    <a:pt x="262" y="1322"/>
                  </a:cubicBezTo>
                  <a:cubicBezTo>
                    <a:pt x="340" y="1309"/>
                    <a:pt x="350" y="1304"/>
                    <a:pt x="360" y="1305"/>
                  </a:cubicBezTo>
                  <a:cubicBezTo>
                    <a:pt x="414" y="1282"/>
                    <a:pt x="428" y="1278"/>
                    <a:pt x="443" y="1270"/>
                  </a:cubicBezTo>
                  <a:cubicBezTo>
                    <a:pt x="485" y="1238"/>
                    <a:pt x="488" y="1241"/>
                    <a:pt x="493" y="1236"/>
                  </a:cubicBezTo>
                  <a:cubicBezTo>
                    <a:pt x="503" y="1226"/>
                    <a:pt x="507" y="1224"/>
                    <a:pt x="512" y="1220"/>
                  </a:cubicBezTo>
                  <a:cubicBezTo>
                    <a:pt x="513" y="1206"/>
                    <a:pt x="509" y="1214"/>
                    <a:pt x="502" y="1222"/>
                  </a:cubicBezTo>
                  <a:cubicBezTo>
                    <a:pt x="460" y="1250"/>
                    <a:pt x="445" y="1261"/>
                    <a:pt x="435" y="1266"/>
                  </a:cubicBezTo>
                  <a:cubicBezTo>
                    <a:pt x="399" y="1282"/>
                    <a:pt x="395" y="1285"/>
                    <a:pt x="392" y="1284"/>
                  </a:cubicBezTo>
                  <a:cubicBezTo>
                    <a:pt x="323" y="1300"/>
                    <a:pt x="316" y="1303"/>
                    <a:pt x="308" y="1308"/>
                  </a:cubicBezTo>
                  <a:cubicBezTo>
                    <a:pt x="286" y="1307"/>
                    <a:pt x="284" y="1307"/>
                    <a:pt x="281" y="1308"/>
                  </a:cubicBezTo>
                  <a:cubicBezTo>
                    <a:pt x="265" y="1315"/>
                    <a:pt x="263" y="1313"/>
                    <a:pt x="260" y="1316"/>
                  </a:cubicBezTo>
                  <a:cubicBezTo>
                    <a:pt x="276" y="1302"/>
                    <a:pt x="278" y="1307"/>
                    <a:pt x="282" y="1305"/>
                  </a:cubicBezTo>
                  <a:cubicBezTo>
                    <a:pt x="318" y="1297"/>
                    <a:pt x="324" y="1295"/>
                    <a:pt x="330" y="1297"/>
                  </a:cubicBezTo>
                  <a:cubicBezTo>
                    <a:pt x="385" y="1284"/>
                    <a:pt x="390" y="1272"/>
                    <a:pt x="392" y="1277"/>
                  </a:cubicBezTo>
                  <a:cubicBezTo>
                    <a:pt x="458" y="1239"/>
                    <a:pt x="469" y="1229"/>
                    <a:pt x="477" y="1218"/>
                  </a:cubicBezTo>
                  <a:cubicBezTo>
                    <a:pt x="489" y="1197"/>
                    <a:pt x="479" y="1209"/>
                    <a:pt x="469" y="1221"/>
                  </a:cubicBezTo>
                  <a:cubicBezTo>
                    <a:pt x="433" y="1250"/>
                    <a:pt x="428" y="1253"/>
                    <a:pt x="424" y="1257"/>
                  </a:cubicBezTo>
                  <a:cubicBezTo>
                    <a:pt x="379" y="1272"/>
                    <a:pt x="373" y="1275"/>
                    <a:pt x="368" y="1275"/>
                  </a:cubicBezTo>
                  <a:cubicBezTo>
                    <a:pt x="317" y="1286"/>
                    <a:pt x="313" y="1290"/>
                    <a:pt x="308" y="1294"/>
                  </a:cubicBezTo>
                  <a:cubicBezTo>
                    <a:pt x="276" y="1296"/>
                    <a:pt x="268" y="1298"/>
                    <a:pt x="259" y="1301"/>
                  </a:cubicBezTo>
                  <a:cubicBezTo>
                    <a:pt x="226" y="1315"/>
                    <a:pt x="218" y="1314"/>
                    <a:pt x="210" y="1318"/>
                  </a:cubicBezTo>
                  <a:cubicBezTo>
                    <a:pt x="188" y="1324"/>
                    <a:pt x="198" y="1326"/>
                    <a:pt x="196" y="1323"/>
                  </a:cubicBezTo>
                  <a:cubicBezTo>
                    <a:pt x="245" y="1292"/>
                    <a:pt x="250" y="1296"/>
                    <a:pt x="257" y="1291"/>
                  </a:cubicBezTo>
                  <a:cubicBezTo>
                    <a:pt x="286" y="1281"/>
                    <a:pt x="297" y="1283"/>
                    <a:pt x="309" y="1278"/>
                  </a:cubicBezTo>
                  <a:cubicBezTo>
                    <a:pt x="360" y="1270"/>
                    <a:pt x="377" y="1254"/>
                    <a:pt x="392" y="1257"/>
                  </a:cubicBezTo>
                  <a:cubicBezTo>
                    <a:pt x="464" y="1216"/>
                    <a:pt x="478" y="1201"/>
                    <a:pt x="492" y="1188"/>
                  </a:cubicBezTo>
                  <a:cubicBezTo>
                    <a:pt x="510" y="1153"/>
                    <a:pt x="511" y="1156"/>
                    <a:pt x="505" y="1158"/>
                  </a:cubicBezTo>
                  <a:cubicBezTo>
                    <a:pt x="490" y="1176"/>
                    <a:pt x="487" y="1180"/>
                    <a:pt x="487" y="1184"/>
                  </a:cubicBezTo>
                  <a:cubicBezTo>
                    <a:pt x="443" y="1223"/>
                    <a:pt x="444" y="1226"/>
                    <a:pt x="442" y="1224"/>
                  </a:cubicBezTo>
                  <a:cubicBezTo>
                    <a:pt x="413" y="1237"/>
                    <a:pt x="407" y="1243"/>
                    <a:pt x="403" y="1242"/>
                  </a:cubicBezTo>
                  <a:cubicBezTo>
                    <a:pt x="325" y="1267"/>
                    <a:pt x="322" y="1265"/>
                    <a:pt x="318" y="1267"/>
                  </a:cubicBezTo>
                  <a:cubicBezTo>
                    <a:pt x="273" y="1273"/>
                    <a:pt x="263" y="1283"/>
                    <a:pt x="256" y="1279"/>
                  </a:cubicBezTo>
                  <a:cubicBezTo>
                    <a:pt x="295" y="1265"/>
                    <a:pt x="305" y="1261"/>
                    <a:pt x="314" y="1262"/>
                  </a:cubicBezTo>
                  <a:cubicBezTo>
                    <a:pt x="363" y="1241"/>
                    <a:pt x="375" y="1239"/>
                    <a:pt x="387" y="1234"/>
                  </a:cubicBezTo>
                  <a:cubicBezTo>
                    <a:pt x="479" y="1164"/>
                    <a:pt x="483" y="1161"/>
                    <a:pt x="485" y="1158"/>
                  </a:cubicBezTo>
                  <a:cubicBezTo>
                    <a:pt x="512" y="1124"/>
                    <a:pt x="513" y="1117"/>
                    <a:pt x="520" y="1111"/>
                  </a:cubicBezTo>
                  <a:cubicBezTo>
                    <a:pt x="509" y="1116"/>
                    <a:pt x="505" y="1120"/>
                    <a:pt x="502" y="1124"/>
                  </a:cubicBezTo>
                  <a:cubicBezTo>
                    <a:pt x="478" y="1160"/>
                    <a:pt x="470" y="1160"/>
                    <a:pt x="471" y="1166"/>
                  </a:cubicBezTo>
                  <a:cubicBezTo>
                    <a:pt x="431" y="1191"/>
                    <a:pt x="426" y="1200"/>
                    <a:pt x="421" y="1202"/>
                  </a:cubicBezTo>
                  <a:cubicBezTo>
                    <a:pt x="378" y="1227"/>
                    <a:pt x="371" y="1230"/>
                    <a:pt x="363" y="1234"/>
                  </a:cubicBezTo>
                  <a:cubicBezTo>
                    <a:pt x="322" y="1251"/>
                    <a:pt x="307" y="1250"/>
                    <a:pt x="290" y="1259"/>
                  </a:cubicBezTo>
                  <a:cubicBezTo>
                    <a:pt x="246" y="1271"/>
                    <a:pt x="237" y="1279"/>
                    <a:pt x="231" y="1275"/>
                  </a:cubicBezTo>
                  <a:cubicBezTo>
                    <a:pt x="290" y="1254"/>
                    <a:pt x="296" y="1241"/>
                    <a:pt x="298" y="1246"/>
                  </a:cubicBezTo>
                  <a:cubicBezTo>
                    <a:pt x="362" y="1221"/>
                    <a:pt x="377" y="1211"/>
                    <a:pt x="391" y="1204"/>
                  </a:cubicBezTo>
                  <a:cubicBezTo>
                    <a:pt x="515" y="1103"/>
                    <a:pt x="512" y="1098"/>
                    <a:pt x="518" y="1095"/>
                  </a:cubicBezTo>
                  <a:cubicBezTo>
                    <a:pt x="532" y="1075"/>
                    <a:pt x="536" y="1073"/>
                    <a:pt x="535" y="1071"/>
                  </a:cubicBezTo>
                  <a:cubicBezTo>
                    <a:pt x="539" y="1064"/>
                    <a:pt x="536" y="1067"/>
                    <a:pt x="532" y="1070"/>
                  </a:cubicBezTo>
                  <a:cubicBezTo>
                    <a:pt x="497" y="1109"/>
                    <a:pt x="495" y="1119"/>
                    <a:pt x="485" y="1121"/>
                  </a:cubicBezTo>
                  <a:cubicBezTo>
                    <a:pt x="453" y="1152"/>
                    <a:pt x="442" y="1160"/>
                    <a:pt x="431" y="1168"/>
                  </a:cubicBezTo>
                  <a:cubicBezTo>
                    <a:pt x="397" y="1193"/>
                    <a:pt x="389" y="1191"/>
                    <a:pt x="388" y="1197"/>
                  </a:cubicBezTo>
                  <a:cubicBezTo>
                    <a:pt x="367" y="1206"/>
                    <a:pt x="360" y="1215"/>
                    <a:pt x="356" y="1210"/>
                  </a:cubicBezTo>
                  <a:cubicBezTo>
                    <a:pt x="315" y="1230"/>
                    <a:pt x="305" y="1233"/>
                    <a:pt x="294" y="1240"/>
                  </a:cubicBezTo>
                  <a:cubicBezTo>
                    <a:pt x="262" y="1252"/>
                    <a:pt x="260" y="1251"/>
                    <a:pt x="257" y="1254"/>
                  </a:cubicBezTo>
                  <a:cubicBezTo>
                    <a:pt x="237" y="1263"/>
                    <a:pt x="233" y="1265"/>
                    <a:pt x="229" y="1267"/>
                  </a:cubicBezTo>
                  <a:cubicBezTo>
                    <a:pt x="218" y="1271"/>
                    <a:pt x="214" y="1278"/>
                    <a:pt x="211" y="1275"/>
                  </a:cubicBezTo>
                  <a:cubicBezTo>
                    <a:pt x="241" y="1245"/>
                    <a:pt x="262" y="1234"/>
                    <a:pt x="291" y="1222"/>
                  </a:cubicBezTo>
                  <a:cubicBezTo>
                    <a:pt x="352" y="1187"/>
                    <a:pt x="356" y="1194"/>
                    <a:pt x="360" y="1189"/>
                  </a:cubicBezTo>
                  <a:cubicBezTo>
                    <a:pt x="397" y="1173"/>
                    <a:pt x="401" y="1169"/>
                    <a:pt x="405" y="1169"/>
                  </a:cubicBezTo>
                  <a:cubicBezTo>
                    <a:pt x="461" y="1128"/>
                    <a:pt x="482" y="1115"/>
                    <a:pt x="495" y="1100"/>
                  </a:cubicBezTo>
                  <a:cubicBezTo>
                    <a:pt x="532" y="1063"/>
                    <a:pt x="536" y="1059"/>
                    <a:pt x="536" y="1055"/>
                  </a:cubicBezTo>
                  <a:cubicBezTo>
                    <a:pt x="492" y="1093"/>
                    <a:pt x="491" y="1097"/>
                    <a:pt x="486" y="1101"/>
                  </a:cubicBezTo>
                  <a:cubicBezTo>
                    <a:pt x="470" y="1111"/>
                    <a:pt x="468" y="1118"/>
                    <a:pt x="461" y="1121"/>
                  </a:cubicBezTo>
                  <a:cubicBezTo>
                    <a:pt x="441" y="1135"/>
                    <a:pt x="439" y="1138"/>
                    <a:pt x="438" y="1141"/>
                  </a:cubicBezTo>
                  <a:cubicBezTo>
                    <a:pt x="395" y="1165"/>
                    <a:pt x="389" y="1166"/>
                    <a:pt x="384" y="1167"/>
                  </a:cubicBezTo>
                  <a:cubicBezTo>
                    <a:pt x="366" y="1175"/>
                    <a:pt x="360" y="1181"/>
                    <a:pt x="354" y="1181"/>
                  </a:cubicBezTo>
                  <a:cubicBezTo>
                    <a:pt x="336" y="1190"/>
                    <a:pt x="330" y="1193"/>
                    <a:pt x="324" y="1196"/>
                  </a:cubicBezTo>
                  <a:cubicBezTo>
                    <a:pt x="289" y="1212"/>
                    <a:pt x="274" y="1219"/>
                    <a:pt x="259" y="1226"/>
                  </a:cubicBezTo>
                  <a:cubicBezTo>
                    <a:pt x="235" y="1240"/>
                    <a:pt x="227" y="1244"/>
                    <a:pt x="224" y="1249"/>
                  </a:cubicBezTo>
                  <a:cubicBezTo>
                    <a:pt x="202" y="1270"/>
                    <a:pt x="193" y="1272"/>
                    <a:pt x="192" y="1269"/>
                  </a:cubicBezTo>
                  <a:cubicBezTo>
                    <a:pt x="215" y="1249"/>
                    <a:pt x="212" y="1245"/>
                    <a:pt x="217" y="1243"/>
                  </a:cubicBezTo>
                  <a:cubicBezTo>
                    <a:pt x="243" y="1226"/>
                    <a:pt x="244" y="1223"/>
                    <a:pt x="250" y="1220"/>
                  </a:cubicBezTo>
                  <a:cubicBezTo>
                    <a:pt x="326" y="1181"/>
                    <a:pt x="340" y="1175"/>
                    <a:pt x="358" y="1169"/>
                  </a:cubicBezTo>
                  <a:cubicBezTo>
                    <a:pt x="494" y="1080"/>
                    <a:pt x="512" y="1077"/>
                    <a:pt x="512" y="1063"/>
                  </a:cubicBezTo>
                  <a:cubicBezTo>
                    <a:pt x="460" y="1106"/>
                    <a:pt x="454" y="1105"/>
                    <a:pt x="447" y="1112"/>
                  </a:cubicBezTo>
                  <a:cubicBezTo>
                    <a:pt x="401" y="1139"/>
                    <a:pt x="397" y="1141"/>
                    <a:pt x="392" y="1144"/>
                  </a:cubicBezTo>
                  <a:cubicBezTo>
                    <a:pt x="299" y="1182"/>
                    <a:pt x="278" y="1194"/>
                    <a:pt x="258" y="1204"/>
                  </a:cubicBezTo>
                  <a:cubicBezTo>
                    <a:pt x="222" y="1232"/>
                    <a:pt x="219" y="1228"/>
                    <a:pt x="215" y="1233"/>
                  </a:cubicBezTo>
                  <a:cubicBezTo>
                    <a:pt x="191" y="1248"/>
                    <a:pt x="198" y="1246"/>
                    <a:pt x="198" y="1243"/>
                  </a:cubicBezTo>
                  <a:cubicBezTo>
                    <a:pt x="210" y="1232"/>
                    <a:pt x="218" y="1227"/>
                    <a:pt x="221" y="1221"/>
                  </a:cubicBezTo>
                  <a:cubicBezTo>
                    <a:pt x="275" y="1187"/>
                    <a:pt x="293" y="1174"/>
                    <a:pt x="310" y="1167"/>
                  </a:cubicBezTo>
                  <a:cubicBezTo>
                    <a:pt x="378" y="1137"/>
                    <a:pt x="377" y="1130"/>
                    <a:pt x="382" y="1132"/>
                  </a:cubicBezTo>
                  <a:cubicBezTo>
                    <a:pt x="433" y="1103"/>
                    <a:pt x="436" y="1100"/>
                    <a:pt x="437" y="1102"/>
                  </a:cubicBezTo>
                  <a:cubicBezTo>
                    <a:pt x="461" y="1086"/>
                    <a:pt x="465" y="1087"/>
                    <a:pt x="471" y="1080"/>
                  </a:cubicBezTo>
                  <a:cubicBezTo>
                    <a:pt x="502" y="1058"/>
                    <a:pt x="506" y="1058"/>
                    <a:pt x="511" y="1054"/>
                  </a:cubicBezTo>
                  <a:cubicBezTo>
                    <a:pt x="567" y="1001"/>
                    <a:pt x="569" y="996"/>
                    <a:pt x="573" y="991"/>
                  </a:cubicBezTo>
                  <a:cubicBezTo>
                    <a:pt x="512" y="1042"/>
                    <a:pt x="492" y="1060"/>
                    <a:pt x="472" y="1069"/>
                  </a:cubicBezTo>
                  <a:cubicBezTo>
                    <a:pt x="445" y="1085"/>
                    <a:pt x="440" y="1093"/>
                    <a:pt x="436" y="1090"/>
                  </a:cubicBezTo>
                  <a:cubicBezTo>
                    <a:pt x="383" y="1123"/>
                    <a:pt x="380" y="1120"/>
                    <a:pt x="375" y="1125"/>
                  </a:cubicBezTo>
                  <a:cubicBezTo>
                    <a:pt x="301" y="1163"/>
                    <a:pt x="285" y="1166"/>
                    <a:pt x="266" y="1181"/>
                  </a:cubicBezTo>
                  <a:cubicBezTo>
                    <a:pt x="238" y="1199"/>
                    <a:pt x="226" y="1210"/>
                    <a:pt x="218" y="1211"/>
                  </a:cubicBezTo>
                  <a:cubicBezTo>
                    <a:pt x="195" y="1226"/>
                    <a:pt x="199" y="1221"/>
                    <a:pt x="198" y="1216"/>
                  </a:cubicBezTo>
                  <a:cubicBezTo>
                    <a:pt x="230" y="1183"/>
                    <a:pt x="233" y="1182"/>
                    <a:pt x="238" y="1177"/>
                  </a:cubicBezTo>
                  <a:cubicBezTo>
                    <a:pt x="319" y="1129"/>
                    <a:pt x="328" y="1123"/>
                    <a:pt x="336" y="1121"/>
                  </a:cubicBezTo>
                  <a:cubicBezTo>
                    <a:pt x="493" y="1012"/>
                    <a:pt x="511" y="1000"/>
                    <a:pt x="526" y="986"/>
                  </a:cubicBezTo>
                  <a:cubicBezTo>
                    <a:pt x="552" y="958"/>
                    <a:pt x="551" y="956"/>
                    <a:pt x="554" y="954"/>
                  </a:cubicBezTo>
                  <a:cubicBezTo>
                    <a:pt x="522" y="977"/>
                    <a:pt x="521" y="987"/>
                    <a:pt x="507" y="995"/>
                  </a:cubicBezTo>
                  <a:cubicBezTo>
                    <a:pt x="490" y="1009"/>
                    <a:pt x="487" y="1013"/>
                    <a:pt x="482" y="1018"/>
                  </a:cubicBezTo>
                  <a:cubicBezTo>
                    <a:pt x="358" y="1100"/>
                    <a:pt x="341" y="1103"/>
                    <a:pt x="333" y="1113"/>
                  </a:cubicBezTo>
                  <a:cubicBezTo>
                    <a:pt x="251" y="1161"/>
                    <a:pt x="227" y="1171"/>
                    <a:pt x="214" y="1187"/>
                  </a:cubicBezTo>
                  <a:cubicBezTo>
                    <a:pt x="211" y="1186"/>
                    <a:pt x="210" y="1183"/>
                    <a:pt x="213" y="1180"/>
                  </a:cubicBezTo>
                  <a:cubicBezTo>
                    <a:pt x="242" y="1151"/>
                    <a:pt x="248" y="1147"/>
                    <a:pt x="259" y="1137"/>
                  </a:cubicBezTo>
                  <a:cubicBezTo>
                    <a:pt x="360" y="1078"/>
                    <a:pt x="373" y="1070"/>
                    <a:pt x="393" y="1055"/>
                  </a:cubicBezTo>
                  <a:cubicBezTo>
                    <a:pt x="452" y="1010"/>
                    <a:pt x="460" y="1010"/>
                    <a:pt x="463" y="1005"/>
                  </a:cubicBezTo>
                  <a:cubicBezTo>
                    <a:pt x="524" y="947"/>
                    <a:pt x="530" y="944"/>
                    <a:pt x="532" y="940"/>
                  </a:cubicBezTo>
                  <a:cubicBezTo>
                    <a:pt x="561" y="903"/>
                    <a:pt x="566" y="896"/>
                    <a:pt x="574" y="890"/>
                  </a:cubicBezTo>
                  <a:cubicBezTo>
                    <a:pt x="547" y="899"/>
                    <a:pt x="543" y="903"/>
                    <a:pt x="537" y="907"/>
                  </a:cubicBezTo>
                  <a:cubicBezTo>
                    <a:pt x="522" y="918"/>
                    <a:pt x="523" y="921"/>
                    <a:pt x="519" y="922"/>
                  </a:cubicBezTo>
                  <a:cubicBezTo>
                    <a:pt x="491" y="945"/>
                    <a:pt x="485" y="954"/>
                    <a:pt x="474" y="962"/>
                  </a:cubicBezTo>
                  <a:cubicBezTo>
                    <a:pt x="396" y="1023"/>
                    <a:pt x="387" y="1030"/>
                    <a:pt x="378" y="1037"/>
                  </a:cubicBezTo>
                  <a:cubicBezTo>
                    <a:pt x="323" y="1067"/>
                    <a:pt x="317" y="1067"/>
                    <a:pt x="311" y="1070"/>
                  </a:cubicBezTo>
                  <a:cubicBezTo>
                    <a:pt x="262" y="1102"/>
                    <a:pt x="259" y="1103"/>
                    <a:pt x="256" y="1103"/>
                  </a:cubicBezTo>
                  <a:cubicBezTo>
                    <a:pt x="244" y="1115"/>
                    <a:pt x="236" y="1116"/>
                    <a:pt x="239" y="1120"/>
                  </a:cubicBezTo>
                  <a:cubicBezTo>
                    <a:pt x="222" y="1136"/>
                    <a:pt x="217" y="1144"/>
                    <a:pt x="214" y="1140"/>
                  </a:cubicBezTo>
                  <a:cubicBezTo>
                    <a:pt x="260" y="1090"/>
                    <a:pt x="271" y="1086"/>
                    <a:pt x="296" y="1066"/>
                  </a:cubicBezTo>
                  <a:cubicBezTo>
                    <a:pt x="418" y="989"/>
                    <a:pt x="425" y="977"/>
                    <a:pt x="430" y="979"/>
                  </a:cubicBezTo>
                  <a:cubicBezTo>
                    <a:pt x="451" y="961"/>
                    <a:pt x="456" y="956"/>
                    <a:pt x="465" y="947"/>
                  </a:cubicBezTo>
                  <a:cubicBezTo>
                    <a:pt x="540" y="892"/>
                    <a:pt x="549" y="886"/>
                    <a:pt x="560" y="878"/>
                  </a:cubicBezTo>
                  <a:cubicBezTo>
                    <a:pt x="587" y="870"/>
                    <a:pt x="592" y="858"/>
                    <a:pt x="594" y="863"/>
                  </a:cubicBezTo>
                  <a:cubicBezTo>
                    <a:pt x="625" y="848"/>
                    <a:pt x="636" y="854"/>
                    <a:pt x="633" y="845"/>
                  </a:cubicBezTo>
                  <a:cubicBezTo>
                    <a:pt x="574" y="858"/>
                    <a:pt x="566" y="857"/>
                    <a:pt x="557" y="863"/>
                  </a:cubicBezTo>
                  <a:cubicBezTo>
                    <a:pt x="523" y="876"/>
                    <a:pt x="515" y="880"/>
                    <a:pt x="508" y="884"/>
                  </a:cubicBezTo>
                  <a:cubicBezTo>
                    <a:pt x="420" y="945"/>
                    <a:pt x="411" y="951"/>
                    <a:pt x="402" y="958"/>
                  </a:cubicBezTo>
                  <a:cubicBezTo>
                    <a:pt x="299" y="1027"/>
                    <a:pt x="297" y="1029"/>
                    <a:pt x="295" y="1030"/>
                  </a:cubicBezTo>
                  <a:cubicBezTo>
                    <a:pt x="255" y="1062"/>
                    <a:pt x="252" y="1067"/>
                    <a:pt x="244" y="1072"/>
                  </a:cubicBezTo>
                  <a:cubicBezTo>
                    <a:pt x="230" y="1081"/>
                    <a:pt x="230" y="1077"/>
                    <a:pt x="232" y="1073"/>
                  </a:cubicBezTo>
                  <a:cubicBezTo>
                    <a:pt x="251" y="1057"/>
                    <a:pt x="253" y="1055"/>
                    <a:pt x="257" y="1053"/>
                  </a:cubicBezTo>
                  <a:cubicBezTo>
                    <a:pt x="293" y="1015"/>
                    <a:pt x="296" y="1017"/>
                    <a:pt x="300" y="1014"/>
                  </a:cubicBezTo>
                  <a:cubicBezTo>
                    <a:pt x="333" y="985"/>
                    <a:pt x="335" y="986"/>
                    <a:pt x="336" y="986"/>
                  </a:cubicBezTo>
                  <a:cubicBezTo>
                    <a:pt x="380" y="950"/>
                    <a:pt x="404" y="938"/>
                    <a:pt x="433" y="916"/>
                  </a:cubicBezTo>
                  <a:cubicBezTo>
                    <a:pt x="492" y="885"/>
                    <a:pt x="501" y="881"/>
                    <a:pt x="511" y="874"/>
                  </a:cubicBezTo>
                  <a:cubicBezTo>
                    <a:pt x="540" y="857"/>
                    <a:pt x="552" y="855"/>
                    <a:pt x="561" y="848"/>
                  </a:cubicBezTo>
                  <a:cubicBezTo>
                    <a:pt x="574" y="833"/>
                    <a:pt x="569" y="837"/>
                    <a:pt x="565" y="840"/>
                  </a:cubicBezTo>
                  <a:cubicBezTo>
                    <a:pt x="512" y="866"/>
                    <a:pt x="509" y="864"/>
                    <a:pt x="505" y="869"/>
                  </a:cubicBezTo>
                  <a:cubicBezTo>
                    <a:pt x="416" y="917"/>
                    <a:pt x="406" y="926"/>
                    <a:pt x="373" y="944"/>
                  </a:cubicBezTo>
                  <a:cubicBezTo>
                    <a:pt x="332" y="978"/>
                    <a:pt x="317" y="986"/>
                    <a:pt x="306" y="995"/>
                  </a:cubicBezTo>
                  <a:cubicBezTo>
                    <a:pt x="253" y="1040"/>
                    <a:pt x="256" y="1048"/>
                    <a:pt x="251" y="1045"/>
                  </a:cubicBezTo>
                  <a:cubicBezTo>
                    <a:pt x="235" y="1052"/>
                    <a:pt x="237" y="1048"/>
                    <a:pt x="241" y="1044"/>
                  </a:cubicBezTo>
                  <a:cubicBezTo>
                    <a:pt x="310" y="977"/>
                    <a:pt x="362" y="934"/>
                    <a:pt x="419" y="899"/>
                  </a:cubicBezTo>
                  <a:cubicBezTo>
                    <a:pt x="482" y="869"/>
                    <a:pt x="481" y="865"/>
                    <a:pt x="487" y="864"/>
                  </a:cubicBezTo>
                  <a:cubicBezTo>
                    <a:pt x="513" y="858"/>
                    <a:pt x="519" y="848"/>
                    <a:pt x="522" y="852"/>
                  </a:cubicBezTo>
                  <a:cubicBezTo>
                    <a:pt x="583" y="826"/>
                    <a:pt x="598" y="821"/>
                    <a:pt x="613" y="815"/>
                  </a:cubicBezTo>
                  <a:cubicBezTo>
                    <a:pt x="578" y="820"/>
                    <a:pt x="572" y="828"/>
                    <a:pt x="567" y="826"/>
                  </a:cubicBezTo>
                  <a:cubicBezTo>
                    <a:pt x="541" y="835"/>
                    <a:pt x="538" y="835"/>
                    <a:pt x="536" y="837"/>
                  </a:cubicBezTo>
                  <a:cubicBezTo>
                    <a:pt x="509" y="843"/>
                    <a:pt x="505" y="850"/>
                    <a:pt x="502" y="851"/>
                  </a:cubicBezTo>
                  <a:cubicBezTo>
                    <a:pt x="480" y="859"/>
                    <a:pt x="474" y="860"/>
                    <a:pt x="468" y="866"/>
                  </a:cubicBezTo>
                  <a:cubicBezTo>
                    <a:pt x="423" y="890"/>
                    <a:pt x="421" y="886"/>
                    <a:pt x="417" y="890"/>
                  </a:cubicBezTo>
                  <a:cubicBezTo>
                    <a:pt x="390" y="907"/>
                    <a:pt x="385" y="911"/>
                    <a:pt x="380" y="914"/>
                  </a:cubicBezTo>
                  <a:cubicBezTo>
                    <a:pt x="361" y="927"/>
                    <a:pt x="350" y="937"/>
                    <a:pt x="335" y="947"/>
                  </a:cubicBezTo>
                  <a:cubicBezTo>
                    <a:pt x="277" y="996"/>
                    <a:pt x="275" y="1001"/>
                    <a:pt x="266" y="1004"/>
                  </a:cubicBezTo>
                  <a:cubicBezTo>
                    <a:pt x="252" y="1019"/>
                    <a:pt x="249" y="1014"/>
                    <a:pt x="250" y="1013"/>
                  </a:cubicBezTo>
                  <a:cubicBezTo>
                    <a:pt x="261" y="1003"/>
                    <a:pt x="262" y="1003"/>
                    <a:pt x="262" y="1002"/>
                  </a:cubicBezTo>
                  <a:cubicBezTo>
                    <a:pt x="283" y="983"/>
                    <a:pt x="288" y="972"/>
                    <a:pt x="297" y="962"/>
                  </a:cubicBezTo>
                  <a:cubicBezTo>
                    <a:pt x="358" y="911"/>
                    <a:pt x="362" y="915"/>
                    <a:pt x="367" y="909"/>
                  </a:cubicBezTo>
                  <a:cubicBezTo>
                    <a:pt x="396" y="889"/>
                    <a:pt x="399" y="896"/>
                    <a:pt x="403" y="891"/>
                  </a:cubicBezTo>
                  <a:cubicBezTo>
                    <a:pt x="418" y="884"/>
                    <a:pt x="423" y="872"/>
                    <a:pt x="425" y="877"/>
                  </a:cubicBezTo>
                  <a:cubicBezTo>
                    <a:pt x="466" y="855"/>
                    <a:pt x="478" y="855"/>
                    <a:pt x="492" y="844"/>
                  </a:cubicBezTo>
                  <a:cubicBezTo>
                    <a:pt x="573" y="801"/>
                    <a:pt x="571" y="802"/>
                    <a:pt x="578" y="796"/>
                  </a:cubicBezTo>
                  <a:cubicBezTo>
                    <a:pt x="604" y="774"/>
                    <a:pt x="612" y="772"/>
                    <a:pt x="609" y="769"/>
                  </a:cubicBezTo>
                  <a:cubicBezTo>
                    <a:pt x="526" y="821"/>
                    <a:pt x="519" y="826"/>
                    <a:pt x="513" y="829"/>
                  </a:cubicBezTo>
                  <a:cubicBezTo>
                    <a:pt x="463" y="847"/>
                    <a:pt x="455" y="856"/>
                    <a:pt x="450" y="854"/>
                  </a:cubicBezTo>
                  <a:cubicBezTo>
                    <a:pt x="390" y="884"/>
                    <a:pt x="378" y="893"/>
                    <a:pt x="368" y="897"/>
                  </a:cubicBezTo>
                  <a:cubicBezTo>
                    <a:pt x="338" y="920"/>
                    <a:pt x="335" y="923"/>
                    <a:pt x="332" y="925"/>
                  </a:cubicBezTo>
                  <a:cubicBezTo>
                    <a:pt x="316" y="936"/>
                    <a:pt x="308" y="942"/>
                    <a:pt x="301" y="947"/>
                  </a:cubicBezTo>
                  <a:cubicBezTo>
                    <a:pt x="265" y="982"/>
                    <a:pt x="261" y="986"/>
                    <a:pt x="258" y="990"/>
                  </a:cubicBezTo>
                  <a:cubicBezTo>
                    <a:pt x="267" y="967"/>
                    <a:pt x="265" y="971"/>
                    <a:pt x="270" y="972"/>
                  </a:cubicBezTo>
                  <a:cubicBezTo>
                    <a:pt x="317" y="926"/>
                    <a:pt x="316" y="922"/>
                    <a:pt x="337" y="912"/>
                  </a:cubicBezTo>
                  <a:cubicBezTo>
                    <a:pt x="446" y="842"/>
                    <a:pt x="455" y="842"/>
                    <a:pt x="463" y="838"/>
                  </a:cubicBezTo>
                  <a:cubicBezTo>
                    <a:pt x="475" y="832"/>
                    <a:pt x="476" y="831"/>
                    <a:pt x="477" y="830"/>
                  </a:cubicBezTo>
                  <a:cubicBezTo>
                    <a:pt x="595" y="755"/>
                    <a:pt x="608" y="750"/>
                    <a:pt x="608" y="743"/>
                  </a:cubicBezTo>
                  <a:cubicBezTo>
                    <a:pt x="591" y="754"/>
                    <a:pt x="593" y="752"/>
                    <a:pt x="587" y="758"/>
                  </a:cubicBezTo>
                  <a:cubicBezTo>
                    <a:pt x="552" y="781"/>
                    <a:pt x="553" y="785"/>
                    <a:pt x="549" y="783"/>
                  </a:cubicBezTo>
                  <a:cubicBezTo>
                    <a:pt x="516" y="799"/>
                    <a:pt x="510" y="807"/>
                    <a:pt x="506" y="809"/>
                  </a:cubicBezTo>
                  <a:cubicBezTo>
                    <a:pt x="432" y="848"/>
                    <a:pt x="425" y="843"/>
                    <a:pt x="423" y="847"/>
                  </a:cubicBezTo>
                  <a:cubicBezTo>
                    <a:pt x="403" y="861"/>
                    <a:pt x="400" y="858"/>
                    <a:pt x="396" y="861"/>
                  </a:cubicBezTo>
                  <a:cubicBezTo>
                    <a:pt x="290" y="934"/>
                    <a:pt x="289" y="937"/>
                    <a:pt x="284" y="940"/>
                  </a:cubicBezTo>
                  <a:cubicBezTo>
                    <a:pt x="283" y="932"/>
                    <a:pt x="287" y="928"/>
                    <a:pt x="289" y="924"/>
                  </a:cubicBezTo>
                  <a:cubicBezTo>
                    <a:pt x="318" y="903"/>
                    <a:pt x="325" y="895"/>
                    <a:pt x="335" y="888"/>
                  </a:cubicBezTo>
                  <a:cubicBezTo>
                    <a:pt x="381" y="857"/>
                    <a:pt x="388" y="853"/>
                    <a:pt x="394" y="848"/>
                  </a:cubicBezTo>
                  <a:cubicBezTo>
                    <a:pt x="445" y="830"/>
                    <a:pt x="450" y="818"/>
                    <a:pt x="452" y="823"/>
                  </a:cubicBezTo>
                  <a:cubicBezTo>
                    <a:pt x="472" y="813"/>
                    <a:pt x="472" y="811"/>
                    <a:pt x="474" y="812"/>
                  </a:cubicBezTo>
                  <a:cubicBezTo>
                    <a:pt x="492" y="804"/>
                    <a:pt x="496" y="802"/>
                    <a:pt x="499" y="799"/>
                  </a:cubicBezTo>
                  <a:cubicBezTo>
                    <a:pt x="522" y="787"/>
                    <a:pt x="529" y="784"/>
                    <a:pt x="536" y="782"/>
                  </a:cubicBezTo>
                  <a:cubicBezTo>
                    <a:pt x="594" y="740"/>
                    <a:pt x="604" y="733"/>
                    <a:pt x="613" y="727"/>
                  </a:cubicBezTo>
                  <a:cubicBezTo>
                    <a:pt x="629" y="708"/>
                    <a:pt x="626" y="710"/>
                    <a:pt x="623" y="712"/>
                  </a:cubicBezTo>
                  <a:cubicBezTo>
                    <a:pt x="614" y="719"/>
                    <a:pt x="612" y="720"/>
                    <a:pt x="611" y="720"/>
                  </a:cubicBezTo>
                  <a:cubicBezTo>
                    <a:pt x="602" y="727"/>
                    <a:pt x="602" y="731"/>
                    <a:pt x="598" y="733"/>
                  </a:cubicBezTo>
                  <a:cubicBezTo>
                    <a:pt x="578" y="747"/>
                    <a:pt x="571" y="752"/>
                    <a:pt x="564" y="757"/>
                  </a:cubicBezTo>
                  <a:cubicBezTo>
                    <a:pt x="528" y="774"/>
                    <a:pt x="524" y="782"/>
                    <a:pt x="521" y="779"/>
                  </a:cubicBezTo>
                  <a:cubicBezTo>
                    <a:pt x="466" y="806"/>
                    <a:pt x="462" y="809"/>
                    <a:pt x="459" y="809"/>
                  </a:cubicBezTo>
                  <a:cubicBezTo>
                    <a:pt x="423" y="827"/>
                    <a:pt x="420" y="825"/>
                    <a:pt x="416" y="827"/>
                  </a:cubicBezTo>
                  <a:cubicBezTo>
                    <a:pt x="347" y="870"/>
                    <a:pt x="336" y="878"/>
                    <a:pt x="325" y="885"/>
                  </a:cubicBezTo>
                  <a:cubicBezTo>
                    <a:pt x="302" y="902"/>
                    <a:pt x="299" y="905"/>
                    <a:pt x="297" y="904"/>
                  </a:cubicBezTo>
                  <a:cubicBezTo>
                    <a:pt x="342" y="859"/>
                    <a:pt x="352" y="856"/>
                    <a:pt x="352" y="851"/>
                  </a:cubicBezTo>
                  <a:cubicBezTo>
                    <a:pt x="384" y="833"/>
                    <a:pt x="390" y="829"/>
                    <a:pt x="403" y="820"/>
                  </a:cubicBezTo>
                  <a:cubicBezTo>
                    <a:pt x="434" y="799"/>
                    <a:pt x="448" y="797"/>
                    <a:pt x="456" y="791"/>
                  </a:cubicBezTo>
                  <a:cubicBezTo>
                    <a:pt x="491" y="772"/>
                    <a:pt x="498" y="776"/>
                    <a:pt x="509" y="765"/>
                  </a:cubicBezTo>
                  <a:cubicBezTo>
                    <a:pt x="550" y="750"/>
                    <a:pt x="561" y="743"/>
                    <a:pt x="571" y="740"/>
                  </a:cubicBezTo>
                  <a:cubicBezTo>
                    <a:pt x="650" y="685"/>
                    <a:pt x="651" y="680"/>
                    <a:pt x="658" y="677"/>
                  </a:cubicBezTo>
                  <a:cubicBezTo>
                    <a:pt x="663" y="670"/>
                    <a:pt x="651" y="676"/>
                    <a:pt x="643" y="686"/>
                  </a:cubicBezTo>
                  <a:cubicBezTo>
                    <a:pt x="557" y="738"/>
                    <a:pt x="549" y="738"/>
                    <a:pt x="541" y="745"/>
                  </a:cubicBezTo>
                  <a:cubicBezTo>
                    <a:pt x="457" y="783"/>
                    <a:pt x="447" y="787"/>
                    <a:pt x="438" y="789"/>
                  </a:cubicBezTo>
                  <a:cubicBezTo>
                    <a:pt x="417" y="807"/>
                    <a:pt x="409" y="804"/>
                    <a:pt x="401" y="811"/>
                  </a:cubicBezTo>
                  <a:cubicBezTo>
                    <a:pt x="339" y="851"/>
                    <a:pt x="338" y="856"/>
                    <a:pt x="329" y="860"/>
                  </a:cubicBezTo>
                  <a:cubicBezTo>
                    <a:pt x="311" y="871"/>
                    <a:pt x="311" y="863"/>
                    <a:pt x="308" y="866"/>
                  </a:cubicBezTo>
                  <a:cubicBezTo>
                    <a:pt x="324" y="849"/>
                    <a:pt x="327" y="851"/>
                    <a:pt x="327" y="847"/>
                  </a:cubicBezTo>
                  <a:cubicBezTo>
                    <a:pt x="429" y="785"/>
                    <a:pt x="430" y="783"/>
                    <a:pt x="438" y="779"/>
                  </a:cubicBezTo>
                  <a:cubicBezTo>
                    <a:pt x="489" y="753"/>
                    <a:pt x="491" y="753"/>
                    <a:pt x="494" y="751"/>
                  </a:cubicBezTo>
                  <a:cubicBezTo>
                    <a:pt x="546" y="730"/>
                    <a:pt x="551" y="722"/>
                    <a:pt x="554" y="725"/>
                  </a:cubicBezTo>
                  <a:cubicBezTo>
                    <a:pt x="553" y="723"/>
                    <a:pt x="551" y="717"/>
                    <a:pt x="547" y="723"/>
                  </a:cubicBezTo>
                  <a:cubicBezTo>
                    <a:pt x="515" y="736"/>
                    <a:pt x="513" y="732"/>
                    <a:pt x="509" y="735"/>
                  </a:cubicBezTo>
                  <a:cubicBezTo>
                    <a:pt x="487" y="740"/>
                    <a:pt x="482" y="748"/>
                    <a:pt x="479" y="745"/>
                  </a:cubicBezTo>
                  <a:cubicBezTo>
                    <a:pt x="397" y="793"/>
                    <a:pt x="390" y="796"/>
                    <a:pt x="382" y="800"/>
                  </a:cubicBezTo>
                  <a:cubicBezTo>
                    <a:pt x="344" y="825"/>
                    <a:pt x="339" y="829"/>
                    <a:pt x="334" y="833"/>
                  </a:cubicBezTo>
                  <a:cubicBezTo>
                    <a:pt x="346" y="804"/>
                    <a:pt x="361" y="789"/>
                    <a:pt x="375" y="781"/>
                  </a:cubicBezTo>
                  <a:cubicBezTo>
                    <a:pt x="397" y="767"/>
                    <a:pt x="400" y="765"/>
                    <a:pt x="404" y="763"/>
                  </a:cubicBezTo>
                  <a:cubicBezTo>
                    <a:pt x="478" y="727"/>
                    <a:pt x="484" y="727"/>
                    <a:pt x="492" y="721"/>
                  </a:cubicBezTo>
                  <a:cubicBezTo>
                    <a:pt x="514" y="719"/>
                    <a:pt x="521" y="711"/>
                    <a:pt x="527" y="713"/>
                  </a:cubicBezTo>
                  <a:cubicBezTo>
                    <a:pt x="573" y="696"/>
                    <a:pt x="580" y="692"/>
                    <a:pt x="587" y="689"/>
                  </a:cubicBezTo>
                  <a:cubicBezTo>
                    <a:pt x="627" y="664"/>
                    <a:pt x="637" y="667"/>
                    <a:pt x="634" y="660"/>
                  </a:cubicBezTo>
                  <a:cubicBezTo>
                    <a:pt x="534" y="701"/>
                    <a:pt x="528" y="701"/>
                    <a:pt x="521" y="705"/>
                  </a:cubicBezTo>
                  <a:cubicBezTo>
                    <a:pt x="490" y="707"/>
                    <a:pt x="495" y="713"/>
                    <a:pt x="501" y="707"/>
                  </a:cubicBezTo>
                  <a:cubicBezTo>
                    <a:pt x="543" y="697"/>
                    <a:pt x="550" y="686"/>
                    <a:pt x="556" y="687"/>
                  </a:cubicBezTo>
                  <a:cubicBezTo>
                    <a:pt x="578" y="682"/>
                    <a:pt x="584" y="677"/>
                    <a:pt x="590" y="677"/>
                  </a:cubicBezTo>
                  <a:cubicBezTo>
                    <a:pt x="643" y="648"/>
                    <a:pt x="657" y="643"/>
                    <a:pt x="673" y="629"/>
                  </a:cubicBezTo>
                  <a:cubicBezTo>
                    <a:pt x="647" y="645"/>
                    <a:pt x="643" y="645"/>
                    <a:pt x="641" y="645"/>
                  </a:cubicBezTo>
                  <a:cubicBezTo>
                    <a:pt x="611" y="659"/>
                    <a:pt x="604" y="666"/>
                    <a:pt x="597" y="667"/>
                  </a:cubicBezTo>
                  <a:cubicBezTo>
                    <a:pt x="556" y="675"/>
                    <a:pt x="551" y="687"/>
                    <a:pt x="549" y="682"/>
                  </a:cubicBezTo>
                  <a:cubicBezTo>
                    <a:pt x="516" y="695"/>
                    <a:pt x="514" y="691"/>
                    <a:pt x="510" y="696"/>
                  </a:cubicBezTo>
                  <a:cubicBezTo>
                    <a:pt x="487" y="704"/>
                    <a:pt x="483" y="706"/>
                    <a:pt x="480" y="705"/>
                  </a:cubicBezTo>
                  <a:cubicBezTo>
                    <a:pt x="454" y="716"/>
                    <a:pt x="446" y="720"/>
                    <a:pt x="441" y="723"/>
                  </a:cubicBezTo>
                  <a:cubicBezTo>
                    <a:pt x="430" y="731"/>
                    <a:pt x="427" y="727"/>
                    <a:pt x="423" y="731"/>
                  </a:cubicBezTo>
                  <a:cubicBezTo>
                    <a:pt x="386" y="755"/>
                    <a:pt x="382" y="753"/>
                    <a:pt x="377" y="757"/>
                  </a:cubicBezTo>
                  <a:cubicBezTo>
                    <a:pt x="347" y="769"/>
                    <a:pt x="358" y="764"/>
                    <a:pt x="366" y="758"/>
                  </a:cubicBezTo>
                  <a:cubicBezTo>
                    <a:pt x="409" y="728"/>
                    <a:pt x="417" y="725"/>
                    <a:pt x="425" y="718"/>
                  </a:cubicBezTo>
                  <a:cubicBezTo>
                    <a:pt x="571" y="656"/>
                    <a:pt x="601" y="640"/>
                    <a:pt x="630" y="626"/>
                  </a:cubicBezTo>
                  <a:cubicBezTo>
                    <a:pt x="661" y="605"/>
                    <a:pt x="663" y="601"/>
                    <a:pt x="664" y="599"/>
                  </a:cubicBezTo>
                  <a:cubicBezTo>
                    <a:pt x="642" y="607"/>
                    <a:pt x="637" y="615"/>
                    <a:pt x="632" y="617"/>
                  </a:cubicBezTo>
                  <a:cubicBezTo>
                    <a:pt x="575" y="644"/>
                    <a:pt x="557" y="653"/>
                    <a:pt x="540" y="659"/>
                  </a:cubicBezTo>
                  <a:cubicBezTo>
                    <a:pt x="479" y="687"/>
                    <a:pt x="471" y="684"/>
                    <a:pt x="462" y="691"/>
                  </a:cubicBezTo>
                  <a:cubicBezTo>
                    <a:pt x="418" y="713"/>
                    <a:pt x="415" y="715"/>
                    <a:pt x="412" y="717"/>
                  </a:cubicBezTo>
                  <a:cubicBezTo>
                    <a:pt x="381" y="734"/>
                    <a:pt x="377" y="737"/>
                    <a:pt x="373" y="740"/>
                  </a:cubicBezTo>
                  <a:cubicBezTo>
                    <a:pt x="385" y="720"/>
                    <a:pt x="404" y="707"/>
                    <a:pt x="421" y="696"/>
                  </a:cubicBezTo>
                  <a:cubicBezTo>
                    <a:pt x="473" y="672"/>
                    <a:pt x="478" y="677"/>
                    <a:pt x="484" y="670"/>
                  </a:cubicBezTo>
                  <a:cubicBezTo>
                    <a:pt x="519" y="657"/>
                    <a:pt x="524" y="659"/>
                    <a:pt x="529" y="654"/>
                  </a:cubicBezTo>
                  <a:cubicBezTo>
                    <a:pt x="603" y="622"/>
                    <a:pt x="611" y="619"/>
                    <a:pt x="619" y="615"/>
                  </a:cubicBezTo>
                  <a:cubicBezTo>
                    <a:pt x="667" y="570"/>
                    <a:pt x="677" y="568"/>
                    <a:pt x="675" y="564"/>
                  </a:cubicBezTo>
                  <a:cubicBezTo>
                    <a:pt x="719" y="542"/>
                    <a:pt x="725" y="539"/>
                    <a:pt x="730" y="537"/>
                  </a:cubicBezTo>
                  <a:cubicBezTo>
                    <a:pt x="742" y="527"/>
                    <a:pt x="737" y="530"/>
                    <a:pt x="732" y="533"/>
                  </a:cubicBezTo>
                  <a:cubicBezTo>
                    <a:pt x="706" y="538"/>
                    <a:pt x="703" y="542"/>
                    <a:pt x="700" y="544"/>
                  </a:cubicBezTo>
                  <a:cubicBezTo>
                    <a:pt x="637" y="575"/>
                    <a:pt x="629" y="578"/>
                    <a:pt x="622" y="585"/>
                  </a:cubicBezTo>
                  <a:cubicBezTo>
                    <a:pt x="557" y="616"/>
                    <a:pt x="550" y="611"/>
                    <a:pt x="543" y="615"/>
                  </a:cubicBezTo>
                  <a:cubicBezTo>
                    <a:pt x="514" y="623"/>
                    <a:pt x="507" y="625"/>
                    <a:pt x="499" y="630"/>
                  </a:cubicBezTo>
                  <a:cubicBezTo>
                    <a:pt x="469" y="641"/>
                    <a:pt x="463" y="637"/>
                    <a:pt x="455" y="644"/>
                  </a:cubicBezTo>
                  <a:cubicBezTo>
                    <a:pt x="432" y="653"/>
                    <a:pt x="426" y="659"/>
                    <a:pt x="422" y="658"/>
                  </a:cubicBezTo>
                  <a:cubicBezTo>
                    <a:pt x="410" y="660"/>
                    <a:pt x="410" y="653"/>
                    <a:pt x="416" y="648"/>
                  </a:cubicBezTo>
                  <a:cubicBezTo>
                    <a:pt x="439" y="640"/>
                    <a:pt x="445" y="628"/>
                    <a:pt x="447" y="633"/>
                  </a:cubicBezTo>
                  <a:cubicBezTo>
                    <a:pt x="502" y="611"/>
                    <a:pt x="513" y="606"/>
                    <a:pt x="523" y="605"/>
                  </a:cubicBezTo>
                  <a:cubicBezTo>
                    <a:pt x="597" y="583"/>
                    <a:pt x="606" y="581"/>
                    <a:pt x="615" y="576"/>
                  </a:cubicBezTo>
                  <a:cubicBezTo>
                    <a:pt x="655" y="561"/>
                    <a:pt x="660" y="548"/>
                    <a:pt x="663" y="553"/>
                  </a:cubicBezTo>
                  <a:cubicBezTo>
                    <a:pt x="715" y="530"/>
                    <a:pt x="721" y="528"/>
                    <a:pt x="727" y="527"/>
                  </a:cubicBezTo>
                  <a:cubicBezTo>
                    <a:pt x="736" y="512"/>
                    <a:pt x="727" y="524"/>
                    <a:pt x="720" y="520"/>
                  </a:cubicBezTo>
                  <a:cubicBezTo>
                    <a:pt x="677" y="533"/>
                    <a:pt x="673" y="536"/>
                    <a:pt x="668" y="537"/>
                  </a:cubicBezTo>
                  <a:cubicBezTo>
                    <a:pt x="603" y="571"/>
                    <a:pt x="600" y="575"/>
                    <a:pt x="598" y="573"/>
                  </a:cubicBezTo>
                  <a:cubicBezTo>
                    <a:pt x="555" y="592"/>
                    <a:pt x="552" y="588"/>
                    <a:pt x="549" y="589"/>
                  </a:cubicBezTo>
                  <a:cubicBezTo>
                    <a:pt x="507" y="600"/>
                    <a:pt x="504" y="601"/>
                    <a:pt x="501" y="601"/>
                  </a:cubicBezTo>
                  <a:cubicBezTo>
                    <a:pt x="462" y="618"/>
                    <a:pt x="456" y="620"/>
                    <a:pt x="449" y="622"/>
                  </a:cubicBezTo>
                  <a:cubicBezTo>
                    <a:pt x="427" y="627"/>
                    <a:pt x="429" y="624"/>
                    <a:pt x="432" y="622"/>
                  </a:cubicBezTo>
                  <a:cubicBezTo>
                    <a:pt x="464" y="601"/>
                    <a:pt x="476" y="596"/>
                    <a:pt x="488" y="594"/>
                  </a:cubicBezTo>
                  <a:cubicBezTo>
                    <a:pt x="519" y="583"/>
                    <a:pt x="522" y="582"/>
                    <a:pt x="525" y="584"/>
                  </a:cubicBezTo>
                  <a:cubicBezTo>
                    <a:pt x="550" y="574"/>
                    <a:pt x="557" y="572"/>
                    <a:pt x="563" y="571"/>
                  </a:cubicBezTo>
                  <a:cubicBezTo>
                    <a:pt x="588" y="560"/>
                    <a:pt x="594" y="562"/>
                    <a:pt x="600" y="559"/>
                  </a:cubicBezTo>
                  <a:cubicBezTo>
                    <a:pt x="645" y="537"/>
                    <a:pt x="651" y="541"/>
                    <a:pt x="657" y="535"/>
                  </a:cubicBezTo>
                  <a:cubicBezTo>
                    <a:pt x="670" y="528"/>
                    <a:pt x="672" y="530"/>
                    <a:pt x="671" y="528"/>
                  </a:cubicBezTo>
                  <a:cubicBezTo>
                    <a:pt x="707" y="510"/>
                    <a:pt x="711" y="502"/>
                    <a:pt x="714" y="502"/>
                  </a:cubicBezTo>
                  <a:cubicBezTo>
                    <a:pt x="729" y="486"/>
                    <a:pt x="743" y="485"/>
                    <a:pt x="736" y="481"/>
                  </a:cubicBezTo>
                  <a:cubicBezTo>
                    <a:pt x="686" y="515"/>
                    <a:pt x="684" y="515"/>
                    <a:pt x="682" y="515"/>
                  </a:cubicBezTo>
                  <a:cubicBezTo>
                    <a:pt x="660" y="525"/>
                    <a:pt x="654" y="529"/>
                    <a:pt x="648" y="532"/>
                  </a:cubicBezTo>
                  <a:cubicBezTo>
                    <a:pt x="622" y="542"/>
                    <a:pt x="616" y="542"/>
                    <a:pt x="609" y="548"/>
                  </a:cubicBezTo>
                  <a:cubicBezTo>
                    <a:pt x="569" y="562"/>
                    <a:pt x="566" y="558"/>
                    <a:pt x="563" y="561"/>
                  </a:cubicBezTo>
                  <a:cubicBezTo>
                    <a:pt x="541" y="567"/>
                    <a:pt x="537" y="572"/>
                    <a:pt x="535" y="570"/>
                  </a:cubicBezTo>
                  <a:cubicBezTo>
                    <a:pt x="474" y="591"/>
                    <a:pt x="469" y="587"/>
                    <a:pt x="462" y="592"/>
                  </a:cubicBezTo>
                  <a:cubicBezTo>
                    <a:pt x="459" y="582"/>
                    <a:pt x="465" y="573"/>
                    <a:pt x="468" y="576"/>
                  </a:cubicBezTo>
                  <a:cubicBezTo>
                    <a:pt x="497" y="562"/>
                    <a:pt x="501" y="567"/>
                    <a:pt x="506" y="564"/>
                  </a:cubicBezTo>
                  <a:cubicBezTo>
                    <a:pt x="546" y="554"/>
                    <a:pt x="550" y="555"/>
                    <a:pt x="555" y="550"/>
                  </a:cubicBezTo>
                  <a:cubicBezTo>
                    <a:pt x="621" y="530"/>
                    <a:pt x="639" y="521"/>
                    <a:pt x="656" y="514"/>
                  </a:cubicBezTo>
                  <a:cubicBezTo>
                    <a:pt x="724" y="468"/>
                    <a:pt x="727" y="472"/>
                    <a:pt x="731" y="467"/>
                  </a:cubicBezTo>
                  <a:cubicBezTo>
                    <a:pt x="698" y="479"/>
                    <a:pt x="675" y="497"/>
                    <a:pt x="653" y="506"/>
                  </a:cubicBezTo>
                  <a:cubicBezTo>
                    <a:pt x="569" y="540"/>
                    <a:pt x="564" y="539"/>
                    <a:pt x="557" y="543"/>
                  </a:cubicBezTo>
                  <a:cubicBezTo>
                    <a:pt x="520" y="547"/>
                    <a:pt x="515" y="554"/>
                    <a:pt x="512" y="552"/>
                  </a:cubicBezTo>
                  <a:cubicBezTo>
                    <a:pt x="473" y="562"/>
                    <a:pt x="469" y="568"/>
                    <a:pt x="466" y="563"/>
                  </a:cubicBezTo>
                  <a:cubicBezTo>
                    <a:pt x="498" y="545"/>
                    <a:pt x="497" y="541"/>
                    <a:pt x="502" y="539"/>
                  </a:cubicBezTo>
                  <a:cubicBezTo>
                    <a:pt x="563" y="520"/>
                    <a:pt x="573" y="516"/>
                    <a:pt x="581" y="519"/>
                  </a:cubicBezTo>
                  <a:cubicBezTo>
                    <a:pt x="612" y="506"/>
                    <a:pt x="616" y="505"/>
                    <a:pt x="619" y="506"/>
                  </a:cubicBezTo>
                  <a:cubicBezTo>
                    <a:pt x="736" y="443"/>
                    <a:pt x="752" y="427"/>
                    <a:pt x="767" y="422"/>
                  </a:cubicBezTo>
                  <a:cubicBezTo>
                    <a:pt x="792" y="398"/>
                    <a:pt x="801" y="398"/>
                    <a:pt x="799" y="388"/>
                  </a:cubicBezTo>
                  <a:cubicBezTo>
                    <a:pt x="779" y="406"/>
                    <a:pt x="773" y="410"/>
                    <a:pt x="771" y="411"/>
                  </a:cubicBezTo>
                  <a:cubicBezTo>
                    <a:pt x="764" y="417"/>
                    <a:pt x="760" y="419"/>
                    <a:pt x="757" y="421"/>
                  </a:cubicBezTo>
                  <a:cubicBezTo>
                    <a:pt x="698" y="461"/>
                    <a:pt x="694" y="459"/>
                    <a:pt x="692" y="461"/>
                  </a:cubicBezTo>
                  <a:cubicBezTo>
                    <a:pt x="645" y="481"/>
                    <a:pt x="642" y="485"/>
                    <a:pt x="639" y="487"/>
                  </a:cubicBezTo>
                  <a:cubicBezTo>
                    <a:pt x="607" y="499"/>
                    <a:pt x="602" y="499"/>
                    <a:pt x="597" y="503"/>
                  </a:cubicBezTo>
                  <a:cubicBezTo>
                    <a:pt x="580" y="505"/>
                    <a:pt x="572" y="510"/>
                    <a:pt x="564" y="509"/>
                  </a:cubicBezTo>
                  <a:cubicBezTo>
                    <a:pt x="507" y="529"/>
                    <a:pt x="504" y="529"/>
                    <a:pt x="501" y="530"/>
                  </a:cubicBezTo>
                  <a:cubicBezTo>
                    <a:pt x="511" y="516"/>
                    <a:pt x="516" y="516"/>
                    <a:pt x="521" y="510"/>
                  </a:cubicBezTo>
                  <a:cubicBezTo>
                    <a:pt x="560" y="498"/>
                    <a:pt x="569" y="498"/>
                    <a:pt x="580" y="493"/>
                  </a:cubicBezTo>
                  <a:cubicBezTo>
                    <a:pt x="646" y="472"/>
                    <a:pt x="652" y="467"/>
                    <a:pt x="658" y="468"/>
                  </a:cubicBezTo>
                  <a:cubicBezTo>
                    <a:pt x="762" y="408"/>
                    <a:pt x="771" y="401"/>
                    <a:pt x="780" y="395"/>
                  </a:cubicBezTo>
                  <a:cubicBezTo>
                    <a:pt x="794" y="385"/>
                    <a:pt x="799" y="381"/>
                    <a:pt x="804" y="378"/>
                  </a:cubicBezTo>
                  <a:cubicBezTo>
                    <a:pt x="816" y="362"/>
                    <a:pt x="807" y="368"/>
                    <a:pt x="799" y="374"/>
                  </a:cubicBezTo>
                  <a:cubicBezTo>
                    <a:pt x="785" y="381"/>
                    <a:pt x="780" y="387"/>
                    <a:pt x="777" y="392"/>
                  </a:cubicBezTo>
                  <a:cubicBezTo>
                    <a:pt x="741" y="412"/>
                    <a:pt x="732" y="416"/>
                    <a:pt x="722" y="424"/>
                  </a:cubicBezTo>
                  <a:cubicBezTo>
                    <a:pt x="700" y="442"/>
                    <a:pt x="692" y="439"/>
                    <a:pt x="689" y="441"/>
                  </a:cubicBezTo>
                  <a:cubicBezTo>
                    <a:pt x="614" y="471"/>
                    <a:pt x="613" y="473"/>
                    <a:pt x="607" y="476"/>
                  </a:cubicBezTo>
                  <a:cubicBezTo>
                    <a:pt x="566" y="485"/>
                    <a:pt x="556" y="494"/>
                    <a:pt x="549" y="491"/>
                  </a:cubicBezTo>
                  <a:cubicBezTo>
                    <a:pt x="513" y="502"/>
                    <a:pt x="508" y="511"/>
                    <a:pt x="505" y="508"/>
                  </a:cubicBezTo>
                  <a:cubicBezTo>
                    <a:pt x="524" y="490"/>
                    <a:pt x="526" y="487"/>
                    <a:pt x="528" y="486"/>
                  </a:cubicBezTo>
                  <a:cubicBezTo>
                    <a:pt x="546" y="478"/>
                    <a:pt x="555" y="473"/>
                    <a:pt x="564" y="467"/>
                  </a:cubicBezTo>
                  <a:cubicBezTo>
                    <a:pt x="585" y="466"/>
                    <a:pt x="592" y="460"/>
                    <a:pt x="598" y="460"/>
                  </a:cubicBezTo>
                  <a:cubicBezTo>
                    <a:pt x="650" y="440"/>
                    <a:pt x="653" y="444"/>
                    <a:pt x="657" y="440"/>
                  </a:cubicBezTo>
                  <a:cubicBezTo>
                    <a:pt x="729" y="408"/>
                    <a:pt x="743" y="399"/>
                    <a:pt x="758" y="389"/>
                  </a:cubicBezTo>
                  <a:cubicBezTo>
                    <a:pt x="794" y="357"/>
                    <a:pt x="790" y="359"/>
                    <a:pt x="778" y="369"/>
                  </a:cubicBezTo>
                  <a:cubicBezTo>
                    <a:pt x="742" y="393"/>
                    <a:pt x="737" y="396"/>
                    <a:pt x="732" y="400"/>
                  </a:cubicBezTo>
                  <a:cubicBezTo>
                    <a:pt x="693" y="417"/>
                    <a:pt x="690" y="418"/>
                    <a:pt x="687" y="420"/>
                  </a:cubicBezTo>
                  <a:cubicBezTo>
                    <a:pt x="629" y="438"/>
                    <a:pt x="622" y="447"/>
                    <a:pt x="618" y="443"/>
                  </a:cubicBezTo>
                  <a:cubicBezTo>
                    <a:pt x="587" y="455"/>
                    <a:pt x="575" y="459"/>
                    <a:pt x="564" y="457"/>
                  </a:cubicBezTo>
                  <a:cubicBezTo>
                    <a:pt x="544" y="467"/>
                    <a:pt x="539" y="470"/>
                    <a:pt x="534" y="470"/>
                  </a:cubicBezTo>
                  <a:cubicBezTo>
                    <a:pt x="590" y="434"/>
                    <a:pt x="594" y="439"/>
                    <a:pt x="599" y="435"/>
                  </a:cubicBezTo>
                  <a:cubicBezTo>
                    <a:pt x="658" y="416"/>
                    <a:pt x="669" y="411"/>
                    <a:pt x="679" y="409"/>
                  </a:cubicBezTo>
                  <a:cubicBezTo>
                    <a:pt x="766" y="359"/>
                    <a:pt x="770" y="356"/>
                    <a:pt x="786" y="346"/>
                  </a:cubicBezTo>
                  <a:cubicBezTo>
                    <a:pt x="788" y="337"/>
                    <a:pt x="773" y="348"/>
                    <a:pt x="758" y="359"/>
                  </a:cubicBezTo>
                  <a:cubicBezTo>
                    <a:pt x="666" y="405"/>
                    <a:pt x="659" y="405"/>
                    <a:pt x="650" y="410"/>
                  </a:cubicBezTo>
                  <a:cubicBezTo>
                    <a:pt x="579" y="427"/>
                    <a:pt x="571" y="435"/>
                    <a:pt x="566" y="429"/>
                  </a:cubicBezTo>
                  <a:cubicBezTo>
                    <a:pt x="586" y="418"/>
                    <a:pt x="591" y="422"/>
                    <a:pt x="597" y="419"/>
                  </a:cubicBezTo>
                  <a:cubicBezTo>
                    <a:pt x="623" y="411"/>
                    <a:pt x="627" y="405"/>
                    <a:pt x="629" y="408"/>
                  </a:cubicBezTo>
                  <a:cubicBezTo>
                    <a:pt x="674" y="391"/>
                    <a:pt x="674" y="383"/>
                    <a:pt x="679" y="385"/>
                  </a:cubicBezTo>
                  <a:cubicBezTo>
                    <a:pt x="709" y="372"/>
                    <a:pt x="714" y="369"/>
                    <a:pt x="719" y="365"/>
                  </a:cubicBezTo>
                  <a:cubicBezTo>
                    <a:pt x="790" y="326"/>
                    <a:pt x="800" y="319"/>
                    <a:pt x="808" y="316"/>
                  </a:cubicBezTo>
                  <a:cubicBezTo>
                    <a:pt x="851" y="294"/>
                    <a:pt x="848" y="291"/>
                    <a:pt x="852" y="289"/>
                  </a:cubicBezTo>
                  <a:cubicBezTo>
                    <a:pt x="847" y="287"/>
                    <a:pt x="848" y="290"/>
                    <a:pt x="845" y="292"/>
                  </a:cubicBezTo>
                  <a:cubicBezTo>
                    <a:pt x="796" y="312"/>
                    <a:pt x="785" y="320"/>
                    <a:pt x="775" y="325"/>
                  </a:cubicBezTo>
                  <a:cubicBezTo>
                    <a:pt x="686" y="371"/>
                    <a:pt x="681" y="378"/>
                    <a:pt x="677" y="376"/>
                  </a:cubicBezTo>
                  <a:cubicBezTo>
                    <a:pt x="647" y="386"/>
                    <a:pt x="644" y="390"/>
                    <a:pt x="642" y="391"/>
                  </a:cubicBezTo>
                  <a:cubicBezTo>
                    <a:pt x="602" y="407"/>
                    <a:pt x="598" y="406"/>
                    <a:pt x="593" y="409"/>
                  </a:cubicBezTo>
                  <a:cubicBezTo>
                    <a:pt x="585" y="406"/>
                    <a:pt x="586" y="411"/>
                    <a:pt x="589" y="407"/>
                  </a:cubicBezTo>
                  <a:cubicBezTo>
                    <a:pt x="637" y="379"/>
                    <a:pt x="661" y="368"/>
                    <a:pt x="684" y="361"/>
                  </a:cubicBezTo>
                  <a:cubicBezTo>
                    <a:pt x="714" y="348"/>
                    <a:pt x="717" y="344"/>
                    <a:pt x="720" y="343"/>
                  </a:cubicBezTo>
                  <a:cubicBezTo>
                    <a:pt x="761" y="318"/>
                    <a:pt x="780" y="313"/>
                    <a:pt x="794" y="303"/>
                  </a:cubicBezTo>
                  <a:cubicBezTo>
                    <a:pt x="837" y="288"/>
                    <a:pt x="847" y="283"/>
                    <a:pt x="845" y="279"/>
                  </a:cubicBezTo>
                  <a:cubicBezTo>
                    <a:pt x="748" y="324"/>
                    <a:pt x="743" y="322"/>
                    <a:pt x="738" y="327"/>
                  </a:cubicBezTo>
                  <a:cubicBezTo>
                    <a:pt x="712" y="340"/>
                    <a:pt x="702" y="341"/>
                    <a:pt x="692" y="348"/>
                  </a:cubicBezTo>
                  <a:cubicBezTo>
                    <a:pt x="671" y="360"/>
                    <a:pt x="667" y="355"/>
                    <a:pt x="661" y="360"/>
                  </a:cubicBezTo>
                  <a:cubicBezTo>
                    <a:pt x="628" y="371"/>
                    <a:pt x="625" y="375"/>
                    <a:pt x="623" y="373"/>
                  </a:cubicBezTo>
                  <a:cubicBezTo>
                    <a:pt x="602" y="380"/>
                    <a:pt x="603" y="375"/>
                    <a:pt x="608" y="379"/>
                  </a:cubicBezTo>
                  <a:cubicBezTo>
                    <a:pt x="635" y="363"/>
                    <a:pt x="640" y="358"/>
                    <a:pt x="645" y="355"/>
                  </a:cubicBezTo>
                  <a:cubicBezTo>
                    <a:pt x="690" y="337"/>
                    <a:pt x="695" y="339"/>
                    <a:pt x="702" y="336"/>
                  </a:cubicBezTo>
                  <a:cubicBezTo>
                    <a:pt x="778" y="299"/>
                    <a:pt x="789" y="291"/>
                    <a:pt x="800" y="284"/>
                  </a:cubicBezTo>
                  <a:cubicBezTo>
                    <a:pt x="823" y="265"/>
                    <a:pt x="817" y="270"/>
                    <a:pt x="810" y="275"/>
                  </a:cubicBezTo>
                  <a:cubicBezTo>
                    <a:pt x="745" y="308"/>
                    <a:pt x="744" y="312"/>
                    <a:pt x="735" y="317"/>
                  </a:cubicBezTo>
                  <a:cubicBezTo>
                    <a:pt x="706" y="325"/>
                    <a:pt x="698" y="329"/>
                    <a:pt x="692" y="328"/>
                  </a:cubicBezTo>
                  <a:cubicBezTo>
                    <a:pt x="631" y="353"/>
                    <a:pt x="625" y="359"/>
                    <a:pt x="621" y="355"/>
                  </a:cubicBezTo>
                  <a:cubicBezTo>
                    <a:pt x="645" y="341"/>
                    <a:pt x="649" y="339"/>
                    <a:pt x="654" y="336"/>
                  </a:cubicBezTo>
                  <a:cubicBezTo>
                    <a:pt x="697" y="321"/>
                    <a:pt x="705" y="316"/>
                    <a:pt x="713" y="313"/>
                  </a:cubicBezTo>
                  <a:cubicBezTo>
                    <a:pt x="745" y="297"/>
                    <a:pt x="753" y="295"/>
                    <a:pt x="761" y="291"/>
                  </a:cubicBezTo>
                  <a:cubicBezTo>
                    <a:pt x="803" y="262"/>
                    <a:pt x="807" y="264"/>
                    <a:pt x="806" y="261"/>
                  </a:cubicBezTo>
                  <a:cubicBezTo>
                    <a:pt x="839" y="233"/>
                    <a:pt x="843" y="230"/>
                    <a:pt x="847" y="226"/>
                  </a:cubicBezTo>
                  <a:cubicBezTo>
                    <a:pt x="796" y="261"/>
                    <a:pt x="788" y="266"/>
                    <a:pt x="779" y="272"/>
                  </a:cubicBezTo>
                  <a:cubicBezTo>
                    <a:pt x="668" y="319"/>
                    <a:pt x="661" y="325"/>
                    <a:pt x="655" y="325"/>
                  </a:cubicBezTo>
                  <a:cubicBezTo>
                    <a:pt x="643" y="332"/>
                    <a:pt x="643" y="326"/>
                    <a:pt x="646" y="322"/>
                  </a:cubicBezTo>
                  <a:cubicBezTo>
                    <a:pt x="668" y="316"/>
                    <a:pt x="674" y="313"/>
                    <a:pt x="679" y="313"/>
                  </a:cubicBezTo>
                  <a:cubicBezTo>
                    <a:pt x="789" y="253"/>
                    <a:pt x="800" y="245"/>
                    <a:pt x="811" y="238"/>
                  </a:cubicBezTo>
                  <a:cubicBezTo>
                    <a:pt x="830" y="217"/>
                    <a:pt x="839" y="215"/>
                    <a:pt x="836" y="212"/>
                  </a:cubicBezTo>
                  <a:cubicBezTo>
                    <a:pt x="826" y="221"/>
                    <a:pt x="818" y="219"/>
                    <a:pt x="815" y="227"/>
                  </a:cubicBezTo>
                  <a:cubicBezTo>
                    <a:pt x="759" y="262"/>
                    <a:pt x="739" y="275"/>
                    <a:pt x="719" y="284"/>
                  </a:cubicBezTo>
                  <a:cubicBezTo>
                    <a:pt x="673" y="305"/>
                    <a:pt x="671" y="306"/>
                    <a:pt x="668" y="306"/>
                  </a:cubicBezTo>
                  <a:cubicBezTo>
                    <a:pt x="711" y="282"/>
                    <a:pt x="719" y="273"/>
                    <a:pt x="727" y="271"/>
                  </a:cubicBezTo>
                  <a:cubicBezTo>
                    <a:pt x="797" y="226"/>
                    <a:pt x="805" y="220"/>
                    <a:pt x="813" y="214"/>
                  </a:cubicBezTo>
                  <a:cubicBezTo>
                    <a:pt x="850" y="175"/>
                    <a:pt x="861" y="172"/>
                    <a:pt x="859" y="168"/>
                  </a:cubicBezTo>
                  <a:close/>
                  <a:moveTo>
                    <a:pt x="743" y="232"/>
                  </a:moveTo>
                  <a:cubicBezTo>
                    <a:pt x="748" y="239"/>
                    <a:pt x="733" y="238"/>
                    <a:pt x="728" y="246"/>
                  </a:cubicBezTo>
                  <a:cubicBezTo>
                    <a:pt x="725" y="238"/>
                    <a:pt x="737" y="240"/>
                    <a:pt x="743" y="232"/>
                  </a:cubicBezTo>
                  <a:close/>
                  <a:moveTo>
                    <a:pt x="723" y="245"/>
                  </a:moveTo>
                  <a:cubicBezTo>
                    <a:pt x="723" y="251"/>
                    <a:pt x="713" y="252"/>
                    <a:pt x="710" y="254"/>
                  </a:cubicBezTo>
                  <a:cubicBezTo>
                    <a:pt x="709" y="248"/>
                    <a:pt x="719" y="247"/>
                    <a:pt x="723" y="245"/>
                  </a:cubicBezTo>
                  <a:close/>
                  <a:moveTo>
                    <a:pt x="265" y="659"/>
                  </a:moveTo>
                  <a:cubicBezTo>
                    <a:pt x="262" y="656"/>
                    <a:pt x="263" y="654"/>
                    <a:pt x="262" y="651"/>
                  </a:cubicBezTo>
                  <a:cubicBezTo>
                    <a:pt x="260" y="649"/>
                    <a:pt x="256" y="646"/>
                    <a:pt x="259" y="644"/>
                  </a:cubicBezTo>
                  <a:cubicBezTo>
                    <a:pt x="256" y="643"/>
                    <a:pt x="254" y="641"/>
                    <a:pt x="252" y="638"/>
                  </a:cubicBezTo>
                  <a:cubicBezTo>
                    <a:pt x="252" y="636"/>
                    <a:pt x="252" y="634"/>
                    <a:pt x="250" y="635"/>
                  </a:cubicBezTo>
                  <a:cubicBezTo>
                    <a:pt x="248" y="631"/>
                    <a:pt x="248" y="627"/>
                    <a:pt x="243" y="623"/>
                  </a:cubicBezTo>
                  <a:cubicBezTo>
                    <a:pt x="245" y="617"/>
                    <a:pt x="243" y="617"/>
                    <a:pt x="239" y="613"/>
                  </a:cubicBezTo>
                  <a:cubicBezTo>
                    <a:pt x="241" y="610"/>
                    <a:pt x="236" y="605"/>
                    <a:pt x="236" y="601"/>
                  </a:cubicBezTo>
                  <a:cubicBezTo>
                    <a:pt x="231" y="592"/>
                    <a:pt x="230" y="592"/>
                    <a:pt x="223" y="581"/>
                  </a:cubicBezTo>
                  <a:cubicBezTo>
                    <a:pt x="215" y="572"/>
                    <a:pt x="216" y="564"/>
                    <a:pt x="207" y="555"/>
                  </a:cubicBezTo>
                  <a:cubicBezTo>
                    <a:pt x="203" y="545"/>
                    <a:pt x="204" y="543"/>
                    <a:pt x="195" y="532"/>
                  </a:cubicBezTo>
                  <a:cubicBezTo>
                    <a:pt x="199" y="528"/>
                    <a:pt x="191" y="523"/>
                    <a:pt x="193" y="519"/>
                  </a:cubicBezTo>
                  <a:cubicBezTo>
                    <a:pt x="188" y="514"/>
                    <a:pt x="192" y="510"/>
                    <a:pt x="188" y="505"/>
                  </a:cubicBezTo>
                  <a:cubicBezTo>
                    <a:pt x="187" y="496"/>
                    <a:pt x="184" y="487"/>
                    <a:pt x="181" y="478"/>
                  </a:cubicBezTo>
                  <a:cubicBezTo>
                    <a:pt x="189" y="478"/>
                    <a:pt x="185" y="488"/>
                    <a:pt x="189" y="492"/>
                  </a:cubicBezTo>
                  <a:cubicBezTo>
                    <a:pt x="191" y="498"/>
                    <a:pt x="194" y="504"/>
                    <a:pt x="193" y="509"/>
                  </a:cubicBezTo>
                  <a:cubicBezTo>
                    <a:pt x="200" y="517"/>
                    <a:pt x="199" y="523"/>
                    <a:pt x="207" y="531"/>
                  </a:cubicBezTo>
                  <a:cubicBezTo>
                    <a:pt x="210" y="535"/>
                    <a:pt x="208" y="538"/>
                    <a:pt x="209" y="541"/>
                  </a:cubicBezTo>
                  <a:cubicBezTo>
                    <a:pt x="213" y="542"/>
                    <a:pt x="214" y="546"/>
                    <a:pt x="213" y="549"/>
                  </a:cubicBezTo>
                  <a:cubicBezTo>
                    <a:pt x="220" y="554"/>
                    <a:pt x="218" y="557"/>
                    <a:pt x="224" y="565"/>
                  </a:cubicBezTo>
                  <a:cubicBezTo>
                    <a:pt x="227" y="574"/>
                    <a:pt x="233" y="584"/>
                    <a:pt x="237" y="593"/>
                  </a:cubicBezTo>
                  <a:cubicBezTo>
                    <a:pt x="239" y="596"/>
                    <a:pt x="241" y="598"/>
                    <a:pt x="243" y="601"/>
                  </a:cubicBezTo>
                  <a:cubicBezTo>
                    <a:pt x="243" y="603"/>
                    <a:pt x="243" y="605"/>
                    <a:pt x="245" y="604"/>
                  </a:cubicBezTo>
                  <a:cubicBezTo>
                    <a:pt x="246" y="609"/>
                    <a:pt x="245" y="613"/>
                    <a:pt x="250" y="618"/>
                  </a:cubicBezTo>
                  <a:cubicBezTo>
                    <a:pt x="253" y="627"/>
                    <a:pt x="261" y="637"/>
                    <a:pt x="263" y="646"/>
                  </a:cubicBezTo>
                  <a:cubicBezTo>
                    <a:pt x="271" y="655"/>
                    <a:pt x="270" y="664"/>
                    <a:pt x="275" y="673"/>
                  </a:cubicBezTo>
                  <a:cubicBezTo>
                    <a:pt x="268" y="673"/>
                    <a:pt x="271" y="663"/>
                    <a:pt x="265" y="659"/>
                  </a:cubicBezTo>
                  <a:close/>
                  <a:moveTo>
                    <a:pt x="279" y="685"/>
                  </a:moveTo>
                  <a:cubicBezTo>
                    <a:pt x="279" y="692"/>
                    <a:pt x="278" y="682"/>
                    <a:pt x="274" y="679"/>
                  </a:cubicBezTo>
                  <a:cubicBezTo>
                    <a:pt x="273" y="676"/>
                    <a:pt x="276" y="678"/>
                    <a:pt x="277" y="679"/>
                  </a:cubicBezTo>
                  <a:cubicBezTo>
                    <a:pt x="278" y="681"/>
                    <a:pt x="279" y="683"/>
                    <a:pt x="281" y="684"/>
                  </a:cubicBezTo>
                  <a:cubicBezTo>
                    <a:pt x="280" y="685"/>
                    <a:pt x="280" y="685"/>
                    <a:pt x="279" y="685"/>
                  </a:cubicBezTo>
                  <a:close/>
                  <a:moveTo>
                    <a:pt x="166" y="634"/>
                  </a:moveTo>
                  <a:cubicBezTo>
                    <a:pt x="162" y="637"/>
                    <a:pt x="166" y="630"/>
                    <a:pt x="161" y="628"/>
                  </a:cubicBezTo>
                  <a:cubicBezTo>
                    <a:pt x="168" y="628"/>
                    <a:pt x="168" y="638"/>
                    <a:pt x="172" y="642"/>
                  </a:cubicBezTo>
                  <a:cubicBezTo>
                    <a:pt x="168" y="645"/>
                    <a:pt x="166" y="636"/>
                    <a:pt x="166" y="634"/>
                  </a:cubicBezTo>
                  <a:close/>
                  <a:moveTo>
                    <a:pt x="192" y="691"/>
                  </a:moveTo>
                  <a:cubicBezTo>
                    <a:pt x="192" y="690"/>
                    <a:pt x="191" y="690"/>
                    <a:pt x="190" y="691"/>
                  </a:cubicBezTo>
                  <a:cubicBezTo>
                    <a:pt x="187" y="685"/>
                    <a:pt x="184" y="679"/>
                    <a:pt x="184" y="673"/>
                  </a:cubicBezTo>
                  <a:cubicBezTo>
                    <a:pt x="190" y="669"/>
                    <a:pt x="184" y="681"/>
                    <a:pt x="189" y="677"/>
                  </a:cubicBezTo>
                  <a:cubicBezTo>
                    <a:pt x="189" y="682"/>
                    <a:pt x="193" y="688"/>
                    <a:pt x="194" y="693"/>
                  </a:cubicBezTo>
                  <a:cubicBezTo>
                    <a:pt x="195" y="695"/>
                    <a:pt x="196" y="696"/>
                    <a:pt x="197" y="698"/>
                  </a:cubicBezTo>
                  <a:cubicBezTo>
                    <a:pt x="200" y="705"/>
                    <a:pt x="188" y="693"/>
                    <a:pt x="192" y="691"/>
                  </a:cubicBezTo>
                  <a:close/>
                  <a:moveTo>
                    <a:pt x="259" y="828"/>
                  </a:moveTo>
                  <a:cubicBezTo>
                    <a:pt x="258" y="824"/>
                    <a:pt x="255" y="820"/>
                    <a:pt x="256" y="817"/>
                  </a:cubicBezTo>
                  <a:cubicBezTo>
                    <a:pt x="247" y="810"/>
                    <a:pt x="247" y="797"/>
                    <a:pt x="241" y="789"/>
                  </a:cubicBezTo>
                  <a:cubicBezTo>
                    <a:pt x="233" y="777"/>
                    <a:pt x="228" y="766"/>
                    <a:pt x="224" y="755"/>
                  </a:cubicBezTo>
                  <a:cubicBezTo>
                    <a:pt x="220" y="751"/>
                    <a:pt x="217" y="746"/>
                    <a:pt x="214" y="742"/>
                  </a:cubicBezTo>
                  <a:cubicBezTo>
                    <a:pt x="212" y="737"/>
                    <a:pt x="211" y="732"/>
                    <a:pt x="208" y="727"/>
                  </a:cubicBezTo>
                  <a:cubicBezTo>
                    <a:pt x="206" y="724"/>
                    <a:pt x="208" y="722"/>
                    <a:pt x="205" y="719"/>
                  </a:cubicBezTo>
                  <a:cubicBezTo>
                    <a:pt x="202" y="720"/>
                    <a:pt x="204" y="715"/>
                    <a:pt x="201" y="717"/>
                  </a:cubicBezTo>
                  <a:cubicBezTo>
                    <a:pt x="203" y="712"/>
                    <a:pt x="194" y="705"/>
                    <a:pt x="199" y="701"/>
                  </a:cubicBezTo>
                  <a:cubicBezTo>
                    <a:pt x="207" y="710"/>
                    <a:pt x="207" y="720"/>
                    <a:pt x="217" y="725"/>
                  </a:cubicBezTo>
                  <a:cubicBezTo>
                    <a:pt x="214" y="728"/>
                    <a:pt x="222" y="733"/>
                    <a:pt x="220" y="736"/>
                  </a:cubicBezTo>
                  <a:cubicBezTo>
                    <a:pt x="220" y="739"/>
                    <a:pt x="227" y="743"/>
                    <a:pt x="224" y="745"/>
                  </a:cubicBezTo>
                  <a:cubicBezTo>
                    <a:pt x="228" y="751"/>
                    <a:pt x="231" y="757"/>
                    <a:pt x="232" y="763"/>
                  </a:cubicBezTo>
                  <a:cubicBezTo>
                    <a:pt x="242" y="777"/>
                    <a:pt x="242" y="783"/>
                    <a:pt x="252" y="798"/>
                  </a:cubicBezTo>
                  <a:cubicBezTo>
                    <a:pt x="255" y="807"/>
                    <a:pt x="256" y="808"/>
                    <a:pt x="261" y="817"/>
                  </a:cubicBezTo>
                  <a:cubicBezTo>
                    <a:pt x="258" y="822"/>
                    <a:pt x="264" y="829"/>
                    <a:pt x="265" y="836"/>
                  </a:cubicBezTo>
                  <a:cubicBezTo>
                    <a:pt x="259" y="838"/>
                    <a:pt x="262" y="830"/>
                    <a:pt x="259" y="828"/>
                  </a:cubicBezTo>
                  <a:close/>
                  <a:moveTo>
                    <a:pt x="195" y="1053"/>
                  </a:moveTo>
                  <a:cubicBezTo>
                    <a:pt x="187" y="1053"/>
                    <a:pt x="194" y="1042"/>
                    <a:pt x="195" y="1053"/>
                  </a:cubicBezTo>
                  <a:close/>
                  <a:moveTo>
                    <a:pt x="139" y="1162"/>
                  </a:moveTo>
                  <a:cubicBezTo>
                    <a:pt x="139" y="1162"/>
                    <a:pt x="135" y="1161"/>
                    <a:pt x="135" y="1160"/>
                  </a:cubicBezTo>
                  <a:cubicBezTo>
                    <a:pt x="135" y="1160"/>
                    <a:pt x="137" y="1159"/>
                    <a:pt x="137" y="1159"/>
                  </a:cubicBezTo>
                  <a:cubicBezTo>
                    <a:pt x="135" y="1156"/>
                    <a:pt x="134" y="1152"/>
                    <a:pt x="136" y="1155"/>
                  </a:cubicBezTo>
                  <a:cubicBezTo>
                    <a:pt x="138" y="1157"/>
                    <a:pt x="136" y="1158"/>
                    <a:pt x="137" y="1159"/>
                  </a:cubicBezTo>
                  <a:cubicBezTo>
                    <a:pt x="137" y="1159"/>
                    <a:pt x="146" y="1164"/>
                    <a:pt x="139" y="1162"/>
                  </a:cubicBezTo>
                  <a:close/>
                  <a:moveTo>
                    <a:pt x="157" y="1194"/>
                  </a:moveTo>
                  <a:cubicBezTo>
                    <a:pt x="156" y="1188"/>
                    <a:pt x="151" y="1181"/>
                    <a:pt x="146" y="1175"/>
                  </a:cubicBezTo>
                  <a:cubicBezTo>
                    <a:pt x="148" y="1173"/>
                    <a:pt x="150" y="1179"/>
                    <a:pt x="153" y="1177"/>
                  </a:cubicBezTo>
                  <a:cubicBezTo>
                    <a:pt x="149" y="1182"/>
                    <a:pt x="165" y="1190"/>
                    <a:pt x="157" y="1194"/>
                  </a:cubicBezTo>
                  <a:close/>
                  <a:moveTo>
                    <a:pt x="160" y="1194"/>
                  </a:moveTo>
                  <a:cubicBezTo>
                    <a:pt x="165" y="1194"/>
                    <a:pt x="164" y="1204"/>
                    <a:pt x="167" y="1208"/>
                  </a:cubicBezTo>
                  <a:cubicBezTo>
                    <a:pt x="161" y="1208"/>
                    <a:pt x="161" y="1198"/>
                    <a:pt x="160" y="1194"/>
                  </a:cubicBezTo>
                  <a:close/>
                  <a:moveTo>
                    <a:pt x="120" y="1272"/>
                  </a:moveTo>
                  <a:cubicBezTo>
                    <a:pt x="122" y="1271"/>
                    <a:pt x="129" y="1274"/>
                    <a:pt x="125" y="1275"/>
                  </a:cubicBezTo>
                  <a:cubicBezTo>
                    <a:pt x="136" y="1289"/>
                    <a:pt x="127" y="1283"/>
                    <a:pt x="120" y="1272"/>
                  </a:cubicBezTo>
                  <a:close/>
                  <a:moveTo>
                    <a:pt x="25" y="1215"/>
                  </a:moveTo>
                  <a:cubicBezTo>
                    <a:pt x="26" y="1214"/>
                    <a:pt x="27" y="1214"/>
                    <a:pt x="28" y="1213"/>
                  </a:cubicBezTo>
                  <a:cubicBezTo>
                    <a:pt x="29" y="1214"/>
                    <a:pt x="31" y="1216"/>
                    <a:pt x="32" y="1218"/>
                  </a:cubicBezTo>
                  <a:cubicBezTo>
                    <a:pt x="31" y="1218"/>
                    <a:pt x="30" y="1219"/>
                    <a:pt x="29" y="1220"/>
                  </a:cubicBezTo>
                  <a:cubicBezTo>
                    <a:pt x="27" y="1218"/>
                    <a:pt x="26" y="1217"/>
                    <a:pt x="25" y="1215"/>
                  </a:cubicBezTo>
                  <a:close/>
                  <a:moveTo>
                    <a:pt x="121" y="1375"/>
                  </a:moveTo>
                  <a:cubicBezTo>
                    <a:pt x="117" y="1370"/>
                    <a:pt x="114" y="1365"/>
                    <a:pt x="110" y="1360"/>
                  </a:cubicBezTo>
                  <a:cubicBezTo>
                    <a:pt x="113" y="1358"/>
                    <a:pt x="116" y="1360"/>
                    <a:pt x="118" y="1364"/>
                  </a:cubicBezTo>
                  <a:cubicBezTo>
                    <a:pt x="122" y="1365"/>
                    <a:pt x="127" y="1372"/>
                    <a:pt x="121" y="1375"/>
                  </a:cubicBezTo>
                  <a:close/>
                  <a:moveTo>
                    <a:pt x="156" y="1400"/>
                  </a:moveTo>
                  <a:cubicBezTo>
                    <a:pt x="154" y="1401"/>
                    <a:pt x="156" y="1399"/>
                    <a:pt x="154" y="1397"/>
                  </a:cubicBezTo>
                  <a:cubicBezTo>
                    <a:pt x="129" y="1364"/>
                    <a:pt x="125" y="1355"/>
                    <a:pt x="120" y="1353"/>
                  </a:cubicBezTo>
                  <a:cubicBezTo>
                    <a:pt x="103" y="1335"/>
                    <a:pt x="105" y="1329"/>
                    <a:pt x="98" y="1330"/>
                  </a:cubicBezTo>
                  <a:cubicBezTo>
                    <a:pt x="80" y="1305"/>
                    <a:pt x="82" y="1304"/>
                    <a:pt x="82" y="1304"/>
                  </a:cubicBezTo>
                  <a:cubicBezTo>
                    <a:pt x="72" y="1293"/>
                    <a:pt x="73" y="1290"/>
                    <a:pt x="72" y="1290"/>
                  </a:cubicBezTo>
                  <a:cubicBezTo>
                    <a:pt x="60" y="1278"/>
                    <a:pt x="63" y="1277"/>
                    <a:pt x="61" y="1275"/>
                  </a:cubicBezTo>
                  <a:cubicBezTo>
                    <a:pt x="44" y="1247"/>
                    <a:pt x="37" y="1241"/>
                    <a:pt x="37" y="1236"/>
                  </a:cubicBezTo>
                  <a:cubicBezTo>
                    <a:pt x="33" y="1223"/>
                    <a:pt x="41" y="1230"/>
                    <a:pt x="45" y="1233"/>
                  </a:cubicBezTo>
                  <a:cubicBezTo>
                    <a:pt x="83" y="1280"/>
                    <a:pt x="94" y="1291"/>
                    <a:pt x="101" y="1303"/>
                  </a:cubicBezTo>
                  <a:cubicBezTo>
                    <a:pt x="106" y="1310"/>
                    <a:pt x="104" y="1311"/>
                    <a:pt x="105" y="1312"/>
                  </a:cubicBezTo>
                  <a:cubicBezTo>
                    <a:pt x="117" y="1329"/>
                    <a:pt x="118" y="1327"/>
                    <a:pt x="119" y="1329"/>
                  </a:cubicBezTo>
                  <a:cubicBezTo>
                    <a:pt x="159" y="1413"/>
                    <a:pt x="159" y="1403"/>
                    <a:pt x="156" y="1400"/>
                  </a:cubicBezTo>
                  <a:close/>
                  <a:moveTo>
                    <a:pt x="217" y="1325"/>
                  </a:moveTo>
                  <a:cubicBezTo>
                    <a:pt x="220" y="1327"/>
                    <a:pt x="210" y="1334"/>
                    <a:pt x="210" y="1328"/>
                  </a:cubicBezTo>
                  <a:cubicBezTo>
                    <a:pt x="212" y="1325"/>
                    <a:pt x="214" y="1327"/>
                    <a:pt x="217" y="1325"/>
                  </a:cubicBezTo>
                  <a:close/>
                  <a:moveTo>
                    <a:pt x="182" y="1218"/>
                  </a:moveTo>
                  <a:cubicBezTo>
                    <a:pt x="188" y="1216"/>
                    <a:pt x="184" y="1224"/>
                    <a:pt x="189" y="1227"/>
                  </a:cubicBezTo>
                  <a:cubicBezTo>
                    <a:pt x="183" y="1229"/>
                    <a:pt x="184" y="1220"/>
                    <a:pt x="182" y="1218"/>
                  </a:cubicBezTo>
                  <a:close/>
                  <a:moveTo>
                    <a:pt x="339" y="1330"/>
                  </a:moveTo>
                  <a:cubicBezTo>
                    <a:pt x="343" y="1334"/>
                    <a:pt x="348" y="1326"/>
                    <a:pt x="351" y="1333"/>
                  </a:cubicBezTo>
                  <a:cubicBezTo>
                    <a:pt x="345" y="1334"/>
                    <a:pt x="340" y="1333"/>
                    <a:pt x="334" y="1333"/>
                  </a:cubicBezTo>
                  <a:cubicBezTo>
                    <a:pt x="333" y="1331"/>
                    <a:pt x="337" y="1333"/>
                    <a:pt x="339" y="1330"/>
                  </a:cubicBezTo>
                  <a:close/>
                  <a:moveTo>
                    <a:pt x="334" y="1341"/>
                  </a:moveTo>
                  <a:cubicBezTo>
                    <a:pt x="336" y="1340"/>
                    <a:pt x="338" y="1342"/>
                    <a:pt x="340" y="1342"/>
                  </a:cubicBezTo>
                  <a:cubicBezTo>
                    <a:pt x="342" y="1341"/>
                    <a:pt x="344" y="1342"/>
                    <a:pt x="346" y="1340"/>
                  </a:cubicBezTo>
                  <a:cubicBezTo>
                    <a:pt x="357" y="1342"/>
                    <a:pt x="367" y="1347"/>
                    <a:pt x="379" y="1338"/>
                  </a:cubicBezTo>
                  <a:cubicBezTo>
                    <a:pt x="387" y="1341"/>
                    <a:pt x="395" y="1339"/>
                    <a:pt x="403" y="1338"/>
                  </a:cubicBezTo>
                  <a:cubicBezTo>
                    <a:pt x="406" y="1343"/>
                    <a:pt x="399" y="1338"/>
                    <a:pt x="397" y="1342"/>
                  </a:cubicBezTo>
                  <a:cubicBezTo>
                    <a:pt x="395" y="1339"/>
                    <a:pt x="391" y="1345"/>
                    <a:pt x="389" y="1341"/>
                  </a:cubicBezTo>
                  <a:cubicBezTo>
                    <a:pt x="383" y="1345"/>
                    <a:pt x="378" y="1341"/>
                    <a:pt x="372" y="1345"/>
                  </a:cubicBezTo>
                  <a:cubicBezTo>
                    <a:pt x="367" y="1342"/>
                    <a:pt x="362" y="1346"/>
                    <a:pt x="357" y="1344"/>
                  </a:cubicBezTo>
                  <a:cubicBezTo>
                    <a:pt x="352" y="1342"/>
                    <a:pt x="346" y="1348"/>
                    <a:pt x="341" y="1343"/>
                  </a:cubicBezTo>
                  <a:cubicBezTo>
                    <a:pt x="335" y="1345"/>
                    <a:pt x="329" y="1350"/>
                    <a:pt x="324" y="1343"/>
                  </a:cubicBezTo>
                  <a:cubicBezTo>
                    <a:pt x="328" y="1342"/>
                    <a:pt x="330" y="1346"/>
                    <a:pt x="334" y="1341"/>
                  </a:cubicBezTo>
                  <a:close/>
                  <a:moveTo>
                    <a:pt x="321" y="1343"/>
                  </a:moveTo>
                  <a:cubicBezTo>
                    <a:pt x="321" y="1351"/>
                    <a:pt x="310" y="1347"/>
                    <a:pt x="306" y="1349"/>
                  </a:cubicBezTo>
                  <a:cubicBezTo>
                    <a:pt x="300" y="1351"/>
                    <a:pt x="295" y="1352"/>
                    <a:pt x="290" y="1353"/>
                  </a:cubicBezTo>
                  <a:cubicBezTo>
                    <a:pt x="284" y="1355"/>
                    <a:pt x="278" y="1355"/>
                    <a:pt x="272" y="1359"/>
                  </a:cubicBezTo>
                  <a:cubicBezTo>
                    <a:pt x="267" y="1360"/>
                    <a:pt x="265" y="1364"/>
                    <a:pt x="258" y="1364"/>
                  </a:cubicBezTo>
                  <a:cubicBezTo>
                    <a:pt x="249" y="1371"/>
                    <a:pt x="241" y="1374"/>
                    <a:pt x="233" y="1377"/>
                  </a:cubicBezTo>
                  <a:cubicBezTo>
                    <a:pt x="216" y="1388"/>
                    <a:pt x="203" y="1400"/>
                    <a:pt x="192" y="1412"/>
                  </a:cubicBezTo>
                  <a:cubicBezTo>
                    <a:pt x="191" y="1414"/>
                    <a:pt x="190" y="1415"/>
                    <a:pt x="191" y="1417"/>
                  </a:cubicBezTo>
                  <a:cubicBezTo>
                    <a:pt x="188" y="1420"/>
                    <a:pt x="186" y="1418"/>
                    <a:pt x="188" y="1417"/>
                  </a:cubicBezTo>
                  <a:cubicBezTo>
                    <a:pt x="190" y="1412"/>
                    <a:pt x="191" y="1406"/>
                    <a:pt x="196" y="1401"/>
                  </a:cubicBezTo>
                  <a:cubicBezTo>
                    <a:pt x="197" y="1396"/>
                    <a:pt x="204" y="1391"/>
                    <a:pt x="205" y="1385"/>
                  </a:cubicBezTo>
                  <a:cubicBezTo>
                    <a:pt x="211" y="1384"/>
                    <a:pt x="216" y="1375"/>
                    <a:pt x="225" y="1370"/>
                  </a:cubicBezTo>
                  <a:cubicBezTo>
                    <a:pt x="235" y="1364"/>
                    <a:pt x="236" y="1365"/>
                    <a:pt x="246" y="1358"/>
                  </a:cubicBezTo>
                  <a:cubicBezTo>
                    <a:pt x="248" y="1361"/>
                    <a:pt x="252" y="1355"/>
                    <a:pt x="255" y="1356"/>
                  </a:cubicBezTo>
                  <a:cubicBezTo>
                    <a:pt x="258" y="1356"/>
                    <a:pt x="261" y="1355"/>
                    <a:pt x="264" y="1352"/>
                  </a:cubicBezTo>
                  <a:cubicBezTo>
                    <a:pt x="267" y="1356"/>
                    <a:pt x="272" y="1352"/>
                    <a:pt x="275" y="1354"/>
                  </a:cubicBezTo>
                  <a:cubicBezTo>
                    <a:pt x="291" y="1345"/>
                    <a:pt x="306" y="1348"/>
                    <a:pt x="321" y="1343"/>
                  </a:cubicBezTo>
                  <a:close/>
                  <a:moveTo>
                    <a:pt x="193" y="1379"/>
                  </a:moveTo>
                  <a:cubicBezTo>
                    <a:pt x="192" y="1377"/>
                    <a:pt x="196" y="1374"/>
                    <a:pt x="198" y="1376"/>
                  </a:cubicBezTo>
                  <a:cubicBezTo>
                    <a:pt x="198" y="1371"/>
                    <a:pt x="203" y="1367"/>
                    <a:pt x="205" y="1363"/>
                  </a:cubicBezTo>
                  <a:cubicBezTo>
                    <a:pt x="211" y="1359"/>
                    <a:pt x="216" y="1355"/>
                    <a:pt x="221" y="1351"/>
                  </a:cubicBezTo>
                  <a:cubicBezTo>
                    <a:pt x="230" y="1347"/>
                    <a:pt x="237" y="1348"/>
                    <a:pt x="246" y="1341"/>
                  </a:cubicBezTo>
                  <a:cubicBezTo>
                    <a:pt x="251" y="1345"/>
                    <a:pt x="256" y="1336"/>
                    <a:pt x="262" y="1339"/>
                  </a:cubicBezTo>
                  <a:cubicBezTo>
                    <a:pt x="267" y="1334"/>
                    <a:pt x="271" y="1340"/>
                    <a:pt x="277" y="1336"/>
                  </a:cubicBezTo>
                  <a:cubicBezTo>
                    <a:pt x="286" y="1336"/>
                    <a:pt x="296" y="1336"/>
                    <a:pt x="305" y="1335"/>
                  </a:cubicBezTo>
                  <a:cubicBezTo>
                    <a:pt x="306" y="1338"/>
                    <a:pt x="303" y="1337"/>
                    <a:pt x="301" y="1338"/>
                  </a:cubicBezTo>
                  <a:cubicBezTo>
                    <a:pt x="298" y="1342"/>
                    <a:pt x="296" y="1337"/>
                    <a:pt x="293" y="1338"/>
                  </a:cubicBezTo>
                  <a:cubicBezTo>
                    <a:pt x="291" y="1341"/>
                    <a:pt x="290" y="1339"/>
                    <a:pt x="287" y="1340"/>
                  </a:cubicBezTo>
                  <a:cubicBezTo>
                    <a:pt x="284" y="1339"/>
                    <a:pt x="280" y="1341"/>
                    <a:pt x="275" y="1344"/>
                  </a:cubicBezTo>
                  <a:cubicBezTo>
                    <a:pt x="268" y="1341"/>
                    <a:pt x="260" y="1348"/>
                    <a:pt x="252" y="1346"/>
                  </a:cubicBezTo>
                  <a:cubicBezTo>
                    <a:pt x="250" y="1348"/>
                    <a:pt x="248" y="1349"/>
                    <a:pt x="246" y="1348"/>
                  </a:cubicBezTo>
                  <a:cubicBezTo>
                    <a:pt x="236" y="1354"/>
                    <a:pt x="235" y="1357"/>
                    <a:pt x="226" y="1357"/>
                  </a:cubicBezTo>
                  <a:cubicBezTo>
                    <a:pt x="224" y="1364"/>
                    <a:pt x="216" y="1364"/>
                    <a:pt x="214" y="1368"/>
                  </a:cubicBezTo>
                  <a:cubicBezTo>
                    <a:pt x="207" y="1371"/>
                    <a:pt x="208" y="1375"/>
                    <a:pt x="200" y="1376"/>
                  </a:cubicBezTo>
                  <a:cubicBezTo>
                    <a:pt x="199" y="1380"/>
                    <a:pt x="194" y="1384"/>
                    <a:pt x="191" y="1387"/>
                  </a:cubicBezTo>
                  <a:cubicBezTo>
                    <a:pt x="188" y="1384"/>
                    <a:pt x="189" y="1381"/>
                    <a:pt x="193" y="1379"/>
                  </a:cubicBezTo>
                  <a:close/>
                  <a:moveTo>
                    <a:pt x="199" y="1139"/>
                  </a:moveTo>
                  <a:cubicBezTo>
                    <a:pt x="195" y="1136"/>
                    <a:pt x="199" y="1133"/>
                    <a:pt x="194" y="1130"/>
                  </a:cubicBezTo>
                  <a:cubicBezTo>
                    <a:pt x="196" y="1124"/>
                    <a:pt x="191" y="1118"/>
                    <a:pt x="192" y="1112"/>
                  </a:cubicBezTo>
                  <a:cubicBezTo>
                    <a:pt x="172" y="1082"/>
                    <a:pt x="156" y="1052"/>
                    <a:pt x="135" y="1027"/>
                  </a:cubicBezTo>
                  <a:cubicBezTo>
                    <a:pt x="131" y="1022"/>
                    <a:pt x="125" y="1019"/>
                    <a:pt x="121" y="1011"/>
                  </a:cubicBezTo>
                  <a:cubicBezTo>
                    <a:pt x="118" y="1006"/>
                    <a:pt x="120" y="1008"/>
                    <a:pt x="116" y="1004"/>
                  </a:cubicBezTo>
                  <a:cubicBezTo>
                    <a:pt x="114" y="1002"/>
                    <a:pt x="115" y="999"/>
                    <a:pt x="113" y="997"/>
                  </a:cubicBezTo>
                  <a:cubicBezTo>
                    <a:pt x="111" y="993"/>
                    <a:pt x="107" y="991"/>
                    <a:pt x="105" y="988"/>
                  </a:cubicBezTo>
                  <a:cubicBezTo>
                    <a:pt x="105" y="989"/>
                    <a:pt x="106" y="986"/>
                    <a:pt x="105" y="985"/>
                  </a:cubicBezTo>
                  <a:cubicBezTo>
                    <a:pt x="105" y="985"/>
                    <a:pt x="99" y="984"/>
                    <a:pt x="100" y="982"/>
                  </a:cubicBezTo>
                  <a:cubicBezTo>
                    <a:pt x="102" y="976"/>
                    <a:pt x="85" y="961"/>
                    <a:pt x="80" y="952"/>
                  </a:cubicBezTo>
                  <a:cubicBezTo>
                    <a:pt x="80" y="951"/>
                    <a:pt x="78" y="949"/>
                    <a:pt x="78" y="948"/>
                  </a:cubicBezTo>
                  <a:cubicBezTo>
                    <a:pt x="79" y="945"/>
                    <a:pt x="77" y="947"/>
                    <a:pt x="75" y="943"/>
                  </a:cubicBezTo>
                  <a:cubicBezTo>
                    <a:pt x="75" y="943"/>
                    <a:pt x="76" y="942"/>
                    <a:pt x="75" y="941"/>
                  </a:cubicBezTo>
                  <a:cubicBezTo>
                    <a:pt x="70" y="932"/>
                    <a:pt x="58" y="920"/>
                    <a:pt x="53" y="907"/>
                  </a:cubicBezTo>
                  <a:cubicBezTo>
                    <a:pt x="58" y="904"/>
                    <a:pt x="61" y="910"/>
                    <a:pt x="64" y="915"/>
                  </a:cubicBezTo>
                  <a:cubicBezTo>
                    <a:pt x="65" y="919"/>
                    <a:pt x="73" y="924"/>
                    <a:pt x="70" y="927"/>
                  </a:cubicBezTo>
                  <a:cubicBezTo>
                    <a:pt x="77" y="930"/>
                    <a:pt x="83" y="943"/>
                    <a:pt x="90" y="947"/>
                  </a:cubicBezTo>
                  <a:cubicBezTo>
                    <a:pt x="93" y="952"/>
                    <a:pt x="96" y="956"/>
                    <a:pt x="99" y="960"/>
                  </a:cubicBezTo>
                  <a:cubicBezTo>
                    <a:pt x="97" y="963"/>
                    <a:pt x="100" y="962"/>
                    <a:pt x="101" y="963"/>
                  </a:cubicBezTo>
                  <a:cubicBezTo>
                    <a:pt x="101" y="966"/>
                    <a:pt x="102" y="968"/>
                    <a:pt x="104" y="967"/>
                  </a:cubicBezTo>
                  <a:cubicBezTo>
                    <a:pt x="107" y="969"/>
                    <a:pt x="109" y="979"/>
                    <a:pt x="114" y="977"/>
                  </a:cubicBezTo>
                  <a:cubicBezTo>
                    <a:pt x="113" y="980"/>
                    <a:pt x="116" y="984"/>
                    <a:pt x="119" y="985"/>
                  </a:cubicBezTo>
                  <a:cubicBezTo>
                    <a:pt x="124" y="994"/>
                    <a:pt x="128" y="995"/>
                    <a:pt x="134" y="1006"/>
                  </a:cubicBezTo>
                  <a:cubicBezTo>
                    <a:pt x="140" y="1014"/>
                    <a:pt x="146" y="1022"/>
                    <a:pt x="152" y="1030"/>
                  </a:cubicBezTo>
                  <a:cubicBezTo>
                    <a:pt x="154" y="1034"/>
                    <a:pt x="156" y="1034"/>
                    <a:pt x="158" y="1035"/>
                  </a:cubicBezTo>
                  <a:cubicBezTo>
                    <a:pt x="159" y="1040"/>
                    <a:pt x="167" y="1051"/>
                    <a:pt x="174" y="1061"/>
                  </a:cubicBezTo>
                  <a:cubicBezTo>
                    <a:pt x="180" y="1075"/>
                    <a:pt x="188" y="1090"/>
                    <a:pt x="193" y="1104"/>
                  </a:cubicBezTo>
                  <a:cubicBezTo>
                    <a:pt x="196" y="1111"/>
                    <a:pt x="198" y="1118"/>
                    <a:pt x="198" y="1125"/>
                  </a:cubicBezTo>
                  <a:cubicBezTo>
                    <a:pt x="203" y="1132"/>
                    <a:pt x="203" y="1139"/>
                    <a:pt x="203" y="1145"/>
                  </a:cubicBezTo>
                  <a:cubicBezTo>
                    <a:pt x="199" y="1148"/>
                    <a:pt x="199" y="1140"/>
                    <a:pt x="199" y="1139"/>
                  </a:cubicBezTo>
                  <a:close/>
                  <a:moveTo>
                    <a:pt x="228" y="1142"/>
                  </a:moveTo>
                  <a:cubicBezTo>
                    <a:pt x="236" y="1134"/>
                    <a:pt x="246" y="1126"/>
                    <a:pt x="252" y="1118"/>
                  </a:cubicBezTo>
                  <a:cubicBezTo>
                    <a:pt x="300" y="1093"/>
                    <a:pt x="301" y="1085"/>
                    <a:pt x="309" y="1081"/>
                  </a:cubicBezTo>
                  <a:cubicBezTo>
                    <a:pt x="462" y="985"/>
                    <a:pt x="471" y="976"/>
                    <a:pt x="485" y="967"/>
                  </a:cubicBezTo>
                  <a:cubicBezTo>
                    <a:pt x="503" y="945"/>
                    <a:pt x="507" y="947"/>
                    <a:pt x="510" y="941"/>
                  </a:cubicBezTo>
                  <a:cubicBezTo>
                    <a:pt x="557" y="905"/>
                    <a:pt x="553" y="907"/>
                    <a:pt x="551" y="909"/>
                  </a:cubicBezTo>
                  <a:cubicBezTo>
                    <a:pt x="517" y="950"/>
                    <a:pt x="499" y="964"/>
                    <a:pt x="486" y="978"/>
                  </a:cubicBezTo>
                  <a:cubicBezTo>
                    <a:pt x="437" y="1016"/>
                    <a:pt x="427" y="1019"/>
                    <a:pt x="415" y="1030"/>
                  </a:cubicBezTo>
                  <a:cubicBezTo>
                    <a:pt x="412" y="1032"/>
                    <a:pt x="412" y="1035"/>
                    <a:pt x="411" y="1035"/>
                  </a:cubicBezTo>
                  <a:cubicBezTo>
                    <a:pt x="371" y="1063"/>
                    <a:pt x="358" y="1069"/>
                    <a:pt x="346" y="1077"/>
                  </a:cubicBezTo>
                  <a:cubicBezTo>
                    <a:pt x="251" y="1133"/>
                    <a:pt x="244" y="1138"/>
                    <a:pt x="238" y="1142"/>
                  </a:cubicBezTo>
                  <a:cubicBezTo>
                    <a:pt x="217" y="1159"/>
                    <a:pt x="213" y="1164"/>
                    <a:pt x="208" y="1169"/>
                  </a:cubicBezTo>
                  <a:close/>
                  <a:moveTo>
                    <a:pt x="223" y="1067"/>
                  </a:moveTo>
                  <a:cubicBezTo>
                    <a:pt x="223" y="1065"/>
                    <a:pt x="223" y="1063"/>
                    <a:pt x="221" y="1061"/>
                  </a:cubicBezTo>
                  <a:cubicBezTo>
                    <a:pt x="226" y="1059"/>
                    <a:pt x="229" y="1064"/>
                    <a:pt x="223" y="1067"/>
                  </a:cubicBezTo>
                  <a:close/>
                  <a:moveTo>
                    <a:pt x="232" y="1100"/>
                  </a:moveTo>
                  <a:cubicBezTo>
                    <a:pt x="230" y="1094"/>
                    <a:pt x="242" y="1090"/>
                    <a:pt x="243" y="1085"/>
                  </a:cubicBezTo>
                  <a:cubicBezTo>
                    <a:pt x="362" y="999"/>
                    <a:pt x="360" y="990"/>
                    <a:pt x="366" y="989"/>
                  </a:cubicBezTo>
                  <a:cubicBezTo>
                    <a:pt x="390" y="969"/>
                    <a:pt x="398" y="972"/>
                    <a:pt x="400" y="969"/>
                  </a:cubicBezTo>
                  <a:cubicBezTo>
                    <a:pt x="434" y="942"/>
                    <a:pt x="438" y="946"/>
                    <a:pt x="443" y="940"/>
                  </a:cubicBezTo>
                  <a:cubicBezTo>
                    <a:pt x="503" y="895"/>
                    <a:pt x="520" y="886"/>
                    <a:pt x="537" y="875"/>
                  </a:cubicBezTo>
                  <a:cubicBezTo>
                    <a:pt x="594" y="856"/>
                    <a:pt x="595" y="858"/>
                    <a:pt x="592" y="860"/>
                  </a:cubicBezTo>
                  <a:cubicBezTo>
                    <a:pt x="575" y="865"/>
                    <a:pt x="573" y="867"/>
                    <a:pt x="571" y="865"/>
                  </a:cubicBezTo>
                  <a:cubicBezTo>
                    <a:pt x="463" y="940"/>
                    <a:pt x="448" y="949"/>
                    <a:pt x="432" y="965"/>
                  </a:cubicBezTo>
                  <a:cubicBezTo>
                    <a:pt x="322" y="1042"/>
                    <a:pt x="316" y="1041"/>
                    <a:pt x="309" y="1047"/>
                  </a:cubicBezTo>
                  <a:cubicBezTo>
                    <a:pt x="287" y="1062"/>
                    <a:pt x="287" y="1060"/>
                    <a:pt x="285" y="1062"/>
                  </a:cubicBezTo>
                  <a:cubicBezTo>
                    <a:pt x="261" y="1080"/>
                    <a:pt x="257" y="1087"/>
                    <a:pt x="255" y="1084"/>
                  </a:cubicBezTo>
                  <a:close/>
                  <a:moveTo>
                    <a:pt x="231" y="1037"/>
                  </a:moveTo>
                  <a:cubicBezTo>
                    <a:pt x="230" y="1036"/>
                    <a:pt x="229" y="1035"/>
                    <a:pt x="228" y="1034"/>
                  </a:cubicBezTo>
                  <a:cubicBezTo>
                    <a:pt x="230" y="1033"/>
                    <a:pt x="231" y="1032"/>
                    <a:pt x="232" y="1032"/>
                  </a:cubicBezTo>
                  <a:cubicBezTo>
                    <a:pt x="232" y="1033"/>
                    <a:pt x="233" y="1034"/>
                    <a:pt x="234" y="1035"/>
                  </a:cubicBezTo>
                  <a:cubicBezTo>
                    <a:pt x="233" y="1036"/>
                    <a:pt x="232" y="1036"/>
                    <a:pt x="231" y="1037"/>
                  </a:cubicBezTo>
                  <a:close/>
                  <a:moveTo>
                    <a:pt x="269" y="855"/>
                  </a:moveTo>
                  <a:cubicBezTo>
                    <a:pt x="270" y="855"/>
                    <a:pt x="267" y="849"/>
                    <a:pt x="267" y="849"/>
                  </a:cubicBezTo>
                  <a:cubicBezTo>
                    <a:pt x="269" y="847"/>
                    <a:pt x="275" y="856"/>
                    <a:pt x="269" y="855"/>
                  </a:cubicBezTo>
                  <a:close/>
                  <a:moveTo>
                    <a:pt x="301" y="886"/>
                  </a:moveTo>
                  <a:cubicBezTo>
                    <a:pt x="298" y="882"/>
                    <a:pt x="298" y="880"/>
                    <a:pt x="302" y="877"/>
                  </a:cubicBezTo>
                  <a:cubicBezTo>
                    <a:pt x="305" y="881"/>
                    <a:pt x="305" y="884"/>
                    <a:pt x="301" y="886"/>
                  </a:cubicBezTo>
                  <a:close/>
                  <a:moveTo>
                    <a:pt x="301" y="817"/>
                  </a:moveTo>
                  <a:cubicBezTo>
                    <a:pt x="301" y="815"/>
                    <a:pt x="302" y="814"/>
                    <a:pt x="301" y="812"/>
                  </a:cubicBezTo>
                  <a:cubicBezTo>
                    <a:pt x="300" y="808"/>
                    <a:pt x="305" y="812"/>
                    <a:pt x="303" y="813"/>
                  </a:cubicBezTo>
                  <a:cubicBezTo>
                    <a:pt x="305" y="816"/>
                    <a:pt x="303" y="818"/>
                    <a:pt x="306" y="821"/>
                  </a:cubicBezTo>
                  <a:cubicBezTo>
                    <a:pt x="305" y="825"/>
                    <a:pt x="306" y="829"/>
                    <a:pt x="308" y="834"/>
                  </a:cubicBezTo>
                  <a:cubicBezTo>
                    <a:pt x="300" y="833"/>
                    <a:pt x="306" y="822"/>
                    <a:pt x="301" y="817"/>
                  </a:cubicBezTo>
                  <a:close/>
                  <a:moveTo>
                    <a:pt x="481" y="717"/>
                  </a:moveTo>
                  <a:cubicBezTo>
                    <a:pt x="482" y="721"/>
                    <a:pt x="472" y="722"/>
                    <a:pt x="468" y="723"/>
                  </a:cubicBezTo>
                  <a:cubicBezTo>
                    <a:pt x="467" y="719"/>
                    <a:pt x="478" y="718"/>
                    <a:pt x="481" y="717"/>
                  </a:cubicBezTo>
                  <a:close/>
                  <a:moveTo>
                    <a:pt x="463" y="722"/>
                  </a:moveTo>
                  <a:cubicBezTo>
                    <a:pt x="465" y="726"/>
                    <a:pt x="456" y="728"/>
                    <a:pt x="455" y="728"/>
                  </a:cubicBezTo>
                  <a:cubicBezTo>
                    <a:pt x="452" y="724"/>
                    <a:pt x="461" y="722"/>
                    <a:pt x="463" y="722"/>
                  </a:cubicBezTo>
                  <a:close/>
                  <a:moveTo>
                    <a:pt x="356" y="782"/>
                  </a:moveTo>
                  <a:cubicBezTo>
                    <a:pt x="358" y="781"/>
                    <a:pt x="359" y="780"/>
                    <a:pt x="361" y="778"/>
                  </a:cubicBezTo>
                  <a:cubicBezTo>
                    <a:pt x="368" y="777"/>
                    <a:pt x="358" y="783"/>
                    <a:pt x="356" y="785"/>
                  </a:cubicBezTo>
                  <a:cubicBezTo>
                    <a:pt x="353" y="786"/>
                    <a:pt x="354" y="783"/>
                    <a:pt x="356" y="782"/>
                  </a:cubicBezTo>
                  <a:close/>
                  <a:moveTo>
                    <a:pt x="393" y="618"/>
                  </a:moveTo>
                  <a:cubicBezTo>
                    <a:pt x="387" y="621"/>
                    <a:pt x="392" y="614"/>
                    <a:pt x="388" y="612"/>
                  </a:cubicBezTo>
                  <a:cubicBezTo>
                    <a:pt x="392" y="609"/>
                    <a:pt x="392" y="617"/>
                    <a:pt x="393" y="618"/>
                  </a:cubicBezTo>
                  <a:close/>
                  <a:moveTo>
                    <a:pt x="407" y="682"/>
                  </a:moveTo>
                  <a:cubicBezTo>
                    <a:pt x="410" y="678"/>
                    <a:pt x="412" y="674"/>
                    <a:pt x="418" y="671"/>
                  </a:cubicBezTo>
                  <a:cubicBezTo>
                    <a:pt x="450" y="660"/>
                    <a:pt x="454" y="654"/>
                    <a:pt x="457" y="653"/>
                  </a:cubicBezTo>
                  <a:cubicBezTo>
                    <a:pt x="483" y="644"/>
                    <a:pt x="490" y="641"/>
                    <a:pt x="496" y="639"/>
                  </a:cubicBezTo>
                  <a:cubicBezTo>
                    <a:pt x="536" y="628"/>
                    <a:pt x="539" y="625"/>
                    <a:pt x="543" y="625"/>
                  </a:cubicBezTo>
                  <a:cubicBezTo>
                    <a:pt x="574" y="618"/>
                    <a:pt x="580" y="613"/>
                    <a:pt x="586" y="614"/>
                  </a:cubicBezTo>
                  <a:cubicBezTo>
                    <a:pt x="673" y="563"/>
                    <a:pt x="672" y="564"/>
                    <a:pt x="671" y="565"/>
                  </a:cubicBezTo>
                  <a:cubicBezTo>
                    <a:pt x="622" y="601"/>
                    <a:pt x="616" y="610"/>
                    <a:pt x="597" y="618"/>
                  </a:cubicBezTo>
                  <a:cubicBezTo>
                    <a:pt x="544" y="639"/>
                    <a:pt x="541" y="643"/>
                    <a:pt x="537" y="644"/>
                  </a:cubicBezTo>
                  <a:cubicBezTo>
                    <a:pt x="519" y="649"/>
                    <a:pt x="512" y="654"/>
                    <a:pt x="505" y="655"/>
                  </a:cubicBezTo>
                  <a:cubicBezTo>
                    <a:pt x="445" y="679"/>
                    <a:pt x="427" y="685"/>
                    <a:pt x="408" y="693"/>
                  </a:cubicBezTo>
                  <a:cubicBezTo>
                    <a:pt x="383" y="709"/>
                    <a:pt x="384" y="706"/>
                    <a:pt x="383" y="704"/>
                  </a:cubicBezTo>
                  <a:cubicBezTo>
                    <a:pt x="397" y="688"/>
                    <a:pt x="401" y="686"/>
                    <a:pt x="403" y="684"/>
                  </a:cubicBezTo>
                  <a:close/>
                  <a:moveTo>
                    <a:pt x="532" y="454"/>
                  </a:moveTo>
                  <a:cubicBezTo>
                    <a:pt x="532" y="450"/>
                    <a:pt x="531" y="447"/>
                    <a:pt x="535" y="444"/>
                  </a:cubicBezTo>
                  <a:cubicBezTo>
                    <a:pt x="538" y="448"/>
                    <a:pt x="536" y="451"/>
                    <a:pt x="532" y="454"/>
                  </a:cubicBezTo>
                  <a:close/>
                  <a:moveTo>
                    <a:pt x="627" y="333"/>
                  </a:moveTo>
                  <a:cubicBezTo>
                    <a:pt x="626" y="331"/>
                    <a:pt x="628" y="329"/>
                    <a:pt x="627" y="326"/>
                  </a:cubicBezTo>
                  <a:cubicBezTo>
                    <a:pt x="631" y="324"/>
                    <a:pt x="631" y="332"/>
                    <a:pt x="627" y="333"/>
                  </a:cubicBezTo>
                  <a:close/>
                  <a:moveTo>
                    <a:pt x="722" y="53"/>
                  </a:moveTo>
                  <a:cubicBezTo>
                    <a:pt x="723" y="56"/>
                    <a:pt x="721" y="59"/>
                    <a:pt x="718" y="61"/>
                  </a:cubicBezTo>
                  <a:cubicBezTo>
                    <a:pt x="713" y="58"/>
                    <a:pt x="719" y="56"/>
                    <a:pt x="722" y="53"/>
                  </a:cubicBezTo>
                  <a:close/>
                  <a:moveTo>
                    <a:pt x="670" y="251"/>
                  </a:moveTo>
                  <a:cubicBezTo>
                    <a:pt x="668" y="255"/>
                    <a:pt x="668" y="260"/>
                    <a:pt x="668" y="264"/>
                  </a:cubicBezTo>
                  <a:cubicBezTo>
                    <a:pt x="664" y="281"/>
                    <a:pt x="657" y="284"/>
                    <a:pt x="658" y="289"/>
                  </a:cubicBezTo>
                  <a:cubicBezTo>
                    <a:pt x="652" y="296"/>
                    <a:pt x="652" y="292"/>
                    <a:pt x="653" y="288"/>
                  </a:cubicBezTo>
                  <a:cubicBezTo>
                    <a:pt x="661" y="245"/>
                    <a:pt x="661" y="237"/>
                    <a:pt x="665" y="230"/>
                  </a:cubicBezTo>
                  <a:cubicBezTo>
                    <a:pt x="666" y="215"/>
                    <a:pt x="662" y="210"/>
                    <a:pt x="666" y="207"/>
                  </a:cubicBezTo>
                  <a:cubicBezTo>
                    <a:pt x="670" y="171"/>
                    <a:pt x="675" y="168"/>
                    <a:pt x="674" y="164"/>
                  </a:cubicBezTo>
                  <a:cubicBezTo>
                    <a:pt x="679" y="136"/>
                    <a:pt x="684" y="129"/>
                    <a:pt x="685" y="122"/>
                  </a:cubicBezTo>
                  <a:cubicBezTo>
                    <a:pt x="704" y="89"/>
                    <a:pt x="704" y="75"/>
                    <a:pt x="716" y="63"/>
                  </a:cubicBezTo>
                  <a:cubicBezTo>
                    <a:pt x="709" y="86"/>
                    <a:pt x="708" y="91"/>
                    <a:pt x="704" y="96"/>
                  </a:cubicBezTo>
                  <a:cubicBezTo>
                    <a:pt x="684" y="166"/>
                    <a:pt x="687" y="171"/>
                    <a:pt x="684" y="174"/>
                  </a:cubicBezTo>
                  <a:cubicBezTo>
                    <a:pt x="678" y="204"/>
                    <a:pt x="677" y="208"/>
                    <a:pt x="678" y="213"/>
                  </a:cubicBezTo>
                  <a:cubicBezTo>
                    <a:pt x="672" y="242"/>
                    <a:pt x="669" y="246"/>
                    <a:pt x="670" y="251"/>
                  </a:cubicBezTo>
                  <a:close/>
                </a:path>
              </a:pathLst>
            </a:custGeom>
            <a:solidFill>
              <a:srgbClr val="d0cdbb">
                <a:alpha val="50000"/>
              </a:srgbClr>
            </a:solidFill>
            <a:ln w="0">
              <a:noFill/>
            </a:ln>
          </p:spPr>
          <p:style>
            <a:lnRef idx="0"/>
            <a:fillRef idx="0"/>
            <a:effectRef idx="0"/>
            <a:fontRef idx="minor"/>
          </p:style>
          <p:txBody>
            <a:bodyPr tIns="91440" bIns="91440" anchor="ctr">
              <a:noAutofit/>
            </a:bodyPr>
            <a:p>
              <a:pPr>
                <a:lnSpc>
                  <a:spcPct val="100000"/>
                </a:lnSpc>
                <a:tabLst>
                  <a:tab algn="l" pos="0"/>
                </a:tabLst>
              </a:pPr>
              <a:endParaRPr b="0" lang="en-US" sz="1400" spc="-1" strike="noStrike">
                <a:solidFill>
                  <a:srgbClr val="000000"/>
                </a:solidFill>
                <a:latin typeface="Arial"/>
                <a:ea typeface="Arial"/>
              </a:endParaRPr>
            </a:p>
          </p:txBody>
        </p:sp>
      </p:grpSp>
      <p:cxnSp>
        <p:nvCxnSpPr>
          <p:cNvPr id="140" name="Google Shape;59;p13"/>
          <p:cNvCxnSpPr/>
          <p:nvPr/>
        </p:nvCxnSpPr>
        <p:spPr>
          <a:xfrm>
            <a:off x="2199960" y="1631880"/>
            <a:ext cx="6578280" cy="360"/>
          </a:xfrm>
          <a:prstGeom prst="straightConnector1">
            <a:avLst/>
          </a:prstGeom>
          <a:ln w="38100">
            <a:solidFill>
              <a:srgbClr val="79a8a4"/>
            </a:solidFill>
            <a:round/>
          </a:ln>
        </p:spPr>
      </p:cxnSp>
      <p:cxnSp>
        <p:nvCxnSpPr>
          <p:cNvPr id="141" name="Google Shape;60;p13"/>
          <p:cNvCxnSpPr/>
          <p:nvPr/>
        </p:nvCxnSpPr>
        <p:spPr>
          <a:xfrm>
            <a:off x="2199960" y="1631880"/>
            <a:ext cx="6578280" cy="360"/>
          </a:xfrm>
          <a:prstGeom prst="straightConnector1">
            <a:avLst/>
          </a:prstGeom>
          <a:ln w="38100">
            <a:solidFill>
              <a:srgbClr val="79a8a4"/>
            </a:solidFill>
            <a:round/>
          </a:ln>
        </p:spPr>
      </p:cxnSp>
      <p:sp>
        <p:nvSpPr>
          <p:cNvPr id="142" name="Google Shape;134;p22"/>
          <p:cNvSpPr/>
          <p:nvPr/>
        </p:nvSpPr>
        <p:spPr>
          <a:xfrm flipH="1" rot="1616400">
            <a:off x="6073920" y="353880"/>
            <a:ext cx="2855520" cy="4421160"/>
          </a:xfrm>
          <a:custGeom>
            <a:avLst/>
            <a:gdLst>
              <a:gd name="textAreaLeft" fmla="*/ 360 w 2855520"/>
              <a:gd name="textAreaRight" fmla="*/ 2856240 w 2855520"/>
              <a:gd name="textAreaTop" fmla="*/ 0 h 4421160"/>
              <a:gd name="textAreaBottom" fmla="*/ 4421520 h 4421160"/>
            </a:gdLst>
            <a:ahLst/>
            <a:rect l="textAreaLeft" t="textAreaTop" r="textAreaRight" b="textAreaBottom"/>
            <a:pathLst>
              <a:path w="869" h="1495">
                <a:moveTo>
                  <a:pt x="865" y="156"/>
                </a:moveTo>
                <a:cubicBezTo>
                  <a:pt x="856" y="165"/>
                  <a:pt x="851" y="173"/>
                  <a:pt x="844" y="182"/>
                </a:cubicBezTo>
                <a:cubicBezTo>
                  <a:pt x="804" y="216"/>
                  <a:pt x="802" y="216"/>
                  <a:pt x="800" y="216"/>
                </a:cubicBezTo>
                <a:cubicBezTo>
                  <a:pt x="775" y="232"/>
                  <a:pt x="768" y="237"/>
                  <a:pt x="760" y="239"/>
                </a:cubicBezTo>
                <a:cubicBezTo>
                  <a:pt x="699" y="279"/>
                  <a:pt x="696" y="275"/>
                  <a:pt x="693" y="278"/>
                </a:cubicBezTo>
                <a:cubicBezTo>
                  <a:pt x="706" y="270"/>
                  <a:pt x="707" y="266"/>
                  <a:pt x="714" y="263"/>
                </a:cubicBezTo>
                <a:cubicBezTo>
                  <a:pt x="766" y="230"/>
                  <a:pt x="774" y="225"/>
                  <a:pt x="782" y="219"/>
                </a:cubicBezTo>
                <a:cubicBezTo>
                  <a:pt x="830" y="181"/>
                  <a:pt x="830" y="177"/>
                  <a:pt x="834" y="174"/>
                </a:cubicBezTo>
                <a:cubicBezTo>
                  <a:pt x="831" y="170"/>
                  <a:pt x="831" y="178"/>
                  <a:pt x="827" y="175"/>
                </a:cubicBezTo>
                <a:cubicBezTo>
                  <a:pt x="792" y="205"/>
                  <a:pt x="784" y="209"/>
                  <a:pt x="783" y="213"/>
                </a:cubicBezTo>
                <a:cubicBezTo>
                  <a:pt x="763" y="227"/>
                  <a:pt x="760" y="223"/>
                  <a:pt x="757" y="227"/>
                </a:cubicBezTo>
                <a:cubicBezTo>
                  <a:pt x="776" y="212"/>
                  <a:pt x="774" y="208"/>
                  <a:pt x="780" y="206"/>
                </a:cubicBezTo>
                <a:cubicBezTo>
                  <a:pt x="824" y="164"/>
                  <a:pt x="830" y="160"/>
                  <a:pt x="833" y="155"/>
                </a:cubicBezTo>
                <a:cubicBezTo>
                  <a:pt x="806" y="176"/>
                  <a:pt x="797" y="184"/>
                  <a:pt x="788" y="193"/>
                </a:cubicBezTo>
                <a:cubicBezTo>
                  <a:pt x="731" y="226"/>
                  <a:pt x="724" y="237"/>
                  <a:pt x="720" y="234"/>
                </a:cubicBezTo>
                <a:cubicBezTo>
                  <a:pt x="766" y="194"/>
                  <a:pt x="786" y="180"/>
                  <a:pt x="803" y="159"/>
                </a:cubicBezTo>
                <a:cubicBezTo>
                  <a:pt x="785" y="170"/>
                  <a:pt x="775" y="180"/>
                  <a:pt x="763" y="188"/>
                </a:cubicBezTo>
                <a:cubicBezTo>
                  <a:pt x="736" y="208"/>
                  <a:pt x="735" y="202"/>
                  <a:pt x="737" y="200"/>
                </a:cubicBezTo>
                <a:cubicBezTo>
                  <a:pt x="749" y="181"/>
                  <a:pt x="754" y="177"/>
                  <a:pt x="756" y="172"/>
                </a:cubicBezTo>
                <a:cubicBezTo>
                  <a:pt x="787" y="134"/>
                  <a:pt x="791" y="136"/>
                  <a:pt x="790" y="130"/>
                </a:cubicBezTo>
                <a:cubicBezTo>
                  <a:pt x="769" y="150"/>
                  <a:pt x="765" y="152"/>
                  <a:pt x="766" y="155"/>
                </a:cubicBezTo>
                <a:cubicBezTo>
                  <a:pt x="746" y="174"/>
                  <a:pt x="746" y="170"/>
                  <a:pt x="746" y="169"/>
                </a:cubicBezTo>
                <a:cubicBezTo>
                  <a:pt x="748" y="164"/>
                  <a:pt x="752" y="160"/>
                  <a:pt x="752" y="160"/>
                </a:cubicBezTo>
                <a:cubicBezTo>
                  <a:pt x="764" y="139"/>
                  <a:pt x="770" y="129"/>
                  <a:pt x="777" y="119"/>
                </a:cubicBezTo>
                <a:cubicBezTo>
                  <a:pt x="800" y="82"/>
                  <a:pt x="812" y="81"/>
                  <a:pt x="808" y="77"/>
                </a:cubicBezTo>
                <a:cubicBezTo>
                  <a:pt x="770" y="123"/>
                  <a:pt x="765" y="125"/>
                  <a:pt x="763" y="127"/>
                </a:cubicBezTo>
                <a:cubicBezTo>
                  <a:pt x="747" y="156"/>
                  <a:pt x="743" y="161"/>
                  <a:pt x="740" y="166"/>
                </a:cubicBezTo>
                <a:cubicBezTo>
                  <a:pt x="744" y="144"/>
                  <a:pt x="749" y="134"/>
                  <a:pt x="753" y="124"/>
                </a:cubicBezTo>
                <a:cubicBezTo>
                  <a:pt x="782" y="79"/>
                  <a:pt x="781" y="77"/>
                  <a:pt x="784" y="75"/>
                </a:cubicBezTo>
                <a:cubicBezTo>
                  <a:pt x="769" y="89"/>
                  <a:pt x="765" y="92"/>
                  <a:pt x="765" y="96"/>
                </a:cubicBezTo>
                <a:cubicBezTo>
                  <a:pt x="728" y="162"/>
                  <a:pt x="722" y="177"/>
                  <a:pt x="718" y="191"/>
                </a:cubicBezTo>
                <a:cubicBezTo>
                  <a:pt x="710" y="205"/>
                  <a:pt x="719" y="210"/>
                  <a:pt x="712" y="213"/>
                </a:cubicBezTo>
                <a:cubicBezTo>
                  <a:pt x="703" y="240"/>
                  <a:pt x="708" y="247"/>
                  <a:pt x="697" y="251"/>
                </a:cubicBezTo>
                <a:cubicBezTo>
                  <a:pt x="699" y="232"/>
                  <a:pt x="702" y="230"/>
                  <a:pt x="701" y="228"/>
                </a:cubicBezTo>
                <a:cubicBezTo>
                  <a:pt x="714" y="177"/>
                  <a:pt x="714" y="170"/>
                  <a:pt x="714" y="162"/>
                </a:cubicBezTo>
                <a:cubicBezTo>
                  <a:pt x="735" y="103"/>
                  <a:pt x="740" y="88"/>
                  <a:pt x="749" y="73"/>
                </a:cubicBezTo>
                <a:cubicBezTo>
                  <a:pt x="757" y="53"/>
                  <a:pt x="753" y="62"/>
                  <a:pt x="744" y="70"/>
                </a:cubicBezTo>
                <a:cubicBezTo>
                  <a:pt x="727" y="107"/>
                  <a:pt x="722" y="112"/>
                  <a:pt x="722" y="118"/>
                </a:cubicBezTo>
                <a:cubicBezTo>
                  <a:pt x="706" y="172"/>
                  <a:pt x="705" y="175"/>
                  <a:pt x="703" y="177"/>
                </a:cubicBezTo>
                <a:cubicBezTo>
                  <a:pt x="696" y="206"/>
                  <a:pt x="696" y="209"/>
                  <a:pt x="696" y="212"/>
                </a:cubicBezTo>
                <a:cubicBezTo>
                  <a:pt x="687" y="247"/>
                  <a:pt x="685" y="253"/>
                  <a:pt x="684" y="260"/>
                </a:cubicBezTo>
                <a:cubicBezTo>
                  <a:pt x="671" y="275"/>
                  <a:pt x="673" y="272"/>
                  <a:pt x="677" y="270"/>
                </a:cubicBezTo>
                <a:cubicBezTo>
                  <a:pt x="682" y="240"/>
                  <a:pt x="681" y="234"/>
                  <a:pt x="684" y="229"/>
                </a:cubicBezTo>
                <a:cubicBezTo>
                  <a:pt x="694" y="189"/>
                  <a:pt x="690" y="182"/>
                  <a:pt x="693" y="177"/>
                </a:cubicBezTo>
                <a:cubicBezTo>
                  <a:pt x="706" y="119"/>
                  <a:pt x="707" y="113"/>
                  <a:pt x="709" y="107"/>
                </a:cubicBezTo>
                <a:cubicBezTo>
                  <a:pt x="721" y="64"/>
                  <a:pt x="727" y="59"/>
                  <a:pt x="729" y="53"/>
                </a:cubicBezTo>
                <a:cubicBezTo>
                  <a:pt x="751" y="15"/>
                  <a:pt x="760" y="13"/>
                  <a:pt x="759" y="10"/>
                </a:cubicBezTo>
                <a:cubicBezTo>
                  <a:pt x="752" y="12"/>
                  <a:pt x="750" y="14"/>
                  <a:pt x="749" y="17"/>
                </a:cubicBezTo>
                <a:cubicBezTo>
                  <a:pt x="722" y="50"/>
                  <a:pt x="719" y="46"/>
                  <a:pt x="715" y="51"/>
                </a:cubicBezTo>
                <a:cubicBezTo>
                  <a:pt x="696" y="86"/>
                  <a:pt x="689" y="94"/>
                  <a:pt x="687" y="103"/>
                </a:cubicBezTo>
                <a:cubicBezTo>
                  <a:pt x="667" y="145"/>
                  <a:pt x="670" y="146"/>
                  <a:pt x="670" y="148"/>
                </a:cubicBezTo>
                <a:cubicBezTo>
                  <a:pt x="662" y="166"/>
                  <a:pt x="660" y="175"/>
                  <a:pt x="659" y="185"/>
                </a:cubicBezTo>
                <a:cubicBezTo>
                  <a:pt x="655" y="217"/>
                  <a:pt x="655" y="222"/>
                  <a:pt x="653" y="226"/>
                </a:cubicBezTo>
                <a:cubicBezTo>
                  <a:pt x="646" y="259"/>
                  <a:pt x="650" y="265"/>
                  <a:pt x="650" y="270"/>
                </a:cubicBezTo>
                <a:cubicBezTo>
                  <a:pt x="632" y="316"/>
                  <a:pt x="637" y="319"/>
                  <a:pt x="630" y="321"/>
                </a:cubicBezTo>
                <a:cubicBezTo>
                  <a:pt x="630" y="285"/>
                  <a:pt x="633" y="283"/>
                  <a:pt x="633" y="280"/>
                </a:cubicBezTo>
                <a:cubicBezTo>
                  <a:pt x="637" y="248"/>
                  <a:pt x="637" y="243"/>
                  <a:pt x="639" y="238"/>
                </a:cubicBezTo>
                <a:cubicBezTo>
                  <a:pt x="639" y="222"/>
                  <a:pt x="641" y="220"/>
                  <a:pt x="641" y="217"/>
                </a:cubicBezTo>
                <a:cubicBezTo>
                  <a:pt x="649" y="175"/>
                  <a:pt x="652" y="166"/>
                  <a:pt x="654" y="157"/>
                </a:cubicBezTo>
                <a:cubicBezTo>
                  <a:pt x="673" y="112"/>
                  <a:pt x="670" y="107"/>
                  <a:pt x="677" y="103"/>
                </a:cubicBezTo>
                <a:cubicBezTo>
                  <a:pt x="690" y="65"/>
                  <a:pt x="699" y="63"/>
                  <a:pt x="694" y="59"/>
                </a:cubicBezTo>
                <a:cubicBezTo>
                  <a:pt x="663" y="118"/>
                  <a:pt x="658" y="124"/>
                  <a:pt x="654" y="130"/>
                </a:cubicBezTo>
                <a:cubicBezTo>
                  <a:pt x="644" y="160"/>
                  <a:pt x="640" y="163"/>
                  <a:pt x="644" y="166"/>
                </a:cubicBezTo>
                <a:cubicBezTo>
                  <a:pt x="632" y="198"/>
                  <a:pt x="638" y="202"/>
                  <a:pt x="632" y="204"/>
                </a:cubicBezTo>
                <a:cubicBezTo>
                  <a:pt x="630" y="226"/>
                  <a:pt x="628" y="229"/>
                  <a:pt x="630" y="233"/>
                </a:cubicBezTo>
                <a:cubicBezTo>
                  <a:pt x="624" y="286"/>
                  <a:pt x="621" y="292"/>
                  <a:pt x="621" y="298"/>
                </a:cubicBezTo>
                <a:cubicBezTo>
                  <a:pt x="622" y="314"/>
                  <a:pt x="617" y="316"/>
                  <a:pt x="621" y="318"/>
                </a:cubicBezTo>
                <a:cubicBezTo>
                  <a:pt x="615" y="341"/>
                  <a:pt x="613" y="344"/>
                  <a:pt x="612" y="347"/>
                </a:cubicBezTo>
                <a:cubicBezTo>
                  <a:pt x="610" y="337"/>
                  <a:pt x="612" y="332"/>
                  <a:pt x="615" y="327"/>
                </a:cubicBezTo>
                <a:cubicBezTo>
                  <a:pt x="612" y="290"/>
                  <a:pt x="621" y="286"/>
                  <a:pt x="616" y="280"/>
                </a:cubicBezTo>
                <a:cubicBezTo>
                  <a:pt x="615" y="259"/>
                  <a:pt x="621" y="255"/>
                  <a:pt x="620" y="250"/>
                </a:cubicBezTo>
                <a:cubicBezTo>
                  <a:pt x="624" y="201"/>
                  <a:pt x="625" y="198"/>
                  <a:pt x="626" y="196"/>
                </a:cubicBezTo>
                <a:cubicBezTo>
                  <a:pt x="635" y="171"/>
                  <a:pt x="633" y="168"/>
                  <a:pt x="634" y="166"/>
                </a:cubicBezTo>
                <a:cubicBezTo>
                  <a:pt x="642" y="141"/>
                  <a:pt x="642" y="139"/>
                  <a:pt x="642" y="136"/>
                </a:cubicBezTo>
                <a:cubicBezTo>
                  <a:pt x="655" y="109"/>
                  <a:pt x="657" y="104"/>
                  <a:pt x="662" y="99"/>
                </a:cubicBezTo>
                <a:cubicBezTo>
                  <a:pt x="645" y="113"/>
                  <a:pt x="645" y="122"/>
                  <a:pt x="637" y="130"/>
                </a:cubicBezTo>
                <a:cubicBezTo>
                  <a:pt x="617" y="197"/>
                  <a:pt x="614" y="202"/>
                  <a:pt x="614" y="207"/>
                </a:cubicBezTo>
                <a:cubicBezTo>
                  <a:pt x="613" y="227"/>
                  <a:pt x="609" y="228"/>
                  <a:pt x="612" y="231"/>
                </a:cubicBezTo>
                <a:cubicBezTo>
                  <a:pt x="612" y="251"/>
                  <a:pt x="612" y="254"/>
                  <a:pt x="608" y="256"/>
                </a:cubicBezTo>
                <a:cubicBezTo>
                  <a:pt x="608" y="278"/>
                  <a:pt x="607" y="283"/>
                  <a:pt x="607" y="289"/>
                </a:cubicBezTo>
                <a:cubicBezTo>
                  <a:pt x="595" y="363"/>
                  <a:pt x="592" y="374"/>
                  <a:pt x="587" y="384"/>
                </a:cubicBezTo>
                <a:cubicBezTo>
                  <a:pt x="589" y="326"/>
                  <a:pt x="592" y="323"/>
                  <a:pt x="592" y="319"/>
                </a:cubicBezTo>
                <a:cubicBezTo>
                  <a:pt x="594" y="243"/>
                  <a:pt x="593" y="240"/>
                  <a:pt x="594" y="237"/>
                </a:cubicBezTo>
                <a:cubicBezTo>
                  <a:pt x="597" y="223"/>
                  <a:pt x="596" y="219"/>
                  <a:pt x="596" y="216"/>
                </a:cubicBezTo>
                <a:cubicBezTo>
                  <a:pt x="608" y="177"/>
                  <a:pt x="610" y="170"/>
                  <a:pt x="614" y="163"/>
                </a:cubicBezTo>
                <a:cubicBezTo>
                  <a:pt x="624" y="125"/>
                  <a:pt x="623" y="130"/>
                  <a:pt x="621" y="134"/>
                </a:cubicBezTo>
                <a:cubicBezTo>
                  <a:pt x="598" y="185"/>
                  <a:pt x="595" y="190"/>
                  <a:pt x="594" y="195"/>
                </a:cubicBezTo>
                <a:cubicBezTo>
                  <a:pt x="583" y="227"/>
                  <a:pt x="590" y="232"/>
                  <a:pt x="586" y="235"/>
                </a:cubicBezTo>
                <a:cubicBezTo>
                  <a:pt x="585" y="269"/>
                  <a:pt x="583" y="276"/>
                  <a:pt x="584" y="284"/>
                </a:cubicBezTo>
                <a:cubicBezTo>
                  <a:pt x="583" y="334"/>
                  <a:pt x="581" y="338"/>
                  <a:pt x="584" y="342"/>
                </a:cubicBezTo>
                <a:cubicBezTo>
                  <a:pt x="578" y="377"/>
                  <a:pt x="579" y="381"/>
                  <a:pt x="575" y="384"/>
                </a:cubicBezTo>
                <a:cubicBezTo>
                  <a:pt x="572" y="368"/>
                  <a:pt x="578" y="365"/>
                  <a:pt x="575" y="361"/>
                </a:cubicBezTo>
                <a:cubicBezTo>
                  <a:pt x="580" y="316"/>
                  <a:pt x="571" y="307"/>
                  <a:pt x="578" y="300"/>
                </a:cubicBezTo>
                <a:cubicBezTo>
                  <a:pt x="572" y="220"/>
                  <a:pt x="574" y="213"/>
                  <a:pt x="573" y="205"/>
                </a:cubicBezTo>
                <a:cubicBezTo>
                  <a:pt x="581" y="177"/>
                  <a:pt x="576" y="169"/>
                  <a:pt x="580" y="163"/>
                </a:cubicBezTo>
                <a:cubicBezTo>
                  <a:pt x="594" y="117"/>
                  <a:pt x="601" y="111"/>
                  <a:pt x="598" y="103"/>
                </a:cubicBezTo>
                <a:cubicBezTo>
                  <a:pt x="577" y="151"/>
                  <a:pt x="576" y="154"/>
                  <a:pt x="573" y="156"/>
                </a:cubicBezTo>
                <a:cubicBezTo>
                  <a:pt x="562" y="241"/>
                  <a:pt x="563" y="252"/>
                  <a:pt x="564" y="263"/>
                </a:cubicBezTo>
                <a:cubicBezTo>
                  <a:pt x="569" y="302"/>
                  <a:pt x="564" y="307"/>
                  <a:pt x="568" y="312"/>
                </a:cubicBezTo>
                <a:cubicBezTo>
                  <a:pt x="566" y="341"/>
                  <a:pt x="565" y="352"/>
                  <a:pt x="568" y="364"/>
                </a:cubicBezTo>
                <a:cubicBezTo>
                  <a:pt x="553" y="423"/>
                  <a:pt x="553" y="420"/>
                  <a:pt x="555" y="417"/>
                </a:cubicBezTo>
                <a:cubicBezTo>
                  <a:pt x="556" y="394"/>
                  <a:pt x="560" y="392"/>
                  <a:pt x="558" y="388"/>
                </a:cubicBezTo>
                <a:cubicBezTo>
                  <a:pt x="561" y="333"/>
                  <a:pt x="563" y="331"/>
                  <a:pt x="562" y="329"/>
                </a:cubicBezTo>
                <a:cubicBezTo>
                  <a:pt x="559" y="274"/>
                  <a:pt x="553" y="255"/>
                  <a:pt x="554" y="236"/>
                </a:cubicBezTo>
                <a:cubicBezTo>
                  <a:pt x="554" y="218"/>
                  <a:pt x="555" y="214"/>
                  <a:pt x="554" y="209"/>
                </a:cubicBezTo>
                <a:cubicBezTo>
                  <a:pt x="559" y="193"/>
                  <a:pt x="557" y="190"/>
                  <a:pt x="559" y="188"/>
                </a:cubicBezTo>
                <a:cubicBezTo>
                  <a:pt x="569" y="145"/>
                  <a:pt x="573" y="136"/>
                  <a:pt x="573" y="126"/>
                </a:cubicBezTo>
                <a:cubicBezTo>
                  <a:pt x="557" y="167"/>
                  <a:pt x="554" y="173"/>
                  <a:pt x="555" y="179"/>
                </a:cubicBezTo>
                <a:cubicBezTo>
                  <a:pt x="548" y="204"/>
                  <a:pt x="545" y="211"/>
                  <a:pt x="547" y="219"/>
                </a:cubicBezTo>
                <a:cubicBezTo>
                  <a:pt x="545" y="249"/>
                  <a:pt x="547" y="257"/>
                  <a:pt x="548" y="265"/>
                </a:cubicBezTo>
                <a:cubicBezTo>
                  <a:pt x="553" y="302"/>
                  <a:pt x="551" y="305"/>
                  <a:pt x="550" y="308"/>
                </a:cubicBezTo>
                <a:cubicBezTo>
                  <a:pt x="556" y="350"/>
                  <a:pt x="553" y="352"/>
                  <a:pt x="554" y="354"/>
                </a:cubicBezTo>
                <a:cubicBezTo>
                  <a:pt x="551" y="391"/>
                  <a:pt x="544" y="394"/>
                  <a:pt x="549" y="399"/>
                </a:cubicBezTo>
                <a:cubicBezTo>
                  <a:pt x="548" y="423"/>
                  <a:pt x="541" y="425"/>
                  <a:pt x="543" y="428"/>
                </a:cubicBezTo>
                <a:cubicBezTo>
                  <a:pt x="534" y="435"/>
                  <a:pt x="534" y="428"/>
                  <a:pt x="538" y="422"/>
                </a:cubicBezTo>
                <a:cubicBezTo>
                  <a:pt x="537" y="386"/>
                  <a:pt x="541" y="383"/>
                  <a:pt x="540" y="379"/>
                </a:cubicBezTo>
                <a:cubicBezTo>
                  <a:pt x="538" y="342"/>
                  <a:pt x="537" y="338"/>
                  <a:pt x="538" y="333"/>
                </a:cubicBezTo>
                <a:cubicBezTo>
                  <a:pt x="535" y="297"/>
                  <a:pt x="532" y="288"/>
                  <a:pt x="531" y="280"/>
                </a:cubicBezTo>
                <a:cubicBezTo>
                  <a:pt x="528" y="237"/>
                  <a:pt x="531" y="236"/>
                  <a:pt x="530" y="234"/>
                </a:cubicBezTo>
                <a:cubicBezTo>
                  <a:pt x="531" y="195"/>
                  <a:pt x="535" y="192"/>
                  <a:pt x="534" y="187"/>
                </a:cubicBezTo>
                <a:cubicBezTo>
                  <a:pt x="537" y="169"/>
                  <a:pt x="538" y="165"/>
                  <a:pt x="539" y="161"/>
                </a:cubicBezTo>
                <a:cubicBezTo>
                  <a:pt x="534" y="156"/>
                  <a:pt x="534" y="160"/>
                  <a:pt x="532" y="164"/>
                </a:cubicBezTo>
                <a:cubicBezTo>
                  <a:pt x="527" y="184"/>
                  <a:pt x="527" y="187"/>
                  <a:pt x="528" y="189"/>
                </a:cubicBezTo>
                <a:cubicBezTo>
                  <a:pt x="521" y="228"/>
                  <a:pt x="522" y="230"/>
                  <a:pt x="522" y="232"/>
                </a:cubicBezTo>
                <a:cubicBezTo>
                  <a:pt x="521" y="256"/>
                  <a:pt x="520" y="257"/>
                  <a:pt x="522" y="259"/>
                </a:cubicBezTo>
                <a:cubicBezTo>
                  <a:pt x="527" y="285"/>
                  <a:pt x="520" y="288"/>
                  <a:pt x="524" y="293"/>
                </a:cubicBezTo>
                <a:cubicBezTo>
                  <a:pt x="532" y="343"/>
                  <a:pt x="530" y="351"/>
                  <a:pt x="534" y="361"/>
                </a:cubicBezTo>
                <a:cubicBezTo>
                  <a:pt x="531" y="378"/>
                  <a:pt x="529" y="380"/>
                  <a:pt x="532" y="382"/>
                </a:cubicBezTo>
                <a:cubicBezTo>
                  <a:pt x="530" y="417"/>
                  <a:pt x="530" y="421"/>
                  <a:pt x="528" y="424"/>
                </a:cubicBezTo>
                <a:cubicBezTo>
                  <a:pt x="523" y="442"/>
                  <a:pt x="525" y="445"/>
                  <a:pt x="522" y="444"/>
                </a:cubicBezTo>
                <a:cubicBezTo>
                  <a:pt x="523" y="396"/>
                  <a:pt x="516" y="383"/>
                  <a:pt x="519" y="372"/>
                </a:cubicBezTo>
                <a:cubicBezTo>
                  <a:pt x="517" y="348"/>
                  <a:pt x="514" y="341"/>
                  <a:pt x="515" y="335"/>
                </a:cubicBezTo>
                <a:cubicBezTo>
                  <a:pt x="506" y="291"/>
                  <a:pt x="509" y="286"/>
                  <a:pt x="507" y="280"/>
                </a:cubicBezTo>
                <a:cubicBezTo>
                  <a:pt x="508" y="220"/>
                  <a:pt x="509" y="215"/>
                  <a:pt x="510" y="209"/>
                </a:cubicBezTo>
                <a:cubicBezTo>
                  <a:pt x="513" y="185"/>
                  <a:pt x="512" y="178"/>
                  <a:pt x="516" y="173"/>
                </a:cubicBezTo>
                <a:cubicBezTo>
                  <a:pt x="515" y="159"/>
                  <a:pt x="514" y="162"/>
                  <a:pt x="512" y="164"/>
                </a:cubicBezTo>
                <a:cubicBezTo>
                  <a:pt x="505" y="191"/>
                  <a:pt x="507" y="196"/>
                  <a:pt x="504" y="201"/>
                </a:cubicBezTo>
                <a:cubicBezTo>
                  <a:pt x="500" y="221"/>
                  <a:pt x="502" y="226"/>
                  <a:pt x="501" y="230"/>
                </a:cubicBezTo>
                <a:cubicBezTo>
                  <a:pt x="498" y="248"/>
                  <a:pt x="500" y="251"/>
                  <a:pt x="500" y="253"/>
                </a:cubicBezTo>
                <a:cubicBezTo>
                  <a:pt x="496" y="271"/>
                  <a:pt x="502" y="275"/>
                  <a:pt x="498" y="277"/>
                </a:cubicBezTo>
                <a:cubicBezTo>
                  <a:pt x="497" y="300"/>
                  <a:pt x="497" y="294"/>
                  <a:pt x="497" y="290"/>
                </a:cubicBezTo>
                <a:cubicBezTo>
                  <a:pt x="494" y="271"/>
                  <a:pt x="495" y="268"/>
                  <a:pt x="495" y="266"/>
                </a:cubicBezTo>
                <a:cubicBezTo>
                  <a:pt x="494" y="202"/>
                  <a:pt x="495" y="187"/>
                  <a:pt x="499" y="173"/>
                </a:cubicBezTo>
                <a:cubicBezTo>
                  <a:pt x="501" y="135"/>
                  <a:pt x="510" y="133"/>
                  <a:pt x="503" y="128"/>
                </a:cubicBezTo>
                <a:cubicBezTo>
                  <a:pt x="490" y="173"/>
                  <a:pt x="490" y="178"/>
                  <a:pt x="489" y="183"/>
                </a:cubicBezTo>
                <a:cubicBezTo>
                  <a:pt x="485" y="220"/>
                  <a:pt x="485" y="223"/>
                  <a:pt x="485" y="225"/>
                </a:cubicBezTo>
                <a:cubicBezTo>
                  <a:pt x="484" y="256"/>
                  <a:pt x="483" y="258"/>
                  <a:pt x="486" y="261"/>
                </a:cubicBezTo>
                <a:cubicBezTo>
                  <a:pt x="484" y="277"/>
                  <a:pt x="489" y="280"/>
                  <a:pt x="487" y="282"/>
                </a:cubicBezTo>
                <a:cubicBezTo>
                  <a:pt x="498" y="337"/>
                  <a:pt x="496" y="347"/>
                  <a:pt x="502" y="357"/>
                </a:cubicBezTo>
                <a:cubicBezTo>
                  <a:pt x="506" y="408"/>
                  <a:pt x="505" y="413"/>
                  <a:pt x="503" y="418"/>
                </a:cubicBezTo>
                <a:cubicBezTo>
                  <a:pt x="505" y="450"/>
                  <a:pt x="505" y="453"/>
                  <a:pt x="503" y="455"/>
                </a:cubicBezTo>
                <a:cubicBezTo>
                  <a:pt x="499" y="471"/>
                  <a:pt x="503" y="479"/>
                  <a:pt x="498" y="475"/>
                </a:cubicBezTo>
                <a:cubicBezTo>
                  <a:pt x="493" y="426"/>
                  <a:pt x="495" y="423"/>
                  <a:pt x="495" y="419"/>
                </a:cubicBezTo>
                <a:cubicBezTo>
                  <a:pt x="485" y="375"/>
                  <a:pt x="480" y="366"/>
                  <a:pt x="483" y="359"/>
                </a:cubicBezTo>
                <a:cubicBezTo>
                  <a:pt x="470" y="321"/>
                  <a:pt x="476" y="319"/>
                  <a:pt x="470" y="314"/>
                </a:cubicBezTo>
                <a:cubicBezTo>
                  <a:pt x="459" y="218"/>
                  <a:pt x="466" y="212"/>
                  <a:pt x="462" y="204"/>
                </a:cubicBezTo>
                <a:cubicBezTo>
                  <a:pt x="457" y="195"/>
                  <a:pt x="457" y="204"/>
                  <a:pt x="457" y="213"/>
                </a:cubicBezTo>
                <a:cubicBezTo>
                  <a:pt x="457" y="232"/>
                  <a:pt x="452" y="236"/>
                  <a:pt x="455" y="241"/>
                </a:cubicBezTo>
                <a:cubicBezTo>
                  <a:pt x="454" y="275"/>
                  <a:pt x="459" y="280"/>
                  <a:pt x="456" y="285"/>
                </a:cubicBezTo>
                <a:cubicBezTo>
                  <a:pt x="462" y="317"/>
                  <a:pt x="462" y="322"/>
                  <a:pt x="465" y="327"/>
                </a:cubicBezTo>
                <a:cubicBezTo>
                  <a:pt x="475" y="362"/>
                  <a:pt x="473" y="368"/>
                  <a:pt x="475" y="375"/>
                </a:cubicBezTo>
                <a:cubicBezTo>
                  <a:pt x="478" y="394"/>
                  <a:pt x="483" y="397"/>
                  <a:pt x="481" y="400"/>
                </a:cubicBezTo>
                <a:cubicBezTo>
                  <a:pt x="484" y="436"/>
                  <a:pt x="490" y="444"/>
                  <a:pt x="487" y="449"/>
                </a:cubicBezTo>
                <a:cubicBezTo>
                  <a:pt x="483" y="480"/>
                  <a:pt x="490" y="485"/>
                  <a:pt x="488" y="488"/>
                </a:cubicBezTo>
                <a:cubicBezTo>
                  <a:pt x="483" y="503"/>
                  <a:pt x="485" y="499"/>
                  <a:pt x="485" y="495"/>
                </a:cubicBezTo>
                <a:cubicBezTo>
                  <a:pt x="486" y="464"/>
                  <a:pt x="482" y="459"/>
                  <a:pt x="483" y="454"/>
                </a:cubicBezTo>
                <a:cubicBezTo>
                  <a:pt x="474" y="394"/>
                  <a:pt x="466" y="388"/>
                  <a:pt x="469" y="384"/>
                </a:cubicBezTo>
                <a:cubicBezTo>
                  <a:pt x="462" y="348"/>
                  <a:pt x="459" y="346"/>
                  <a:pt x="457" y="346"/>
                </a:cubicBezTo>
                <a:cubicBezTo>
                  <a:pt x="449" y="328"/>
                  <a:pt x="460" y="322"/>
                  <a:pt x="453" y="324"/>
                </a:cubicBezTo>
                <a:cubicBezTo>
                  <a:pt x="446" y="286"/>
                  <a:pt x="449" y="281"/>
                  <a:pt x="445" y="276"/>
                </a:cubicBezTo>
                <a:cubicBezTo>
                  <a:pt x="449" y="241"/>
                  <a:pt x="443" y="235"/>
                  <a:pt x="444" y="230"/>
                </a:cubicBezTo>
                <a:cubicBezTo>
                  <a:pt x="450" y="210"/>
                  <a:pt x="442" y="203"/>
                  <a:pt x="449" y="199"/>
                </a:cubicBezTo>
                <a:cubicBezTo>
                  <a:pt x="454" y="163"/>
                  <a:pt x="461" y="159"/>
                  <a:pt x="458" y="153"/>
                </a:cubicBezTo>
                <a:cubicBezTo>
                  <a:pt x="444" y="191"/>
                  <a:pt x="439" y="200"/>
                  <a:pt x="440" y="211"/>
                </a:cubicBezTo>
                <a:cubicBezTo>
                  <a:pt x="435" y="250"/>
                  <a:pt x="436" y="261"/>
                  <a:pt x="437" y="271"/>
                </a:cubicBezTo>
                <a:cubicBezTo>
                  <a:pt x="442" y="313"/>
                  <a:pt x="444" y="323"/>
                  <a:pt x="448" y="335"/>
                </a:cubicBezTo>
                <a:cubicBezTo>
                  <a:pt x="458" y="387"/>
                  <a:pt x="461" y="393"/>
                  <a:pt x="460" y="398"/>
                </a:cubicBezTo>
                <a:cubicBezTo>
                  <a:pt x="473" y="464"/>
                  <a:pt x="476" y="471"/>
                  <a:pt x="475" y="477"/>
                </a:cubicBezTo>
                <a:cubicBezTo>
                  <a:pt x="472" y="519"/>
                  <a:pt x="470" y="522"/>
                  <a:pt x="473" y="526"/>
                </a:cubicBezTo>
                <a:cubicBezTo>
                  <a:pt x="466" y="546"/>
                  <a:pt x="465" y="547"/>
                  <a:pt x="465" y="548"/>
                </a:cubicBezTo>
                <a:cubicBezTo>
                  <a:pt x="459" y="507"/>
                  <a:pt x="462" y="504"/>
                  <a:pt x="463" y="501"/>
                </a:cubicBezTo>
                <a:cubicBezTo>
                  <a:pt x="458" y="462"/>
                  <a:pt x="451" y="454"/>
                  <a:pt x="451" y="448"/>
                </a:cubicBezTo>
                <a:cubicBezTo>
                  <a:pt x="436" y="412"/>
                  <a:pt x="440" y="409"/>
                  <a:pt x="436" y="405"/>
                </a:cubicBezTo>
                <a:cubicBezTo>
                  <a:pt x="427" y="372"/>
                  <a:pt x="429" y="369"/>
                  <a:pt x="426" y="365"/>
                </a:cubicBezTo>
                <a:cubicBezTo>
                  <a:pt x="421" y="351"/>
                  <a:pt x="423" y="350"/>
                  <a:pt x="421" y="347"/>
                </a:cubicBezTo>
                <a:cubicBezTo>
                  <a:pt x="417" y="313"/>
                  <a:pt x="414" y="309"/>
                  <a:pt x="415" y="305"/>
                </a:cubicBezTo>
                <a:cubicBezTo>
                  <a:pt x="416" y="260"/>
                  <a:pt x="418" y="257"/>
                  <a:pt x="414" y="253"/>
                </a:cubicBezTo>
                <a:cubicBezTo>
                  <a:pt x="416" y="237"/>
                  <a:pt x="416" y="229"/>
                  <a:pt x="414" y="222"/>
                </a:cubicBezTo>
                <a:cubicBezTo>
                  <a:pt x="416" y="200"/>
                  <a:pt x="418" y="197"/>
                  <a:pt x="418" y="194"/>
                </a:cubicBezTo>
                <a:cubicBezTo>
                  <a:pt x="414" y="206"/>
                  <a:pt x="410" y="211"/>
                  <a:pt x="412" y="216"/>
                </a:cubicBezTo>
                <a:cubicBezTo>
                  <a:pt x="409" y="236"/>
                  <a:pt x="410" y="242"/>
                  <a:pt x="410" y="247"/>
                </a:cubicBezTo>
                <a:cubicBezTo>
                  <a:pt x="407" y="327"/>
                  <a:pt x="412" y="332"/>
                  <a:pt x="410" y="335"/>
                </a:cubicBezTo>
                <a:cubicBezTo>
                  <a:pt x="414" y="368"/>
                  <a:pt x="422" y="373"/>
                  <a:pt x="420" y="377"/>
                </a:cubicBezTo>
                <a:cubicBezTo>
                  <a:pt x="438" y="439"/>
                  <a:pt x="445" y="459"/>
                  <a:pt x="448" y="477"/>
                </a:cubicBezTo>
                <a:cubicBezTo>
                  <a:pt x="451" y="509"/>
                  <a:pt x="452" y="514"/>
                  <a:pt x="453" y="518"/>
                </a:cubicBezTo>
                <a:cubicBezTo>
                  <a:pt x="449" y="518"/>
                  <a:pt x="452" y="515"/>
                  <a:pt x="448" y="512"/>
                </a:cubicBezTo>
                <a:cubicBezTo>
                  <a:pt x="443" y="484"/>
                  <a:pt x="442" y="477"/>
                  <a:pt x="441" y="470"/>
                </a:cubicBezTo>
                <a:cubicBezTo>
                  <a:pt x="432" y="436"/>
                  <a:pt x="429" y="432"/>
                  <a:pt x="428" y="428"/>
                </a:cubicBezTo>
                <a:cubicBezTo>
                  <a:pt x="416" y="393"/>
                  <a:pt x="413" y="389"/>
                  <a:pt x="414" y="386"/>
                </a:cubicBezTo>
                <a:cubicBezTo>
                  <a:pt x="407" y="359"/>
                  <a:pt x="405" y="356"/>
                  <a:pt x="403" y="350"/>
                </a:cubicBezTo>
                <a:cubicBezTo>
                  <a:pt x="401" y="334"/>
                  <a:pt x="403" y="333"/>
                  <a:pt x="403" y="333"/>
                </a:cubicBezTo>
                <a:cubicBezTo>
                  <a:pt x="401" y="321"/>
                  <a:pt x="400" y="317"/>
                  <a:pt x="399" y="314"/>
                </a:cubicBezTo>
                <a:cubicBezTo>
                  <a:pt x="395" y="298"/>
                  <a:pt x="397" y="295"/>
                  <a:pt x="396" y="293"/>
                </a:cubicBezTo>
                <a:cubicBezTo>
                  <a:pt x="390" y="256"/>
                  <a:pt x="396" y="250"/>
                  <a:pt x="392" y="243"/>
                </a:cubicBezTo>
                <a:cubicBezTo>
                  <a:pt x="394" y="217"/>
                  <a:pt x="395" y="215"/>
                  <a:pt x="395" y="213"/>
                </a:cubicBezTo>
                <a:cubicBezTo>
                  <a:pt x="388" y="211"/>
                  <a:pt x="391" y="212"/>
                  <a:pt x="391" y="214"/>
                </a:cubicBezTo>
                <a:cubicBezTo>
                  <a:pt x="386" y="231"/>
                  <a:pt x="389" y="235"/>
                  <a:pt x="386" y="237"/>
                </a:cubicBezTo>
                <a:cubicBezTo>
                  <a:pt x="387" y="268"/>
                  <a:pt x="385" y="271"/>
                  <a:pt x="388" y="275"/>
                </a:cubicBezTo>
                <a:cubicBezTo>
                  <a:pt x="391" y="325"/>
                  <a:pt x="397" y="338"/>
                  <a:pt x="393" y="350"/>
                </a:cubicBezTo>
                <a:cubicBezTo>
                  <a:pt x="405" y="382"/>
                  <a:pt x="403" y="390"/>
                  <a:pt x="408" y="398"/>
                </a:cubicBezTo>
                <a:cubicBezTo>
                  <a:pt x="419" y="430"/>
                  <a:pt x="421" y="438"/>
                  <a:pt x="423" y="446"/>
                </a:cubicBezTo>
                <a:cubicBezTo>
                  <a:pt x="436" y="483"/>
                  <a:pt x="432" y="487"/>
                  <a:pt x="436" y="491"/>
                </a:cubicBezTo>
                <a:cubicBezTo>
                  <a:pt x="440" y="554"/>
                  <a:pt x="443" y="558"/>
                  <a:pt x="443" y="562"/>
                </a:cubicBezTo>
                <a:cubicBezTo>
                  <a:pt x="428" y="572"/>
                  <a:pt x="429" y="568"/>
                  <a:pt x="430" y="564"/>
                </a:cubicBezTo>
                <a:cubicBezTo>
                  <a:pt x="417" y="498"/>
                  <a:pt x="416" y="485"/>
                  <a:pt x="415" y="472"/>
                </a:cubicBezTo>
                <a:cubicBezTo>
                  <a:pt x="409" y="449"/>
                  <a:pt x="405" y="442"/>
                  <a:pt x="406" y="436"/>
                </a:cubicBezTo>
                <a:cubicBezTo>
                  <a:pt x="401" y="421"/>
                  <a:pt x="398" y="415"/>
                  <a:pt x="398" y="411"/>
                </a:cubicBezTo>
                <a:cubicBezTo>
                  <a:pt x="393" y="374"/>
                  <a:pt x="387" y="375"/>
                  <a:pt x="389" y="372"/>
                </a:cubicBezTo>
                <a:cubicBezTo>
                  <a:pt x="382" y="312"/>
                  <a:pt x="377" y="293"/>
                  <a:pt x="381" y="275"/>
                </a:cubicBezTo>
                <a:cubicBezTo>
                  <a:pt x="385" y="244"/>
                  <a:pt x="380" y="238"/>
                  <a:pt x="383" y="234"/>
                </a:cubicBezTo>
                <a:cubicBezTo>
                  <a:pt x="377" y="239"/>
                  <a:pt x="376" y="242"/>
                  <a:pt x="376" y="244"/>
                </a:cubicBezTo>
                <a:cubicBezTo>
                  <a:pt x="375" y="300"/>
                  <a:pt x="373" y="312"/>
                  <a:pt x="372" y="324"/>
                </a:cubicBezTo>
                <a:cubicBezTo>
                  <a:pt x="386" y="402"/>
                  <a:pt x="389" y="407"/>
                  <a:pt x="389" y="412"/>
                </a:cubicBezTo>
                <a:cubicBezTo>
                  <a:pt x="411" y="512"/>
                  <a:pt x="416" y="522"/>
                  <a:pt x="416" y="532"/>
                </a:cubicBezTo>
                <a:cubicBezTo>
                  <a:pt x="418" y="573"/>
                  <a:pt x="419" y="584"/>
                  <a:pt x="420" y="595"/>
                </a:cubicBezTo>
                <a:cubicBezTo>
                  <a:pt x="411" y="622"/>
                  <a:pt x="419" y="616"/>
                  <a:pt x="413" y="608"/>
                </a:cubicBezTo>
                <a:cubicBezTo>
                  <a:pt x="406" y="541"/>
                  <a:pt x="407" y="534"/>
                  <a:pt x="403" y="527"/>
                </a:cubicBezTo>
                <a:cubicBezTo>
                  <a:pt x="394" y="499"/>
                  <a:pt x="398" y="493"/>
                  <a:pt x="395" y="486"/>
                </a:cubicBezTo>
                <a:cubicBezTo>
                  <a:pt x="376" y="417"/>
                  <a:pt x="378" y="413"/>
                  <a:pt x="374" y="408"/>
                </a:cubicBezTo>
                <a:cubicBezTo>
                  <a:pt x="370" y="378"/>
                  <a:pt x="365" y="372"/>
                  <a:pt x="367" y="369"/>
                </a:cubicBezTo>
                <a:cubicBezTo>
                  <a:pt x="363" y="308"/>
                  <a:pt x="356" y="298"/>
                  <a:pt x="360" y="290"/>
                </a:cubicBezTo>
                <a:cubicBezTo>
                  <a:pt x="362" y="248"/>
                  <a:pt x="362" y="244"/>
                  <a:pt x="362" y="239"/>
                </a:cubicBezTo>
                <a:cubicBezTo>
                  <a:pt x="363" y="220"/>
                  <a:pt x="361" y="223"/>
                  <a:pt x="360" y="226"/>
                </a:cubicBezTo>
                <a:cubicBezTo>
                  <a:pt x="358" y="241"/>
                  <a:pt x="353" y="244"/>
                  <a:pt x="357" y="248"/>
                </a:cubicBezTo>
                <a:cubicBezTo>
                  <a:pt x="352" y="267"/>
                  <a:pt x="356" y="270"/>
                  <a:pt x="351" y="272"/>
                </a:cubicBezTo>
                <a:cubicBezTo>
                  <a:pt x="350" y="303"/>
                  <a:pt x="355" y="306"/>
                  <a:pt x="353" y="308"/>
                </a:cubicBezTo>
                <a:cubicBezTo>
                  <a:pt x="351" y="332"/>
                  <a:pt x="356" y="338"/>
                  <a:pt x="353" y="342"/>
                </a:cubicBezTo>
                <a:cubicBezTo>
                  <a:pt x="363" y="389"/>
                  <a:pt x="362" y="393"/>
                  <a:pt x="367" y="398"/>
                </a:cubicBezTo>
                <a:cubicBezTo>
                  <a:pt x="367" y="433"/>
                  <a:pt x="379" y="443"/>
                  <a:pt x="375" y="451"/>
                </a:cubicBezTo>
                <a:cubicBezTo>
                  <a:pt x="395" y="536"/>
                  <a:pt x="399" y="541"/>
                  <a:pt x="399" y="545"/>
                </a:cubicBezTo>
                <a:cubicBezTo>
                  <a:pt x="400" y="576"/>
                  <a:pt x="402" y="581"/>
                  <a:pt x="406" y="586"/>
                </a:cubicBezTo>
                <a:cubicBezTo>
                  <a:pt x="406" y="605"/>
                  <a:pt x="405" y="608"/>
                  <a:pt x="404" y="610"/>
                </a:cubicBezTo>
                <a:cubicBezTo>
                  <a:pt x="402" y="627"/>
                  <a:pt x="408" y="632"/>
                  <a:pt x="403" y="635"/>
                </a:cubicBezTo>
                <a:cubicBezTo>
                  <a:pt x="396" y="601"/>
                  <a:pt x="401" y="597"/>
                  <a:pt x="398" y="592"/>
                </a:cubicBezTo>
                <a:cubicBezTo>
                  <a:pt x="383" y="512"/>
                  <a:pt x="375" y="506"/>
                  <a:pt x="377" y="501"/>
                </a:cubicBezTo>
                <a:cubicBezTo>
                  <a:pt x="354" y="435"/>
                  <a:pt x="354" y="416"/>
                  <a:pt x="344" y="395"/>
                </a:cubicBezTo>
                <a:cubicBezTo>
                  <a:pt x="338" y="338"/>
                  <a:pt x="338" y="335"/>
                  <a:pt x="339" y="333"/>
                </a:cubicBezTo>
                <a:cubicBezTo>
                  <a:pt x="340" y="299"/>
                  <a:pt x="336" y="293"/>
                  <a:pt x="338" y="287"/>
                </a:cubicBezTo>
                <a:cubicBezTo>
                  <a:pt x="331" y="289"/>
                  <a:pt x="332" y="300"/>
                  <a:pt x="330" y="310"/>
                </a:cubicBezTo>
                <a:cubicBezTo>
                  <a:pt x="334" y="336"/>
                  <a:pt x="329" y="338"/>
                  <a:pt x="333" y="342"/>
                </a:cubicBezTo>
                <a:cubicBezTo>
                  <a:pt x="337" y="378"/>
                  <a:pt x="335" y="383"/>
                  <a:pt x="337" y="388"/>
                </a:cubicBezTo>
                <a:cubicBezTo>
                  <a:pt x="337" y="409"/>
                  <a:pt x="345" y="415"/>
                  <a:pt x="343" y="420"/>
                </a:cubicBezTo>
                <a:cubicBezTo>
                  <a:pt x="357" y="454"/>
                  <a:pt x="351" y="461"/>
                  <a:pt x="357" y="467"/>
                </a:cubicBezTo>
                <a:cubicBezTo>
                  <a:pt x="369" y="497"/>
                  <a:pt x="364" y="504"/>
                  <a:pt x="368" y="506"/>
                </a:cubicBezTo>
                <a:cubicBezTo>
                  <a:pt x="379" y="543"/>
                  <a:pt x="382" y="551"/>
                  <a:pt x="384" y="558"/>
                </a:cubicBezTo>
                <a:cubicBezTo>
                  <a:pt x="390" y="600"/>
                  <a:pt x="393" y="605"/>
                  <a:pt x="388" y="609"/>
                </a:cubicBezTo>
                <a:cubicBezTo>
                  <a:pt x="376" y="559"/>
                  <a:pt x="371" y="556"/>
                  <a:pt x="373" y="554"/>
                </a:cubicBezTo>
                <a:cubicBezTo>
                  <a:pt x="357" y="504"/>
                  <a:pt x="350" y="497"/>
                  <a:pt x="350" y="491"/>
                </a:cubicBezTo>
                <a:cubicBezTo>
                  <a:pt x="323" y="433"/>
                  <a:pt x="327" y="431"/>
                  <a:pt x="324" y="427"/>
                </a:cubicBezTo>
                <a:cubicBezTo>
                  <a:pt x="313" y="386"/>
                  <a:pt x="309" y="374"/>
                  <a:pt x="308" y="362"/>
                </a:cubicBezTo>
                <a:cubicBezTo>
                  <a:pt x="306" y="320"/>
                  <a:pt x="303" y="314"/>
                  <a:pt x="304" y="308"/>
                </a:cubicBezTo>
                <a:cubicBezTo>
                  <a:pt x="303" y="284"/>
                  <a:pt x="306" y="279"/>
                  <a:pt x="306" y="273"/>
                </a:cubicBezTo>
                <a:cubicBezTo>
                  <a:pt x="300" y="263"/>
                  <a:pt x="301" y="273"/>
                  <a:pt x="300" y="282"/>
                </a:cubicBezTo>
                <a:cubicBezTo>
                  <a:pt x="298" y="301"/>
                  <a:pt x="297" y="305"/>
                  <a:pt x="295" y="310"/>
                </a:cubicBezTo>
                <a:cubicBezTo>
                  <a:pt x="307" y="382"/>
                  <a:pt x="302" y="391"/>
                  <a:pt x="310" y="402"/>
                </a:cubicBezTo>
                <a:cubicBezTo>
                  <a:pt x="317" y="439"/>
                  <a:pt x="325" y="446"/>
                  <a:pt x="323" y="450"/>
                </a:cubicBezTo>
                <a:cubicBezTo>
                  <a:pt x="337" y="478"/>
                  <a:pt x="337" y="489"/>
                  <a:pt x="345" y="500"/>
                </a:cubicBezTo>
                <a:cubicBezTo>
                  <a:pt x="352" y="526"/>
                  <a:pt x="359" y="530"/>
                  <a:pt x="355" y="532"/>
                </a:cubicBezTo>
                <a:cubicBezTo>
                  <a:pt x="378" y="589"/>
                  <a:pt x="373" y="597"/>
                  <a:pt x="377" y="600"/>
                </a:cubicBezTo>
                <a:cubicBezTo>
                  <a:pt x="374" y="595"/>
                  <a:pt x="367" y="591"/>
                  <a:pt x="366" y="588"/>
                </a:cubicBezTo>
                <a:cubicBezTo>
                  <a:pt x="355" y="552"/>
                  <a:pt x="348" y="544"/>
                  <a:pt x="350" y="538"/>
                </a:cubicBezTo>
                <a:cubicBezTo>
                  <a:pt x="324" y="484"/>
                  <a:pt x="321" y="468"/>
                  <a:pt x="311" y="451"/>
                </a:cubicBezTo>
                <a:cubicBezTo>
                  <a:pt x="301" y="423"/>
                  <a:pt x="301" y="419"/>
                  <a:pt x="300" y="415"/>
                </a:cubicBezTo>
                <a:cubicBezTo>
                  <a:pt x="290" y="374"/>
                  <a:pt x="287" y="369"/>
                  <a:pt x="289" y="366"/>
                </a:cubicBezTo>
                <a:cubicBezTo>
                  <a:pt x="286" y="345"/>
                  <a:pt x="285" y="337"/>
                  <a:pt x="285" y="330"/>
                </a:cubicBezTo>
                <a:cubicBezTo>
                  <a:pt x="278" y="309"/>
                  <a:pt x="280" y="316"/>
                  <a:pt x="280" y="319"/>
                </a:cubicBezTo>
                <a:cubicBezTo>
                  <a:pt x="279" y="330"/>
                  <a:pt x="279" y="333"/>
                  <a:pt x="279" y="334"/>
                </a:cubicBezTo>
                <a:cubicBezTo>
                  <a:pt x="276" y="357"/>
                  <a:pt x="284" y="362"/>
                  <a:pt x="281" y="365"/>
                </a:cubicBezTo>
                <a:cubicBezTo>
                  <a:pt x="287" y="400"/>
                  <a:pt x="290" y="404"/>
                  <a:pt x="290" y="407"/>
                </a:cubicBezTo>
                <a:cubicBezTo>
                  <a:pt x="314" y="477"/>
                  <a:pt x="313" y="479"/>
                  <a:pt x="313" y="481"/>
                </a:cubicBezTo>
                <a:cubicBezTo>
                  <a:pt x="324" y="507"/>
                  <a:pt x="331" y="514"/>
                  <a:pt x="329" y="519"/>
                </a:cubicBezTo>
                <a:cubicBezTo>
                  <a:pt x="359" y="601"/>
                  <a:pt x="365" y="601"/>
                  <a:pt x="364" y="609"/>
                </a:cubicBezTo>
                <a:cubicBezTo>
                  <a:pt x="371" y="640"/>
                  <a:pt x="372" y="643"/>
                  <a:pt x="374" y="646"/>
                </a:cubicBezTo>
                <a:cubicBezTo>
                  <a:pt x="376" y="667"/>
                  <a:pt x="377" y="669"/>
                  <a:pt x="374" y="671"/>
                </a:cubicBezTo>
                <a:cubicBezTo>
                  <a:pt x="375" y="687"/>
                  <a:pt x="374" y="690"/>
                  <a:pt x="375" y="692"/>
                </a:cubicBezTo>
                <a:cubicBezTo>
                  <a:pt x="370" y="713"/>
                  <a:pt x="369" y="717"/>
                  <a:pt x="367" y="715"/>
                </a:cubicBezTo>
                <a:cubicBezTo>
                  <a:pt x="363" y="675"/>
                  <a:pt x="362" y="670"/>
                  <a:pt x="363" y="666"/>
                </a:cubicBezTo>
                <a:cubicBezTo>
                  <a:pt x="352" y="608"/>
                  <a:pt x="345" y="610"/>
                  <a:pt x="346" y="605"/>
                </a:cubicBezTo>
                <a:cubicBezTo>
                  <a:pt x="334" y="572"/>
                  <a:pt x="329" y="574"/>
                  <a:pt x="329" y="568"/>
                </a:cubicBezTo>
                <a:cubicBezTo>
                  <a:pt x="310" y="526"/>
                  <a:pt x="303" y="521"/>
                  <a:pt x="305" y="517"/>
                </a:cubicBezTo>
                <a:cubicBezTo>
                  <a:pt x="290" y="492"/>
                  <a:pt x="293" y="489"/>
                  <a:pt x="289" y="484"/>
                </a:cubicBezTo>
                <a:cubicBezTo>
                  <a:pt x="272" y="442"/>
                  <a:pt x="272" y="433"/>
                  <a:pt x="267" y="424"/>
                </a:cubicBezTo>
                <a:cubicBezTo>
                  <a:pt x="263" y="382"/>
                  <a:pt x="261" y="377"/>
                  <a:pt x="262" y="373"/>
                </a:cubicBezTo>
                <a:cubicBezTo>
                  <a:pt x="263" y="332"/>
                  <a:pt x="259" y="327"/>
                  <a:pt x="260" y="323"/>
                </a:cubicBezTo>
                <a:cubicBezTo>
                  <a:pt x="255" y="324"/>
                  <a:pt x="255" y="328"/>
                  <a:pt x="258" y="332"/>
                </a:cubicBezTo>
                <a:cubicBezTo>
                  <a:pt x="253" y="357"/>
                  <a:pt x="255" y="358"/>
                  <a:pt x="255" y="359"/>
                </a:cubicBezTo>
                <a:cubicBezTo>
                  <a:pt x="256" y="372"/>
                  <a:pt x="254" y="373"/>
                  <a:pt x="255" y="376"/>
                </a:cubicBezTo>
                <a:cubicBezTo>
                  <a:pt x="262" y="413"/>
                  <a:pt x="257" y="421"/>
                  <a:pt x="262" y="430"/>
                </a:cubicBezTo>
                <a:cubicBezTo>
                  <a:pt x="271" y="463"/>
                  <a:pt x="270" y="468"/>
                  <a:pt x="276" y="474"/>
                </a:cubicBezTo>
                <a:cubicBezTo>
                  <a:pt x="293" y="525"/>
                  <a:pt x="305" y="537"/>
                  <a:pt x="308" y="549"/>
                </a:cubicBezTo>
                <a:cubicBezTo>
                  <a:pt x="326" y="593"/>
                  <a:pt x="338" y="598"/>
                  <a:pt x="333" y="600"/>
                </a:cubicBezTo>
                <a:cubicBezTo>
                  <a:pt x="344" y="639"/>
                  <a:pt x="350" y="643"/>
                  <a:pt x="348" y="645"/>
                </a:cubicBezTo>
                <a:cubicBezTo>
                  <a:pt x="360" y="675"/>
                  <a:pt x="349" y="681"/>
                  <a:pt x="356" y="679"/>
                </a:cubicBezTo>
                <a:cubicBezTo>
                  <a:pt x="356" y="718"/>
                  <a:pt x="357" y="722"/>
                  <a:pt x="358" y="727"/>
                </a:cubicBezTo>
                <a:cubicBezTo>
                  <a:pt x="355" y="728"/>
                  <a:pt x="353" y="720"/>
                  <a:pt x="355" y="712"/>
                </a:cubicBezTo>
                <a:cubicBezTo>
                  <a:pt x="344" y="656"/>
                  <a:pt x="337" y="650"/>
                  <a:pt x="339" y="647"/>
                </a:cubicBezTo>
                <a:cubicBezTo>
                  <a:pt x="327" y="614"/>
                  <a:pt x="329" y="612"/>
                  <a:pt x="327" y="609"/>
                </a:cubicBezTo>
                <a:cubicBezTo>
                  <a:pt x="296" y="547"/>
                  <a:pt x="292" y="535"/>
                  <a:pt x="286" y="521"/>
                </a:cubicBezTo>
                <a:cubicBezTo>
                  <a:pt x="264" y="475"/>
                  <a:pt x="265" y="471"/>
                  <a:pt x="260" y="465"/>
                </a:cubicBezTo>
                <a:cubicBezTo>
                  <a:pt x="247" y="411"/>
                  <a:pt x="246" y="405"/>
                  <a:pt x="244" y="399"/>
                </a:cubicBezTo>
                <a:cubicBezTo>
                  <a:pt x="237" y="392"/>
                  <a:pt x="243" y="396"/>
                  <a:pt x="240" y="399"/>
                </a:cubicBezTo>
                <a:cubicBezTo>
                  <a:pt x="245" y="450"/>
                  <a:pt x="252" y="456"/>
                  <a:pt x="251" y="460"/>
                </a:cubicBezTo>
                <a:cubicBezTo>
                  <a:pt x="278" y="524"/>
                  <a:pt x="284" y="536"/>
                  <a:pt x="288" y="548"/>
                </a:cubicBezTo>
                <a:cubicBezTo>
                  <a:pt x="302" y="574"/>
                  <a:pt x="305" y="577"/>
                  <a:pt x="303" y="579"/>
                </a:cubicBezTo>
                <a:cubicBezTo>
                  <a:pt x="316" y="612"/>
                  <a:pt x="323" y="618"/>
                  <a:pt x="323" y="624"/>
                </a:cubicBezTo>
                <a:cubicBezTo>
                  <a:pt x="325" y="635"/>
                  <a:pt x="328" y="634"/>
                  <a:pt x="329" y="635"/>
                </a:cubicBezTo>
                <a:cubicBezTo>
                  <a:pt x="329" y="647"/>
                  <a:pt x="332" y="649"/>
                  <a:pt x="330" y="651"/>
                </a:cubicBezTo>
                <a:cubicBezTo>
                  <a:pt x="342" y="695"/>
                  <a:pt x="341" y="702"/>
                  <a:pt x="346" y="710"/>
                </a:cubicBezTo>
                <a:cubicBezTo>
                  <a:pt x="344" y="729"/>
                  <a:pt x="346" y="732"/>
                  <a:pt x="343" y="730"/>
                </a:cubicBezTo>
                <a:cubicBezTo>
                  <a:pt x="342" y="696"/>
                  <a:pt x="336" y="691"/>
                  <a:pt x="340" y="688"/>
                </a:cubicBezTo>
                <a:cubicBezTo>
                  <a:pt x="322" y="644"/>
                  <a:pt x="323" y="635"/>
                  <a:pt x="319" y="625"/>
                </a:cubicBezTo>
                <a:cubicBezTo>
                  <a:pt x="304" y="603"/>
                  <a:pt x="309" y="596"/>
                  <a:pt x="304" y="598"/>
                </a:cubicBezTo>
                <a:cubicBezTo>
                  <a:pt x="283" y="562"/>
                  <a:pt x="281" y="562"/>
                  <a:pt x="280" y="557"/>
                </a:cubicBezTo>
                <a:cubicBezTo>
                  <a:pt x="239" y="483"/>
                  <a:pt x="234" y="468"/>
                  <a:pt x="227" y="453"/>
                </a:cubicBezTo>
                <a:cubicBezTo>
                  <a:pt x="222" y="406"/>
                  <a:pt x="214" y="401"/>
                  <a:pt x="217" y="399"/>
                </a:cubicBezTo>
                <a:cubicBezTo>
                  <a:pt x="210" y="368"/>
                  <a:pt x="206" y="371"/>
                  <a:pt x="209" y="374"/>
                </a:cubicBezTo>
                <a:cubicBezTo>
                  <a:pt x="211" y="412"/>
                  <a:pt x="214" y="416"/>
                  <a:pt x="212" y="419"/>
                </a:cubicBezTo>
                <a:cubicBezTo>
                  <a:pt x="217" y="447"/>
                  <a:pt x="220" y="451"/>
                  <a:pt x="218" y="454"/>
                </a:cubicBezTo>
                <a:cubicBezTo>
                  <a:pt x="237" y="486"/>
                  <a:pt x="228" y="488"/>
                  <a:pt x="233" y="492"/>
                </a:cubicBezTo>
                <a:cubicBezTo>
                  <a:pt x="243" y="506"/>
                  <a:pt x="241" y="507"/>
                  <a:pt x="243" y="510"/>
                </a:cubicBezTo>
                <a:cubicBezTo>
                  <a:pt x="273" y="563"/>
                  <a:pt x="281" y="573"/>
                  <a:pt x="290" y="592"/>
                </a:cubicBezTo>
                <a:cubicBezTo>
                  <a:pt x="313" y="641"/>
                  <a:pt x="320" y="646"/>
                  <a:pt x="317" y="650"/>
                </a:cubicBezTo>
                <a:cubicBezTo>
                  <a:pt x="324" y="674"/>
                  <a:pt x="328" y="677"/>
                  <a:pt x="326" y="679"/>
                </a:cubicBezTo>
                <a:cubicBezTo>
                  <a:pt x="331" y="728"/>
                  <a:pt x="335" y="734"/>
                  <a:pt x="335" y="739"/>
                </a:cubicBezTo>
                <a:cubicBezTo>
                  <a:pt x="329" y="772"/>
                  <a:pt x="335" y="778"/>
                  <a:pt x="329" y="782"/>
                </a:cubicBezTo>
                <a:cubicBezTo>
                  <a:pt x="329" y="760"/>
                  <a:pt x="324" y="756"/>
                  <a:pt x="326" y="754"/>
                </a:cubicBezTo>
                <a:cubicBezTo>
                  <a:pt x="316" y="694"/>
                  <a:pt x="311" y="688"/>
                  <a:pt x="312" y="684"/>
                </a:cubicBezTo>
                <a:cubicBezTo>
                  <a:pt x="303" y="664"/>
                  <a:pt x="300" y="660"/>
                  <a:pt x="297" y="655"/>
                </a:cubicBezTo>
                <a:cubicBezTo>
                  <a:pt x="277" y="614"/>
                  <a:pt x="276" y="603"/>
                  <a:pt x="266" y="592"/>
                </a:cubicBezTo>
                <a:cubicBezTo>
                  <a:pt x="229" y="512"/>
                  <a:pt x="224" y="509"/>
                  <a:pt x="226" y="507"/>
                </a:cubicBezTo>
                <a:cubicBezTo>
                  <a:pt x="219" y="487"/>
                  <a:pt x="218" y="484"/>
                  <a:pt x="215" y="481"/>
                </a:cubicBezTo>
                <a:cubicBezTo>
                  <a:pt x="207" y="434"/>
                  <a:pt x="204" y="427"/>
                  <a:pt x="203" y="421"/>
                </a:cubicBezTo>
                <a:cubicBezTo>
                  <a:pt x="200" y="407"/>
                  <a:pt x="202" y="403"/>
                  <a:pt x="198" y="400"/>
                </a:cubicBezTo>
                <a:cubicBezTo>
                  <a:pt x="196" y="424"/>
                  <a:pt x="202" y="423"/>
                  <a:pt x="200" y="426"/>
                </a:cubicBezTo>
                <a:cubicBezTo>
                  <a:pt x="204" y="466"/>
                  <a:pt x="207" y="469"/>
                  <a:pt x="205" y="471"/>
                </a:cubicBezTo>
                <a:cubicBezTo>
                  <a:pt x="232" y="535"/>
                  <a:pt x="234" y="550"/>
                  <a:pt x="247" y="566"/>
                </a:cubicBezTo>
                <a:cubicBezTo>
                  <a:pt x="301" y="688"/>
                  <a:pt x="306" y="693"/>
                  <a:pt x="305" y="698"/>
                </a:cubicBezTo>
                <a:cubicBezTo>
                  <a:pt x="318" y="764"/>
                  <a:pt x="321" y="768"/>
                  <a:pt x="316" y="771"/>
                </a:cubicBezTo>
                <a:cubicBezTo>
                  <a:pt x="320" y="797"/>
                  <a:pt x="318" y="798"/>
                  <a:pt x="320" y="800"/>
                </a:cubicBezTo>
                <a:cubicBezTo>
                  <a:pt x="311" y="765"/>
                  <a:pt x="308" y="755"/>
                  <a:pt x="311" y="746"/>
                </a:cubicBezTo>
                <a:cubicBezTo>
                  <a:pt x="292" y="699"/>
                  <a:pt x="295" y="695"/>
                  <a:pt x="291" y="689"/>
                </a:cubicBezTo>
                <a:cubicBezTo>
                  <a:pt x="279" y="664"/>
                  <a:pt x="281" y="659"/>
                  <a:pt x="274" y="652"/>
                </a:cubicBezTo>
                <a:cubicBezTo>
                  <a:pt x="272" y="634"/>
                  <a:pt x="265" y="630"/>
                  <a:pt x="264" y="627"/>
                </a:cubicBezTo>
                <a:cubicBezTo>
                  <a:pt x="258" y="606"/>
                  <a:pt x="250" y="601"/>
                  <a:pt x="253" y="598"/>
                </a:cubicBezTo>
                <a:cubicBezTo>
                  <a:pt x="219" y="535"/>
                  <a:pt x="210" y="531"/>
                  <a:pt x="213" y="526"/>
                </a:cubicBezTo>
                <a:cubicBezTo>
                  <a:pt x="196" y="496"/>
                  <a:pt x="200" y="495"/>
                  <a:pt x="199" y="493"/>
                </a:cubicBezTo>
                <a:cubicBezTo>
                  <a:pt x="188" y="444"/>
                  <a:pt x="183" y="435"/>
                  <a:pt x="184" y="427"/>
                </a:cubicBezTo>
                <a:cubicBezTo>
                  <a:pt x="176" y="409"/>
                  <a:pt x="175" y="415"/>
                  <a:pt x="176" y="421"/>
                </a:cubicBezTo>
                <a:cubicBezTo>
                  <a:pt x="180" y="443"/>
                  <a:pt x="180" y="448"/>
                  <a:pt x="180" y="452"/>
                </a:cubicBezTo>
                <a:cubicBezTo>
                  <a:pt x="181" y="498"/>
                  <a:pt x="184" y="526"/>
                  <a:pt x="195" y="545"/>
                </a:cubicBezTo>
                <a:cubicBezTo>
                  <a:pt x="206" y="572"/>
                  <a:pt x="208" y="569"/>
                  <a:pt x="211" y="577"/>
                </a:cubicBezTo>
                <a:cubicBezTo>
                  <a:pt x="236" y="627"/>
                  <a:pt x="240" y="630"/>
                  <a:pt x="238" y="632"/>
                </a:cubicBezTo>
                <a:cubicBezTo>
                  <a:pt x="260" y="671"/>
                  <a:pt x="263" y="679"/>
                  <a:pt x="270" y="687"/>
                </a:cubicBezTo>
                <a:cubicBezTo>
                  <a:pt x="277" y="703"/>
                  <a:pt x="278" y="705"/>
                  <a:pt x="280" y="707"/>
                </a:cubicBezTo>
                <a:cubicBezTo>
                  <a:pt x="284" y="736"/>
                  <a:pt x="293" y="745"/>
                  <a:pt x="290" y="751"/>
                </a:cubicBezTo>
                <a:cubicBezTo>
                  <a:pt x="300" y="786"/>
                  <a:pt x="298" y="788"/>
                  <a:pt x="301" y="790"/>
                </a:cubicBezTo>
                <a:cubicBezTo>
                  <a:pt x="285" y="760"/>
                  <a:pt x="280" y="751"/>
                  <a:pt x="281" y="743"/>
                </a:cubicBezTo>
                <a:cubicBezTo>
                  <a:pt x="267" y="717"/>
                  <a:pt x="263" y="712"/>
                  <a:pt x="264" y="709"/>
                </a:cubicBezTo>
                <a:cubicBezTo>
                  <a:pt x="248" y="682"/>
                  <a:pt x="246" y="670"/>
                  <a:pt x="242" y="658"/>
                </a:cubicBezTo>
                <a:cubicBezTo>
                  <a:pt x="179" y="534"/>
                  <a:pt x="172" y="518"/>
                  <a:pt x="162" y="502"/>
                </a:cubicBezTo>
                <a:cubicBezTo>
                  <a:pt x="145" y="444"/>
                  <a:pt x="148" y="430"/>
                  <a:pt x="143" y="415"/>
                </a:cubicBezTo>
                <a:cubicBezTo>
                  <a:pt x="140" y="444"/>
                  <a:pt x="143" y="452"/>
                  <a:pt x="143" y="459"/>
                </a:cubicBezTo>
                <a:cubicBezTo>
                  <a:pt x="153" y="499"/>
                  <a:pt x="156" y="503"/>
                  <a:pt x="155" y="507"/>
                </a:cubicBezTo>
                <a:cubicBezTo>
                  <a:pt x="184" y="563"/>
                  <a:pt x="185" y="565"/>
                  <a:pt x="185" y="569"/>
                </a:cubicBezTo>
                <a:cubicBezTo>
                  <a:pt x="202" y="603"/>
                  <a:pt x="208" y="605"/>
                  <a:pt x="207" y="612"/>
                </a:cubicBezTo>
                <a:cubicBezTo>
                  <a:pt x="217" y="641"/>
                  <a:pt x="230" y="639"/>
                  <a:pt x="224" y="644"/>
                </a:cubicBezTo>
                <a:cubicBezTo>
                  <a:pt x="287" y="796"/>
                  <a:pt x="292" y="802"/>
                  <a:pt x="291" y="807"/>
                </a:cubicBezTo>
                <a:cubicBezTo>
                  <a:pt x="298" y="844"/>
                  <a:pt x="299" y="847"/>
                  <a:pt x="297" y="849"/>
                </a:cubicBezTo>
                <a:cubicBezTo>
                  <a:pt x="295" y="844"/>
                  <a:pt x="294" y="840"/>
                  <a:pt x="292" y="836"/>
                </a:cubicBezTo>
                <a:cubicBezTo>
                  <a:pt x="285" y="809"/>
                  <a:pt x="281" y="804"/>
                  <a:pt x="278" y="799"/>
                </a:cubicBezTo>
                <a:cubicBezTo>
                  <a:pt x="255" y="746"/>
                  <a:pt x="249" y="747"/>
                  <a:pt x="250" y="741"/>
                </a:cubicBezTo>
                <a:cubicBezTo>
                  <a:pt x="223" y="694"/>
                  <a:pt x="225" y="692"/>
                  <a:pt x="223" y="689"/>
                </a:cubicBezTo>
                <a:cubicBezTo>
                  <a:pt x="216" y="674"/>
                  <a:pt x="215" y="671"/>
                  <a:pt x="212" y="667"/>
                </a:cubicBezTo>
                <a:cubicBezTo>
                  <a:pt x="201" y="644"/>
                  <a:pt x="195" y="640"/>
                  <a:pt x="198" y="638"/>
                </a:cubicBezTo>
                <a:cubicBezTo>
                  <a:pt x="149" y="549"/>
                  <a:pt x="156" y="559"/>
                  <a:pt x="157" y="567"/>
                </a:cubicBezTo>
                <a:cubicBezTo>
                  <a:pt x="160" y="580"/>
                  <a:pt x="164" y="583"/>
                  <a:pt x="165" y="586"/>
                </a:cubicBezTo>
                <a:cubicBezTo>
                  <a:pt x="177" y="613"/>
                  <a:pt x="172" y="614"/>
                  <a:pt x="179" y="618"/>
                </a:cubicBezTo>
                <a:cubicBezTo>
                  <a:pt x="187" y="642"/>
                  <a:pt x="191" y="644"/>
                  <a:pt x="192" y="647"/>
                </a:cubicBezTo>
                <a:cubicBezTo>
                  <a:pt x="208" y="677"/>
                  <a:pt x="206" y="681"/>
                  <a:pt x="209" y="680"/>
                </a:cubicBezTo>
                <a:cubicBezTo>
                  <a:pt x="229" y="715"/>
                  <a:pt x="236" y="735"/>
                  <a:pt x="245" y="754"/>
                </a:cubicBezTo>
                <a:cubicBezTo>
                  <a:pt x="265" y="789"/>
                  <a:pt x="268" y="793"/>
                  <a:pt x="268" y="796"/>
                </a:cubicBezTo>
                <a:cubicBezTo>
                  <a:pt x="284" y="831"/>
                  <a:pt x="281" y="834"/>
                  <a:pt x="283" y="837"/>
                </a:cubicBezTo>
                <a:cubicBezTo>
                  <a:pt x="287" y="855"/>
                  <a:pt x="283" y="857"/>
                  <a:pt x="287" y="859"/>
                </a:cubicBezTo>
                <a:cubicBezTo>
                  <a:pt x="285" y="886"/>
                  <a:pt x="282" y="878"/>
                  <a:pt x="285" y="870"/>
                </a:cubicBezTo>
                <a:cubicBezTo>
                  <a:pt x="268" y="821"/>
                  <a:pt x="270" y="819"/>
                  <a:pt x="268" y="816"/>
                </a:cubicBezTo>
                <a:cubicBezTo>
                  <a:pt x="259" y="786"/>
                  <a:pt x="252" y="782"/>
                  <a:pt x="251" y="779"/>
                </a:cubicBezTo>
                <a:cubicBezTo>
                  <a:pt x="234" y="751"/>
                  <a:pt x="238" y="749"/>
                  <a:pt x="234" y="745"/>
                </a:cubicBezTo>
                <a:cubicBezTo>
                  <a:pt x="205" y="692"/>
                  <a:pt x="202" y="688"/>
                  <a:pt x="199" y="684"/>
                </a:cubicBezTo>
                <a:cubicBezTo>
                  <a:pt x="177" y="630"/>
                  <a:pt x="166" y="611"/>
                  <a:pt x="158" y="593"/>
                </a:cubicBezTo>
                <a:cubicBezTo>
                  <a:pt x="147" y="546"/>
                  <a:pt x="142" y="548"/>
                  <a:pt x="140" y="540"/>
                </a:cubicBezTo>
                <a:cubicBezTo>
                  <a:pt x="140" y="522"/>
                  <a:pt x="138" y="522"/>
                  <a:pt x="136" y="521"/>
                </a:cubicBezTo>
                <a:cubicBezTo>
                  <a:pt x="130" y="496"/>
                  <a:pt x="129" y="493"/>
                  <a:pt x="131" y="490"/>
                </a:cubicBezTo>
                <a:cubicBezTo>
                  <a:pt x="122" y="493"/>
                  <a:pt x="128" y="497"/>
                  <a:pt x="125" y="499"/>
                </a:cubicBezTo>
                <a:cubicBezTo>
                  <a:pt x="131" y="527"/>
                  <a:pt x="132" y="536"/>
                  <a:pt x="136" y="545"/>
                </a:cubicBezTo>
                <a:cubicBezTo>
                  <a:pt x="139" y="569"/>
                  <a:pt x="140" y="574"/>
                  <a:pt x="139" y="580"/>
                </a:cubicBezTo>
                <a:cubicBezTo>
                  <a:pt x="160" y="639"/>
                  <a:pt x="161" y="642"/>
                  <a:pt x="159" y="645"/>
                </a:cubicBezTo>
                <a:cubicBezTo>
                  <a:pt x="169" y="668"/>
                  <a:pt x="176" y="672"/>
                  <a:pt x="172" y="674"/>
                </a:cubicBezTo>
                <a:cubicBezTo>
                  <a:pt x="200" y="724"/>
                  <a:pt x="201" y="738"/>
                  <a:pt x="214" y="755"/>
                </a:cubicBezTo>
                <a:cubicBezTo>
                  <a:pt x="236" y="805"/>
                  <a:pt x="246" y="814"/>
                  <a:pt x="247" y="821"/>
                </a:cubicBezTo>
                <a:cubicBezTo>
                  <a:pt x="268" y="868"/>
                  <a:pt x="261" y="870"/>
                  <a:pt x="266" y="874"/>
                </a:cubicBezTo>
                <a:cubicBezTo>
                  <a:pt x="224" y="800"/>
                  <a:pt x="220" y="795"/>
                  <a:pt x="217" y="789"/>
                </a:cubicBezTo>
                <a:cubicBezTo>
                  <a:pt x="185" y="740"/>
                  <a:pt x="190" y="733"/>
                  <a:pt x="185" y="736"/>
                </a:cubicBezTo>
                <a:cubicBezTo>
                  <a:pt x="171" y="702"/>
                  <a:pt x="168" y="697"/>
                  <a:pt x="166" y="693"/>
                </a:cubicBezTo>
                <a:cubicBezTo>
                  <a:pt x="134" y="606"/>
                  <a:pt x="125" y="601"/>
                  <a:pt x="129" y="597"/>
                </a:cubicBezTo>
                <a:cubicBezTo>
                  <a:pt x="119" y="542"/>
                  <a:pt x="118" y="540"/>
                  <a:pt x="116" y="538"/>
                </a:cubicBezTo>
                <a:cubicBezTo>
                  <a:pt x="111" y="539"/>
                  <a:pt x="113" y="558"/>
                  <a:pt x="117" y="576"/>
                </a:cubicBezTo>
                <a:cubicBezTo>
                  <a:pt x="141" y="650"/>
                  <a:pt x="140" y="667"/>
                  <a:pt x="151" y="685"/>
                </a:cubicBezTo>
                <a:cubicBezTo>
                  <a:pt x="194" y="767"/>
                  <a:pt x="201" y="774"/>
                  <a:pt x="207" y="789"/>
                </a:cubicBezTo>
                <a:cubicBezTo>
                  <a:pt x="228" y="836"/>
                  <a:pt x="240" y="840"/>
                  <a:pt x="235" y="842"/>
                </a:cubicBezTo>
                <a:cubicBezTo>
                  <a:pt x="251" y="882"/>
                  <a:pt x="258" y="889"/>
                  <a:pt x="255" y="894"/>
                </a:cubicBezTo>
                <a:cubicBezTo>
                  <a:pt x="228" y="846"/>
                  <a:pt x="227" y="844"/>
                  <a:pt x="225" y="842"/>
                </a:cubicBezTo>
                <a:cubicBezTo>
                  <a:pt x="212" y="821"/>
                  <a:pt x="210" y="822"/>
                  <a:pt x="209" y="820"/>
                </a:cubicBezTo>
                <a:cubicBezTo>
                  <a:pt x="166" y="769"/>
                  <a:pt x="157" y="757"/>
                  <a:pt x="144" y="743"/>
                </a:cubicBezTo>
                <a:cubicBezTo>
                  <a:pt x="123" y="700"/>
                  <a:pt x="116" y="696"/>
                  <a:pt x="115" y="693"/>
                </a:cubicBezTo>
                <a:cubicBezTo>
                  <a:pt x="107" y="669"/>
                  <a:pt x="105" y="663"/>
                  <a:pt x="101" y="657"/>
                </a:cubicBezTo>
                <a:cubicBezTo>
                  <a:pt x="96" y="630"/>
                  <a:pt x="93" y="623"/>
                  <a:pt x="91" y="615"/>
                </a:cubicBezTo>
                <a:cubicBezTo>
                  <a:pt x="87" y="604"/>
                  <a:pt x="82" y="608"/>
                  <a:pt x="85" y="614"/>
                </a:cubicBezTo>
                <a:cubicBezTo>
                  <a:pt x="95" y="654"/>
                  <a:pt x="92" y="660"/>
                  <a:pt x="95" y="666"/>
                </a:cubicBezTo>
                <a:cubicBezTo>
                  <a:pt x="154" y="770"/>
                  <a:pt x="155" y="771"/>
                  <a:pt x="161" y="778"/>
                </a:cubicBezTo>
                <a:cubicBezTo>
                  <a:pt x="204" y="829"/>
                  <a:pt x="208" y="830"/>
                  <a:pt x="211" y="836"/>
                </a:cubicBezTo>
                <a:cubicBezTo>
                  <a:pt x="249" y="919"/>
                  <a:pt x="255" y="928"/>
                  <a:pt x="253" y="935"/>
                </a:cubicBezTo>
                <a:cubicBezTo>
                  <a:pt x="253" y="956"/>
                  <a:pt x="256" y="954"/>
                  <a:pt x="252" y="951"/>
                </a:cubicBezTo>
                <a:cubicBezTo>
                  <a:pt x="255" y="941"/>
                  <a:pt x="249" y="937"/>
                  <a:pt x="247" y="934"/>
                </a:cubicBezTo>
                <a:cubicBezTo>
                  <a:pt x="223" y="877"/>
                  <a:pt x="219" y="872"/>
                  <a:pt x="216" y="866"/>
                </a:cubicBezTo>
                <a:cubicBezTo>
                  <a:pt x="166" y="796"/>
                  <a:pt x="160" y="792"/>
                  <a:pt x="155" y="782"/>
                </a:cubicBezTo>
                <a:cubicBezTo>
                  <a:pt x="107" y="716"/>
                  <a:pt x="103" y="719"/>
                  <a:pt x="103" y="714"/>
                </a:cubicBezTo>
                <a:cubicBezTo>
                  <a:pt x="85" y="675"/>
                  <a:pt x="83" y="673"/>
                  <a:pt x="82" y="671"/>
                </a:cubicBezTo>
                <a:cubicBezTo>
                  <a:pt x="79" y="658"/>
                  <a:pt x="74" y="655"/>
                  <a:pt x="76" y="653"/>
                </a:cubicBezTo>
                <a:cubicBezTo>
                  <a:pt x="72" y="651"/>
                  <a:pt x="73" y="653"/>
                  <a:pt x="70" y="654"/>
                </a:cubicBezTo>
                <a:cubicBezTo>
                  <a:pt x="78" y="674"/>
                  <a:pt x="75" y="677"/>
                  <a:pt x="80" y="682"/>
                </a:cubicBezTo>
                <a:cubicBezTo>
                  <a:pt x="93" y="713"/>
                  <a:pt x="99" y="721"/>
                  <a:pt x="102" y="730"/>
                </a:cubicBezTo>
                <a:cubicBezTo>
                  <a:pt x="168" y="818"/>
                  <a:pt x="173" y="816"/>
                  <a:pt x="176" y="821"/>
                </a:cubicBezTo>
                <a:cubicBezTo>
                  <a:pt x="206" y="868"/>
                  <a:pt x="208" y="871"/>
                  <a:pt x="210" y="875"/>
                </a:cubicBezTo>
                <a:cubicBezTo>
                  <a:pt x="237" y="926"/>
                  <a:pt x="238" y="934"/>
                  <a:pt x="240" y="942"/>
                </a:cubicBezTo>
                <a:cubicBezTo>
                  <a:pt x="254" y="974"/>
                  <a:pt x="251" y="976"/>
                  <a:pt x="252" y="978"/>
                </a:cubicBezTo>
                <a:cubicBezTo>
                  <a:pt x="244" y="978"/>
                  <a:pt x="245" y="972"/>
                  <a:pt x="245" y="965"/>
                </a:cubicBezTo>
                <a:cubicBezTo>
                  <a:pt x="220" y="909"/>
                  <a:pt x="215" y="897"/>
                  <a:pt x="207" y="885"/>
                </a:cubicBezTo>
                <a:cubicBezTo>
                  <a:pt x="195" y="866"/>
                  <a:pt x="195" y="864"/>
                  <a:pt x="193" y="865"/>
                </a:cubicBezTo>
                <a:cubicBezTo>
                  <a:pt x="179" y="855"/>
                  <a:pt x="185" y="844"/>
                  <a:pt x="180" y="848"/>
                </a:cubicBezTo>
                <a:cubicBezTo>
                  <a:pt x="148" y="807"/>
                  <a:pt x="140" y="795"/>
                  <a:pt x="131" y="783"/>
                </a:cubicBezTo>
                <a:cubicBezTo>
                  <a:pt x="118" y="762"/>
                  <a:pt x="110" y="755"/>
                  <a:pt x="106" y="749"/>
                </a:cubicBezTo>
                <a:cubicBezTo>
                  <a:pt x="80" y="696"/>
                  <a:pt x="80" y="694"/>
                  <a:pt x="80" y="692"/>
                </a:cubicBezTo>
                <a:cubicBezTo>
                  <a:pt x="71" y="664"/>
                  <a:pt x="69" y="658"/>
                  <a:pt x="65" y="661"/>
                </a:cubicBezTo>
                <a:cubicBezTo>
                  <a:pt x="71" y="688"/>
                  <a:pt x="73" y="693"/>
                  <a:pt x="76" y="697"/>
                </a:cubicBezTo>
                <a:cubicBezTo>
                  <a:pt x="113" y="772"/>
                  <a:pt x="120" y="781"/>
                  <a:pt x="125" y="789"/>
                </a:cubicBezTo>
                <a:cubicBezTo>
                  <a:pt x="135" y="803"/>
                  <a:pt x="136" y="809"/>
                  <a:pt x="140" y="813"/>
                </a:cubicBezTo>
                <a:cubicBezTo>
                  <a:pt x="178" y="859"/>
                  <a:pt x="181" y="858"/>
                  <a:pt x="179" y="860"/>
                </a:cubicBezTo>
                <a:cubicBezTo>
                  <a:pt x="193" y="881"/>
                  <a:pt x="195" y="882"/>
                  <a:pt x="198" y="889"/>
                </a:cubicBezTo>
                <a:cubicBezTo>
                  <a:pt x="227" y="944"/>
                  <a:pt x="231" y="952"/>
                  <a:pt x="235" y="961"/>
                </a:cubicBezTo>
                <a:cubicBezTo>
                  <a:pt x="244" y="999"/>
                  <a:pt x="243" y="1002"/>
                  <a:pt x="242" y="1005"/>
                </a:cubicBezTo>
                <a:cubicBezTo>
                  <a:pt x="238" y="996"/>
                  <a:pt x="233" y="991"/>
                  <a:pt x="234" y="988"/>
                </a:cubicBezTo>
                <a:cubicBezTo>
                  <a:pt x="225" y="962"/>
                  <a:pt x="224" y="959"/>
                  <a:pt x="222" y="957"/>
                </a:cubicBezTo>
                <a:cubicBezTo>
                  <a:pt x="210" y="930"/>
                  <a:pt x="207" y="921"/>
                  <a:pt x="204" y="912"/>
                </a:cubicBezTo>
                <a:cubicBezTo>
                  <a:pt x="190" y="898"/>
                  <a:pt x="190" y="892"/>
                  <a:pt x="189" y="891"/>
                </a:cubicBezTo>
                <a:cubicBezTo>
                  <a:pt x="171" y="869"/>
                  <a:pt x="172" y="868"/>
                  <a:pt x="171" y="866"/>
                </a:cubicBezTo>
                <a:cubicBezTo>
                  <a:pt x="166" y="860"/>
                  <a:pt x="165" y="861"/>
                  <a:pt x="164" y="859"/>
                </a:cubicBezTo>
                <a:cubicBezTo>
                  <a:pt x="156" y="850"/>
                  <a:pt x="152" y="845"/>
                  <a:pt x="148" y="841"/>
                </a:cubicBezTo>
                <a:cubicBezTo>
                  <a:pt x="65" y="711"/>
                  <a:pt x="53" y="694"/>
                  <a:pt x="50" y="678"/>
                </a:cubicBezTo>
                <a:cubicBezTo>
                  <a:pt x="50" y="701"/>
                  <a:pt x="55" y="704"/>
                  <a:pt x="53" y="706"/>
                </a:cubicBezTo>
                <a:cubicBezTo>
                  <a:pt x="169" y="875"/>
                  <a:pt x="172" y="884"/>
                  <a:pt x="197" y="919"/>
                </a:cubicBezTo>
                <a:cubicBezTo>
                  <a:pt x="218" y="976"/>
                  <a:pt x="221" y="979"/>
                  <a:pt x="224" y="983"/>
                </a:cubicBezTo>
                <a:cubicBezTo>
                  <a:pt x="228" y="1009"/>
                  <a:pt x="232" y="1014"/>
                  <a:pt x="228" y="1017"/>
                </a:cubicBezTo>
                <a:cubicBezTo>
                  <a:pt x="224" y="1004"/>
                  <a:pt x="219" y="996"/>
                  <a:pt x="221" y="990"/>
                </a:cubicBezTo>
                <a:cubicBezTo>
                  <a:pt x="201" y="949"/>
                  <a:pt x="198" y="938"/>
                  <a:pt x="196" y="934"/>
                </a:cubicBezTo>
                <a:cubicBezTo>
                  <a:pt x="166" y="892"/>
                  <a:pt x="165" y="887"/>
                  <a:pt x="163" y="885"/>
                </a:cubicBezTo>
                <a:cubicBezTo>
                  <a:pt x="129" y="843"/>
                  <a:pt x="120" y="840"/>
                  <a:pt x="115" y="826"/>
                </a:cubicBezTo>
                <a:cubicBezTo>
                  <a:pt x="95" y="810"/>
                  <a:pt x="100" y="803"/>
                  <a:pt x="95" y="801"/>
                </a:cubicBezTo>
                <a:cubicBezTo>
                  <a:pt x="58" y="746"/>
                  <a:pt x="61" y="750"/>
                  <a:pt x="63" y="753"/>
                </a:cubicBezTo>
                <a:cubicBezTo>
                  <a:pt x="73" y="778"/>
                  <a:pt x="76" y="782"/>
                  <a:pt x="79" y="786"/>
                </a:cubicBezTo>
                <a:cubicBezTo>
                  <a:pt x="96" y="817"/>
                  <a:pt x="95" y="817"/>
                  <a:pt x="101" y="826"/>
                </a:cubicBezTo>
                <a:cubicBezTo>
                  <a:pt x="112" y="844"/>
                  <a:pt x="119" y="843"/>
                  <a:pt x="118" y="851"/>
                </a:cubicBezTo>
                <a:cubicBezTo>
                  <a:pt x="187" y="941"/>
                  <a:pt x="193" y="948"/>
                  <a:pt x="198" y="955"/>
                </a:cubicBezTo>
                <a:cubicBezTo>
                  <a:pt x="206" y="972"/>
                  <a:pt x="204" y="974"/>
                  <a:pt x="206" y="976"/>
                </a:cubicBezTo>
                <a:cubicBezTo>
                  <a:pt x="210" y="996"/>
                  <a:pt x="210" y="999"/>
                  <a:pt x="212" y="1001"/>
                </a:cubicBezTo>
                <a:cubicBezTo>
                  <a:pt x="219" y="1030"/>
                  <a:pt x="221" y="1035"/>
                  <a:pt x="219" y="1038"/>
                </a:cubicBezTo>
                <a:cubicBezTo>
                  <a:pt x="213" y="1023"/>
                  <a:pt x="208" y="1019"/>
                  <a:pt x="207" y="1015"/>
                </a:cubicBezTo>
                <a:cubicBezTo>
                  <a:pt x="176" y="958"/>
                  <a:pt x="173" y="948"/>
                  <a:pt x="164" y="941"/>
                </a:cubicBezTo>
                <a:cubicBezTo>
                  <a:pt x="138" y="898"/>
                  <a:pt x="141" y="893"/>
                  <a:pt x="136" y="892"/>
                </a:cubicBezTo>
                <a:cubicBezTo>
                  <a:pt x="80" y="806"/>
                  <a:pt x="75" y="794"/>
                  <a:pt x="68" y="781"/>
                </a:cubicBezTo>
                <a:cubicBezTo>
                  <a:pt x="55" y="735"/>
                  <a:pt x="49" y="731"/>
                  <a:pt x="52" y="729"/>
                </a:cubicBezTo>
                <a:cubicBezTo>
                  <a:pt x="46" y="719"/>
                  <a:pt x="43" y="724"/>
                  <a:pt x="46" y="731"/>
                </a:cubicBezTo>
                <a:cubicBezTo>
                  <a:pt x="61" y="773"/>
                  <a:pt x="58" y="778"/>
                  <a:pt x="63" y="785"/>
                </a:cubicBezTo>
                <a:cubicBezTo>
                  <a:pt x="108" y="861"/>
                  <a:pt x="106" y="867"/>
                  <a:pt x="113" y="874"/>
                </a:cubicBezTo>
                <a:cubicBezTo>
                  <a:pt x="153" y="937"/>
                  <a:pt x="160" y="950"/>
                  <a:pt x="170" y="963"/>
                </a:cubicBezTo>
                <a:cubicBezTo>
                  <a:pt x="201" y="1018"/>
                  <a:pt x="197" y="1023"/>
                  <a:pt x="203" y="1030"/>
                </a:cubicBezTo>
                <a:cubicBezTo>
                  <a:pt x="212" y="1054"/>
                  <a:pt x="211" y="1060"/>
                  <a:pt x="215" y="1066"/>
                </a:cubicBezTo>
                <a:cubicBezTo>
                  <a:pt x="213" y="1076"/>
                  <a:pt x="211" y="1072"/>
                  <a:pt x="209" y="1068"/>
                </a:cubicBezTo>
                <a:cubicBezTo>
                  <a:pt x="192" y="1018"/>
                  <a:pt x="185" y="1004"/>
                  <a:pt x="179" y="986"/>
                </a:cubicBezTo>
                <a:cubicBezTo>
                  <a:pt x="167" y="965"/>
                  <a:pt x="163" y="959"/>
                  <a:pt x="162" y="959"/>
                </a:cubicBezTo>
                <a:cubicBezTo>
                  <a:pt x="150" y="943"/>
                  <a:pt x="146" y="939"/>
                  <a:pt x="143" y="936"/>
                </a:cubicBezTo>
                <a:cubicBezTo>
                  <a:pt x="94" y="874"/>
                  <a:pt x="79" y="852"/>
                  <a:pt x="64" y="833"/>
                </a:cubicBezTo>
                <a:cubicBezTo>
                  <a:pt x="39" y="757"/>
                  <a:pt x="29" y="752"/>
                  <a:pt x="35" y="749"/>
                </a:cubicBezTo>
                <a:cubicBezTo>
                  <a:pt x="29" y="755"/>
                  <a:pt x="31" y="759"/>
                  <a:pt x="33" y="763"/>
                </a:cubicBezTo>
                <a:cubicBezTo>
                  <a:pt x="44" y="793"/>
                  <a:pt x="39" y="799"/>
                  <a:pt x="45" y="807"/>
                </a:cubicBezTo>
                <a:cubicBezTo>
                  <a:pt x="89" y="874"/>
                  <a:pt x="113" y="915"/>
                  <a:pt x="129" y="931"/>
                </a:cubicBezTo>
                <a:cubicBezTo>
                  <a:pt x="153" y="967"/>
                  <a:pt x="164" y="977"/>
                  <a:pt x="170" y="987"/>
                </a:cubicBezTo>
                <a:cubicBezTo>
                  <a:pt x="186" y="1036"/>
                  <a:pt x="176" y="1025"/>
                  <a:pt x="171" y="1012"/>
                </a:cubicBezTo>
                <a:cubicBezTo>
                  <a:pt x="150" y="985"/>
                  <a:pt x="142" y="980"/>
                  <a:pt x="145" y="976"/>
                </a:cubicBezTo>
                <a:cubicBezTo>
                  <a:pt x="89" y="910"/>
                  <a:pt x="75" y="887"/>
                  <a:pt x="51" y="850"/>
                </a:cubicBezTo>
                <a:cubicBezTo>
                  <a:pt x="32" y="802"/>
                  <a:pt x="32" y="799"/>
                  <a:pt x="33" y="797"/>
                </a:cubicBezTo>
                <a:cubicBezTo>
                  <a:pt x="29" y="798"/>
                  <a:pt x="29" y="800"/>
                  <a:pt x="29" y="802"/>
                </a:cubicBezTo>
                <a:cubicBezTo>
                  <a:pt x="34" y="829"/>
                  <a:pt x="41" y="834"/>
                  <a:pt x="38" y="838"/>
                </a:cubicBezTo>
                <a:cubicBezTo>
                  <a:pt x="56" y="874"/>
                  <a:pt x="56" y="876"/>
                  <a:pt x="56" y="876"/>
                </a:cubicBezTo>
                <a:cubicBezTo>
                  <a:pt x="77" y="905"/>
                  <a:pt x="93" y="930"/>
                  <a:pt x="103" y="938"/>
                </a:cubicBezTo>
                <a:cubicBezTo>
                  <a:pt x="143" y="990"/>
                  <a:pt x="145" y="993"/>
                  <a:pt x="147" y="997"/>
                </a:cubicBezTo>
                <a:cubicBezTo>
                  <a:pt x="170" y="1023"/>
                  <a:pt x="170" y="1030"/>
                  <a:pt x="170" y="1032"/>
                </a:cubicBezTo>
                <a:cubicBezTo>
                  <a:pt x="192" y="1072"/>
                  <a:pt x="200" y="1081"/>
                  <a:pt x="202" y="1090"/>
                </a:cubicBezTo>
                <a:cubicBezTo>
                  <a:pt x="202" y="1098"/>
                  <a:pt x="196" y="1094"/>
                  <a:pt x="199" y="1092"/>
                </a:cubicBezTo>
                <a:cubicBezTo>
                  <a:pt x="171" y="1039"/>
                  <a:pt x="164" y="1029"/>
                  <a:pt x="160" y="1024"/>
                </a:cubicBezTo>
                <a:cubicBezTo>
                  <a:pt x="153" y="1014"/>
                  <a:pt x="150" y="1010"/>
                  <a:pt x="146" y="1005"/>
                </a:cubicBezTo>
                <a:cubicBezTo>
                  <a:pt x="40" y="864"/>
                  <a:pt x="36" y="858"/>
                  <a:pt x="31" y="852"/>
                </a:cubicBezTo>
                <a:cubicBezTo>
                  <a:pt x="22" y="845"/>
                  <a:pt x="25" y="854"/>
                  <a:pt x="29" y="863"/>
                </a:cubicBezTo>
                <a:cubicBezTo>
                  <a:pt x="50" y="911"/>
                  <a:pt x="48" y="916"/>
                  <a:pt x="54" y="922"/>
                </a:cubicBezTo>
                <a:cubicBezTo>
                  <a:pt x="84" y="967"/>
                  <a:pt x="81" y="972"/>
                  <a:pt x="86" y="972"/>
                </a:cubicBezTo>
                <a:cubicBezTo>
                  <a:pt x="97" y="985"/>
                  <a:pt x="95" y="988"/>
                  <a:pt x="95" y="988"/>
                </a:cubicBezTo>
                <a:cubicBezTo>
                  <a:pt x="134" y="1039"/>
                  <a:pt x="133" y="1041"/>
                  <a:pt x="134" y="1043"/>
                </a:cubicBezTo>
                <a:cubicBezTo>
                  <a:pt x="154" y="1066"/>
                  <a:pt x="152" y="1068"/>
                  <a:pt x="153" y="1069"/>
                </a:cubicBezTo>
                <a:cubicBezTo>
                  <a:pt x="163" y="1084"/>
                  <a:pt x="168" y="1094"/>
                  <a:pt x="176" y="1104"/>
                </a:cubicBezTo>
                <a:cubicBezTo>
                  <a:pt x="193" y="1150"/>
                  <a:pt x="191" y="1152"/>
                  <a:pt x="193" y="1155"/>
                </a:cubicBezTo>
                <a:cubicBezTo>
                  <a:pt x="174" y="1126"/>
                  <a:pt x="178" y="1120"/>
                  <a:pt x="173" y="1121"/>
                </a:cubicBezTo>
                <a:cubicBezTo>
                  <a:pt x="150" y="1085"/>
                  <a:pt x="146" y="1076"/>
                  <a:pt x="137" y="1068"/>
                </a:cubicBezTo>
                <a:cubicBezTo>
                  <a:pt x="122" y="1043"/>
                  <a:pt x="118" y="1038"/>
                  <a:pt x="116" y="1034"/>
                </a:cubicBezTo>
                <a:cubicBezTo>
                  <a:pt x="107" y="1023"/>
                  <a:pt x="105" y="1016"/>
                  <a:pt x="100" y="1009"/>
                </a:cubicBezTo>
                <a:cubicBezTo>
                  <a:pt x="90" y="998"/>
                  <a:pt x="92" y="997"/>
                  <a:pt x="89" y="997"/>
                </a:cubicBezTo>
                <a:cubicBezTo>
                  <a:pt x="85" y="986"/>
                  <a:pt x="82" y="987"/>
                  <a:pt x="82" y="987"/>
                </a:cubicBezTo>
                <a:cubicBezTo>
                  <a:pt x="53" y="952"/>
                  <a:pt x="52" y="942"/>
                  <a:pt x="49" y="942"/>
                </a:cubicBezTo>
                <a:cubicBezTo>
                  <a:pt x="31" y="899"/>
                  <a:pt x="22" y="894"/>
                  <a:pt x="26" y="890"/>
                </a:cubicBezTo>
                <a:cubicBezTo>
                  <a:pt x="40" y="944"/>
                  <a:pt x="46" y="951"/>
                  <a:pt x="50" y="957"/>
                </a:cubicBezTo>
                <a:cubicBezTo>
                  <a:pt x="55" y="964"/>
                  <a:pt x="54" y="966"/>
                  <a:pt x="55" y="967"/>
                </a:cubicBezTo>
                <a:cubicBezTo>
                  <a:pt x="62" y="976"/>
                  <a:pt x="63" y="974"/>
                  <a:pt x="64" y="976"/>
                </a:cubicBezTo>
                <a:cubicBezTo>
                  <a:pt x="71" y="991"/>
                  <a:pt x="75" y="992"/>
                  <a:pt x="75" y="992"/>
                </a:cubicBezTo>
                <a:cubicBezTo>
                  <a:pt x="87" y="1006"/>
                  <a:pt x="91" y="1013"/>
                  <a:pt x="94" y="1018"/>
                </a:cubicBezTo>
                <a:cubicBezTo>
                  <a:pt x="102" y="1029"/>
                  <a:pt x="101" y="1031"/>
                  <a:pt x="102" y="1032"/>
                </a:cubicBezTo>
                <a:cubicBezTo>
                  <a:pt x="136" y="1079"/>
                  <a:pt x="145" y="1091"/>
                  <a:pt x="153" y="1103"/>
                </a:cubicBezTo>
                <a:cubicBezTo>
                  <a:pt x="187" y="1163"/>
                  <a:pt x="182" y="1168"/>
                  <a:pt x="186" y="1173"/>
                </a:cubicBezTo>
                <a:cubicBezTo>
                  <a:pt x="178" y="1170"/>
                  <a:pt x="174" y="1167"/>
                  <a:pt x="173" y="1165"/>
                </a:cubicBezTo>
                <a:cubicBezTo>
                  <a:pt x="155" y="1142"/>
                  <a:pt x="146" y="1120"/>
                  <a:pt x="135" y="1111"/>
                </a:cubicBezTo>
                <a:cubicBezTo>
                  <a:pt x="110" y="1078"/>
                  <a:pt x="102" y="1080"/>
                  <a:pt x="106" y="1076"/>
                </a:cubicBezTo>
                <a:cubicBezTo>
                  <a:pt x="83" y="1057"/>
                  <a:pt x="75" y="1040"/>
                  <a:pt x="65" y="1032"/>
                </a:cubicBezTo>
                <a:cubicBezTo>
                  <a:pt x="32" y="978"/>
                  <a:pt x="31" y="976"/>
                  <a:pt x="24" y="965"/>
                </a:cubicBezTo>
                <a:cubicBezTo>
                  <a:pt x="9" y="949"/>
                  <a:pt x="15" y="952"/>
                  <a:pt x="15" y="957"/>
                </a:cubicBezTo>
                <a:cubicBezTo>
                  <a:pt x="47" y="1023"/>
                  <a:pt x="52" y="1028"/>
                  <a:pt x="57" y="1035"/>
                </a:cubicBezTo>
                <a:cubicBezTo>
                  <a:pt x="102" y="1083"/>
                  <a:pt x="107" y="1092"/>
                  <a:pt x="113" y="1095"/>
                </a:cubicBezTo>
                <a:cubicBezTo>
                  <a:pt x="149" y="1143"/>
                  <a:pt x="150" y="1151"/>
                  <a:pt x="154" y="1149"/>
                </a:cubicBezTo>
                <a:cubicBezTo>
                  <a:pt x="174" y="1202"/>
                  <a:pt x="185" y="1210"/>
                  <a:pt x="182" y="1215"/>
                </a:cubicBezTo>
                <a:cubicBezTo>
                  <a:pt x="168" y="1179"/>
                  <a:pt x="159" y="1180"/>
                  <a:pt x="162" y="1177"/>
                </a:cubicBezTo>
                <a:cubicBezTo>
                  <a:pt x="140" y="1153"/>
                  <a:pt x="142" y="1142"/>
                  <a:pt x="135" y="1136"/>
                </a:cubicBezTo>
                <a:cubicBezTo>
                  <a:pt x="98" y="1090"/>
                  <a:pt x="95" y="1086"/>
                  <a:pt x="92" y="1086"/>
                </a:cubicBezTo>
                <a:cubicBezTo>
                  <a:pt x="82" y="1073"/>
                  <a:pt x="82" y="1071"/>
                  <a:pt x="82" y="1069"/>
                </a:cubicBezTo>
                <a:cubicBezTo>
                  <a:pt x="44" y="1034"/>
                  <a:pt x="41" y="1030"/>
                  <a:pt x="39" y="1026"/>
                </a:cubicBezTo>
                <a:cubicBezTo>
                  <a:pt x="13" y="992"/>
                  <a:pt x="16" y="996"/>
                  <a:pt x="17" y="1000"/>
                </a:cubicBezTo>
                <a:cubicBezTo>
                  <a:pt x="48" y="1041"/>
                  <a:pt x="46" y="1053"/>
                  <a:pt x="55" y="1056"/>
                </a:cubicBezTo>
                <a:cubicBezTo>
                  <a:pt x="80" y="1083"/>
                  <a:pt x="81" y="1085"/>
                  <a:pt x="83" y="1087"/>
                </a:cubicBezTo>
                <a:cubicBezTo>
                  <a:pt x="89" y="1101"/>
                  <a:pt x="103" y="1099"/>
                  <a:pt x="97" y="1104"/>
                </a:cubicBezTo>
                <a:cubicBezTo>
                  <a:pt x="125" y="1140"/>
                  <a:pt x="131" y="1145"/>
                  <a:pt x="130" y="1149"/>
                </a:cubicBezTo>
                <a:cubicBezTo>
                  <a:pt x="93" y="1107"/>
                  <a:pt x="89" y="1106"/>
                  <a:pt x="86" y="1102"/>
                </a:cubicBezTo>
                <a:cubicBezTo>
                  <a:pt x="63" y="1079"/>
                  <a:pt x="59" y="1075"/>
                  <a:pt x="55" y="1073"/>
                </a:cubicBezTo>
                <a:cubicBezTo>
                  <a:pt x="0" y="1009"/>
                  <a:pt x="9" y="1016"/>
                  <a:pt x="8" y="1021"/>
                </a:cubicBezTo>
                <a:cubicBezTo>
                  <a:pt x="27" y="1050"/>
                  <a:pt x="29" y="1050"/>
                  <a:pt x="30" y="1052"/>
                </a:cubicBezTo>
                <a:cubicBezTo>
                  <a:pt x="33" y="1062"/>
                  <a:pt x="38" y="1060"/>
                  <a:pt x="41" y="1066"/>
                </a:cubicBezTo>
                <a:cubicBezTo>
                  <a:pt x="86" y="1110"/>
                  <a:pt x="90" y="1120"/>
                  <a:pt x="96" y="1122"/>
                </a:cubicBezTo>
                <a:cubicBezTo>
                  <a:pt x="118" y="1149"/>
                  <a:pt x="127" y="1163"/>
                  <a:pt x="137" y="1176"/>
                </a:cubicBezTo>
                <a:cubicBezTo>
                  <a:pt x="148" y="1204"/>
                  <a:pt x="162" y="1211"/>
                  <a:pt x="158" y="1215"/>
                </a:cubicBezTo>
                <a:cubicBezTo>
                  <a:pt x="165" y="1240"/>
                  <a:pt x="164" y="1234"/>
                  <a:pt x="163" y="1229"/>
                </a:cubicBezTo>
                <a:cubicBezTo>
                  <a:pt x="151" y="1205"/>
                  <a:pt x="144" y="1201"/>
                  <a:pt x="143" y="1199"/>
                </a:cubicBezTo>
                <a:cubicBezTo>
                  <a:pt x="118" y="1171"/>
                  <a:pt x="122" y="1166"/>
                  <a:pt x="116" y="1164"/>
                </a:cubicBezTo>
                <a:cubicBezTo>
                  <a:pt x="82" y="1123"/>
                  <a:pt x="68" y="1114"/>
                  <a:pt x="60" y="1107"/>
                </a:cubicBezTo>
                <a:cubicBezTo>
                  <a:pt x="19" y="1050"/>
                  <a:pt x="22" y="1042"/>
                  <a:pt x="13" y="1042"/>
                </a:cubicBezTo>
                <a:cubicBezTo>
                  <a:pt x="62" y="1117"/>
                  <a:pt x="74" y="1136"/>
                  <a:pt x="95" y="1152"/>
                </a:cubicBezTo>
                <a:cubicBezTo>
                  <a:pt x="135" y="1204"/>
                  <a:pt x="140" y="1211"/>
                  <a:pt x="145" y="1217"/>
                </a:cubicBezTo>
                <a:cubicBezTo>
                  <a:pt x="170" y="1269"/>
                  <a:pt x="166" y="1271"/>
                  <a:pt x="171" y="1274"/>
                </a:cubicBezTo>
                <a:cubicBezTo>
                  <a:pt x="178" y="1302"/>
                  <a:pt x="178" y="1304"/>
                  <a:pt x="177" y="1307"/>
                </a:cubicBezTo>
                <a:cubicBezTo>
                  <a:pt x="169" y="1297"/>
                  <a:pt x="173" y="1295"/>
                  <a:pt x="168" y="1291"/>
                </a:cubicBezTo>
                <a:cubicBezTo>
                  <a:pt x="133" y="1236"/>
                  <a:pt x="128" y="1228"/>
                  <a:pt x="116" y="1208"/>
                </a:cubicBezTo>
                <a:cubicBezTo>
                  <a:pt x="41" y="1115"/>
                  <a:pt x="40" y="1112"/>
                  <a:pt x="37" y="1109"/>
                </a:cubicBezTo>
                <a:cubicBezTo>
                  <a:pt x="25" y="1086"/>
                  <a:pt x="30" y="1079"/>
                  <a:pt x="24" y="1081"/>
                </a:cubicBezTo>
                <a:cubicBezTo>
                  <a:pt x="59" y="1159"/>
                  <a:pt x="64" y="1161"/>
                  <a:pt x="69" y="1166"/>
                </a:cubicBezTo>
                <a:cubicBezTo>
                  <a:pt x="116" y="1220"/>
                  <a:pt x="123" y="1241"/>
                  <a:pt x="133" y="1245"/>
                </a:cubicBezTo>
                <a:cubicBezTo>
                  <a:pt x="146" y="1275"/>
                  <a:pt x="149" y="1274"/>
                  <a:pt x="153" y="1283"/>
                </a:cubicBezTo>
                <a:cubicBezTo>
                  <a:pt x="167" y="1322"/>
                  <a:pt x="173" y="1328"/>
                  <a:pt x="172" y="1333"/>
                </a:cubicBezTo>
                <a:cubicBezTo>
                  <a:pt x="172" y="1344"/>
                  <a:pt x="171" y="1342"/>
                  <a:pt x="167" y="1341"/>
                </a:cubicBezTo>
                <a:cubicBezTo>
                  <a:pt x="163" y="1322"/>
                  <a:pt x="155" y="1318"/>
                  <a:pt x="159" y="1315"/>
                </a:cubicBezTo>
                <a:cubicBezTo>
                  <a:pt x="128" y="1261"/>
                  <a:pt x="129" y="1259"/>
                  <a:pt x="117" y="1247"/>
                </a:cubicBezTo>
                <a:cubicBezTo>
                  <a:pt x="67" y="1189"/>
                  <a:pt x="67" y="1186"/>
                  <a:pt x="62" y="1181"/>
                </a:cubicBezTo>
                <a:cubicBezTo>
                  <a:pt x="50" y="1165"/>
                  <a:pt x="47" y="1166"/>
                  <a:pt x="49" y="1163"/>
                </a:cubicBezTo>
                <a:cubicBezTo>
                  <a:pt x="12" y="1111"/>
                  <a:pt x="15" y="1107"/>
                  <a:pt x="9" y="1101"/>
                </a:cubicBezTo>
                <a:cubicBezTo>
                  <a:pt x="13" y="1122"/>
                  <a:pt x="19" y="1126"/>
                  <a:pt x="16" y="1128"/>
                </a:cubicBezTo>
                <a:cubicBezTo>
                  <a:pt x="47" y="1180"/>
                  <a:pt x="52" y="1178"/>
                  <a:pt x="54" y="1184"/>
                </a:cubicBezTo>
                <a:cubicBezTo>
                  <a:pt x="108" y="1249"/>
                  <a:pt x="110" y="1258"/>
                  <a:pt x="114" y="1257"/>
                </a:cubicBezTo>
                <a:cubicBezTo>
                  <a:pt x="108" y="1251"/>
                  <a:pt x="101" y="1249"/>
                  <a:pt x="97" y="1247"/>
                </a:cubicBezTo>
                <a:cubicBezTo>
                  <a:pt x="70" y="1217"/>
                  <a:pt x="67" y="1206"/>
                  <a:pt x="63" y="1203"/>
                </a:cubicBezTo>
                <a:cubicBezTo>
                  <a:pt x="43" y="1184"/>
                  <a:pt x="42" y="1180"/>
                  <a:pt x="40" y="1177"/>
                </a:cubicBezTo>
                <a:cubicBezTo>
                  <a:pt x="2" y="1139"/>
                  <a:pt x="9" y="1144"/>
                  <a:pt x="8" y="1147"/>
                </a:cubicBezTo>
                <a:cubicBezTo>
                  <a:pt x="31" y="1180"/>
                  <a:pt x="28" y="1183"/>
                  <a:pt x="34" y="1187"/>
                </a:cubicBezTo>
                <a:cubicBezTo>
                  <a:pt x="104" y="1266"/>
                  <a:pt x="106" y="1270"/>
                  <a:pt x="109" y="1273"/>
                </a:cubicBezTo>
                <a:cubicBezTo>
                  <a:pt x="130" y="1308"/>
                  <a:pt x="136" y="1314"/>
                  <a:pt x="138" y="1320"/>
                </a:cubicBezTo>
                <a:cubicBezTo>
                  <a:pt x="148" y="1353"/>
                  <a:pt x="160" y="1358"/>
                  <a:pt x="154" y="1360"/>
                </a:cubicBezTo>
                <a:cubicBezTo>
                  <a:pt x="143" y="1349"/>
                  <a:pt x="143" y="1342"/>
                  <a:pt x="136" y="1334"/>
                </a:cubicBezTo>
                <a:cubicBezTo>
                  <a:pt x="102" y="1286"/>
                  <a:pt x="93" y="1279"/>
                  <a:pt x="95" y="1275"/>
                </a:cubicBezTo>
                <a:cubicBezTo>
                  <a:pt x="30" y="1202"/>
                  <a:pt x="24" y="1194"/>
                  <a:pt x="18" y="1185"/>
                </a:cubicBezTo>
                <a:cubicBezTo>
                  <a:pt x="17" y="1202"/>
                  <a:pt x="20" y="1204"/>
                  <a:pt x="22" y="1205"/>
                </a:cubicBezTo>
                <a:cubicBezTo>
                  <a:pt x="28" y="1233"/>
                  <a:pt x="31" y="1245"/>
                  <a:pt x="36" y="1247"/>
                </a:cubicBezTo>
                <a:cubicBezTo>
                  <a:pt x="44" y="1265"/>
                  <a:pt x="42" y="1268"/>
                  <a:pt x="45" y="1267"/>
                </a:cubicBezTo>
                <a:cubicBezTo>
                  <a:pt x="78" y="1315"/>
                  <a:pt x="77" y="1317"/>
                  <a:pt x="84" y="1325"/>
                </a:cubicBezTo>
                <a:cubicBezTo>
                  <a:pt x="106" y="1353"/>
                  <a:pt x="114" y="1357"/>
                  <a:pt x="107" y="1360"/>
                </a:cubicBezTo>
                <a:cubicBezTo>
                  <a:pt x="74" y="1315"/>
                  <a:pt x="69" y="1314"/>
                  <a:pt x="66" y="1306"/>
                </a:cubicBezTo>
                <a:cubicBezTo>
                  <a:pt x="42" y="1273"/>
                  <a:pt x="39" y="1262"/>
                  <a:pt x="33" y="1256"/>
                </a:cubicBezTo>
                <a:cubicBezTo>
                  <a:pt x="26" y="1249"/>
                  <a:pt x="31" y="1241"/>
                  <a:pt x="27" y="1238"/>
                </a:cubicBezTo>
                <a:cubicBezTo>
                  <a:pt x="23" y="1255"/>
                  <a:pt x="30" y="1264"/>
                  <a:pt x="33" y="1273"/>
                </a:cubicBezTo>
                <a:cubicBezTo>
                  <a:pt x="72" y="1327"/>
                  <a:pt x="77" y="1337"/>
                  <a:pt x="86" y="1343"/>
                </a:cubicBezTo>
                <a:cubicBezTo>
                  <a:pt x="91" y="1356"/>
                  <a:pt x="95" y="1356"/>
                  <a:pt x="95" y="1356"/>
                </a:cubicBezTo>
                <a:cubicBezTo>
                  <a:pt x="113" y="1378"/>
                  <a:pt x="122" y="1391"/>
                  <a:pt x="131" y="1399"/>
                </a:cubicBezTo>
                <a:cubicBezTo>
                  <a:pt x="141" y="1414"/>
                  <a:pt x="144" y="1416"/>
                  <a:pt x="146" y="1420"/>
                </a:cubicBezTo>
                <a:cubicBezTo>
                  <a:pt x="142" y="1419"/>
                  <a:pt x="139" y="1422"/>
                  <a:pt x="137" y="1417"/>
                </a:cubicBezTo>
                <a:cubicBezTo>
                  <a:pt x="104" y="1393"/>
                  <a:pt x="99" y="1389"/>
                  <a:pt x="94" y="1389"/>
                </a:cubicBezTo>
                <a:cubicBezTo>
                  <a:pt x="39" y="1357"/>
                  <a:pt x="44" y="1357"/>
                  <a:pt x="47" y="1361"/>
                </a:cubicBezTo>
                <a:cubicBezTo>
                  <a:pt x="73" y="1381"/>
                  <a:pt x="77" y="1386"/>
                  <a:pt x="82" y="1385"/>
                </a:cubicBezTo>
                <a:cubicBezTo>
                  <a:pt x="123" y="1414"/>
                  <a:pt x="127" y="1423"/>
                  <a:pt x="131" y="1423"/>
                </a:cubicBezTo>
                <a:cubicBezTo>
                  <a:pt x="163" y="1460"/>
                  <a:pt x="167" y="1459"/>
                  <a:pt x="169" y="1462"/>
                </a:cubicBezTo>
                <a:cubicBezTo>
                  <a:pt x="183" y="1480"/>
                  <a:pt x="180" y="1489"/>
                  <a:pt x="185" y="1495"/>
                </a:cubicBezTo>
                <a:cubicBezTo>
                  <a:pt x="198" y="1470"/>
                  <a:pt x="199" y="1467"/>
                  <a:pt x="200" y="1465"/>
                </a:cubicBezTo>
                <a:cubicBezTo>
                  <a:pt x="239" y="1447"/>
                  <a:pt x="243" y="1445"/>
                  <a:pt x="246" y="1443"/>
                </a:cubicBezTo>
                <a:cubicBezTo>
                  <a:pt x="237" y="1440"/>
                  <a:pt x="233" y="1441"/>
                  <a:pt x="230" y="1441"/>
                </a:cubicBezTo>
                <a:cubicBezTo>
                  <a:pt x="214" y="1443"/>
                  <a:pt x="212" y="1436"/>
                  <a:pt x="217" y="1430"/>
                </a:cubicBezTo>
                <a:cubicBezTo>
                  <a:pt x="295" y="1389"/>
                  <a:pt x="303" y="1382"/>
                  <a:pt x="310" y="1385"/>
                </a:cubicBezTo>
                <a:cubicBezTo>
                  <a:pt x="381" y="1375"/>
                  <a:pt x="383" y="1379"/>
                  <a:pt x="388" y="1373"/>
                </a:cubicBezTo>
                <a:cubicBezTo>
                  <a:pt x="426" y="1368"/>
                  <a:pt x="430" y="1366"/>
                  <a:pt x="433" y="1365"/>
                </a:cubicBezTo>
                <a:cubicBezTo>
                  <a:pt x="449" y="1360"/>
                  <a:pt x="453" y="1363"/>
                  <a:pt x="457" y="1358"/>
                </a:cubicBezTo>
                <a:cubicBezTo>
                  <a:pt x="441" y="1356"/>
                  <a:pt x="440" y="1359"/>
                  <a:pt x="438" y="1359"/>
                </a:cubicBezTo>
                <a:cubicBezTo>
                  <a:pt x="426" y="1362"/>
                  <a:pt x="425" y="1358"/>
                  <a:pt x="421" y="1362"/>
                </a:cubicBezTo>
                <a:cubicBezTo>
                  <a:pt x="371" y="1366"/>
                  <a:pt x="364" y="1369"/>
                  <a:pt x="357" y="1369"/>
                </a:cubicBezTo>
                <a:cubicBezTo>
                  <a:pt x="338" y="1375"/>
                  <a:pt x="337" y="1371"/>
                  <a:pt x="335" y="1372"/>
                </a:cubicBezTo>
                <a:cubicBezTo>
                  <a:pt x="307" y="1376"/>
                  <a:pt x="306" y="1372"/>
                  <a:pt x="303" y="1376"/>
                </a:cubicBezTo>
                <a:cubicBezTo>
                  <a:pt x="270" y="1383"/>
                  <a:pt x="263" y="1389"/>
                  <a:pt x="258" y="1388"/>
                </a:cubicBezTo>
                <a:cubicBezTo>
                  <a:pt x="202" y="1433"/>
                  <a:pt x="200" y="1437"/>
                  <a:pt x="196" y="1441"/>
                </a:cubicBezTo>
                <a:cubicBezTo>
                  <a:pt x="185" y="1441"/>
                  <a:pt x="190" y="1433"/>
                  <a:pt x="197" y="1425"/>
                </a:cubicBezTo>
                <a:cubicBezTo>
                  <a:pt x="279" y="1366"/>
                  <a:pt x="282" y="1364"/>
                  <a:pt x="284" y="1362"/>
                </a:cubicBezTo>
                <a:cubicBezTo>
                  <a:pt x="315" y="1356"/>
                  <a:pt x="324" y="1356"/>
                  <a:pt x="334" y="1353"/>
                </a:cubicBezTo>
                <a:cubicBezTo>
                  <a:pt x="381" y="1350"/>
                  <a:pt x="385" y="1350"/>
                  <a:pt x="390" y="1350"/>
                </a:cubicBezTo>
                <a:cubicBezTo>
                  <a:pt x="436" y="1341"/>
                  <a:pt x="441" y="1339"/>
                  <a:pt x="446" y="1339"/>
                </a:cubicBezTo>
                <a:cubicBezTo>
                  <a:pt x="489" y="1324"/>
                  <a:pt x="486" y="1320"/>
                  <a:pt x="481" y="1326"/>
                </a:cubicBezTo>
                <a:cubicBezTo>
                  <a:pt x="445" y="1330"/>
                  <a:pt x="442" y="1333"/>
                  <a:pt x="438" y="1335"/>
                </a:cubicBezTo>
                <a:cubicBezTo>
                  <a:pt x="414" y="1334"/>
                  <a:pt x="409" y="1345"/>
                  <a:pt x="406" y="1338"/>
                </a:cubicBezTo>
                <a:cubicBezTo>
                  <a:pt x="436" y="1330"/>
                  <a:pt x="444" y="1327"/>
                  <a:pt x="451" y="1328"/>
                </a:cubicBezTo>
                <a:cubicBezTo>
                  <a:pt x="502" y="1292"/>
                  <a:pt x="500" y="1297"/>
                  <a:pt x="495" y="1301"/>
                </a:cubicBezTo>
                <a:cubicBezTo>
                  <a:pt x="463" y="1311"/>
                  <a:pt x="458" y="1319"/>
                  <a:pt x="455" y="1320"/>
                </a:cubicBezTo>
                <a:cubicBezTo>
                  <a:pt x="410" y="1329"/>
                  <a:pt x="405" y="1329"/>
                  <a:pt x="400" y="1333"/>
                </a:cubicBezTo>
                <a:cubicBezTo>
                  <a:pt x="380" y="1333"/>
                  <a:pt x="378" y="1331"/>
                  <a:pt x="376" y="1333"/>
                </a:cubicBezTo>
                <a:cubicBezTo>
                  <a:pt x="356" y="1334"/>
                  <a:pt x="353" y="1333"/>
                  <a:pt x="355" y="1331"/>
                </a:cubicBezTo>
                <a:cubicBezTo>
                  <a:pt x="400" y="1320"/>
                  <a:pt x="402" y="1322"/>
                  <a:pt x="405" y="1319"/>
                </a:cubicBezTo>
                <a:cubicBezTo>
                  <a:pt x="429" y="1309"/>
                  <a:pt x="438" y="1305"/>
                  <a:pt x="450" y="1297"/>
                </a:cubicBezTo>
                <a:cubicBezTo>
                  <a:pt x="498" y="1254"/>
                  <a:pt x="508" y="1256"/>
                  <a:pt x="503" y="1248"/>
                </a:cubicBezTo>
                <a:cubicBezTo>
                  <a:pt x="391" y="1316"/>
                  <a:pt x="387" y="1317"/>
                  <a:pt x="384" y="1317"/>
                </a:cubicBezTo>
                <a:cubicBezTo>
                  <a:pt x="365" y="1320"/>
                  <a:pt x="363" y="1321"/>
                  <a:pt x="360" y="1322"/>
                </a:cubicBezTo>
                <a:cubicBezTo>
                  <a:pt x="345" y="1324"/>
                  <a:pt x="344" y="1319"/>
                  <a:pt x="342" y="1323"/>
                </a:cubicBezTo>
                <a:cubicBezTo>
                  <a:pt x="303" y="1328"/>
                  <a:pt x="296" y="1326"/>
                  <a:pt x="290" y="1326"/>
                </a:cubicBezTo>
                <a:cubicBezTo>
                  <a:pt x="244" y="1332"/>
                  <a:pt x="240" y="1335"/>
                  <a:pt x="237" y="1335"/>
                </a:cubicBezTo>
                <a:cubicBezTo>
                  <a:pt x="200" y="1351"/>
                  <a:pt x="199" y="1362"/>
                  <a:pt x="193" y="1356"/>
                </a:cubicBezTo>
                <a:cubicBezTo>
                  <a:pt x="222" y="1332"/>
                  <a:pt x="227" y="1334"/>
                  <a:pt x="232" y="1328"/>
                </a:cubicBezTo>
                <a:cubicBezTo>
                  <a:pt x="257" y="1323"/>
                  <a:pt x="260" y="1322"/>
                  <a:pt x="262" y="1322"/>
                </a:cubicBezTo>
                <a:cubicBezTo>
                  <a:pt x="340" y="1309"/>
                  <a:pt x="350" y="1304"/>
                  <a:pt x="360" y="1305"/>
                </a:cubicBezTo>
                <a:cubicBezTo>
                  <a:pt x="414" y="1282"/>
                  <a:pt x="428" y="1278"/>
                  <a:pt x="443" y="1270"/>
                </a:cubicBezTo>
                <a:cubicBezTo>
                  <a:pt x="485" y="1238"/>
                  <a:pt x="488" y="1241"/>
                  <a:pt x="493" y="1236"/>
                </a:cubicBezTo>
                <a:cubicBezTo>
                  <a:pt x="503" y="1226"/>
                  <a:pt x="507" y="1224"/>
                  <a:pt x="512" y="1220"/>
                </a:cubicBezTo>
                <a:cubicBezTo>
                  <a:pt x="513" y="1206"/>
                  <a:pt x="509" y="1214"/>
                  <a:pt x="502" y="1222"/>
                </a:cubicBezTo>
                <a:cubicBezTo>
                  <a:pt x="460" y="1250"/>
                  <a:pt x="445" y="1261"/>
                  <a:pt x="435" y="1266"/>
                </a:cubicBezTo>
                <a:cubicBezTo>
                  <a:pt x="399" y="1282"/>
                  <a:pt x="395" y="1285"/>
                  <a:pt x="392" y="1284"/>
                </a:cubicBezTo>
                <a:cubicBezTo>
                  <a:pt x="323" y="1300"/>
                  <a:pt x="316" y="1303"/>
                  <a:pt x="308" y="1308"/>
                </a:cubicBezTo>
                <a:cubicBezTo>
                  <a:pt x="286" y="1307"/>
                  <a:pt x="284" y="1307"/>
                  <a:pt x="281" y="1308"/>
                </a:cubicBezTo>
                <a:cubicBezTo>
                  <a:pt x="265" y="1315"/>
                  <a:pt x="263" y="1313"/>
                  <a:pt x="260" y="1316"/>
                </a:cubicBezTo>
                <a:cubicBezTo>
                  <a:pt x="276" y="1302"/>
                  <a:pt x="278" y="1307"/>
                  <a:pt x="282" y="1305"/>
                </a:cubicBezTo>
                <a:cubicBezTo>
                  <a:pt x="318" y="1297"/>
                  <a:pt x="324" y="1295"/>
                  <a:pt x="330" y="1297"/>
                </a:cubicBezTo>
                <a:cubicBezTo>
                  <a:pt x="385" y="1284"/>
                  <a:pt x="390" y="1272"/>
                  <a:pt x="392" y="1277"/>
                </a:cubicBezTo>
                <a:cubicBezTo>
                  <a:pt x="458" y="1239"/>
                  <a:pt x="469" y="1229"/>
                  <a:pt x="477" y="1218"/>
                </a:cubicBezTo>
                <a:cubicBezTo>
                  <a:pt x="489" y="1197"/>
                  <a:pt x="479" y="1209"/>
                  <a:pt x="469" y="1221"/>
                </a:cubicBezTo>
                <a:cubicBezTo>
                  <a:pt x="433" y="1250"/>
                  <a:pt x="428" y="1253"/>
                  <a:pt x="424" y="1257"/>
                </a:cubicBezTo>
                <a:cubicBezTo>
                  <a:pt x="379" y="1272"/>
                  <a:pt x="373" y="1275"/>
                  <a:pt x="368" y="1275"/>
                </a:cubicBezTo>
                <a:cubicBezTo>
                  <a:pt x="317" y="1286"/>
                  <a:pt x="313" y="1290"/>
                  <a:pt x="308" y="1294"/>
                </a:cubicBezTo>
                <a:cubicBezTo>
                  <a:pt x="276" y="1296"/>
                  <a:pt x="268" y="1298"/>
                  <a:pt x="259" y="1301"/>
                </a:cubicBezTo>
                <a:cubicBezTo>
                  <a:pt x="226" y="1315"/>
                  <a:pt x="218" y="1314"/>
                  <a:pt x="210" y="1318"/>
                </a:cubicBezTo>
                <a:cubicBezTo>
                  <a:pt x="188" y="1324"/>
                  <a:pt x="198" y="1326"/>
                  <a:pt x="196" y="1323"/>
                </a:cubicBezTo>
                <a:cubicBezTo>
                  <a:pt x="245" y="1292"/>
                  <a:pt x="250" y="1296"/>
                  <a:pt x="257" y="1291"/>
                </a:cubicBezTo>
                <a:cubicBezTo>
                  <a:pt x="286" y="1281"/>
                  <a:pt x="297" y="1283"/>
                  <a:pt x="309" y="1278"/>
                </a:cubicBezTo>
                <a:cubicBezTo>
                  <a:pt x="360" y="1270"/>
                  <a:pt x="377" y="1254"/>
                  <a:pt x="392" y="1257"/>
                </a:cubicBezTo>
                <a:cubicBezTo>
                  <a:pt x="464" y="1216"/>
                  <a:pt x="478" y="1201"/>
                  <a:pt x="492" y="1188"/>
                </a:cubicBezTo>
                <a:cubicBezTo>
                  <a:pt x="510" y="1153"/>
                  <a:pt x="511" y="1156"/>
                  <a:pt x="505" y="1158"/>
                </a:cubicBezTo>
                <a:cubicBezTo>
                  <a:pt x="490" y="1176"/>
                  <a:pt x="487" y="1180"/>
                  <a:pt x="487" y="1184"/>
                </a:cubicBezTo>
                <a:cubicBezTo>
                  <a:pt x="443" y="1223"/>
                  <a:pt x="444" y="1226"/>
                  <a:pt x="442" y="1224"/>
                </a:cubicBezTo>
                <a:cubicBezTo>
                  <a:pt x="413" y="1237"/>
                  <a:pt x="407" y="1243"/>
                  <a:pt x="403" y="1242"/>
                </a:cubicBezTo>
                <a:cubicBezTo>
                  <a:pt x="325" y="1267"/>
                  <a:pt x="322" y="1265"/>
                  <a:pt x="318" y="1267"/>
                </a:cubicBezTo>
                <a:cubicBezTo>
                  <a:pt x="273" y="1273"/>
                  <a:pt x="263" y="1283"/>
                  <a:pt x="256" y="1279"/>
                </a:cubicBezTo>
                <a:cubicBezTo>
                  <a:pt x="295" y="1265"/>
                  <a:pt x="305" y="1261"/>
                  <a:pt x="314" y="1262"/>
                </a:cubicBezTo>
                <a:cubicBezTo>
                  <a:pt x="363" y="1241"/>
                  <a:pt x="375" y="1239"/>
                  <a:pt x="387" y="1234"/>
                </a:cubicBezTo>
                <a:cubicBezTo>
                  <a:pt x="479" y="1164"/>
                  <a:pt x="483" y="1161"/>
                  <a:pt x="485" y="1158"/>
                </a:cubicBezTo>
                <a:cubicBezTo>
                  <a:pt x="512" y="1124"/>
                  <a:pt x="513" y="1117"/>
                  <a:pt x="520" y="1111"/>
                </a:cubicBezTo>
                <a:cubicBezTo>
                  <a:pt x="509" y="1116"/>
                  <a:pt x="505" y="1120"/>
                  <a:pt x="502" y="1124"/>
                </a:cubicBezTo>
                <a:cubicBezTo>
                  <a:pt x="478" y="1160"/>
                  <a:pt x="470" y="1160"/>
                  <a:pt x="471" y="1166"/>
                </a:cubicBezTo>
                <a:cubicBezTo>
                  <a:pt x="431" y="1191"/>
                  <a:pt x="426" y="1200"/>
                  <a:pt x="421" y="1202"/>
                </a:cubicBezTo>
                <a:cubicBezTo>
                  <a:pt x="378" y="1227"/>
                  <a:pt x="371" y="1230"/>
                  <a:pt x="363" y="1234"/>
                </a:cubicBezTo>
                <a:cubicBezTo>
                  <a:pt x="322" y="1251"/>
                  <a:pt x="307" y="1250"/>
                  <a:pt x="290" y="1259"/>
                </a:cubicBezTo>
                <a:cubicBezTo>
                  <a:pt x="246" y="1271"/>
                  <a:pt x="237" y="1279"/>
                  <a:pt x="231" y="1275"/>
                </a:cubicBezTo>
                <a:cubicBezTo>
                  <a:pt x="290" y="1254"/>
                  <a:pt x="296" y="1241"/>
                  <a:pt x="298" y="1246"/>
                </a:cubicBezTo>
                <a:cubicBezTo>
                  <a:pt x="362" y="1221"/>
                  <a:pt x="377" y="1211"/>
                  <a:pt x="391" y="1204"/>
                </a:cubicBezTo>
                <a:cubicBezTo>
                  <a:pt x="515" y="1103"/>
                  <a:pt x="512" y="1098"/>
                  <a:pt x="518" y="1095"/>
                </a:cubicBezTo>
                <a:cubicBezTo>
                  <a:pt x="532" y="1075"/>
                  <a:pt x="536" y="1073"/>
                  <a:pt x="535" y="1071"/>
                </a:cubicBezTo>
                <a:cubicBezTo>
                  <a:pt x="539" y="1064"/>
                  <a:pt x="536" y="1067"/>
                  <a:pt x="532" y="1070"/>
                </a:cubicBezTo>
                <a:cubicBezTo>
                  <a:pt x="497" y="1109"/>
                  <a:pt x="495" y="1119"/>
                  <a:pt x="485" y="1121"/>
                </a:cubicBezTo>
                <a:cubicBezTo>
                  <a:pt x="453" y="1152"/>
                  <a:pt x="442" y="1160"/>
                  <a:pt x="431" y="1168"/>
                </a:cubicBezTo>
                <a:cubicBezTo>
                  <a:pt x="397" y="1193"/>
                  <a:pt x="389" y="1191"/>
                  <a:pt x="388" y="1197"/>
                </a:cubicBezTo>
                <a:cubicBezTo>
                  <a:pt x="367" y="1206"/>
                  <a:pt x="360" y="1215"/>
                  <a:pt x="356" y="1210"/>
                </a:cubicBezTo>
                <a:cubicBezTo>
                  <a:pt x="315" y="1230"/>
                  <a:pt x="305" y="1233"/>
                  <a:pt x="294" y="1240"/>
                </a:cubicBezTo>
                <a:cubicBezTo>
                  <a:pt x="262" y="1252"/>
                  <a:pt x="260" y="1251"/>
                  <a:pt x="257" y="1254"/>
                </a:cubicBezTo>
                <a:cubicBezTo>
                  <a:pt x="237" y="1263"/>
                  <a:pt x="233" y="1265"/>
                  <a:pt x="229" y="1267"/>
                </a:cubicBezTo>
                <a:cubicBezTo>
                  <a:pt x="218" y="1271"/>
                  <a:pt x="214" y="1278"/>
                  <a:pt x="211" y="1275"/>
                </a:cubicBezTo>
                <a:cubicBezTo>
                  <a:pt x="241" y="1245"/>
                  <a:pt x="262" y="1234"/>
                  <a:pt x="291" y="1222"/>
                </a:cubicBezTo>
                <a:cubicBezTo>
                  <a:pt x="352" y="1187"/>
                  <a:pt x="356" y="1194"/>
                  <a:pt x="360" y="1189"/>
                </a:cubicBezTo>
                <a:cubicBezTo>
                  <a:pt x="397" y="1173"/>
                  <a:pt x="401" y="1169"/>
                  <a:pt x="405" y="1169"/>
                </a:cubicBezTo>
                <a:cubicBezTo>
                  <a:pt x="461" y="1128"/>
                  <a:pt x="482" y="1115"/>
                  <a:pt x="495" y="1100"/>
                </a:cubicBezTo>
                <a:cubicBezTo>
                  <a:pt x="532" y="1063"/>
                  <a:pt x="536" y="1059"/>
                  <a:pt x="536" y="1055"/>
                </a:cubicBezTo>
                <a:cubicBezTo>
                  <a:pt x="492" y="1093"/>
                  <a:pt x="491" y="1097"/>
                  <a:pt x="486" y="1101"/>
                </a:cubicBezTo>
                <a:cubicBezTo>
                  <a:pt x="470" y="1111"/>
                  <a:pt x="468" y="1118"/>
                  <a:pt x="461" y="1121"/>
                </a:cubicBezTo>
                <a:cubicBezTo>
                  <a:pt x="441" y="1135"/>
                  <a:pt x="439" y="1138"/>
                  <a:pt x="438" y="1141"/>
                </a:cubicBezTo>
                <a:cubicBezTo>
                  <a:pt x="395" y="1165"/>
                  <a:pt x="389" y="1166"/>
                  <a:pt x="384" y="1167"/>
                </a:cubicBezTo>
                <a:cubicBezTo>
                  <a:pt x="366" y="1175"/>
                  <a:pt x="360" y="1181"/>
                  <a:pt x="354" y="1181"/>
                </a:cubicBezTo>
                <a:cubicBezTo>
                  <a:pt x="336" y="1190"/>
                  <a:pt x="330" y="1193"/>
                  <a:pt x="324" y="1196"/>
                </a:cubicBezTo>
                <a:cubicBezTo>
                  <a:pt x="289" y="1212"/>
                  <a:pt x="274" y="1219"/>
                  <a:pt x="259" y="1226"/>
                </a:cubicBezTo>
                <a:cubicBezTo>
                  <a:pt x="235" y="1240"/>
                  <a:pt x="227" y="1244"/>
                  <a:pt x="224" y="1249"/>
                </a:cubicBezTo>
                <a:cubicBezTo>
                  <a:pt x="202" y="1270"/>
                  <a:pt x="193" y="1272"/>
                  <a:pt x="192" y="1269"/>
                </a:cubicBezTo>
                <a:cubicBezTo>
                  <a:pt x="215" y="1249"/>
                  <a:pt x="212" y="1245"/>
                  <a:pt x="217" y="1243"/>
                </a:cubicBezTo>
                <a:cubicBezTo>
                  <a:pt x="243" y="1226"/>
                  <a:pt x="244" y="1223"/>
                  <a:pt x="250" y="1220"/>
                </a:cubicBezTo>
                <a:cubicBezTo>
                  <a:pt x="326" y="1181"/>
                  <a:pt x="340" y="1175"/>
                  <a:pt x="358" y="1169"/>
                </a:cubicBezTo>
                <a:cubicBezTo>
                  <a:pt x="494" y="1080"/>
                  <a:pt x="512" y="1077"/>
                  <a:pt x="512" y="1063"/>
                </a:cubicBezTo>
                <a:cubicBezTo>
                  <a:pt x="460" y="1106"/>
                  <a:pt x="454" y="1105"/>
                  <a:pt x="447" y="1112"/>
                </a:cubicBezTo>
                <a:cubicBezTo>
                  <a:pt x="401" y="1139"/>
                  <a:pt x="397" y="1141"/>
                  <a:pt x="392" y="1144"/>
                </a:cubicBezTo>
                <a:cubicBezTo>
                  <a:pt x="299" y="1182"/>
                  <a:pt x="278" y="1194"/>
                  <a:pt x="258" y="1204"/>
                </a:cubicBezTo>
                <a:cubicBezTo>
                  <a:pt x="222" y="1232"/>
                  <a:pt x="219" y="1228"/>
                  <a:pt x="215" y="1233"/>
                </a:cubicBezTo>
                <a:cubicBezTo>
                  <a:pt x="191" y="1248"/>
                  <a:pt x="198" y="1246"/>
                  <a:pt x="198" y="1243"/>
                </a:cubicBezTo>
                <a:cubicBezTo>
                  <a:pt x="210" y="1232"/>
                  <a:pt x="218" y="1227"/>
                  <a:pt x="221" y="1221"/>
                </a:cubicBezTo>
                <a:cubicBezTo>
                  <a:pt x="275" y="1187"/>
                  <a:pt x="293" y="1174"/>
                  <a:pt x="310" y="1167"/>
                </a:cubicBezTo>
                <a:cubicBezTo>
                  <a:pt x="378" y="1137"/>
                  <a:pt x="377" y="1130"/>
                  <a:pt x="382" y="1132"/>
                </a:cubicBezTo>
                <a:cubicBezTo>
                  <a:pt x="433" y="1103"/>
                  <a:pt x="436" y="1100"/>
                  <a:pt x="437" y="1102"/>
                </a:cubicBezTo>
                <a:cubicBezTo>
                  <a:pt x="461" y="1086"/>
                  <a:pt x="465" y="1087"/>
                  <a:pt x="471" y="1080"/>
                </a:cubicBezTo>
                <a:cubicBezTo>
                  <a:pt x="502" y="1058"/>
                  <a:pt x="506" y="1058"/>
                  <a:pt x="511" y="1054"/>
                </a:cubicBezTo>
                <a:cubicBezTo>
                  <a:pt x="567" y="1001"/>
                  <a:pt x="569" y="996"/>
                  <a:pt x="573" y="991"/>
                </a:cubicBezTo>
                <a:cubicBezTo>
                  <a:pt x="512" y="1042"/>
                  <a:pt x="492" y="1060"/>
                  <a:pt x="472" y="1069"/>
                </a:cubicBezTo>
                <a:cubicBezTo>
                  <a:pt x="445" y="1085"/>
                  <a:pt x="440" y="1093"/>
                  <a:pt x="436" y="1090"/>
                </a:cubicBezTo>
                <a:cubicBezTo>
                  <a:pt x="383" y="1123"/>
                  <a:pt x="380" y="1120"/>
                  <a:pt x="375" y="1125"/>
                </a:cubicBezTo>
                <a:cubicBezTo>
                  <a:pt x="301" y="1163"/>
                  <a:pt x="285" y="1166"/>
                  <a:pt x="266" y="1181"/>
                </a:cubicBezTo>
                <a:cubicBezTo>
                  <a:pt x="238" y="1199"/>
                  <a:pt x="226" y="1210"/>
                  <a:pt x="218" y="1211"/>
                </a:cubicBezTo>
                <a:cubicBezTo>
                  <a:pt x="195" y="1226"/>
                  <a:pt x="199" y="1221"/>
                  <a:pt x="198" y="1216"/>
                </a:cubicBezTo>
                <a:cubicBezTo>
                  <a:pt x="230" y="1183"/>
                  <a:pt x="233" y="1182"/>
                  <a:pt x="238" y="1177"/>
                </a:cubicBezTo>
                <a:cubicBezTo>
                  <a:pt x="319" y="1129"/>
                  <a:pt x="328" y="1123"/>
                  <a:pt x="336" y="1121"/>
                </a:cubicBezTo>
                <a:cubicBezTo>
                  <a:pt x="493" y="1012"/>
                  <a:pt x="511" y="1000"/>
                  <a:pt x="526" y="986"/>
                </a:cubicBezTo>
                <a:cubicBezTo>
                  <a:pt x="552" y="958"/>
                  <a:pt x="551" y="956"/>
                  <a:pt x="554" y="954"/>
                </a:cubicBezTo>
                <a:cubicBezTo>
                  <a:pt x="522" y="977"/>
                  <a:pt x="521" y="987"/>
                  <a:pt x="507" y="995"/>
                </a:cubicBezTo>
                <a:cubicBezTo>
                  <a:pt x="490" y="1009"/>
                  <a:pt x="487" y="1013"/>
                  <a:pt x="482" y="1018"/>
                </a:cubicBezTo>
                <a:cubicBezTo>
                  <a:pt x="358" y="1100"/>
                  <a:pt x="341" y="1103"/>
                  <a:pt x="333" y="1113"/>
                </a:cubicBezTo>
                <a:cubicBezTo>
                  <a:pt x="251" y="1161"/>
                  <a:pt x="227" y="1171"/>
                  <a:pt x="214" y="1187"/>
                </a:cubicBezTo>
                <a:cubicBezTo>
                  <a:pt x="211" y="1186"/>
                  <a:pt x="210" y="1183"/>
                  <a:pt x="213" y="1180"/>
                </a:cubicBezTo>
                <a:cubicBezTo>
                  <a:pt x="242" y="1151"/>
                  <a:pt x="248" y="1147"/>
                  <a:pt x="259" y="1137"/>
                </a:cubicBezTo>
                <a:cubicBezTo>
                  <a:pt x="360" y="1078"/>
                  <a:pt x="373" y="1070"/>
                  <a:pt x="393" y="1055"/>
                </a:cubicBezTo>
                <a:cubicBezTo>
                  <a:pt x="452" y="1010"/>
                  <a:pt x="460" y="1010"/>
                  <a:pt x="463" y="1005"/>
                </a:cubicBezTo>
                <a:cubicBezTo>
                  <a:pt x="524" y="947"/>
                  <a:pt x="530" y="944"/>
                  <a:pt x="532" y="940"/>
                </a:cubicBezTo>
                <a:cubicBezTo>
                  <a:pt x="561" y="903"/>
                  <a:pt x="566" y="896"/>
                  <a:pt x="574" y="890"/>
                </a:cubicBezTo>
                <a:cubicBezTo>
                  <a:pt x="547" y="899"/>
                  <a:pt x="543" y="903"/>
                  <a:pt x="537" y="907"/>
                </a:cubicBezTo>
                <a:cubicBezTo>
                  <a:pt x="522" y="918"/>
                  <a:pt x="523" y="921"/>
                  <a:pt x="519" y="922"/>
                </a:cubicBezTo>
                <a:cubicBezTo>
                  <a:pt x="491" y="945"/>
                  <a:pt x="485" y="954"/>
                  <a:pt x="474" y="962"/>
                </a:cubicBezTo>
                <a:cubicBezTo>
                  <a:pt x="396" y="1023"/>
                  <a:pt x="387" y="1030"/>
                  <a:pt x="378" y="1037"/>
                </a:cubicBezTo>
                <a:cubicBezTo>
                  <a:pt x="323" y="1067"/>
                  <a:pt x="317" y="1067"/>
                  <a:pt x="311" y="1070"/>
                </a:cubicBezTo>
                <a:cubicBezTo>
                  <a:pt x="262" y="1102"/>
                  <a:pt x="259" y="1103"/>
                  <a:pt x="256" y="1103"/>
                </a:cubicBezTo>
                <a:cubicBezTo>
                  <a:pt x="244" y="1115"/>
                  <a:pt x="236" y="1116"/>
                  <a:pt x="239" y="1120"/>
                </a:cubicBezTo>
                <a:cubicBezTo>
                  <a:pt x="222" y="1136"/>
                  <a:pt x="217" y="1144"/>
                  <a:pt x="214" y="1140"/>
                </a:cubicBezTo>
                <a:cubicBezTo>
                  <a:pt x="260" y="1090"/>
                  <a:pt x="271" y="1086"/>
                  <a:pt x="296" y="1066"/>
                </a:cubicBezTo>
                <a:cubicBezTo>
                  <a:pt x="418" y="989"/>
                  <a:pt x="425" y="977"/>
                  <a:pt x="430" y="979"/>
                </a:cubicBezTo>
                <a:cubicBezTo>
                  <a:pt x="451" y="961"/>
                  <a:pt x="456" y="956"/>
                  <a:pt x="465" y="947"/>
                </a:cubicBezTo>
                <a:cubicBezTo>
                  <a:pt x="540" y="892"/>
                  <a:pt x="549" y="886"/>
                  <a:pt x="560" y="878"/>
                </a:cubicBezTo>
                <a:cubicBezTo>
                  <a:pt x="587" y="870"/>
                  <a:pt x="592" y="858"/>
                  <a:pt x="594" y="863"/>
                </a:cubicBezTo>
                <a:cubicBezTo>
                  <a:pt x="625" y="848"/>
                  <a:pt x="636" y="854"/>
                  <a:pt x="633" y="845"/>
                </a:cubicBezTo>
                <a:cubicBezTo>
                  <a:pt x="574" y="858"/>
                  <a:pt x="566" y="857"/>
                  <a:pt x="557" y="863"/>
                </a:cubicBezTo>
                <a:cubicBezTo>
                  <a:pt x="523" y="876"/>
                  <a:pt x="515" y="880"/>
                  <a:pt x="508" y="884"/>
                </a:cubicBezTo>
                <a:cubicBezTo>
                  <a:pt x="420" y="945"/>
                  <a:pt x="411" y="951"/>
                  <a:pt x="402" y="958"/>
                </a:cubicBezTo>
                <a:cubicBezTo>
                  <a:pt x="299" y="1027"/>
                  <a:pt x="297" y="1029"/>
                  <a:pt x="295" y="1030"/>
                </a:cubicBezTo>
                <a:cubicBezTo>
                  <a:pt x="255" y="1062"/>
                  <a:pt x="252" y="1067"/>
                  <a:pt x="244" y="1072"/>
                </a:cubicBezTo>
                <a:cubicBezTo>
                  <a:pt x="230" y="1081"/>
                  <a:pt x="230" y="1077"/>
                  <a:pt x="232" y="1073"/>
                </a:cubicBezTo>
                <a:cubicBezTo>
                  <a:pt x="251" y="1057"/>
                  <a:pt x="253" y="1055"/>
                  <a:pt x="257" y="1053"/>
                </a:cubicBezTo>
                <a:cubicBezTo>
                  <a:pt x="293" y="1015"/>
                  <a:pt x="296" y="1017"/>
                  <a:pt x="300" y="1014"/>
                </a:cubicBezTo>
                <a:cubicBezTo>
                  <a:pt x="333" y="985"/>
                  <a:pt x="335" y="986"/>
                  <a:pt x="336" y="986"/>
                </a:cubicBezTo>
                <a:cubicBezTo>
                  <a:pt x="380" y="950"/>
                  <a:pt x="404" y="938"/>
                  <a:pt x="433" y="916"/>
                </a:cubicBezTo>
                <a:cubicBezTo>
                  <a:pt x="492" y="885"/>
                  <a:pt x="501" y="881"/>
                  <a:pt x="511" y="874"/>
                </a:cubicBezTo>
                <a:cubicBezTo>
                  <a:pt x="540" y="857"/>
                  <a:pt x="552" y="855"/>
                  <a:pt x="561" y="848"/>
                </a:cubicBezTo>
                <a:cubicBezTo>
                  <a:pt x="574" y="833"/>
                  <a:pt x="569" y="837"/>
                  <a:pt x="565" y="840"/>
                </a:cubicBezTo>
                <a:cubicBezTo>
                  <a:pt x="512" y="866"/>
                  <a:pt x="509" y="864"/>
                  <a:pt x="505" y="869"/>
                </a:cubicBezTo>
                <a:cubicBezTo>
                  <a:pt x="416" y="917"/>
                  <a:pt x="406" y="926"/>
                  <a:pt x="373" y="944"/>
                </a:cubicBezTo>
                <a:cubicBezTo>
                  <a:pt x="332" y="978"/>
                  <a:pt x="317" y="986"/>
                  <a:pt x="306" y="995"/>
                </a:cubicBezTo>
                <a:cubicBezTo>
                  <a:pt x="253" y="1040"/>
                  <a:pt x="256" y="1048"/>
                  <a:pt x="251" y="1045"/>
                </a:cubicBezTo>
                <a:cubicBezTo>
                  <a:pt x="235" y="1052"/>
                  <a:pt x="237" y="1048"/>
                  <a:pt x="241" y="1044"/>
                </a:cubicBezTo>
                <a:cubicBezTo>
                  <a:pt x="310" y="977"/>
                  <a:pt x="362" y="934"/>
                  <a:pt x="419" y="899"/>
                </a:cubicBezTo>
                <a:cubicBezTo>
                  <a:pt x="482" y="869"/>
                  <a:pt x="481" y="865"/>
                  <a:pt x="487" y="864"/>
                </a:cubicBezTo>
                <a:cubicBezTo>
                  <a:pt x="513" y="858"/>
                  <a:pt x="519" y="848"/>
                  <a:pt x="522" y="852"/>
                </a:cubicBezTo>
                <a:cubicBezTo>
                  <a:pt x="583" y="826"/>
                  <a:pt x="598" y="821"/>
                  <a:pt x="613" y="815"/>
                </a:cubicBezTo>
                <a:cubicBezTo>
                  <a:pt x="578" y="820"/>
                  <a:pt x="572" y="828"/>
                  <a:pt x="567" y="826"/>
                </a:cubicBezTo>
                <a:cubicBezTo>
                  <a:pt x="541" y="835"/>
                  <a:pt x="538" y="835"/>
                  <a:pt x="536" y="837"/>
                </a:cubicBezTo>
                <a:cubicBezTo>
                  <a:pt x="509" y="843"/>
                  <a:pt x="505" y="850"/>
                  <a:pt x="502" y="851"/>
                </a:cubicBezTo>
                <a:cubicBezTo>
                  <a:pt x="480" y="859"/>
                  <a:pt x="474" y="860"/>
                  <a:pt x="468" y="866"/>
                </a:cubicBezTo>
                <a:cubicBezTo>
                  <a:pt x="423" y="890"/>
                  <a:pt x="421" y="886"/>
                  <a:pt x="417" y="890"/>
                </a:cubicBezTo>
                <a:cubicBezTo>
                  <a:pt x="390" y="907"/>
                  <a:pt x="385" y="911"/>
                  <a:pt x="380" y="914"/>
                </a:cubicBezTo>
                <a:cubicBezTo>
                  <a:pt x="361" y="927"/>
                  <a:pt x="350" y="937"/>
                  <a:pt x="335" y="947"/>
                </a:cubicBezTo>
                <a:cubicBezTo>
                  <a:pt x="277" y="996"/>
                  <a:pt x="275" y="1001"/>
                  <a:pt x="266" y="1004"/>
                </a:cubicBezTo>
                <a:cubicBezTo>
                  <a:pt x="252" y="1019"/>
                  <a:pt x="249" y="1014"/>
                  <a:pt x="250" y="1013"/>
                </a:cubicBezTo>
                <a:cubicBezTo>
                  <a:pt x="261" y="1003"/>
                  <a:pt x="262" y="1003"/>
                  <a:pt x="262" y="1002"/>
                </a:cubicBezTo>
                <a:cubicBezTo>
                  <a:pt x="283" y="983"/>
                  <a:pt x="288" y="972"/>
                  <a:pt x="297" y="962"/>
                </a:cubicBezTo>
                <a:cubicBezTo>
                  <a:pt x="358" y="911"/>
                  <a:pt x="362" y="915"/>
                  <a:pt x="367" y="909"/>
                </a:cubicBezTo>
                <a:cubicBezTo>
                  <a:pt x="396" y="889"/>
                  <a:pt x="399" y="896"/>
                  <a:pt x="403" y="891"/>
                </a:cubicBezTo>
                <a:cubicBezTo>
                  <a:pt x="418" y="884"/>
                  <a:pt x="423" y="872"/>
                  <a:pt x="425" y="877"/>
                </a:cubicBezTo>
                <a:cubicBezTo>
                  <a:pt x="466" y="855"/>
                  <a:pt x="478" y="855"/>
                  <a:pt x="492" y="844"/>
                </a:cubicBezTo>
                <a:cubicBezTo>
                  <a:pt x="573" y="801"/>
                  <a:pt x="571" y="802"/>
                  <a:pt x="578" y="796"/>
                </a:cubicBezTo>
                <a:cubicBezTo>
                  <a:pt x="604" y="774"/>
                  <a:pt x="612" y="772"/>
                  <a:pt x="609" y="769"/>
                </a:cubicBezTo>
                <a:cubicBezTo>
                  <a:pt x="526" y="821"/>
                  <a:pt x="519" y="826"/>
                  <a:pt x="513" y="829"/>
                </a:cubicBezTo>
                <a:cubicBezTo>
                  <a:pt x="463" y="847"/>
                  <a:pt x="455" y="856"/>
                  <a:pt x="450" y="854"/>
                </a:cubicBezTo>
                <a:cubicBezTo>
                  <a:pt x="390" y="884"/>
                  <a:pt x="378" y="893"/>
                  <a:pt x="368" y="897"/>
                </a:cubicBezTo>
                <a:cubicBezTo>
                  <a:pt x="338" y="920"/>
                  <a:pt x="335" y="923"/>
                  <a:pt x="332" y="925"/>
                </a:cubicBezTo>
                <a:cubicBezTo>
                  <a:pt x="316" y="936"/>
                  <a:pt x="308" y="942"/>
                  <a:pt x="301" y="947"/>
                </a:cubicBezTo>
                <a:cubicBezTo>
                  <a:pt x="265" y="982"/>
                  <a:pt x="261" y="986"/>
                  <a:pt x="258" y="990"/>
                </a:cubicBezTo>
                <a:cubicBezTo>
                  <a:pt x="267" y="967"/>
                  <a:pt x="265" y="971"/>
                  <a:pt x="270" y="972"/>
                </a:cubicBezTo>
                <a:cubicBezTo>
                  <a:pt x="317" y="926"/>
                  <a:pt x="316" y="922"/>
                  <a:pt x="337" y="912"/>
                </a:cubicBezTo>
                <a:cubicBezTo>
                  <a:pt x="446" y="842"/>
                  <a:pt x="455" y="842"/>
                  <a:pt x="463" y="838"/>
                </a:cubicBezTo>
                <a:cubicBezTo>
                  <a:pt x="475" y="832"/>
                  <a:pt x="476" y="831"/>
                  <a:pt x="477" y="830"/>
                </a:cubicBezTo>
                <a:cubicBezTo>
                  <a:pt x="595" y="755"/>
                  <a:pt x="608" y="750"/>
                  <a:pt x="608" y="743"/>
                </a:cubicBezTo>
                <a:cubicBezTo>
                  <a:pt x="591" y="754"/>
                  <a:pt x="593" y="752"/>
                  <a:pt x="587" y="758"/>
                </a:cubicBezTo>
                <a:cubicBezTo>
                  <a:pt x="552" y="781"/>
                  <a:pt x="553" y="785"/>
                  <a:pt x="549" y="783"/>
                </a:cubicBezTo>
                <a:cubicBezTo>
                  <a:pt x="516" y="799"/>
                  <a:pt x="510" y="807"/>
                  <a:pt x="506" y="809"/>
                </a:cubicBezTo>
                <a:cubicBezTo>
                  <a:pt x="432" y="848"/>
                  <a:pt x="425" y="843"/>
                  <a:pt x="423" y="847"/>
                </a:cubicBezTo>
                <a:cubicBezTo>
                  <a:pt x="403" y="861"/>
                  <a:pt x="400" y="858"/>
                  <a:pt x="396" y="861"/>
                </a:cubicBezTo>
                <a:cubicBezTo>
                  <a:pt x="290" y="934"/>
                  <a:pt x="289" y="937"/>
                  <a:pt x="284" y="940"/>
                </a:cubicBezTo>
                <a:cubicBezTo>
                  <a:pt x="283" y="932"/>
                  <a:pt x="287" y="928"/>
                  <a:pt x="289" y="924"/>
                </a:cubicBezTo>
                <a:cubicBezTo>
                  <a:pt x="318" y="903"/>
                  <a:pt x="325" y="895"/>
                  <a:pt x="335" y="888"/>
                </a:cubicBezTo>
                <a:cubicBezTo>
                  <a:pt x="381" y="857"/>
                  <a:pt x="388" y="853"/>
                  <a:pt x="394" y="848"/>
                </a:cubicBezTo>
                <a:cubicBezTo>
                  <a:pt x="445" y="830"/>
                  <a:pt x="450" y="818"/>
                  <a:pt x="452" y="823"/>
                </a:cubicBezTo>
                <a:cubicBezTo>
                  <a:pt x="472" y="813"/>
                  <a:pt x="472" y="811"/>
                  <a:pt x="474" y="812"/>
                </a:cubicBezTo>
                <a:cubicBezTo>
                  <a:pt x="492" y="804"/>
                  <a:pt x="496" y="802"/>
                  <a:pt x="499" y="799"/>
                </a:cubicBezTo>
                <a:cubicBezTo>
                  <a:pt x="522" y="787"/>
                  <a:pt x="529" y="784"/>
                  <a:pt x="536" y="782"/>
                </a:cubicBezTo>
                <a:cubicBezTo>
                  <a:pt x="594" y="740"/>
                  <a:pt x="604" y="733"/>
                  <a:pt x="613" y="727"/>
                </a:cubicBezTo>
                <a:cubicBezTo>
                  <a:pt x="629" y="708"/>
                  <a:pt x="626" y="710"/>
                  <a:pt x="623" y="712"/>
                </a:cubicBezTo>
                <a:cubicBezTo>
                  <a:pt x="614" y="719"/>
                  <a:pt x="612" y="720"/>
                  <a:pt x="611" y="720"/>
                </a:cubicBezTo>
                <a:cubicBezTo>
                  <a:pt x="602" y="727"/>
                  <a:pt x="602" y="731"/>
                  <a:pt x="598" y="733"/>
                </a:cubicBezTo>
                <a:cubicBezTo>
                  <a:pt x="578" y="747"/>
                  <a:pt x="571" y="752"/>
                  <a:pt x="564" y="757"/>
                </a:cubicBezTo>
                <a:cubicBezTo>
                  <a:pt x="528" y="774"/>
                  <a:pt x="524" y="782"/>
                  <a:pt x="521" y="779"/>
                </a:cubicBezTo>
                <a:cubicBezTo>
                  <a:pt x="466" y="806"/>
                  <a:pt x="462" y="809"/>
                  <a:pt x="459" y="809"/>
                </a:cubicBezTo>
                <a:cubicBezTo>
                  <a:pt x="423" y="827"/>
                  <a:pt x="420" y="825"/>
                  <a:pt x="416" y="827"/>
                </a:cubicBezTo>
                <a:cubicBezTo>
                  <a:pt x="347" y="870"/>
                  <a:pt x="336" y="878"/>
                  <a:pt x="325" y="885"/>
                </a:cubicBezTo>
                <a:cubicBezTo>
                  <a:pt x="302" y="902"/>
                  <a:pt x="299" y="905"/>
                  <a:pt x="297" y="904"/>
                </a:cubicBezTo>
                <a:cubicBezTo>
                  <a:pt x="342" y="859"/>
                  <a:pt x="352" y="856"/>
                  <a:pt x="352" y="851"/>
                </a:cubicBezTo>
                <a:cubicBezTo>
                  <a:pt x="384" y="833"/>
                  <a:pt x="390" y="829"/>
                  <a:pt x="403" y="820"/>
                </a:cubicBezTo>
                <a:cubicBezTo>
                  <a:pt x="434" y="799"/>
                  <a:pt x="448" y="797"/>
                  <a:pt x="456" y="791"/>
                </a:cubicBezTo>
                <a:cubicBezTo>
                  <a:pt x="491" y="772"/>
                  <a:pt x="498" y="776"/>
                  <a:pt x="509" y="765"/>
                </a:cubicBezTo>
                <a:cubicBezTo>
                  <a:pt x="550" y="750"/>
                  <a:pt x="561" y="743"/>
                  <a:pt x="571" y="740"/>
                </a:cubicBezTo>
                <a:cubicBezTo>
                  <a:pt x="650" y="685"/>
                  <a:pt x="651" y="680"/>
                  <a:pt x="658" y="677"/>
                </a:cubicBezTo>
                <a:cubicBezTo>
                  <a:pt x="663" y="670"/>
                  <a:pt x="651" y="676"/>
                  <a:pt x="643" y="686"/>
                </a:cubicBezTo>
                <a:cubicBezTo>
                  <a:pt x="557" y="738"/>
                  <a:pt x="549" y="738"/>
                  <a:pt x="541" y="745"/>
                </a:cubicBezTo>
                <a:cubicBezTo>
                  <a:pt x="457" y="783"/>
                  <a:pt x="447" y="787"/>
                  <a:pt x="438" y="789"/>
                </a:cubicBezTo>
                <a:cubicBezTo>
                  <a:pt x="417" y="807"/>
                  <a:pt x="409" y="804"/>
                  <a:pt x="401" y="811"/>
                </a:cubicBezTo>
                <a:cubicBezTo>
                  <a:pt x="339" y="851"/>
                  <a:pt x="338" y="856"/>
                  <a:pt x="329" y="860"/>
                </a:cubicBezTo>
                <a:cubicBezTo>
                  <a:pt x="311" y="871"/>
                  <a:pt x="311" y="863"/>
                  <a:pt x="308" y="866"/>
                </a:cubicBezTo>
                <a:cubicBezTo>
                  <a:pt x="324" y="849"/>
                  <a:pt x="327" y="851"/>
                  <a:pt x="327" y="847"/>
                </a:cubicBezTo>
                <a:cubicBezTo>
                  <a:pt x="429" y="785"/>
                  <a:pt x="430" y="783"/>
                  <a:pt x="438" y="779"/>
                </a:cubicBezTo>
                <a:cubicBezTo>
                  <a:pt x="489" y="753"/>
                  <a:pt x="491" y="753"/>
                  <a:pt x="494" y="751"/>
                </a:cubicBezTo>
                <a:cubicBezTo>
                  <a:pt x="546" y="730"/>
                  <a:pt x="551" y="722"/>
                  <a:pt x="554" y="725"/>
                </a:cubicBezTo>
                <a:cubicBezTo>
                  <a:pt x="553" y="723"/>
                  <a:pt x="551" y="717"/>
                  <a:pt x="547" y="723"/>
                </a:cubicBezTo>
                <a:cubicBezTo>
                  <a:pt x="515" y="736"/>
                  <a:pt x="513" y="732"/>
                  <a:pt x="509" y="735"/>
                </a:cubicBezTo>
                <a:cubicBezTo>
                  <a:pt x="487" y="740"/>
                  <a:pt x="482" y="748"/>
                  <a:pt x="479" y="745"/>
                </a:cubicBezTo>
                <a:cubicBezTo>
                  <a:pt x="397" y="793"/>
                  <a:pt x="390" y="796"/>
                  <a:pt x="382" y="800"/>
                </a:cubicBezTo>
                <a:cubicBezTo>
                  <a:pt x="344" y="825"/>
                  <a:pt x="339" y="829"/>
                  <a:pt x="334" y="833"/>
                </a:cubicBezTo>
                <a:cubicBezTo>
                  <a:pt x="346" y="804"/>
                  <a:pt x="361" y="789"/>
                  <a:pt x="375" y="781"/>
                </a:cubicBezTo>
                <a:cubicBezTo>
                  <a:pt x="397" y="767"/>
                  <a:pt x="400" y="765"/>
                  <a:pt x="404" y="763"/>
                </a:cubicBezTo>
                <a:cubicBezTo>
                  <a:pt x="478" y="727"/>
                  <a:pt x="484" y="727"/>
                  <a:pt x="492" y="721"/>
                </a:cubicBezTo>
                <a:cubicBezTo>
                  <a:pt x="514" y="719"/>
                  <a:pt x="521" y="711"/>
                  <a:pt x="527" y="713"/>
                </a:cubicBezTo>
                <a:cubicBezTo>
                  <a:pt x="573" y="696"/>
                  <a:pt x="580" y="692"/>
                  <a:pt x="587" y="689"/>
                </a:cubicBezTo>
                <a:cubicBezTo>
                  <a:pt x="627" y="664"/>
                  <a:pt x="637" y="667"/>
                  <a:pt x="634" y="660"/>
                </a:cubicBezTo>
                <a:cubicBezTo>
                  <a:pt x="534" y="701"/>
                  <a:pt x="528" y="701"/>
                  <a:pt x="521" y="705"/>
                </a:cubicBezTo>
                <a:cubicBezTo>
                  <a:pt x="490" y="707"/>
                  <a:pt x="495" y="713"/>
                  <a:pt x="501" y="707"/>
                </a:cubicBezTo>
                <a:cubicBezTo>
                  <a:pt x="543" y="697"/>
                  <a:pt x="550" y="686"/>
                  <a:pt x="556" y="687"/>
                </a:cubicBezTo>
                <a:cubicBezTo>
                  <a:pt x="578" y="682"/>
                  <a:pt x="584" y="677"/>
                  <a:pt x="590" y="677"/>
                </a:cubicBezTo>
                <a:cubicBezTo>
                  <a:pt x="643" y="648"/>
                  <a:pt x="657" y="643"/>
                  <a:pt x="673" y="629"/>
                </a:cubicBezTo>
                <a:cubicBezTo>
                  <a:pt x="647" y="645"/>
                  <a:pt x="643" y="645"/>
                  <a:pt x="641" y="645"/>
                </a:cubicBezTo>
                <a:cubicBezTo>
                  <a:pt x="611" y="659"/>
                  <a:pt x="604" y="666"/>
                  <a:pt x="597" y="667"/>
                </a:cubicBezTo>
                <a:cubicBezTo>
                  <a:pt x="556" y="675"/>
                  <a:pt x="551" y="687"/>
                  <a:pt x="549" y="682"/>
                </a:cubicBezTo>
                <a:cubicBezTo>
                  <a:pt x="516" y="695"/>
                  <a:pt x="514" y="691"/>
                  <a:pt x="510" y="696"/>
                </a:cubicBezTo>
                <a:cubicBezTo>
                  <a:pt x="487" y="704"/>
                  <a:pt x="483" y="706"/>
                  <a:pt x="480" y="705"/>
                </a:cubicBezTo>
                <a:cubicBezTo>
                  <a:pt x="454" y="716"/>
                  <a:pt x="446" y="720"/>
                  <a:pt x="441" y="723"/>
                </a:cubicBezTo>
                <a:cubicBezTo>
                  <a:pt x="430" y="731"/>
                  <a:pt x="427" y="727"/>
                  <a:pt x="423" y="731"/>
                </a:cubicBezTo>
                <a:cubicBezTo>
                  <a:pt x="386" y="755"/>
                  <a:pt x="382" y="753"/>
                  <a:pt x="377" y="757"/>
                </a:cubicBezTo>
                <a:cubicBezTo>
                  <a:pt x="347" y="769"/>
                  <a:pt x="358" y="764"/>
                  <a:pt x="366" y="758"/>
                </a:cubicBezTo>
                <a:cubicBezTo>
                  <a:pt x="409" y="728"/>
                  <a:pt x="417" y="725"/>
                  <a:pt x="425" y="718"/>
                </a:cubicBezTo>
                <a:cubicBezTo>
                  <a:pt x="571" y="656"/>
                  <a:pt x="601" y="640"/>
                  <a:pt x="630" y="626"/>
                </a:cubicBezTo>
                <a:cubicBezTo>
                  <a:pt x="661" y="605"/>
                  <a:pt x="663" y="601"/>
                  <a:pt x="664" y="599"/>
                </a:cubicBezTo>
                <a:cubicBezTo>
                  <a:pt x="642" y="607"/>
                  <a:pt x="637" y="615"/>
                  <a:pt x="632" y="617"/>
                </a:cubicBezTo>
                <a:cubicBezTo>
                  <a:pt x="575" y="644"/>
                  <a:pt x="557" y="653"/>
                  <a:pt x="540" y="659"/>
                </a:cubicBezTo>
                <a:cubicBezTo>
                  <a:pt x="479" y="687"/>
                  <a:pt x="471" y="684"/>
                  <a:pt x="462" y="691"/>
                </a:cubicBezTo>
                <a:cubicBezTo>
                  <a:pt x="418" y="713"/>
                  <a:pt x="415" y="715"/>
                  <a:pt x="412" y="717"/>
                </a:cubicBezTo>
                <a:cubicBezTo>
                  <a:pt x="381" y="734"/>
                  <a:pt x="377" y="737"/>
                  <a:pt x="373" y="740"/>
                </a:cubicBezTo>
                <a:cubicBezTo>
                  <a:pt x="385" y="720"/>
                  <a:pt x="404" y="707"/>
                  <a:pt x="421" y="696"/>
                </a:cubicBezTo>
                <a:cubicBezTo>
                  <a:pt x="473" y="672"/>
                  <a:pt x="478" y="677"/>
                  <a:pt x="484" y="670"/>
                </a:cubicBezTo>
                <a:cubicBezTo>
                  <a:pt x="519" y="657"/>
                  <a:pt x="524" y="659"/>
                  <a:pt x="529" y="654"/>
                </a:cubicBezTo>
                <a:cubicBezTo>
                  <a:pt x="603" y="622"/>
                  <a:pt x="611" y="619"/>
                  <a:pt x="619" y="615"/>
                </a:cubicBezTo>
                <a:cubicBezTo>
                  <a:pt x="667" y="570"/>
                  <a:pt x="677" y="568"/>
                  <a:pt x="675" y="564"/>
                </a:cubicBezTo>
                <a:cubicBezTo>
                  <a:pt x="719" y="542"/>
                  <a:pt x="725" y="539"/>
                  <a:pt x="730" y="537"/>
                </a:cubicBezTo>
                <a:cubicBezTo>
                  <a:pt x="742" y="527"/>
                  <a:pt x="737" y="530"/>
                  <a:pt x="732" y="533"/>
                </a:cubicBezTo>
                <a:cubicBezTo>
                  <a:pt x="706" y="538"/>
                  <a:pt x="703" y="542"/>
                  <a:pt x="700" y="544"/>
                </a:cubicBezTo>
                <a:cubicBezTo>
                  <a:pt x="637" y="575"/>
                  <a:pt x="629" y="578"/>
                  <a:pt x="622" y="585"/>
                </a:cubicBezTo>
                <a:cubicBezTo>
                  <a:pt x="557" y="616"/>
                  <a:pt x="550" y="611"/>
                  <a:pt x="543" y="615"/>
                </a:cubicBezTo>
                <a:cubicBezTo>
                  <a:pt x="514" y="623"/>
                  <a:pt x="507" y="625"/>
                  <a:pt x="499" y="630"/>
                </a:cubicBezTo>
                <a:cubicBezTo>
                  <a:pt x="469" y="641"/>
                  <a:pt x="463" y="637"/>
                  <a:pt x="455" y="644"/>
                </a:cubicBezTo>
                <a:cubicBezTo>
                  <a:pt x="432" y="653"/>
                  <a:pt x="426" y="659"/>
                  <a:pt x="422" y="658"/>
                </a:cubicBezTo>
                <a:cubicBezTo>
                  <a:pt x="410" y="660"/>
                  <a:pt x="410" y="653"/>
                  <a:pt x="416" y="648"/>
                </a:cubicBezTo>
                <a:cubicBezTo>
                  <a:pt x="439" y="640"/>
                  <a:pt x="445" y="628"/>
                  <a:pt x="447" y="633"/>
                </a:cubicBezTo>
                <a:cubicBezTo>
                  <a:pt x="502" y="611"/>
                  <a:pt x="513" y="606"/>
                  <a:pt x="523" y="605"/>
                </a:cubicBezTo>
                <a:cubicBezTo>
                  <a:pt x="597" y="583"/>
                  <a:pt x="606" y="581"/>
                  <a:pt x="615" y="576"/>
                </a:cubicBezTo>
                <a:cubicBezTo>
                  <a:pt x="655" y="561"/>
                  <a:pt x="660" y="548"/>
                  <a:pt x="663" y="553"/>
                </a:cubicBezTo>
                <a:cubicBezTo>
                  <a:pt x="715" y="530"/>
                  <a:pt x="721" y="528"/>
                  <a:pt x="727" y="527"/>
                </a:cubicBezTo>
                <a:cubicBezTo>
                  <a:pt x="736" y="512"/>
                  <a:pt x="727" y="524"/>
                  <a:pt x="720" y="520"/>
                </a:cubicBezTo>
                <a:cubicBezTo>
                  <a:pt x="677" y="533"/>
                  <a:pt x="673" y="536"/>
                  <a:pt x="668" y="537"/>
                </a:cubicBezTo>
                <a:cubicBezTo>
                  <a:pt x="603" y="571"/>
                  <a:pt x="600" y="575"/>
                  <a:pt x="598" y="573"/>
                </a:cubicBezTo>
                <a:cubicBezTo>
                  <a:pt x="555" y="592"/>
                  <a:pt x="552" y="588"/>
                  <a:pt x="549" y="589"/>
                </a:cubicBezTo>
                <a:cubicBezTo>
                  <a:pt x="507" y="600"/>
                  <a:pt x="504" y="601"/>
                  <a:pt x="501" y="601"/>
                </a:cubicBezTo>
                <a:cubicBezTo>
                  <a:pt x="462" y="618"/>
                  <a:pt x="456" y="620"/>
                  <a:pt x="449" y="622"/>
                </a:cubicBezTo>
                <a:cubicBezTo>
                  <a:pt x="427" y="627"/>
                  <a:pt x="429" y="624"/>
                  <a:pt x="432" y="622"/>
                </a:cubicBezTo>
                <a:cubicBezTo>
                  <a:pt x="464" y="601"/>
                  <a:pt x="476" y="596"/>
                  <a:pt x="488" y="594"/>
                </a:cubicBezTo>
                <a:cubicBezTo>
                  <a:pt x="519" y="583"/>
                  <a:pt x="522" y="582"/>
                  <a:pt x="525" y="584"/>
                </a:cubicBezTo>
                <a:cubicBezTo>
                  <a:pt x="550" y="574"/>
                  <a:pt x="557" y="572"/>
                  <a:pt x="563" y="571"/>
                </a:cubicBezTo>
                <a:cubicBezTo>
                  <a:pt x="588" y="560"/>
                  <a:pt x="594" y="562"/>
                  <a:pt x="600" y="559"/>
                </a:cubicBezTo>
                <a:cubicBezTo>
                  <a:pt x="645" y="537"/>
                  <a:pt x="651" y="541"/>
                  <a:pt x="657" y="535"/>
                </a:cubicBezTo>
                <a:cubicBezTo>
                  <a:pt x="670" y="528"/>
                  <a:pt x="672" y="530"/>
                  <a:pt x="671" y="528"/>
                </a:cubicBezTo>
                <a:cubicBezTo>
                  <a:pt x="707" y="510"/>
                  <a:pt x="711" y="502"/>
                  <a:pt x="714" y="502"/>
                </a:cubicBezTo>
                <a:cubicBezTo>
                  <a:pt x="729" y="486"/>
                  <a:pt x="743" y="485"/>
                  <a:pt x="736" y="481"/>
                </a:cubicBezTo>
                <a:cubicBezTo>
                  <a:pt x="686" y="515"/>
                  <a:pt x="684" y="515"/>
                  <a:pt x="682" y="515"/>
                </a:cubicBezTo>
                <a:cubicBezTo>
                  <a:pt x="660" y="525"/>
                  <a:pt x="654" y="529"/>
                  <a:pt x="648" y="532"/>
                </a:cubicBezTo>
                <a:cubicBezTo>
                  <a:pt x="622" y="542"/>
                  <a:pt x="616" y="542"/>
                  <a:pt x="609" y="548"/>
                </a:cubicBezTo>
                <a:cubicBezTo>
                  <a:pt x="569" y="562"/>
                  <a:pt x="566" y="558"/>
                  <a:pt x="563" y="561"/>
                </a:cubicBezTo>
                <a:cubicBezTo>
                  <a:pt x="541" y="567"/>
                  <a:pt x="537" y="572"/>
                  <a:pt x="535" y="570"/>
                </a:cubicBezTo>
                <a:cubicBezTo>
                  <a:pt x="474" y="591"/>
                  <a:pt x="469" y="587"/>
                  <a:pt x="462" y="592"/>
                </a:cubicBezTo>
                <a:cubicBezTo>
                  <a:pt x="459" y="582"/>
                  <a:pt x="465" y="573"/>
                  <a:pt x="468" y="576"/>
                </a:cubicBezTo>
                <a:cubicBezTo>
                  <a:pt x="497" y="562"/>
                  <a:pt x="501" y="567"/>
                  <a:pt x="506" y="564"/>
                </a:cubicBezTo>
                <a:cubicBezTo>
                  <a:pt x="546" y="554"/>
                  <a:pt x="550" y="555"/>
                  <a:pt x="555" y="550"/>
                </a:cubicBezTo>
                <a:cubicBezTo>
                  <a:pt x="621" y="530"/>
                  <a:pt x="639" y="521"/>
                  <a:pt x="656" y="514"/>
                </a:cubicBezTo>
                <a:cubicBezTo>
                  <a:pt x="724" y="468"/>
                  <a:pt x="727" y="472"/>
                  <a:pt x="731" y="467"/>
                </a:cubicBezTo>
                <a:cubicBezTo>
                  <a:pt x="698" y="479"/>
                  <a:pt x="675" y="497"/>
                  <a:pt x="653" y="506"/>
                </a:cubicBezTo>
                <a:cubicBezTo>
                  <a:pt x="569" y="540"/>
                  <a:pt x="564" y="539"/>
                  <a:pt x="557" y="543"/>
                </a:cubicBezTo>
                <a:cubicBezTo>
                  <a:pt x="520" y="547"/>
                  <a:pt x="515" y="554"/>
                  <a:pt x="512" y="552"/>
                </a:cubicBezTo>
                <a:cubicBezTo>
                  <a:pt x="473" y="562"/>
                  <a:pt x="469" y="568"/>
                  <a:pt x="466" y="563"/>
                </a:cubicBezTo>
                <a:cubicBezTo>
                  <a:pt x="498" y="545"/>
                  <a:pt x="497" y="541"/>
                  <a:pt x="502" y="539"/>
                </a:cubicBezTo>
                <a:cubicBezTo>
                  <a:pt x="563" y="520"/>
                  <a:pt x="573" y="516"/>
                  <a:pt x="581" y="519"/>
                </a:cubicBezTo>
                <a:cubicBezTo>
                  <a:pt x="612" y="506"/>
                  <a:pt x="616" y="505"/>
                  <a:pt x="619" y="506"/>
                </a:cubicBezTo>
                <a:cubicBezTo>
                  <a:pt x="736" y="443"/>
                  <a:pt x="752" y="427"/>
                  <a:pt x="767" y="422"/>
                </a:cubicBezTo>
                <a:cubicBezTo>
                  <a:pt x="792" y="398"/>
                  <a:pt x="801" y="398"/>
                  <a:pt x="799" y="388"/>
                </a:cubicBezTo>
                <a:cubicBezTo>
                  <a:pt x="779" y="406"/>
                  <a:pt x="773" y="410"/>
                  <a:pt x="771" y="411"/>
                </a:cubicBezTo>
                <a:cubicBezTo>
                  <a:pt x="764" y="417"/>
                  <a:pt x="760" y="419"/>
                  <a:pt x="757" y="421"/>
                </a:cubicBezTo>
                <a:cubicBezTo>
                  <a:pt x="698" y="461"/>
                  <a:pt x="694" y="459"/>
                  <a:pt x="692" y="461"/>
                </a:cubicBezTo>
                <a:cubicBezTo>
                  <a:pt x="645" y="481"/>
                  <a:pt x="642" y="485"/>
                  <a:pt x="639" y="487"/>
                </a:cubicBezTo>
                <a:cubicBezTo>
                  <a:pt x="607" y="499"/>
                  <a:pt x="602" y="499"/>
                  <a:pt x="597" y="503"/>
                </a:cubicBezTo>
                <a:cubicBezTo>
                  <a:pt x="580" y="505"/>
                  <a:pt x="572" y="510"/>
                  <a:pt x="564" y="509"/>
                </a:cubicBezTo>
                <a:cubicBezTo>
                  <a:pt x="507" y="529"/>
                  <a:pt x="504" y="529"/>
                  <a:pt x="501" y="530"/>
                </a:cubicBezTo>
                <a:cubicBezTo>
                  <a:pt x="511" y="516"/>
                  <a:pt x="516" y="516"/>
                  <a:pt x="521" y="510"/>
                </a:cubicBezTo>
                <a:cubicBezTo>
                  <a:pt x="560" y="498"/>
                  <a:pt x="569" y="498"/>
                  <a:pt x="580" y="493"/>
                </a:cubicBezTo>
                <a:cubicBezTo>
                  <a:pt x="646" y="472"/>
                  <a:pt x="652" y="467"/>
                  <a:pt x="658" y="468"/>
                </a:cubicBezTo>
                <a:cubicBezTo>
                  <a:pt x="762" y="408"/>
                  <a:pt x="771" y="401"/>
                  <a:pt x="780" y="395"/>
                </a:cubicBezTo>
                <a:cubicBezTo>
                  <a:pt x="794" y="385"/>
                  <a:pt x="799" y="381"/>
                  <a:pt x="804" y="378"/>
                </a:cubicBezTo>
                <a:cubicBezTo>
                  <a:pt x="816" y="362"/>
                  <a:pt x="807" y="368"/>
                  <a:pt x="799" y="374"/>
                </a:cubicBezTo>
                <a:cubicBezTo>
                  <a:pt x="785" y="381"/>
                  <a:pt x="780" y="387"/>
                  <a:pt x="777" y="392"/>
                </a:cubicBezTo>
                <a:cubicBezTo>
                  <a:pt x="741" y="412"/>
                  <a:pt x="732" y="416"/>
                  <a:pt x="722" y="424"/>
                </a:cubicBezTo>
                <a:cubicBezTo>
                  <a:pt x="700" y="442"/>
                  <a:pt x="692" y="439"/>
                  <a:pt x="689" y="441"/>
                </a:cubicBezTo>
                <a:cubicBezTo>
                  <a:pt x="614" y="471"/>
                  <a:pt x="613" y="473"/>
                  <a:pt x="607" y="476"/>
                </a:cubicBezTo>
                <a:cubicBezTo>
                  <a:pt x="566" y="485"/>
                  <a:pt x="556" y="494"/>
                  <a:pt x="549" y="491"/>
                </a:cubicBezTo>
                <a:cubicBezTo>
                  <a:pt x="513" y="502"/>
                  <a:pt x="508" y="511"/>
                  <a:pt x="505" y="508"/>
                </a:cubicBezTo>
                <a:cubicBezTo>
                  <a:pt x="524" y="490"/>
                  <a:pt x="526" y="487"/>
                  <a:pt x="528" y="486"/>
                </a:cubicBezTo>
                <a:cubicBezTo>
                  <a:pt x="546" y="478"/>
                  <a:pt x="555" y="473"/>
                  <a:pt x="564" y="467"/>
                </a:cubicBezTo>
                <a:cubicBezTo>
                  <a:pt x="585" y="466"/>
                  <a:pt x="592" y="460"/>
                  <a:pt x="598" y="460"/>
                </a:cubicBezTo>
                <a:cubicBezTo>
                  <a:pt x="650" y="440"/>
                  <a:pt x="653" y="444"/>
                  <a:pt x="657" y="440"/>
                </a:cubicBezTo>
                <a:cubicBezTo>
                  <a:pt x="729" y="408"/>
                  <a:pt x="743" y="399"/>
                  <a:pt x="758" y="389"/>
                </a:cubicBezTo>
                <a:cubicBezTo>
                  <a:pt x="794" y="357"/>
                  <a:pt x="790" y="359"/>
                  <a:pt x="778" y="369"/>
                </a:cubicBezTo>
                <a:cubicBezTo>
                  <a:pt x="742" y="393"/>
                  <a:pt x="737" y="396"/>
                  <a:pt x="732" y="400"/>
                </a:cubicBezTo>
                <a:cubicBezTo>
                  <a:pt x="693" y="417"/>
                  <a:pt x="690" y="418"/>
                  <a:pt x="687" y="420"/>
                </a:cubicBezTo>
                <a:cubicBezTo>
                  <a:pt x="629" y="438"/>
                  <a:pt x="622" y="447"/>
                  <a:pt x="618" y="443"/>
                </a:cubicBezTo>
                <a:cubicBezTo>
                  <a:pt x="587" y="455"/>
                  <a:pt x="575" y="459"/>
                  <a:pt x="564" y="457"/>
                </a:cubicBezTo>
                <a:cubicBezTo>
                  <a:pt x="544" y="467"/>
                  <a:pt x="539" y="470"/>
                  <a:pt x="534" y="470"/>
                </a:cubicBezTo>
                <a:cubicBezTo>
                  <a:pt x="590" y="434"/>
                  <a:pt x="594" y="439"/>
                  <a:pt x="599" y="435"/>
                </a:cubicBezTo>
                <a:cubicBezTo>
                  <a:pt x="658" y="416"/>
                  <a:pt x="669" y="411"/>
                  <a:pt x="679" y="409"/>
                </a:cubicBezTo>
                <a:cubicBezTo>
                  <a:pt x="766" y="359"/>
                  <a:pt x="770" y="356"/>
                  <a:pt x="786" y="346"/>
                </a:cubicBezTo>
                <a:cubicBezTo>
                  <a:pt x="788" y="337"/>
                  <a:pt x="773" y="348"/>
                  <a:pt x="758" y="359"/>
                </a:cubicBezTo>
                <a:cubicBezTo>
                  <a:pt x="666" y="405"/>
                  <a:pt x="659" y="405"/>
                  <a:pt x="650" y="410"/>
                </a:cubicBezTo>
                <a:cubicBezTo>
                  <a:pt x="579" y="427"/>
                  <a:pt x="571" y="435"/>
                  <a:pt x="566" y="429"/>
                </a:cubicBezTo>
                <a:cubicBezTo>
                  <a:pt x="586" y="418"/>
                  <a:pt x="591" y="422"/>
                  <a:pt x="597" y="419"/>
                </a:cubicBezTo>
                <a:cubicBezTo>
                  <a:pt x="623" y="411"/>
                  <a:pt x="627" y="405"/>
                  <a:pt x="629" y="408"/>
                </a:cubicBezTo>
                <a:cubicBezTo>
                  <a:pt x="674" y="391"/>
                  <a:pt x="674" y="383"/>
                  <a:pt x="679" y="385"/>
                </a:cubicBezTo>
                <a:cubicBezTo>
                  <a:pt x="709" y="372"/>
                  <a:pt x="714" y="369"/>
                  <a:pt x="719" y="365"/>
                </a:cubicBezTo>
                <a:cubicBezTo>
                  <a:pt x="790" y="326"/>
                  <a:pt x="800" y="319"/>
                  <a:pt x="808" y="316"/>
                </a:cubicBezTo>
                <a:cubicBezTo>
                  <a:pt x="851" y="294"/>
                  <a:pt x="848" y="291"/>
                  <a:pt x="852" y="289"/>
                </a:cubicBezTo>
                <a:cubicBezTo>
                  <a:pt x="847" y="287"/>
                  <a:pt x="848" y="290"/>
                  <a:pt x="845" y="292"/>
                </a:cubicBezTo>
                <a:cubicBezTo>
                  <a:pt x="796" y="312"/>
                  <a:pt x="785" y="320"/>
                  <a:pt x="775" y="325"/>
                </a:cubicBezTo>
                <a:cubicBezTo>
                  <a:pt x="686" y="371"/>
                  <a:pt x="681" y="378"/>
                  <a:pt x="677" y="376"/>
                </a:cubicBezTo>
                <a:cubicBezTo>
                  <a:pt x="647" y="386"/>
                  <a:pt x="644" y="390"/>
                  <a:pt x="642" y="391"/>
                </a:cubicBezTo>
                <a:cubicBezTo>
                  <a:pt x="602" y="407"/>
                  <a:pt x="598" y="406"/>
                  <a:pt x="593" y="409"/>
                </a:cubicBezTo>
                <a:cubicBezTo>
                  <a:pt x="585" y="406"/>
                  <a:pt x="586" y="411"/>
                  <a:pt x="589" y="407"/>
                </a:cubicBezTo>
                <a:cubicBezTo>
                  <a:pt x="637" y="379"/>
                  <a:pt x="661" y="368"/>
                  <a:pt x="684" y="361"/>
                </a:cubicBezTo>
                <a:cubicBezTo>
                  <a:pt x="714" y="348"/>
                  <a:pt x="717" y="344"/>
                  <a:pt x="720" y="343"/>
                </a:cubicBezTo>
                <a:cubicBezTo>
                  <a:pt x="761" y="318"/>
                  <a:pt x="780" y="313"/>
                  <a:pt x="794" y="303"/>
                </a:cubicBezTo>
                <a:cubicBezTo>
                  <a:pt x="837" y="288"/>
                  <a:pt x="847" y="283"/>
                  <a:pt x="845" y="279"/>
                </a:cubicBezTo>
                <a:cubicBezTo>
                  <a:pt x="748" y="324"/>
                  <a:pt x="743" y="322"/>
                  <a:pt x="738" y="327"/>
                </a:cubicBezTo>
                <a:cubicBezTo>
                  <a:pt x="712" y="340"/>
                  <a:pt x="702" y="341"/>
                  <a:pt x="692" y="348"/>
                </a:cubicBezTo>
                <a:cubicBezTo>
                  <a:pt x="671" y="360"/>
                  <a:pt x="667" y="355"/>
                  <a:pt x="661" y="360"/>
                </a:cubicBezTo>
                <a:cubicBezTo>
                  <a:pt x="628" y="371"/>
                  <a:pt x="625" y="375"/>
                  <a:pt x="623" y="373"/>
                </a:cubicBezTo>
                <a:cubicBezTo>
                  <a:pt x="602" y="380"/>
                  <a:pt x="603" y="375"/>
                  <a:pt x="608" y="379"/>
                </a:cubicBezTo>
                <a:cubicBezTo>
                  <a:pt x="635" y="363"/>
                  <a:pt x="640" y="358"/>
                  <a:pt x="645" y="355"/>
                </a:cubicBezTo>
                <a:cubicBezTo>
                  <a:pt x="690" y="337"/>
                  <a:pt x="695" y="339"/>
                  <a:pt x="702" y="336"/>
                </a:cubicBezTo>
                <a:cubicBezTo>
                  <a:pt x="778" y="299"/>
                  <a:pt x="789" y="291"/>
                  <a:pt x="800" y="284"/>
                </a:cubicBezTo>
                <a:cubicBezTo>
                  <a:pt x="823" y="265"/>
                  <a:pt x="817" y="270"/>
                  <a:pt x="810" y="275"/>
                </a:cubicBezTo>
                <a:cubicBezTo>
                  <a:pt x="745" y="308"/>
                  <a:pt x="744" y="312"/>
                  <a:pt x="735" y="317"/>
                </a:cubicBezTo>
                <a:cubicBezTo>
                  <a:pt x="706" y="325"/>
                  <a:pt x="698" y="329"/>
                  <a:pt x="692" y="328"/>
                </a:cubicBezTo>
                <a:cubicBezTo>
                  <a:pt x="631" y="353"/>
                  <a:pt x="625" y="359"/>
                  <a:pt x="621" y="355"/>
                </a:cubicBezTo>
                <a:cubicBezTo>
                  <a:pt x="645" y="341"/>
                  <a:pt x="649" y="339"/>
                  <a:pt x="654" y="336"/>
                </a:cubicBezTo>
                <a:cubicBezTo>
                  <a:pt x="697" y="321"/>
                  <a:pt x="705" y="316"/>
                  <a:pt x="713" y="313"/>
                </a:cubicBezTo>
                <a:cubicBezTo>
                  <a:pt x="745" y="297"/>
                  <a:pt x="753" y="295"/>
                  <a:pt x="761" y="291"/>
                </a:cubicBezTo>
                <a:cubicBezTo>
                  <a:pt x="803" y="262"/>
                  <a:pt x="807" y="264"/>
                  <a:pt x="806" y="261"/>
                </a:cubicBezTo>
                <a:cubicBezTo>
                  <a:pt x="839" y="233"/>
                  <a:pt x="843" y="230"/>
                  <a:pt x="847" y="226"/>
                </a:cubicBezTo>
                <a:cubicBezTo>
                  <a:pt x="796" y="261"/>
                  <a:pt x="788" y="266"/>
                  <a:pt x="779" y="272"/>
                </a:cubicBezTo>
                <a:cubicBezTo>
                  <a:pt x="668" y="319"/>
                  <a:pt x="661" y="325"/>
                  <a:pt x="655" y="325"/>
                </a:cubicBezTo>
                <a:cubicBezTo>
                  <a:pt x="643" y="332"/>
                  <a:pt x="643" y="326"/>
                  <a:pt x="646" y="322"/>
                </a:cubicBezTo>
                <a:cubicBezTo>
                  <a:pt x="668" y="316"/>
                  <a:pt x="674" y="313"/>
                  <a:pt x="679" y="313"/>
                </a:cubicBezTo>
                <a:cubicBezTo>
                  <a:pt x="789" y="253"/>
                  <a:pt x="800" y="245"/>
                  <a:pt x="811" y="238"/>
                </a:cubicBezTo>
                <a:cubicBezTo>
                  <a:pt x="830" y="217"/>
                  <a:pt x="839" y="215"/>
                  <a:pt x="836" y="212"/>
                </a:cubicBezTo>
                <a:cubicBezTo>
                  <a:pt x="826" y="221"/>
                  <a:pt x="818" y="219"/>
                  <a:pt x="815" y="227"/>
                </a:cubicBezTo>
                <a:cubicBezTo>
                  <a:pt x="759" y="262"/>
                  <a:pt x="739" y="275"/>
                  <a:pt x="719" y="284"/>
                </a:cubicBezTo>
                <a:cubicBezTo>
                  <a:pt x="673" y="305"/>
                  <a:pt x="671" y="306"/>
                  <a:pt x="668" y="306"/>
                </a:cubicBezTo>
                <a:cubicBezTo>
                  <a:pt x="711" y="282"/>
                  <a:pt x="719" y="273"/>
                  <a:pt x="727" y="271"/>
                </a:cubicBezTo>
                <a:cubicBezTo>
                  <a:pt x="797" y="226"/>
                  <a:pt x="805" y="220"/>
                  <a:pt x="813" y="214"/>
                </a:cubicBezTo>
                <a:cubicBezTo>
                  <a:pt x="850" y="175"/>
                  <a:pt x="861" y="172"/>
                  <a:pt x="859" y="168"/>
                </a:cubicBezTo>
                <a:close/>
                <a:moveTo>
                  <a:pt x="743" y="232"/>
                </a:moveTo>
                <a:cubicBezTo>
                  <a:pt x="748" y="239"/>
                  <a:pt x="733" y="238"/>
                  <a:pt x="728" y="246"/>
                </a:cubicBezTo>
                <a:cubicBezTo>
                  <a:pt x="725" y="238"/>
                  <a:pt x="737" y="240"/>
                  <a:pt x="743" y="232"/>
                </a:cubicBezTo>
                <a:close/>
                <a:moveTo>
                  <a:pt x="723" y="245"/>
                </a:moveTo>
                <a:cubicBezTo>
                  <a:pt x="723" y="251"/>
                  <a:pt x="713" y="252"/>
                  <a:pt x="710" y="254"/>
                </a:cubicBezTo>
                <a:cubicBezTo>
                  <a:pt x="709" y="248"/>
                  <a:pt x="719" y="247"/>
                  <a:pt x="723" y="245"/>
                </a:cubicBezTo>
                <a:close/>
                <a:moveTo>
                  <a:pt x="265" y="659"/>
                </a:moveTo>
                <a:cubicBezTo>
                  <a:pt x="262" y="656"/>
                  <a:pt x="263" y="654"/>
                  <a:pt x="262" y="651"/>
                </a:cubicBezTo>
                <a:cubicBezTo>
                  <a:pt x="260" y="649"/>
                  <a:pt x="256" y="646"/>
                  <a:pt x="259" y="644"/>
                </a:cubicBezTo>
                <a:cubicBezTo>
                  <a:pt x="256" y="643"/>
                  <a:pt x="254" y="641"/>
                  <a:pt x="252" y="638"/>
                </a:cubicBezTo>
                <a:cubicBezTo>
                  <a:pt x="252" y="636"/>
                  <a:pt x="252" y="634"/>
                  <a:pt x="250" y="635"/>
                </a:cubicBezTo>
                <a:cubicBezTo>
                  <a:pt x="248" y="631"/>
                  <a:pt x="248" y="627"/>
                  <a:pt x="243" y="623"/>
                </a:cubicBezTo>
                <a:cubicBezTo>
                  <a:pt x="245" y="617"/>
                  <a:pt x="243" y="617"/>
                  <a:pt x="239" y="613"/>
                </a:cubicBezTo>
                <a:cubicBezTo>
                  <a:pt x="241" y="610"/>
                  <a:pt x="236" y="605"/>
                  <a:pt x="236" y="601"/>
                </a:cubicBezTo>
                <a:cubicBezTo>
                  <a:pt x="231" y="592"/>
                  <a:pt x="230" y="592"/>
                  <a:pt x="223" y="581"/>
                </a:cubicBezTo>
                <a:cubicBezTo>
                  <a:pt x="215" y="572"/>
                  <a:pt x="216" y="564"/>
                  <a:pt x="207" y="555"/>
                </a:cubicBezTo>
                <a:cubicBezTo>
                  <a:pt x="203" y="545"/>
                  <a:pt x="204" y="543"/>
                  <a:pt x="195" y="532"/>
                </a:cubicBezTo>
                <a:cubicBezTo>
                  <a:pt x="199" y="528"/>
                  <a:pt x="191" y="523"/>
                  <a:pt x="193" y="519"/>
                </a:cubicBezTo>
                <a:cubicBezTo>
                  <a:pt x="188" y="514"/>
                  <a:pt x="192" y="510"/>
                  <a:pt x="188" y="505"/>
                </a:cubicBezTo>
                <a:cubicBezTo>
                  <a:pt x="187" y="496"/>
                  <a:pt x="184" y="487"/>
                  <a:pt x="181" y="478"/>
                </a:cubicBezTo>
                <a:cubicBezTo>
                  <a:pt x="189" y="478"/>
                  <a:pt x="185" y="488"/>
                  <a:pt x="189" y="492"/>
                </a:cubicBezTo>
                <a:cubicBezTo>
                  <a:pt x="191" y="498"/>
                  <a:pt x="194" y="504"/>
                  <a:pt x="193" y="509"/>
                </a:cubicBezTo>
                <a:cubicBezTo>
                  <a:pt x="200" y="517"/>
                  <a:pt x="199" y="523"/>
                  <a:pt x="207" y="531"/>
                </a:cubicBezTo>
                <a:cubicBezTo>
                  <a:pt x="210" y="535"/>
                  <a:pt x="208" y="538"/>
                  <a:pt x="209" y="541"/>
                </a:cubicBezTo>
                <a:cubicBezTo>
                  <a:pt x="213" y="542"/>
                  <a:pt x="214" y="546"/>
                  <a:pt x="213" y="549"/>
                </a:cubicBezTo>
                <a:cubicBezTo>
                  <a:pt x="220" y="554"/>
                  <a:pt x="218" y="557"/>
                  <a:pt x="224" y="565"/>
                </a:cubicBezTo>
                <a:cubicBezTo>
                  <a:pt x="227" y="574"/>
                  <a:pt x="233" y="584"/>
                  <a:pt x="237" y="593"/>
                </a:cubicBezTo>
                <a:cubicBezTo>
                  <a:pt x="239" y="596"/>
                  <a:pt x="241" y="598"/>
                  <a:pt x="243" y="601"/>
                </a:cubicBezTo>
                <a:cubicBezTo>
                  <a:pt x="243" y="603"/>
                  <a:pt x="243" y="605"/>
                  <a:pt x="245" y="604"/>
                </a:cubicBezTo>
                <a:cubicBezTo>
                  <a:pt x="246" y="609"/>
                  <a:pt x="245" y="613"/>
                  <a:pt x="250" y="618"/>
                </a:cubicBezTo>
                <a:cubicBezTo>
                  <a:pt x="253" y="627"/>
                  <a:pt x="261" y="637"/>
                  <a:pt x="263" y="646"/>
                </a:cubicBezTo>
                <a:cubicBezTo>
                  <a:pt x="271" y="655"/>
                  <a:pt x="270" y="664"/>
                  <a:pt x="275" y="673"/>
                </a:cubicBezTo>
                <a:cubicBezTo>
                  <a:pt x="268" y="673"/>
                  <a:pt x="271" y="663"/>
                  <a:pt x="265" y="659"/>
                </a:cubicBezTo>
                <a:close/>
                <a:moveTo>
                  <a:pt x="279" y="685"/>
                </a:moveTo>
                <a:cubicBezTo>
                  <a:pt x="279" y="692"/>
                  <a:pt x="278" y="682"/>
                  <a:pt x="274" y="679"/>
                </a:cubicBezTo>
                <a:cubicBezTo>
                  <a:pt x="273" y="676"/>
                  <a:pt x="276" y="678"/>
                  <a:pt x="277" y="679"/>
                </a:cubicBezTo>
                <a:cubicBezTo>
                  <a:pt x="278" y="681"/>
                  <a:pt x="279" y="683"/>
                  <a:pt x="281" y="684"/>
                </a:cubicBezTo>
                <a:cubicBezTo>
                  <a:pt x="280" y="685"/>
                  <a:pt x="280" y="685"/>
                  <a:pt x="279" y="685"/>
                </a:cubicBezTo>
                <a:close/>
                <a:moveTo>
                  <a:pt x="166" y="634"/>
                </a:moveTo>
                <a:cubicBezTo>
                  <a:pt x="162" y="637"/>
                  <a:pt x="166" y="630"/>
                  <a:pt x="161" y="628"/>
                </a:cubicBezTo>
                <a:cubicBezTo>
                  <a:pt x="168" y="628"/>
                  <a:pt x="168" y="638"/>
                  <a:pt x="172" y="642"/>
                </a:cubicBezTo>
                <a:cubicBezTo>
                  <a:pt x="168" y="645"/>
                  <a:pt x="166" y="636"/>
                  <a:pt x="166" y="634"/>
                </a:cubicBezTo>
                <a:close/>
                <a:moveTo>
                  <a:pt x="192" y="691"/>
                </a:moveTo>
                <a:cubicBezTo>
                  <a:pt x="192" y="690"/>
                  <a:pt x="191" y="690"/>
                  <a:pt x="190" y="691"/>
                </a:cubicBezTo>
                <a:cubicBezTo>
                  <a:pt x="187" y="685"/>
                  <a:pt x="184" y="679"/>
                  <a:pt x="184" y="673"/>
                </a:cubicBezTo>
                <a:cubicBezTo>
                  <a:pt x="190" y="669"/>
                  <a:pt x="184" y="681"/>
                  <a:pt x="189" y="677"/>
                </a:cubicBezTo>
                <a:cubicBezTo>
                  <a:pt x="189" y="682"/>
                  <a:pt x="193" y="688"/>
                  <a:pt x="194" y="693"/>
                </a:cubicBezTo>
                <a:cubicBezTo>
                  <a:pt x="195" y="695"/>
                  <a:pt x="196" y="696"/>
                  <a:pt x="197" y="698"/>
                </a:cubicBezTo>
                <a:cubicBezTo>
                  <a:pt x="200" y="705"/>
                  <a:pt x="188" y="693"/>
                  <a:pt x="192" y="691"/>
                </a:cubicBezTo>
                <a:close/>
                <a:moveTo>
                  <a:pt x="259" y="828"/>
                </a:moveTo>
                <a:cubicBezTo>
                  <a:pt x="258" y="824"/>
                  <a:pt x="255" y="820"/>
                  <a:pt x="256" y="817"/>
                </a:cubicBezTo>
                <a:cubicBezTo>
                  <a:pt x="247" y="810"/>
                  <a:pt x="247" y="797"/>
                  <a:pt x="241" y="789"/>
                </a:cubicBezTo>
                <a:cubicBezTo>
                  <a:pt x="233" y="777"/>
                  <a:pt x="228" y="766"/>
                  <a:pt x="224" y="755"/>
                </a:cubicBezTo>
                <a:cubicBezTo>
                  <a:pt x="220" y="751"/>
                  <a:pt x="217" y="746"/>
                  <a:pt x="214" y="742"/>
                </a:cubicBezTo>
                <a:cubicBezTo>
                  <a:pt x="212" y="737"/>
                  <a:pt x="211" y="732"/>
                  <a:pt x="208" y="727"/>
                </a:cubicBezTo>
                <a:cubicBezTo>
                  <a:pt x="206" y="724"/>
                  <a:pt x="208" y="722"/>
                  <a:pt x="205" y="719"/>
                </a:cubicBezTo>
                <a:cubicBezTo>
                  <a:pt x="202" y="720"/>
                  <a:pt x="204" y="715"/>
                  <a:pt x="201" y="717"/>
                </a:cubicBezTo>
                <a:cubicBezTo>
                  <a:pt x="203" y="712"/>
                  <a:pt x="194" y="705"/>
                  <a:pt x="199" y="701"/>
                </a:cubicBezTo>
                <a:cubicBezTo>
                  <a:pt x="207" y="710"/>
                  <a:pt x="207" y="720"/>
                  <a:pt x="217" y="725"/>
                </a:cubicBezTo>
                <a:cubicBezTo>
                  <a:pt x="214" y="728"/>
                  <a:pt x="222" y="733"/>
                  <a:pt x="220" y="736"/>
                </a:cubicBezTo>
                <a:cubicBezTo>
                  <a:pt x="220" y="739"/>
                  <a:pt x="227" y="743"/>
                  <a:pt x="224" y="745"/>
                </a:cubicBezTo>
                <a:cubicBezTo>
                  <a:pt x="228" y="751"/>
                  <a:pt x="231" y="757"/>
                  <a:pt x="232" y="763"/>
                </a:cubicBezTo>
                <a:cubicBezTo>
                  <a:pt x="242" y="777"/>
                  <a:pt x="242" y="783"/>
                  <a:pt x="252" y="798"/>
                </a:cubicBezTo>
                <a:cubicBezTo>
                  <a:pt x="255" y="807"/>
                  <a:pt x="256" y="808"/>
                  <a:pt x="261" y="817"/>
                </a:cubicBezTo>
                <a:cubicBezTo>
                  <a:pt x="258" y="822"/>
                  <a:pt x="264" y="829"/>
                  <a:pt x="265" y="836"/>
                </a:cubicBezTo>
                <a:cubicBezTo>
                  <a:pt x="259" y="838"/>
                  <a:pt x="262" y="830"/>
                  <a:pt x="259" y="828"/>
                </a:cubicBezTo>
                <a:close/>
                <a:moveTo>
                  <a:pt x="195" y="1053"/>
                </a:moveTo>
                <a:cubicBezTo>
                  <a:pt x="187" y="1053"/>
                  <a:pt x="194" y="1042"/>
                  <a:pt x="195" y="1053"/>
                </a:cubicBezTo>
                <a:close/>
                <a:moveTo>
                  <a:pt x="139" y="1162"/>
                </a:moveTo>
                <a:cubicBezTo>
                  <a:pt x="139" y="1162"/>
                  <a:pt x="135" y="1161"/>
                  <a:pt x="135" y="1160"/>
                </a:cubicBezTo>
                <a:cubicBezTo>
                  <a:pt x="135" y="1160"/>
                  <a:pt x="137" y="1159"/>
                  <a:pt x="137" y="1159"/>
                </a:cubicBezTo>
                <a:cubicBezTo>
                  <a:pt x="135" y="1156"/>
                  <a:pt x="134" y="1152"/>
                  <a:pt x="136" y="1155"/>
                </a:cubicBezTo>
                <a:cubicBezTo>
                  <a:pt x="138" y="1157"/>
                  <a:pt x="136" y="1158"/>
                  <a:pt x="137" y="1159"/>
                </a:cubicBezTo>
                <a:cubicBezTo>
                  <a:pt x="137" y="1159"/>
                  <a:pt x="146" y="1164"/>
                  <a:pt x="139" y="1162"/>
                </a:cubicBezTo>
                <a:close/>
                <a:moveTo>
                  <a:pt x="157" y="1194"/>
                </a:moveTo>
                <a:cubicBezTo>
                  <a:pt x="156" y="1188"/>
                  <a:pt x="151" y="1181"/>
                  <a:pt x="146" y="1175"/>
                </a:cubicBezTo>
                <a:cubicBezTo>
                  <a:pt x="148" y="1173"/>
                  <a:pt x="150" y="1179"/>
                  <a:pt x="153" y="1177"/>
                </a:cubicBezTo>
                <a:cubicBezTo>
                  <a:pt x="149" y="1182"/>
                  <a:pt x="165" y="1190"/>
                  <a:pt x="157" y="1194"/>
                </a:cubicBezTo>
                <a:close/>
                <a:moveTo>
                  <a:pt x="160" y="1194"/>
                </a:moveTo>
                <a:cubicBezTo>
                  <a:pt x="165" y="1194"/>
                  <a:pt x="164" y="1204"/>
                  <a:pt x="167" y="1208"/>
                </a:cubicBezTo>
                <a:cubicBezTo>
                  <a:pt x="161" y="1208"/>
                  <a:pt x="161" y="1198"/>
                  <a:pt x="160" y="1194"/>
                </a:cubicBezTo>
                <a:close/>
                <a:moveTo>
                  <a:pt x="120" y="1272"/>
                </a:moveTo>
                <a:cubicBezTo>
                  <a:pt x="122" y="1271"/>
                  <a:pt x="129" y="1274"/>
                  <a:pt x="125" y="1275"/>
                </a:cubicBezTo>
                <a:cubicBezTo>
                  <a:pt x="136" y="1289"/>
                  <a:pt x="127" y="1283"/>
                  <a:pt x="120" y="1272"/>
                </a:cubicBezTo>
                <a:close/>
                <a:moveTo>
                  <a:pt x="25" y="1215"/>
                </a:moveTo>
                <a:cubicBezTo>
                  <a:pt x="26" y="1214"/>
                  <a:pt x="27" y="1214"/>
                  <a:pt x="28" y="1213"/>
                </a:cubicBezTo>
                <a:cubicBezTo>
                  <a:pt x="29" y="1214"/>
                  <a:pt x="31" y="1216"/>
                  <a:pt x="32" y="1218"/>
                </a:cubicBezTo>
                <a:cubicBezTo>
                  <a:pt x="31" y="1218"/>
                  <a:pt x="30" y="1219"/>
                  <a:pt x="29" y="1220"/>
                </a:cubicBezTo>
                <a:cubicBezTo>
                  <a:pt x="27" y="1218"/>
                  <a:pt x="26" y="1217"/>
                  <a:pt x="25" y="1215"/>
                </a:cubicBezTo>
                <a:close/>
                <a:moveTo>
                  <a:pt x="121" y="1375"/>
                </a:moveTo>
                <a:cubicBezTo>
                  <a:pt x="117" y="1370"/>
                  <a:pt x="114" y="1365"/>
                  <a:pt x="110" y="1360"/>
                </a:cubicBezTo>
                <a:cubicBezTo>
                  <a:pt x="113" y="1358"/>
                  <a:pt x="116" y="1360"/>
                  <a:pt x="118" y="1364"/>
                </a:cubicBezTo>
                <a:cubicBezTo>
                  <a:pt x="122" y="1365"/>
                  <a:pt x="127" y="1372"/>
                  <a:pt x="121" y="1375"/>
                </a:cubicBezTo>
                <a:close/>
                <a:moveTo>
                  <a:pt x="156" y="1400"/>
                </a:moveTo>
                <a:cubicBezTo>
                  <a:pt x="154" y="1401"/>
                  <a:pt x="156" y="1399"/>
                  <a:pt x="154" y="1397"/>
                </a:cubicBezTo>
                <a:cubicBezTo>
                  <a:pt x="129" y="1364"/>
                  <a:pt x="125" y="1355"/>
                  <a:pt x="120" y="1353"/>
                </a:cubicBezTo>
                <a:cubicBezTo>
                  <a:pt x="103" y="1335"/>
                  <a:pt x="105" y="1329"/>
                  <a:pt x="98" y="1330"/>
                </a:cubicBezTo>
                <a:cubicBezTo>
                  <a:pt x="80" y="1305"/>
                  <a:pt x="82" y="1304"/>
                  <a:pt x="82" y="1304"/>
                </a:cubicBezTo>
                <a:cubicBezTo>
                  <a:pt x="72" y="1293"/>
                  <a:pt x="73" y="1290"/>
                  <a:pt x="72" y="1290"/>
                </a:cubicBezTo>
                <a:cubicBezTo>
                  <a:pt x="60" y="1278"/>
                  <a:pt x="63" y="1277"/>
                  <a:pt x="61" y="1275"/>
                </a:cubicBezTo>
                <a:cubicBezTo>
                  <a:pt x="44" y="1247"/>
                  <a:pt x="37" y="1241"/>
                  <a:pt x="37" y="1236"/>
                </a:cubicBezTo>
                <a:cubicBezTo>
                  <a:pt x="33" y="1223"/>
                  <a:pt x="41" y="1230"/>
                  <a:pt x="45" y="1233"/>
                </a:cubicBezTo>
                <a:cubicBezTo>
                  <a:pt x="83" y="1280"/>
                  <a:pt x="94" y="1291"/>
                  <a:pt x="101" y="1303"/>
                </a:cubicBezTo>
                <a:cubicBezTo>
                  <a:pt x="106" y="1310"/>
                  <a:pt x="104" y="1311"/>
                  <a:pt x="105" y="1312"/>
                </a:cubicBezTo>
                <a:cubicBezTo>
                  <a:pt x="117" y="1329"/>
                  <a:pt x="118" y="1327"/>
                  <a:pt x="119" y="1329"/>
                </a:cubicBezTo>
                <a:cubicBezTo>
                  <a:pt x="159" y="1413"/>
                  <a:pt x="159" y="1403"/>
                  <a:pt x="156" y="1400"/>
                </a:cubicBezTo>
                <a:close/>
                <a:moveTo>
                  <a:pt x="217" y="1325"/>
                </a:moveTo>
                <a:cubicBezTo>
                  <a:pt x="220" y="1327"/>
                  <a:pt x="210" y="1334"/>
                  <a:pt x="210" y="1328"/>
                </a:cubicBezTo>
                <a:cubicBezTo>
                  <a:pt x="212" y="1325"/>
                  <a:pt x="214" y="1327"/>
                  <a:pt x="217" y="1325"/>
                </a:cubicBezTo>
                <a:close/>
                <a:moveTo>
                  <a:pt x="182" y="1218"/>
                </a:moveTo>
                <a:cubicBezTo>
                  <a:pt x="188" y="1216"/>
                  <a:pt x="184" y="1224"/>
                  <a:pt x="189" y="1227"/>
                </a:cubicBezTo>
                <a:cubicBezTo>
                  <a:pt x="183" y="1229"/>
                  <a:pt x="184" y="1220"/>
                  <a:pt x="182" y="1218"/>
                </a:cubicBezTo>
                <a:close/>
                <a:moveTo>
                  <a:pt x="339" y="1330"/>
                </a:moveTo>
                <a:cubicBezTo>
                  <a:pt x="343" y="1334"/>
                  <a:pt x="348" y="1326"/>
                  <a:pt x="351" y="1333"/>
                </a:cubicBezTo>
                <a:cubicBezTo>
                  <a:pt x="345" y="1334"/>
                  <a:pt x="340" y="1333"/>
                  <a:pt x="334" y="1333"/>
                </a:cubicBezTo>
                <a:cubicBezTo>
                  <a:pt x="333" y="1331"/>
                  <a:pt x="337" y="1333"/>
                  <a:pt x="339" y="1330"/>
                </a:cubicBezTo>
                <a:close/>
                <a:moveTo>
                  <a:pt x="334" y="1341"/>
                </a:moveTo>
                <a:cubicBezTo>
                  <a:pt x="336" y="1340"/>
                  <a:pt x="338" y="1342"/>
                  <a:pt x="340" y="1342"/>
                </a:cubicBezTo>
                <a:cubicBezTo>
                  <a:pt x="342" y="1341"/>
                  <a:pt x="344" y="1342"/>
                  <a:pt x="346" y="1340"/>
                </a:cubicBezTo>
                <a:cubicBezTo>
                  <a:pt x="357" y="1342"/>
                  <a:pt x="367" y="1347"/>
                  <a:pt x="379" y="1338"/>
                </a:cubicBezTo>
                <a:cubicBezTo>
                  <a:pt x="387" y="1341"/>
                  <a:pt x="395" y="1339"/>
                  <a:pt x="403" y="1338"/>
                </a:cubicBezTo>
                <a:cubicBezTo>
                  <a:pt x="406" y="1343"/>
                  <a:pt x="399" y="1338"/>
                  <a:pt x="397" y="1342"/>
                </a:cubicBezTo>
                <a:cubicBezTo>
                  <a:pt x="395" y="1339"/>
                  <a:pt x="391" y="1345"/>
                  <a:pt x="389" y="1341"/>
                </a:cubicBezTo>
                <a:cubicBezTo>
                  <a:pt x="383" y="1345"/>
                  <a:pt x="378" y="1341"/>
                  <a:pt x="372" y="1345"/>
                </a:cubicBezTo>
                <a:cubicBezTo>
                  <a:pt x="367" y="1342"/>
                  <a:pt x="362" y="1346"/>
                  <a:pt x="357" y="1344"/>
                </a:cubicBezTo>
                <a:cubicBezTo>
                  <a:pt x="352" y="1342"/>
                  <a:pt x="346" y="1348"/>
                  <a:pt x="341" y="1343"/>
                </a:cubicBezTo>
                <a:cubicBezTo>
                  <a:pt x="335" y="1345"/>
                  <a:pt x="329" y="1350"/>
                  <a:pt x="324" y="1343"/>
                </a:cubicBezTo>
                <a:cubicBezTo>
                  <a:pt x="328" y="1342"/>
                  <a:pt x="330" y="1346"/>
                  <a:pt x="334" y="1341"/>
                </a:cubicBezTo>
                <a:close/>
                <a:moveTo>
                  <a:pt x="321" y="1343"/>
                </a:moveTo>
                <a:cubicBezTo>
                  <a:pt x="321" y="1351"/>
                  <a:pt x="310" y="1347"/>
                  <a:pt x="306" y="1349"/>
                </a:cubicBezTo>
                <a:cubicBezTo>
                  <a:pt x="300" y="1351"/>
                  <a:pt x="295" y="1352"/>
                  <a:pt x="290" y="1353"/>
                </a:cubicBezTo>
                <a:cubicBezTo>
                  <a:pt x="284" y="1355"/>
                  <a:pt x="278" y="1355"/>
                  <a:pt x="272" y="1359"/>
                </a:cubicBezTo>
                <a:cubicBezTo>
                  <a:pt x="267" y="1360"/>
                  <a:pt x="265" y="1364"/>
                  <a:pt x="258" y="1364"/>
                </a:cubicBezTo>
                <a:cubicBezTo>
                  <a:pt x="249" y="1371"/>
                  <a:pt x="241" y="1374"/>
                  <a:pt x="233" y="1377"/>
                </a:cubicBezTo>
                <a:cubicBezTo>
                  <a:pt x="216" y="1388"/>
                  <a:pt x="203" y="1400"/>
                  <a:pt x="192" y="1412"/>
                </a:cubicBezTo>
                <a:cubicBezTo>
                  <a:pt x="191" y="1414"/>
                  <a:pt x="190" y="1415"/>
                  <a:pt x="191" y="1417"/>
                </a:cubicBezTo>
                <a:cubicBezTo>
                  <a:pt x="188" y="1420"/>
                  <a:pt x="186" y="1418"/>
                  <a:pt x="188" y="1417"/>
                </a:cubicBezTo>
                <a:cubicBezTo>
                  <a:pt x="190" y="1412"/>
                  <a:pt x="191" y="1406"/>
                  <a:pt x="196" y="1401"/>
                </a:cubicBezTo>
                <a:cubicBezTo>
                  <a:pt x="197" y="1396"/>
                  <a:pt x="204" y="1391"/>
                  <a:pt x="205" y="1385"/>
                </a:cubicBezTo>
                <a:cubicBezTo>
                  <a:pt x="211" y="1384"/>
                  <a:pt x="216" y="1375"/>
                  <a:pt x="225" y="1370"/>
                </a:cubicBezTo>
                <a:cubicBezTo>
                  <a:pt x="235" y="1364"/>
                  <a:pt x="236" y="1365"/>
                  <a:pt x="246" y="1358"/>
                </a:cubicBezTo>
                <a:cubicBezTo>
                  <a:pt x="248" y="1361"/>
                  <a:pt x="252" y="1355"/>
                  <a:pt x="255" y="1356"/>
                </a:cubicBezTo>
                <a:cubicBezTo>
                  <a:pt x="258" y="1356"/>
                  <a:pt x="261" y="1355"/>
                  <a:pt x="264" y="1352"/>
                </a:cubicBezTo>
                <a:cubicBezTo>
                  <a:pt x="267" y="1356"/>
                  <a:pt x="272" y="1352"/>
                  <a:pt x="275" y="1354"/>
                </a:cubicBezTo>
                <a:cubicBezTo>
                  <a:pt x="291" y="1345"/>
                  <a:pt x="306" y="1348"/>
                  <a:pt x="321" y="1343"/>
                </a:cubicBezTo>
                <a:close/>
                <a:moveTo>
                  <a:pt x="193" y="1379"/>
                </a:moveTo>
                <a:cubicBezTo>
                  <a:pt x="192" y="1377"/>
                  <a:pt x="196" y="1374"/>
                  <a:pt x="198" y="1376"/>
                </a:cubicBezTo>
                <a:cubicBezTo>
                  <a:pt x="198" y="1371"/>
                  <a:pt x="203" y="1367"/>
                  <a:pt x="205" y="1363"/>
                </a:cubicBezTo>
                <a:cubicBezTo>
                  <a:pt x="211" y="1359"/>
                  <a:pt x="216" y="1355"/>
                  <a:pt x="221" y="1351"/>
                </a:cubicBezTo>
                <a:cubicBezTo>
                  <a:pt x="230" y="1347"/>
                  <a:pt x="237" y="1348"/>
                  <a:pt x="246" y="1341"/>
                </a:cubicBezTo>
                <a:cubicBezTo>
                  <a:pt x="251" y="1345"/>
                  <a:pt x="256" y="1336"/>
                  <a:pt x="262" y="1339"/>
                </a:cubicBezTo>
                <a:cubicBezTo>
                  <a:pt x="267" y="1334"/>
                  <a:pt x="271" y="1340"/>
                  <a:pt x="277" y="1336"/>
                </a:cubicBezTo>
                <a:cubicBezTo>
                  <a:pt x="286" y="1336"/>
                  <a:pt x="296" y="1336"/>
                  <a:pt x="305" y="1335"/>
                </a:cubicBezTo>
                <a:cubicBezTo>
                  <a:pt x="306" y="1338"/>
                  <a:pt x="303" y="1337"/>
                  <a:pt x="301" y="1338"/>
                </a:cubicBezTo>
                <a:cubicBezTo>
                  <a:pt x="298" y="1342"/>
                  <a:pt x="296" y="1337"/>
                  <a:pt x="293" y="1338"/>
                </a:cubicBezTo>
                <a:cubicBezTo>
                  <a:pt x="291" y="1341"/>
                  <a:pt x="290" y="1339"/>
                  <a:pt x="287" y="1340"/>
                </a:cubicBezTo>
                <a:cubicBezTo>
                  <a:pt x="284" y="1339"/>
                  <a:pt x="280" y="1341"/>
                  <a:pt x="275" y="1344"/>
                </a:cubicBezTo>
                <a:cubicBezTo>
                  <a:pt x="268" y="1341"/>
                  <a:pt x="260" y="1348"/>
                  <a:pt x="252" y="1346"/>
                </a:cubicBezTo>
                <a:cubicBezTo>
                  <a:pt x="250" y="1348"/>
                  <a:pt x="248" y="1349"/>
                  <a:pt x="246" y="1348"/>
                </a:cubicBezTo>
                <a:cubicBezTo>
                  <a:pt x="236" y="1354"/>
                  <a:pt x="235" y="1357"/>
                  <a:pt x="226" y="1357"/>
                </a:cubicBezTo>
                <a:cubicBezTo>
                  <a:pt x="224" y="1364"/>
                  <a:pt x="216" y="1364"/>
                  <a:pt x="214" y="1368"/>
                </a:cubicBezTo>
                <a:cubicBezTo>
                  <a:pt x="207" y="1371"/>
                  <a:pt x="208" y="1375"/>
                  <a:pt x="200" y="1376"/>
                </a:cubicBezTo>
                <a:cubicBezTo>
                  <a:pt x="199" y="1380"/>
                  <a:pt x="194" y="1384"/>
                  <a:pt x="191" y="1387"/>
                </a:cubicBezTo>
                <a:cubicBezTo>
                  <a:pt x="188" y="1384"/>
                  <a:pt x="189" y="1381"/>
                  <a:pt x="193" y="1379"/>
                </a:cubicBezTo>
                <a:close/>
                <a:moveTo>
                  <a:pt x="199" y="1139"/>
                </a:moveTo>
                <a:cubicBezTo>
                  <a:pt x="195" y="1136"/>
                  <a:pt x="199" y="1133"/>
                  <a:pt x="194" y="1130"/>
                </a:cubicBezTo>
                <a:cubicBezTo>
                  <a:pt x="196" y="1124"/>
                  <a:pt x="191" y="1118"/>
                  <a:pt x="192" y="1112"/>
                </a:cubicBezTo>
                <a:cubicBezTo>
                  <a:pt x="172" y="1082"/>
                  <a:pt x="156" y="1052"/>
                  <a:pt x="135" y="1027"/>
                </a:cubicBezTo>
                <a:cubicBezTo>
                  <a:pt x="131" y="1022"/>
                  <a:pt x="125" y="1019"/>
                  <a:pt x="121" y="1011"/>
                </a:cubicBezTo>
                <a:cubicBezTo>
                  <a:pt x="118" y="1006"/>
                  <a:pt x="120" y="1008"/>
                  <a:pt x="116" y="1004"/>
                </a:cubicBezTo>
                <a:cubicBezTo>
                  <a:pt x="114" y="1002"/>
                  <a:pt x="115" y="999"/>
                  <a:pt x="113" y="997"/>
                </a:cubicBezTo>
                <a:cubicBezTo>
                  <a:pt x="111" y="993"/>
                  <a:pt x="107" y="991"/>
                  <a:pt x="105" y="988"/>
                </a:cubicBezTo>
                <a:cubicBezTo>
                  <a:pt x="105" y="989"/>
                  <a:pt x="106" y="986"/>
                  <a:pt x="105" y="985"/>
                </a:cubicBezTo>
                <a:cubicBezTo>
                  <a:pt x="105" y="985"/>
                  <a:pt x="99" y="984"/>
                  <a:pt x="100" y="982"/>
                </a:cubicBezTo>
                <a:cubicBezTo>
                  <a:pt x="102" y="976"/>
                  <a:pt x="85" y="961"/>
                  <a:pt x="80" y="952"/>
                </a:cubicBezTo>
                <a:cubicBezTo>
                  <a:pt x="80" y="951"/>
                  <a:pt x="78" y="949"/>
                  <a:pt x="78" y="948"/>
                </a:cubicBezTo>
                <a:cubicBezTo>
                  <a:pt x="79" y="945"/>
                  <a:pt x="77" y="947"/>
                  <a:pt x="75" y="943"/>
                </a:cubicBezTo>
                <a:cubicBezTo>
                  <a:pt x="75" y="943"/>
                  <a:pt x="76" y="942"/>
                  <a:pt x="75" y="941"/>
                </a:cubicBezTo>
                <a:cubicBezTo>
                  <a:pt x="70" y="932"/>
                  <a:pt x="58" y="920"/>
                  <a:pt x="53" y="907"/>
                </a:cubicBezTo>
                <a:cubicBezTo>
                  <a:pt x="58" y="904"/>
                  <a:pt x="61" y="910"/>
                  <a:pt x="64" y="915"/>
                </a:cubicBezTo>
                <a:cubicBezTo>
                  <a:pt x="65" y="919"/>
                  <a:pt x="73" y="924"/>
                  <a:pt x="70" y="927"/>
                </a:cubicBezTo>
                <a:cubicBezTo>
                  <a:pt x="77" y="930"/>
                  <a:pt x="83" y="943"/>
                  <a:pt x="90" y="947"/>
                </a:cubicBezTo>
                <a:cubicBezTo>
                  <a:pt x="93" y="952"/>
                  <a:pt x="96" y="956"/>
                  <a:pt x="99" y="960"/>
                </a:cubicBezTo>
                <a:cubicBezTo>
                  <a:pt x="97" y="963"/>
                  <a:pt x="100" y="962"/>
                  <a:pt x="101" y="963"/>
                </a:cubicBezTo>
                <a:cubicBezTo>
                  <a:pt x="101" y="966"/>
                  <a:pt x="102" y="968"/>
                  <a:pt x="104" y="967"/>
                </a:cubicBezTo>
                <a:cubicBezTo>
                  <a:pt x="107" y="969"/>
                  <a:pt x="109" y="979"/>
                  <a:pt x="114" y="977"/>
                </a:cubicBezTo>
                <a:cubicBezTo>
                  <a:pt x="113" y="980"/>
                  <a:pt x="116" y="984"/>
                  <a:pt x="119" y="985"/>
                </a:cubicBezTo>
                <a:cubicBezTo>
                  <a:pt x="124" y="994"/>
                  <a:pt x="128" y="995"/>
                  <a:pt x="134" y="1006"/>
                </a:cubicBezTo>
                <a:cubicBezTo>
                  <a:pt x="140" y="1014"/>
                  <a:pt x="146" y="1022"/>
                  <a:pt x="152" y="1030"/>
                </a:cubicBezTo>
                <a:cubicBezTo>
                  <a:pt x="154" y="1034"/>
                  <a:pt x="156" y="1034"/>
                  <a:pt x="158" y="1035"/>
                </a:cubicBezTo>
                <a:cubicBezTo>
                  <a:pt x="159" y="1040"/>
                  <a:pt x="167" y="1051"/>
                  <a:pt x="174" y="1061"/>
                </a:cubicBezTo>
                <a:cubicBezTo>
                  <a:pt x="180" y="1075"/>
                  <a:pt x="188" y="1090"/>
                  <a:pt x="193" y="1104"/>
                </a:cubicBezTo>
                <a:cubicBezTo>
                  <a:pt x="196" y="1111"/>
                  <a:pt x="198" y="1118"/>
                  <a:pt x="198" y="1125"/>
                </a:cubicBezTo>
                <a:cubicBezTo>
                  <a:pt x="203" y="1132"/>
                  <a:pt x="203" y="1139"/>
                  <a:pt x="203" y="1145"/>
                </a:cubicBezTo>
                <a:cubicBezTo>
                  <a:pt x="199" y="1148"/>
                  <a:pt x="199" y="1140"/>
                  <a:pt x="199" y="1139"/>
                </a:cubicBezTo>
                <a:close/>
                <a:moveTo>
                  <a:pt x="228" y="1142"/>
                </a:moveTo>
                <a:cubicBezTo>
                  <a:pt x="236" y="1134"/>
                  <a:pt x="246" y="1126"/>
                  <a:pt x="252" y="1118"/>
                </a:cubicBezTo>
                <a:cubicBezTo>
                  <a:pt x="300" y="1093"/>
                  <a:pt x="301" y="1085"/>
                  <a:pt x="309" y="1081"/>
                </a:cubicBezTo>
                <a:cubicBezTo>
                  <a:pt x="462" y="985"/>
                  <a:pt x="471" y="976"/>
                  <a:pt x="485" y="967"/>
                </a:cubicBezTo>
                <a:cubicBezTo>
                  <a:pt x="503" y="945"/>
                  <a:pt x="507" y="947"/>
                  <a:pt x="510" y="941"/>
                </a:cubicBezTo>
                <a:cubicBezTo>
                  <a:pt x="557" y="905"/>
                  <a:pt x="553" y="907"/>
                  <a:pt x="551" y="909"/>
                </a:cubicBezTo>
                <a:cubicBezTo>
                  <a:pt x="517" y="950"/>
                  <a:pt x="499" y="964"/>
                  <a:pt x="486" y="978"/>
                </a:cubicBezTo>
                <a:cubicBezTo>
                  <a:pt x="437" y="1016"/>
                  <a:pt x="427" y="1019"/>
                  <a:pt x="415" y="1030"/>
                </a:cubicBezTo>
                <a:cubicBezTo>
                  <a:pt x="412" y="1032"/>
                  <a:pt x="412" y="1035"/>
                  <a:pt x="411" y="1035"/>
                </a:cubicBezTo>
                <a:cubicBezTo>
                  <a:pt x="371" y="1063"/>
                  <a:pt x="358" y="1069"/>
                  <a:pt x="346" y="1077"/>
                </a:cubicBezTo>
                <a:cubicBezTo>
                  <a:pt x="251" y="1133"/>
                  <a:pt x="244" y="1138"/>
                  <a:pt x="238" y="1142"/>
                </a:cubicBezTo>
                <a:cubicBezTo>
                  <a:pt x="217" y="1159"/>
                  <a:pt x="213" y="1164"/>
                  <a:pt x="208" y="1169"/>
                </a:cubicBezTo>
                <a:close/>
                <a:moveTo>
                  <a:pt x="223" y="1067"/>
                </a:moveTo>
                <a:cubicBezTo>
                  <a:pt x="223" y="1065"/>
                  <a:pt x="223" y="1063"/>
                  <a:pt x="221" y="1061"/>
                </a:cubicBezTo>
                <a:cubicBezTo>
                  <a:pt x="226" y="1059"/>
                  <a:pt x="229" y="1064"/>
                  <a:pt x="223" y="1067"/>
                </a:cubicBezTo>
                <a:close/>
                <a:moveTo>
                  <a:pt x="232" y="1100"/>
                </a:moveTo>
                <a:cubicBezTo>
                  <a:pt x="230" y="1094"/>
                  <a:pt x="242" y="1090"/>
                  <a:pt x="243" y="1085"/>
                </a:cubicBezTo>
                <a:cubicBezTo>
                  <a:pt x="362" y="999"/>
                  <a:pt x="360" y="990"/>
                  <a:pt x="366" y="989"/>
                </a:cubicBezTo>
                <a:cubicBezTo>
                  <a:pt x="390" y="969"/>
                  <a:pt x="398" y="972"/>
                  <a:pt x="400" y="969"/>
                </a:cubicBezTo>
                <a:cubicBezTo>
                  <a:pt x="434" y="942"/>
                  <a:pt x="438" y="946"/>
                  <a:pt x="443" y="940"/>
                </a:cubicBezTo>
                <a:cubicBezTo>
                  <a:pt x="503" y="895"/>
                  <a:pt x="520" y="886"/>
                  <a:pt x="537" y="875"/>
                </a:cubicBezTo>
                <a:cubicBezTo>
                  <a:pt x="594" y="856"/>
                  <a:pt x="595" y="858"/>
                  <a:pt x="592" y="860"/>
                </a:cubicBezTo>
                <a:cubicBezTo>
                  <a:pt x="575" y="865"/>
                  <a:pt x="573" y="867"/>
                  <a:pt x="571" y="865"/>
                </a:cubicBezTo>
                <a:cubicBezTo>
                  <a:pt x="463" y="940"/>
                  <a:pt x="448" y="949"/>
                  <a:pt x="432" y="965"/>
                </a:cubicBezTo>
                <a:cubicBezTo>
                  <a:pt x="322" y="1042"/>
                  <a:pt x="316" y="1041"/>
                  <a:pt x="309" y="1047"/>
                </a:cubicBezTo>
                <a:cubicBezTo>
                  <a:pt x="287" y="1062"/>
                  <a:pt x="287" y="1060"/>
                  <a:pt x="285" y="1062"/>
                </a:cubicBezTo>
                <a:cubicBezTo>
                  <a:pt x="261" y="1080"/>
                  <a:pt x="257" y="1087"/>
                  <a:pt x="255" y="1084"/>
                </a:cubicBezTo>
                <a:close/>
                <a:moveTo>
                  <a:pt x="231" y="1037"/>
                </a:moveTo>
                <a:cubicBezTo>
                  <a:pt x="230" y="1036"/>
                  <a:pt x="229" y="1035"/>
                  <a:pt x="228" y="1034"/>
                </a:cubicBezTo>
                <a:cubicBezTo>
                  <a:pt x="230" y="1033"/>
                  <a:pt x="231" y="1032"/>
                  <a:pt x="232" y="1032"/>
                </a:cubicBezTo>
                <a:cubicBezTo>
                  <a:pt x="232" y="1033"/>
                  <a:pt x="233" y="1034"/>
                  <a:pt x="234" y="1035"/>
                </a:cubicBezTo>
                <a:cubicBezTo>
                  <a:pt x="233" y="1036"/>
                  <a:pt x="232" y="1036"/>
                  <a:pt x="231" y="1037"/>
                </a:cubicBezTo>
                <a:close/>
                <a:moveTo>
                  <a:pt x="269" y="855"/>
                </a:moveTo>
                <a:cubicBezTo>
                  <a:pt x="270" y="855"/>
                  <a:pt x="267" y="849"/>
                  <a:pt x="267" y="849"/>
                </a:cubicBezTo>
                <a:cubicBezTo>
                  <a:pt x="269" y="847"/>
                  <a:pt x="275" y="856"/>
                  <a:pt x="269" y="855"/>
                </a:cubicBezTo>
                <a:close/>
                <a:moveTo>
                  <a:pt x="301" y="886"/>
                </a:moveTo>
                <a:cubicBezTo>
                  <a:pt x="298" y="882"/>
                  <a:pt x="298" y="880"/>
                  <a:pt x="302" y="877"/>
                </a:cubicBezTo>
                <a:cubicBezTo>
                  <a:pt x="305" y="881"/>
                  <a:pt x="305" y="884"/>
                  <a:pt x="301" y="886"/>
                </a:cubicBezTo>
                <a:close/>
                <a:moveTo>
                  <a:pt x="301" y="817"/>
                </a:moveTo>
                <a:cubicBezTo>
                  <a:pt x="301" y="815"/>
                  <a:pt x="302" y="814"/>
                  <a:pt x="301" y="812"/>
                </a:cubicBezTo>
                <a:cubicBezTo>
                  <a:pt x="300" y="808"/>
                  <a:pt x="305" y="812"/>
                  <a:pt x="303" y="813"/>
                </a:cubicBezTo>
                <a:cubicBezTo>
                  <a:pt x="305" y="816"/>
                  <a:pt x="303" y="818"/>
                  <a:pt x="306" y="821"/>
                </a:cubicBezTo>
                <a:cubicBezTo>
                  <a:pt x="305" y="825"/>
                  <a:pt x="306" y="829"/>
                  <a:pt x="308" y="834"/>
                </a:cubicBezTo>
                <a:cubicBezTo>
                  <a:pt x="300" y="833"/>
                  <a:pt x="306" y="822"/>
                  <a:pt x="301" y="817"/>
                </a:cubicBezTo>
                <a:close/>
                <a:moveTo>
                  <a:pt x="481" y="717"/>
                </a:moveTo>
                <a:cubicBezTo>
                  <a:pt x="482" y="721"/>
                  <a:pt x="472" y="722"/>
                  <a:pt x="468" y="723"/>
                </a:cubicBezTo>
                <a:cubicBezTo>
                  <a:pt x="467" y="719"/>
                  <a:pt x="478" y="718"/>
                  <a:pt x="481" y="717"/>
                </a:cubicBezTo>
                <a:close/>
                <a:moveTo>
                  <a:pt x="463" y="722"/>
                </a:moveTo>
                <a:cubicBezTo>
                  <a:pt x="465" y="726"/>
                  <a:pt x="456" y="728"/>
                  <a:pt x="455" y="728"/>
                </a:cubicBezTo>
                <a:cubicBezTo>
                  <a:pt x="452" y="724"/>
                  <a:pt x="461" y="722"/>
                  <a:pt x="463" y="722"/>
                </a:cubicBezTo>
                <a:close/>
                <a:moveTo>
                  <a:pt x="356" y="782"/>
                </a:moveTo>
                <a:cubicBezTo>
                  <a:pt x="358" y="781"/>
                  <a:pt x="359" y="780"/>
                  <a:pt x="361" y="778"/>
                </a:cubicBezTo>
                <a:cubicBezTo>
                  <a:pt x="368" y="777"/>
                  <a:pt x="358" y="783"/>
                  <a:pt x="356" y="785"/>
                </a:cubicBezTo>
                <a:cubicBezTo>
                  <a:pt x="353" y="786"/>
                  <a:pt x="354" y="783"/>
                  <a:pt x="356" y="782"/>
                </a:cubicBezTo>
                <a:close/>
                <a:moveTo>
                  <a:pt x="393" y="618"/>
                </a:moveTo>
                <a:cubicBezTo>
                  <a:pt x="387" y="621"/>
                  <a:pt x="392" y="614"/>
                  <a:pt x="388" y="612"/>
                </a:cubicBezTo>
                <a:cubicBezTo>
                  <a:pt x="392" y="609"/>
                  <a:pt x="392" y="617"/>
                  <a:pt x="393" y="618"/>
                </a:cubicBezTo>
                <a:close/>
                <a:moveTo>
                  <a:pt x="407" y="682"/>
                </a:moveTo>
                <a:cubicBezTo>
                  <a:pt x="410" y="678"/>
                  <a:pt x="412" y="674"/>
                  <a:pt x="418" y="671"/>
                </a:cubicBezTo>
                <a:cubicBezTo>
                  <a:pt x="450" y="660"/>
                  <a:pt x="454" y="654"/>
                  <a:pt x="457" y="653"/>
                </a:cubicBezTo>
                <a:cubicBezTo>
                  <a:pt x="483" y="644"/>
                  <a:pt x="490" y="641"/>
                  <a:pt x="496" y="639"/>
                </a:cubicBezTo>
                <a:cubicBezTo>
                  <a:pt x="536" y="628"/>
                  <a:pt x="539" y="625"/>
                  <a:pt x="543" y="625"/>
                </a:cubicBezTo>
                <a:cubicBezTo>
                  <a:pt x="574" y="618"/>
                  <a:pt x="580" y="613"/>
                  <a:pt x="586" y="614"/>
                </a:cubicBezTo>
                <a:cubicBezTo>
                  <a:pt x="673" y="563"/>
                  <a:pt x="672" y="564"/>
                  <a:pt x="671" y="565"/>
                </a:cubicBezTo>
                <a:cubicBezTo>
                  <a:pt x="622" y="601"/>
                  <a:pt x="616" y="610"/>
                  <a:pt x="597" y="618"/>
                </a:cubicBezTo>
                <a:cubicBezTo>
                  <a:pt x="544" y="639"/>
                  <a:pt x="541" y="643"/>
                  <a:pt x="537" y="644"/>
                </a:cubicBezTo>
                <a:cubicBezTo>
                  <a:pt x="519" y="649"/>
                  <a:pt x="512" y="654"/>
                  <a:pt x="505" y="655"/>
                </a:cubicBezTo>
                <a:cubicBezTo>
                  <a:pt x="445" y="679"/>
                  <a:pt x="427" y="685"/>
                  <a:pt x="408" y="693"/>
                </a:cubicBezTo>
                <a:cubicBezTo>
                  <a:pt x="383" y="709"/>
                  <a:pt x="384" y="706"/>
                  <a:pt x="383" y="704"/>
                </a:cubicBezTo>
                <a:cubicBezTo>
                  <a:pt x="397" y="688"/>
                  <a:pt x="401" y="686"/>
                  <a:pt x="403" y="684"/>
                </a:cubicBezTo>
                <a:close/>
                <a:moveTo>
                  <a:pt x="532" y="454"/>
                </a:moveTo>
                <a:cubicBezTo>
                  <a:pt x="532" y="450"/>
                  <a:pt x="531" y="447"/>
                  <a:pt x="535" y="444"/>
                </a:cubicBezTo>
                <a:cubicBezTo>
                  <a:pt x="538" y="448"/>
                  <a:pt x="536" y="451"/>
                  <a:pt x="532" y="454"/>
                </a:cubicBezTo>
                <a:close/>
                <a:moveTo>
                  <a:pt x="627" y="333"/>
                </a:moveTo>
                <a:cubicBezTo>
                  <a:pt x="626" y="331"/>
                  <a:pt x="628" y="329"/>
                  <a:pt x="627" y="326"/>
                </a:cubicBezTo>
                <a:cubicBezTo>
                  <a:pt x="631" y="324"/>
                  <a:pt x="631" y="332"/>
                  <a:pt x="627" y="333"/>
                </a:cubicBezTo>
                <a:close/>
                <a:moveTo>
                  <a:pt x="722" y="53"/>
                </a:moveTo>
                <a:cubicBezTo>
                  <a:pt x="723" y="56"/>
                  <a:pt x="721" y="59"/>
                  <a:pt x="718" y="61"/>
                </a:cubicBezTo>
                <a:cubicBezTo>
                  <a:pt x="713" y="58"/>
                  <a:pt x="719" y="56"/>
                  <a:pt x="722" y="53"/>
                </a:cubicBezTo>
                <a:close/>
                <a:moveTo>
                  <a:pt x="670" y="251"/>
                </a:moveTo>
                <a:cubicBezTo>
                  <a:pt x="668" y="255"/>
                  <a:pt x="668" y="260"/>
                  <a:pt x="668" y="264"/>
                </a:cubicBezTo>
                <a:cubicBezTo>
                  <a:pt x="664" y="281"/>
                  <a:pt x="657" y="284"/>
                  <a:pt x="658" y="289"/>
                </a:cubicBezTo>
                <a:cubicBezTo>
                  <a:pt x="652" y="296"/>
                  <a:pt x="652" y="292"/>
                  <a:pt x="653" y="288"/>
                </a:cubicBezTo>
                <a:cubicBezTo>
                  <a:pt x="661" y="245"/>
                  <a:pt x="661" y="237"/>
                  <a:pt x="665" y="230"/>
                </a:cubicBezTo>
                <a:cubicBezTo>
                  <a:pt x="666" y="215"/>
                  <a:pt x="662" y="210"/>
                  <a:pt x="666" y="207"/>
                </a:cubicBezTo>
                <a:cubicBezTo>
                  <a:pt x="670" y="171"/>
                  <a:pt x="675" y="168"/>
                  <a:pt x="674" y="164"/>
                </a:cubicBezTo>
                <a:cubicBezTo>
                  <a:pt x="679" y="136"/>
                  <a:pt x="684" y="129"/>
                  <a:pt x="685" y="122"/>
                </a:cubicBezTo>
                <a:cubicBezTo>
                  <a:pt x="704" y="89"/>
                  <a:pt x="704" y="75"/>
                  <a:pt x="716" y="63"/>
                </a:cubicBezTo>
                <a:cubicBezTo>
                  <a:pt x="709" y="86"/>
                  <a:pt x="708" y="91"/>
                  <a:pt x="704" y="96"/>
                </a:cubicBezTo>
                <a:cubicBezTo>
                  <a:pt x="684" y="166"/>
                  <a:pt x="687" y="171"/>
                  <a:pt x="684" y="174"/>
                </a:cubicBezTo>
                <a:cubicBezTo>
                  <a:pt x="678" y="204"/>
                  <a:pt x="677" y="208"/>
                  <a:pt x="678" y="213"/>
                </a:cubicBezTo>
                <a:cubicBezTo>
                  <a:pt x="672" y="242"/>
                  <a:pt x="669" y="246"/>
                  <a:pt x="670" y="251"/>
                </a:cubicBezTo>
                <a:close/>
              </a:path>
            </a:pathLst>
          </a:custGeom>
          <a:solidFill>
            <a:srgbClr val="d0cdbb">
              <a:alpha val="50000"/>
            </a:srgbClr>
          </a:solidFill>
          <a:ln w="0">
            <a:noFill/>
          </a:ln>
        </p:spPr>
        <p:style>
          <a:lnRef idx="0"/>
          <a:fillRef idx="0"/>
          <a:effectRef idx="0"/>
          <a:fontRef idx="minor"/>
        </p:style>
        <p:txBody>
          <a:bodyPr tIns="91440" bIns="91440" anchor="ctr">
            <a:noAutofit/>
          </a:bodyPr>
          <a:p>
            <a:pPr>
              <a:lnSpc>
                <a:spcPct val="100000"/>
              </a:lnSpc>
              <a:tabLst>
                <a:tab algn="l" pos="0"/>
              </a:tabLst>
            </a:pPr>
            <a:endParaRPr b="0" lang="en-US" sz="1400" spc="-1" strike="noStrike">
              <a:solidFill>
                <a:srgbClr val="000000"/>
              </a:solidFill>
              <a:latin typeface="Arial"/>
              <a:ea typeface="Arial"/>
            </a:endParaRPr>
          </a:p>
        </p:txBody>
      </p:sp>
      <p:sp>
        <p:nvSpPr>
          <p:cNvPr id="143" name="PlaceHolder 1"/>
          <p:cNvSpPr>
            <a:spLocks noGrp="1"/>
          </p:cNvSpPr>
          <p:nvPr>
            <p:ph type="title"/>
          </p:nvPr>
        </p:nvSpPr>
        <p:spPr>
          <a:xfrm>
            <a:off x="6355080" y="1127880"/>
            <a:ext cx="2422800" cy="1265760"/>
          </a:xfrm>
          <a:prstGeom prst="rect">
            <a:avLst/>
          </a:prstGeom>
          <a:noFill/>
          <a:ln w="0">
            <a:noFill/>
          </a:ln>
        </p:spPr>
        <p:txBody>
          <a:bodyPr lIns="91440" rIns="91440" tIns="45720" bIns="45720" anchor="b">
            <a:noAutofit/>
          </a:bodyPr>
          <a:p>
            <a:pPr indent="0">
              <a:buNone/>
            </a:pPr>
            <a:r>
              <a:rPr b="0" lang="en-US" sz="2800" spc="-1" strike="noStrike">
                <a:solidFill>
                  <a:srgbClr val="000000"/>
                </a:solidFill>
                <a:latin typeface="Arial"/>
              </a:rPr>
              <a:t>Click to edit the title text format</a:t>
            </a:r>
            <a:endParaRPr b="0" lang="en-US" sz="2800" spc="-1" strike="noStrike">
              <a:solidFill>
                <a:srgbClr val="000000"/>
              </a:solidFill>
              <a:latin typeface="Arial"/>
            </a:endParaRPr>
          </a:p>
        </p:txBody>
      </p:sp>
      <p:sp>
        <p:nvSpPr>
          <p:cNvPr id="144" name="PlaceHolder 2"/>
          <p:cNvSpPr>
            <a:spLocks noGrp="1"/>
          </p:cNvSpPr>
          <p:nvPr>
            <p:ph type="body"/>
          </p:nvPr>
        </p:nvSpPr>
        <p:spPr>
          <a:xfrm>
            <a:off x="0" y="0"/>
            <a:ext cx="6076800" cy="5142960"/>
          </a:xfrm>
          <a:prstGeom prst="rect">
            <a:avLst/>
          </a:prstGeom>
          <a:noFill/>
          <a:ln w="0">
            <a:noFill/>
          </a:ln>
        </p:spPr>
        <p:txBody>
          <a:bodyPr lIns="90000" rIns="90000" tIns="45000" bIns="4500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45" name="PlaceHolder 3"/>
          <p:cNvSpPr>
            <a:spLocks noGrp="1"/>
          </p:cNvSpPr>
          <p:nvPr>
            <p:ph type="body"/>
          </p:nvPr>
        </p:nvSpPr>
        <p:spPr>
          <a:xfrm>
            <a:off x="6355080" y="2417760"/>
            <a:ext cx="2422800" cy="2153880"/>
          </a:xfrm>
          <a:prstGeom prst="rect">
            <a:avLst/>
          </a:prstGeom>
          <a:noFill/>
          <a:ln w="0">
            <a:noFill/>
          </a:ln>
        </p:spPr>
        <p:txBody>
          <a:bodyPr lIns="91440" rIns="91440" tIns="45720" bIns="45720" anchor="t">
            <a:normAutofit fontScale="12140"/>
          </a:bodyPr>
          <a:p>
            <a:pPr marL="432000" indent="-324000">
              <a:spcBef>
                <a:spcPts val="1417"/>
              </a:spcBef>
              <a:buClr>
                <a:srgbClr val="000000"/>
              </a:buClr>
              <a:buSzPct val="45000"/>
              <a:buFont typeface="Wingdings" charset="2"/>
              <a:buChar char=""/>
            </a:pPr>
            <a:r>
              <a:rPr b="0" lang="en-US" sz="1400" spc="-1" strike="noStrike">
                <a:solidFill>
                  <a:srgbClr val="000000"/>
                </a:solidFill>
                <a:latin typeface="Arial"/>
              </a:rPr>
              <a:t>Click to edit the outline text format</a:t>
            </a:r>
            <a:endParaRPr b="0" lang="en-US" sz="14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400" spc="-1" strike="noStrike">
                <a:solidFill>
                  <a:srgbClr val="000000"/>
                </a:solidFill>
                <a:latin typeface="Arial"/>
              </a:rPr>
              <a:t>Second Outline Level</a:t>
            </a:r>
            <a:endParaRPr b="0" lang="en-US" sz="14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400" spc="-1" strike="noStrike">
                <a:solidFill>
                  <a:srgbClr val="000000"/>
                </a:solidFill>
                <a:latin typeface="Arial"/>
              </a:rPr>
              <a:t>Third Outline Level</a:t>
            </a:r>
            <a:endParaRPr b="0" lang="en-US" sz="1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400" spc="-1" strike="noStrike">
                <a:solidFill>
                  <a:srgbClr val="000000"/>
                </a:solidFill>
                <a:latin typeface="Arial"/>
              </a:rPr>
              <a:t>Fourth Outline Level</a:t>
            </a:r>
            <a:endParaRPr b="0" lang="en-US" sz="14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400" spc="-1" strike="noStrike">
                <a:solidFill>
                  <a:srgbClr val="000000"/>
                </a:solidFill>
                <a:latin typeface="Arial"/>
              </a:rPr>
              <a:t>Fifth Outline Level</a:t>
            </a:r>
            <a:endParaRPr b="0" lang="en-US" sz="14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400" spc="-1" strike="noStrike">
                <a:solidFill>
                  <a:srgbClr val="000000"/>
                </a:solidFill>
                <a:latin typeface="Arial"/>
              </a:rPr>
              <a:t>Sixth Outline Level</a:t>
            </a:r>
            <a:endParaRPr b="0" lang="en-US" sz="14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400" spc="-1" strike="noStrike">
                <a:solidFill>
                  <a:srgbClr val="000000"/>
                </a:solidFill>
                <a:latin typeface="Arial"/>
              </a:rPr>
              <a:t>Seventh Outline Level</a:t>
            </a:r>
            <a:endParaRPr b="0" lang="en-US" sz="1400" spc="-1" strike="noStrike">
              <a:solidFill>
                <a:srgbClr val="000000"/>
              </a:solidFill>
              <a:latin typeface="Arial"/>
            </a:endParaRPr>
          </a:p>
        </p:txBody>
      </p:sp>
      <p:sp>
        <p:nvSpPr>
          <p:cNvPr id="146" name="PlaceHolder 4"/>
          <p:cNvSpPr>
            <a:spLocks noGrp="1"/>
          </p:cNvSpPr>
          <p:nvPr>
            <p:ph type="dt" idx="31"/>
          </p:nvPr>
        </p:nvSpPr>
        <p:spPr>
          <a:xfrm>
            <a:off x="6350040" y="4722480"/>
            <a:ext cx="2427480" cy="27360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147" name="PlaceHolder 5"/>
          <p:cNvSpPr>
            <a:spLocks noGrp="1"/>
          </p:cNvSpPr>
          <p:nvPr>
            <p:ph type="ftr" idx="32"/>
          </p:nvPr>
        </p:nvSpPr>
        <p:spPr>
          <a:xfrm>
            <a:off x="365760" y="4722480"/>
            <a:ext cx="5710680" cy="27360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48" name="PlaceHolder 6"/>
          <p:cNvSpPr>
            <a:spLocks noGrp="1"/>
          </p:cNvSpPr>
          <p:nvPr>
            <p:ph type="sldNum" idx="33"/>
          </p:nvPr>
        </p:nvSpPr>
        <p:spPr>
          <a:xfrm>
            <a:off x="6355080" y="280080"/>
            <a:ext cx="2422800" cy="612000"/>
          </a:xfrm>
          <a:prstGeom prst="rect">
            <a:avLst/>
          </a:prstGeom>
          <a:noFill/>
          <a:ln w="0">
            <a:noFill/>
          </a:ln>
        </p:spPr>
        <p:txBody>
          <a:bodyPr lIns="91440" rIns="91440" tIns="45720" bIns="45720" anchor="t">
            <a:noAutofit/>
          </a:bodyPr>
          <a:lstStyle>
            <a:lvl1pPr indent="0">
              <a:lnSpc>
                <a:spcPct val="100000"/>
              </a:lnSpc>
              <a:buNone/>
              <a:tabLst>
                <a:tab algn="l" pos="0"/>
              </a:tabLst>
              <a:defRPr b="0" lang="en" sz="3800" spc="-1" strike="noStrike">
                <a:solidFill>
                  <a:srgbClr val="464b56"/>
                </a:solidFill>
                <a:latin typeface="Century Schoolbook"/>
                <a:ea typeface="Century Schoolbook"/>
              </a:defRPr>
            </a:lvl1pPr>
          </a:lstStyle>
          <a:p>
            <a:pPr indent="0">
              <a:lnSpc>
                <a:spcPct val="100000"/>
              </a:lnSpc>
              <a:buNone/>
              <a:tabLst>
                <a:tab algn="l" pos="0"/>
              </a:tabLst>
            </a:pPr>
            <a:fld id="{E4EB044E-A1D3-4656-A5C3-4A5BBB4B2CD5}" type="slidenum">
              <a:rPr b="0" lang="en" sz="3800" spc="-1" strike="noStrike">
                <a:solidFill>
                  <a:srgbClr val="464b56"/>
                </a:solidFill>
                <a:latin typeface="Century Schoolbook"/>
                <a:ea typeface="Century Schoolbook"/>
              </a:rPr>
              <a:t>&lt;number&gt;</a:t>
            </a:fld>
            <a:endParaRPr b="0" lang="en-US" sz="38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4.xml.rels><?xml version="1.0" encoding="UTF-8"?>
<Relationships xmlns="http://schemas.openxmlformats.org/package/2006/relationships"><Relationship Id="rId1" Type="http://schemas.openxmlformats.org/officeDocument/2006/relationships/hyperlink" Target="https://en.wikipedia.org/wiki/Netflix" TargetMode="External"/><Relationship Id="rId2" Type="http://schemas.openxmlformats.org/officeDocument/2006/relationships/hyperlink" Target="https://www.kaggle.com/datasets/shivamb/netflix-shows" TargetMode="External"/><Relationship Id="rId3" Type="http://schemas.openxmlformats.org/officeDocument/2006/relationships/slideLayout" Target="../slideLayouts/slideLayout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20.xml.rels><?xml version="1.0" encoding="UTF-8"?>
<Relationships xmlns="http://schemas.openxmlformats.org/package/2006/relationships"><Relationship Id="rId1" Type="http://schemas.openxmlformats.org/officeDocument/2006/relationships/hyperlink" Target="https://colab.research.google.com/drive/1QJgWvOXCXQnIq_2YvkBtMy6SywtSbwci" TargetMode="External"/><Relationship Id="rId2" Type="http://schemas.openxmlformats.org/officeDocument/2006/relationships/slideLayout" Target="../slideLayouts/slideLayout4.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7.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9" name="PlaceHolder 1"/>
          <p:cNvSpPr>
            <a:spLocks noGrp="1"/>
          </p:cNvSpPr>
          <p:nvPr>
            <p:ph type="title"/>
          </p:nvPr>
        </p:nvSpPr>
        <p:spPr>
          <a:xfrm>
            <a:off x="2371680" y="1373040"/>
            <a:ext cx="4394520" cy="1380960"/>
          </a:xfrm>
          <a:prstGeom prst="rect">
            <a:avLst/>
          </a:prstGeom>
          <a:noFill/>
          <a:ln w="0">
            <a:noFill/>
          </a:ln>
        </p:spPr>
        <p:txBody>
          <a:bodyPr lIns="91440" rIns="91440" tIns="45720" bIns="45720" anchor="t">
            <a:normAutofit fontScale="80617"/>
          </a:bodyPr>
          <a:p>
            <a:pPr indent="0" algn="ctr">
              <a:lnSpc>
                <a:spcPct val="105000"/>
              </a:lnSpc>
              <a:buNone/>
              <a:tabLst>
                <a:tab algn="l" pos="0"/>
              </a:tabLst>
            </a:pPr>
            <a:r>
              <a:rPr b="0" lang="en" sz="3300" spc="-1" strike="noStrike">
                <a:solidFill>
                  <a:srgbClr val="464b56"/>
                </a:solidFill>
                <a:latin typeface="Century Schoolbook"/>
                <a:ea typeface="Century Schoolbook"/>
              </a:rPr>
              <a:t>NETFLIX RECOMMENDATION SYSTEM USING BERT</a:t>
            </a:r>
            <a:endParaRPr b="0" lang="en-US" sz="3300" spc="-1" strike="noStrike">
              <a:solidFill>
                <a:srgbClr val="000000"/>
              </a:solidFill>
              <a:latin typeface="Arial"/>
            </a:endParaRPr>
          </a:p>
        </p:txBody>
      </p:sp>
      <p:sp>
        <p:nvSpPr>
          <p:cNvPr id="150" name="PlaceHolder 2"/>
          <p:cNvSpPr>
            <a:spLocks noGrp="1"/>
          </p:cNvSpPr>
          <p:nvPr>
            <p:ph/>
          </p:nvPr>
        </p:nvSpPr>
        <p:spPr>
          <a:xfrm>
            <a:off x="2860920" y="3132000"/>
            <a:ext cx="3424320" cy="778680"/>
          </a:xfrm>
          <a:prstGeom prst="rect">
            <a:avLst/>
          </a:prstGeom>
          <a:noFill/>
          <a:ln w="0">
            <a:noFill/>
          </a:ln>
        </p:spPr>
        <p:txBody>
          <a:bodyPr lIns="91440" rIns="91440" tIns="45720" bIns="45720" anchor="t">
            <a:normAutofit fontScale="50000" lnSpcReduction="10000"/>
          </a:bodyPr>
          <a:p>
            <a:pPr indent="0" algn="ctr">
              <a:lnSpc>
                <a:spcPct val="130000"/>
              </a:lnSpc>
              <a:buNone/>
              <a:tabLst>
                <a:tab algn="l" pos="0"/>
              </a:tabLst>
            </a:pPr>
            <a:r>
              <a:rPr b="0" lang="en" sz="1800" spc="-1" strike="noStrike">
                <a:solidFill>
                  <a:srgbClr val="464b56"/>
                </a:solidFill>
                <a:latin typeface="Calibri"/>
                <a:ea typeface="Calibri"/>
              </a:rPr>
              <a:t>By</a:t>
            </a:r>
            <a:endParaRPr b="0" lang="en-US" sz="1800" spc="-1" strike="noStrike">
              <a:solidFill>
                <a:srgbClr val="000000"/>
              </a:solidFill>
              <a:latin typeface="Arial"/>
            </a:endParaRPr>
          </a:p>
          <a:p>
            <a:pPr indent="0" algn="ctr">
              <a:lnSpc>
                <a:spcPct val="130000"/>
              </a:lnSpc>
              <a:buNone/>
              <a:tabLst>
                <a:tab algn="l" pos="0"/>
              </a:tabLst>
            </a:pPr>
            <a:r>
              <a:rPr b="0" lang="en" sz="1800" spc="-1" strike="noStrike">
                <a:solidFill>
                  <a:srgbClr val="464b56"/>
                </a:solidFill>
                <a:latin typeface="Calibri"/>
                <a:ea typeface="Calibri"/>
              </a:rPr>
              <a:t>Harshith Gade (hg355)</a:t>
            </a:r>
            <a:endParaRPr b="0" lang="en-US" sz="1800" spc="-1" strike="noStrike">
              <a:solidFill>
                <a:srgbClr val="000000"/>
              </a:solidFill>
              <a:latin typeface="Arial"/>
            </a:endParaRPr>
          </a:p>
          <a:p>
            <a:pPr indent="0" algn="ctr">
              <a:lnSpc>
                <a:spcPct val="130000"/>
              </a:lnSpc>
              <a:buNone/>
              <a:tabLst>
                <a:tab algn="l" pos="0"/>
              </a:tabLst>
            </a:pPr>
            <a:r>
              <a:rPr b="0" lang="en" sz="1800" spc="-1" strike="noStrike">
                <a:solidFill>
                  <a:srgbClr val="464b56"/>
                </a:solidFill>
                <a:latin typeface="Calibri"/>
                <a:ea typeface="Calibri"/>
              </a:rPr>
              <a:t>Sai Nikhil Dunuka (sd2279)</a:t>
            </a:r>
            <a:endParaRPr b="0" lang="en-US" sz="1800" spc="-1" strike="noStrike">
              <a:solidFill>
                <a:srgbClr val="000000"/>
              </a:solidFill>
              <a:latin typeface="Arial"/>
            </a:endParaRPr>
          </a:p>
          <a:p>
            <a:pPr indent="0" algn="ctr">
              <a:lnSpc>
                <a:spcPct val="130000"/>
              </a:lnSpc>
              <a:buNone/>
              <a:tabLst>
                <a:tab algn="l" pos="0"/>
              </a:tabLst>
            </a:pPr>
            <a:r>
              <a:rPr b="0" lang="en" sz="1800" spc="-1" strike="noStrike">
                <a:solidFill>
                  <a:srgbClr val="464b56"/>
                </a:solidFill>
                <a:latin typeface="Calibri"/>
                <a:ea typeface="Calibri"/>
              </a:rPr>
              <a:t>Gudisinti Durgaprasad(gd299)</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1" name="PlaceHolder 1"/>
          <p:cNvSpPr>
            <a:spLocks noGrp="1"/>
          </p:cNvSpPr>
          <p:nvPr>
            <p:ph type="title"/>
          </p:nvPr>
        </p:nvSpPr>
        <p:spPr>
          <a:xfrm>
            <a:off x="2104920" y="426240"/>
            <a:ext cx="6672960" cy="1170360"/>
          </a:xfrm>
          <a:prstGeom prst="rect">
            <a:avLst/>
          </a:prstGeom>
          <a:noFill/>
          <a:ln w="0">
            <a:noFill/>
          </a:ln>
        </p:spPr>
        <p:txBody>
          <a:bodyPr lIns="91440" rIns="91440" tIns="45720" bIns="45720" anchor="t">
            <a:normAutofit/>
          </a:bodyPr>
          <a:p>
            <a:pPr indent="0">
              <a:lnSpc>
                <a:spcPct val="99000"/>
              </a:lnSpc>
              <a:buNone/>
              <a:tabLst>
                <a:tab algn="l" pos="0"/>
              </a:tabLst>
            </a:pPr>
            <a:r>
              <a:rPr b="0" lang="en" sz="3800" spc="-1" strike="noStrike">
                <a:solidFill>
                  <a:srgbClr val="464b56"/>
                </a:solidFill>
                <a:latin typeface="Century Schoolbook"/>
                <a:ea typeface="Century Schoolbook"/>
              </a:rPr>
              <a:t>CONTENT</a:t>
            </a:r>
            <a:endParaRPr b="0" lang="en-US" sz="3800" spc="-1" strike="noStrike">
              <a:solidFill>
                <a:srgbClr val="000000"/>
              </a:solidFill>
              <a:latin typeface="Arial"/>
            </a:endParaRPr>
          </a:p>
        </p:txBody>
      </p:sp>
      <p:sp>
        <p:nvSpPr>
          <p:cNvPr id="152" name="PlaceHolder 2"/>
          <p:cNvSpPr>
            <a:spLocks noGrp="1"/>
          </p:cNvSpPr>
          <p:nvPr>
            <p:ph/>
          </p:nvPr>
        </p:nvSpPr>
        <p:spPr>
          <a:xfrm>
            <a:off x="2200320" y="1768680"/>
            <a:ext cx="6577560" cy="2798280"/>
          </a:xfrm>
          <a:prstGeom prst="rect">
            <a:avLst/>
          </a:prstGeom>
          <a:noFill/>
          <a:ln w="0">
            <a:noFill/>
          </a:ln>
        </p:spPr>
        <p:txBody>
          <a:bodyPr lIns="91440" rIns="91440" tIns="45720" bIns="45720" anchor="t">
            <a:normAutofit/>
          </a:bodyPr>
          <a:p>
            <a:pPr marL="457200" indent="-343080">
              <a:lnSpc>
                <a:spcPct val="111000"/>
              </a:lnSpc>
              <a:spcBef>
                <a:spcPts val="930"/>
              </a:spcBef>
              <a:buClr>
                <a:srgbClr val="464b56"/>
              </a:buClr>
              <a:buFont typeface="Corbel"/>
              <a:buChar char="–"/>
            </a:pPr>
            <a:r>
              <a:rPr b="0" lang="en" sz="2000" spc="-1" strike="noStrike">
                <a:solidFill>
                  <a:srgbClr val="464b56"/>
                </a:solidFill>
                <a:latin typeface="Calibri"/>
                <a:ea typeface="Calibri"/>
              </a:rPr>
              <a:t>INTRODUCTION</a:t>
            </a:r>
            <a:endParaRPr b="0" lang="en-US" sz="2000" spc="-1" strike="noStrike">
              <a:solidFill>
                <a:srgbClr val="000000"/>
              </a:solidFill>
              <a:latin typeface="Arial"/>
            </a:endParaRPr>
          </a:p>
          <a:p>
            <a:pPr marL="457200" indent="-343080">
              <a:lnSpc>
                <a:spcPct val="111000"/>
              </a:lnSpc>
              <a:buClr>
                <a:srgbClr val="464b56"/>
              </a:buClr>
              <a:buFont typeface="Corbel"/>
              <a:buChar char="–"/>
            </a:pPr>
            <a:r>
              <a:rPr b="0" lang="en" sz="2000" spc="-1" strike="noStrike">
                <a:solidFill>
                  <a:srgbClr val="464b56"/>
                </a:solidFill>
                <a:latin typeface="Calibri"/>
                <a:ea typeface="Calibri"/>
              </a:rPr>
              <a:t>ABOUT DATASET</a:t>
            </a:r>
            <a:endParaRPr b="0" lang="en-US" sz="2000" spc="-1" strike="noStrike">
              <a:solidFill>
                <a:srgbClr val="000000"/>
              </a:solidFill>
              <a:latin typeface="Arial"/>
            </a:endParaRPr>
          </a:p>
          <a:p>
            <a:pPr marL="457200" indent="-343080">
              <a:lnSpc>
                <a:spcPct val="111000"/>
              </a:lnSpc>
              <a:buClr>
                <a:srgbClr val="464b56"/>
              </a:buClr>
              <a:buFont typeface="Corbel"/>
              <a:buChar char="–"/>
            </a:pPr>
            <a:r>
              <a:rPr b="0" lang="en" sz="2000" spc="-1" strike="noStrike">
                <a:solidFill>
                  <a:srgbClr val="464b56"/>
                </a:solidFill>
                <a:latin typeface="Calibri"/>
                <a:ea typeface="Calibri"/>
              </a:rPr>
              <a:t>DATA ATTRIBUTES</a:t>
            </a:r>
            <a:endParaRPr b="0" lang="en-US" sz="2000" spc="-1" strike="noStrike">
              <a:solidFill>
                <a:srgbClr val="000000"/>
              </a:solidFill>
              <a:latin typeface="Arial"/>
            </a:endParaRPr>
          </a:p>
          <a:p>
            <a:pPr marL="457200" indent="-343080">
              <a:lnSpc>
                <a:spcPct val="111000"/>
              </a:lnSpc>
              <a:buClr>
                <a:srgbClr val="464b56"/>
              </a:buClr>
              <a:buFont typeface="Corbel"/>
              <a:buChar char="–"/>
            </a:pPr>
            <a:r>
              <a:rPr b="0" lang="en" sz="2000" spc="-1" strike="noStrike">
                <a:solidFill>
                  <a:srgbClr val="464b56"/>
                </a:solidFill>
                <a:latin typeface="Calibri"/>
                <a:ea typeface="Calibri"/>
              </a:rPr>
              <a:t>OBJECTIVE AND STEPS</a:t>
            </a:r>
            <a:endParaRPr b="0" lang="en-US" sz="2000" spc="-1" strike="noStrike">
              <a:solidFill>
                <a:srgbClr val="000000"/>
              </a:solidFill>
              <a:latin typeface="Arial"/>
            </a:endParaRPr>
          </a:p>
          <a:p>
            <a:pPr marL="457200" indent="-343080">
              <a:lnSpc>
                <a:spcPct val="111000"/>
              </a:lnSpc>
              <a:buClr>
                <a:srgbClr val="464b56"/>
              </a:buClr>
              <a:buFont typeface="Corbel"/>
              <a:buChar char="–"/>
            </a:pPr>
            <a:r>
              <a:rPr b="0" lang="en" sz="2000" spc="-1" strike="noStrike">
                <a:solidFill>
                  <a:srgbClr val="464b56"/>
                </a:solidFill>
                <a:latin typeface="Calibri"/>
                <a:ea typeface="Calibri"/>
              </a:rPr>
              <a:t>EXPLANATION</a:t>
            </a:r>
            <a:endParaRPr b="0" lang="en-US" sz="2000" spc="-1" strike="noStrike">
              <a:solidFill>
                <a:srgbClr val="000000"/>
              </a:solidFill>
              <a:latin typeface="Arial"/>
            </a:endParaRPr>
          </a:p>
          <a:p>
            <a:pPr marL="457200" indent="-343080">
              <a:lnSpc>
                <a:spcPct val="111000"/>
              </a:lnSpc>
              <a:buClr>
                <a:srgbClr val="464b56"/>
              </a:buClr>
              <a:buFont typeface="Corbel"/>
              <a:buChar char="–"/>
            </a:pPr>
            <a:r>
              <a:rPr b="0" lang="en" sz="2000" spc="-1" strike="noStrike">
                <a:solidFill>
                  <a:srgbClr val="464b56"/>
                </a:solidFill>
                <a:latin typeface="Calibri"/>
                <a:ea typeface="Calibri"/>
              </a:rPr>
              <a:t>CODE LINK</a:t>
            </a:r>
            <a:endParaRPr b="0" lang="en-US" sz="2000" spc="-1" strike="noStrike">
              <a:solidFill>
                <a:srgbClr val="000000"/>
              </a:solidFill>
              <a:latin typeface="Arial"/>
            </a:endParaRPr>
          </a:p>
          <a:p>
            <a:pPr marL="457200" indent="-343080">
              <a:lnSpc>
                <a:spcPct val="111000"/>
              </a:lnSpc>
              <a:buClr>
                <a:srgbClr val="464b56"/>
              </a:buClr>
              <a:buFont typeface="Corbel"/>
              <a:buChar char="–"/>
            </a:pPr>
            <a:r>
              <a:rPr b="0" lang="en" sz="2000" spc="-1" strike="noStrike">
                <a:solidFill>
                  <a:srgbClr val="464b56"/>
                </a:solidFill>
                <a:latin typeface="Calibri"/>
                <a:ea typeface="Calibri"/>
              </a:rPr>
              <a:t>CONCLUSION</a:t>
            </a:r>
            <a:endParaRPr b="0" lang="en-US" sz="2000" spc="-1" strike="noStrike">
              <a:solidFill>
                <a:srgbClr val="000000"/>
              </a:solidFill>
              <a:latin typeface="Arial"/>
            </a:endParaRPr>
          </a:p>
          <a:p>
            <a:pPr indent="0">
              <a:lnSpc>
                <a:spcPct val="111000"/>
              </a:lnSpc>
              <a:spcBef>
                <a:spcPts val="930"/>
              </a:spcBef>
              <a:buNone/>
              <a:tabLst>
                <a:tab algn="l" pos="0"/>
              </a:tabLst>
            </a:pP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3" name="PlaceHolder 1"/>
          <p:cNvSpPr>
            <a:spLocks noGrp="1"/>
          </p:cNvSpPr>
          <p:nvPr>
            <p:ph type="title"/>
          </p:nvPr>
        </p:nvSpPr>
        <p:spPr>
          <a:xfrm>
            <a:off x="2104920" y="426240"/>
            <a:ext cx="6672960" cy="1170360"/>
          </a:xfrm>
          <a:prstGeom prst="rect">
            <a:avLst/>
          </a:prstGeom>
          <a:noFill/>
          <a:ln w="0">
            <a:noFill/>
          </a:ln>
        </p:spPr>
        <p:txBody>
          <a:bodyPr lIns="91440" rIns="91440" tIns="45720" bIns="45720" anchor="t">
            <a:normAutofit/>
          </a:bodyPr>
          <a:p>
            <a:pPr indent="0">
              <a:lnSpc>
                <a:spcPct val="99000"/>
              </a:lnSpc>
              <a:buNone/>
              <a:tabLst>
                <a:tab algn="l" pos="0"/>
              </a:tabLst>
            </a:pPr>
            <a:r>
              <a:rPr b="0" lang="en" sz="3800" spc="-1" strike="noStrike">
                <a:solidFill>
                  <a:srgbClr val="464b56"/>
                </a:solidFill>
                <a:latin typeface="Century Schoolbook"/>
                <a:ea typeface="Century Schoolbook"/>
              </a:rPr>
              <a:t>INTRODUCTION</a:t>
            </a:r>
            <a:endParaRPr b="0" lang="en-US" sz="3800" spc="-1" strike="noStrike">
              <a:solidFill>
                <a:srgbClr val="000000"/>
              </a:solidFill>
              <a:latin typeface="Arial"/>
            </a:endParaRPr>
          </a:p>
        </p:txBody>
      </p:sp>
      <p:sp>
        <p:nvSpPr>
          <p:cNvPr id="154" name="PlaceHolder 2"/>
          <p:cNvSpPr>
            <a:spLocks noGrp="1"/>
          </p:cNvSpPr>
          <p:nvPr>
            <p:ph/>
          </p:nvPr>
        </p:nvSpPr>
        <p:spPr>
          <a:xfrm>
            <a:off x="1923840" y="1828800"/>
            <a:ext cx="6853680" cy="2738520"/>
          </a:xfrm>
          <a:prstGeom prst="rect">
            <a:avLst/>
          </a:prstGeom>
          <a:noFill/>
          <a:ln w="0">
            <a:noFill/>
          </a:ln>
        </p:spPr>
        <p:txBody>
          <a:bodyPr lIns="91440" rIns="91440" tIns="45720" bIns="45720" anchor="t">
            <a:normAutofit fontScale="97938" lnSpcReduction="10000"/>
          </a:bodyPr>
          <a:p>
            <a:pPr indent="0">
              <a:lnSpc>
                <a:spcPct val="111000"/>
              </a:lnSpc>
              <a:spcBef>
                <a:spcPts val="930"/>
              </a:spcBef>
              <a:buNone/>
              <a:tabLst>
                <a:tab algn="l" pos="0"/>
              </a:tabLst>
            </a:pPr>
            <a:r>
              <a:rPr b="0" lang="en" sz="2000" spc="-1" strike="noStrike">
                <a:solidFill>
                  <a:schemeClr val="dk1"/>
                </a:solidFill>
                <a:latin typeface="Calibri"/>
                <a:ea typeface="Calibri"/>
              </a:rPr>
              <a:t>Netflix Inc. is an American media company based in Los Gatos, California. Founded in 1997 by Reed Hastings and Marc Randolph in Scotts Valley, California, it operates the over-the-top subscription video on-demand service Netflix brand, which includes original films and television series commissioned or acquired by the company, and third-party content licensed from other distributors. </a:t>
            </a: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5" name="PlaceHolder 1"/>
          <p:cNvSpPr>
            <a:spLocks noGrp="1"/>
          </p:cNvSpPr>
          <p:nvPr>
            <p:ph type="title"/>
          </p:nvPr>
        </p:nvSpPr>
        <p:spPr>
          <a:xfrm>
            <a:off x="2104920" y="426240"/>
            <a:ext cx="6672960" cy="1170360"/>
          </a:xfrm>
          <a:prstGeom prst="rect">
            <a:avLst/>
          </a:prstGeom>
          <a:noFill/>
          <a:ln w="0">
            <a:noFill/>
          </a:ln>
        </p:spPr>
        <p:txBody>
          <a:bodyPr lIns="91440" rIns="91440" tIns="45720" bIns="45720" anchor="t">
            <a:normAutofit/>
          </a:bodyPr>
          <a:p>
            <a:pPr indent="0">
              <a:lnSpc>
                <a:spcPct val="99000"/>
              </a:lnSpc>
              <a:buNone/>
              <a:tabLst>
                <a:tab algn="l" pos="0"/>
              </a:tabLst>
            </a:pPr>
            <a:r>
              <a:rPr b="0" lang="en" sz="3800" spc="-1" strike="noStrike">
                <a:solidFill>
                  <a:srgbClr val="464b56"/>
                </a:solidFill>
                <a:latin typeface="Century Schoolbook"/>
                <a:ea typeface="Century Schoolbook"/>
              </a:rPr>
              <a:t>ABOUT DATASET</a:t>
            </a:r>
            <a:endParaRPr b="0" lang="en-US" sz="3800" spc="-1" strike="noStrike">
              <a:solidFill>
                <a:srgbClr val="000000"/>
              </a:solidFill>
              <a:latin typeface="Arial"/>
            </a:endParaRPr>
          </a:p>
        </p:txBody>
      </p:sp>
      <p:sp>
        <p:nvSpPr>
          <p:cNvPr id="156" name="PlaceHolder 2"/>
          <p:cNvSpPr>
            <a:spLocks noGrp="1"/>
          </p:cNvSpPr>
          <p:nvPr>
            <p:ph/>
          </p:nvPr>
        </p:nvSpPr>
        <p:spPr>
          <a:xfrm>
            <a:off x="1908000" y="1665360"/>
            <a:ext cx="6864120" cy="3185640"/>
          </a:xfrm>
          <a:prstGeom prst="rect">
            <a:avLst/>
          </a:prstGeom>
          <a:noFill/>
          <a:ln w="0">
            <a:noFill/>
          </a:ln>
        </p:spPr>
        <p:txBody>
          <a:bodyPr lIns="91440" rIns="91440" tIns="45720" bIns="45720" anchor="t">
            <a:noAutofit/>
          </a:bodyPr>
          <a:p>
            <a:pPr indent="0">
              <a:lnSpc>
                <a:spcPct val="115000"/>
              </a:lnSpc>
              <a:buNone/>
              <a:tabLst>
                <a:tab algn="l" pos="0"/>
              </a:tabLst>
            </a:pPr>
            <a:r>
              <a:rPr b="0" lang="en" sz="2000" spc="-1" strike="noStrike" u="sng">
                <a:solidFill>
                  <a:schemeClr val="dk1"/>
                </a:solidFill>
                <a:uFillTx/>
                <a:latin typeface="Calibri"/>
                <a:ea typeface="Calibri"/>
                <a:hlinkClick r:id="rId1"/>
              </a:rPr>
              <a:t>Netflix</a:t>
            </a:r>
            <a:r>
              <a:rPr b="0" lang="en" sz="2000" spc="-1" strike="noStrike">
                <a:solidFill>
                  <a:schemeClr val="dk1"/>
                </a:solidFill>
                <a:latin typeface="Calibri"/>
                <a:ea typeface="Calibri"/>
              </a:rPr>
              <a:t> is one of the most popular media and video streaming platforms. They have over 8000 movies and TV shows available on their platform, as of mid-2021, they have over 200M subscribers globally. This tabular dataset consists of listings of all the movies and tv shows available on Netflix, along with details such as - cast, directors, ratings, release year, duration, etc.</a:t>
            </a:r>
            <a:endParaRPr b="0" lang="en-US" sz="2000" spc="-1" strike="noStrike">
              <a:solidFill>
                <a:srgbClr val="000000"/>
              </a:solidFill>
              <a:latin typeface="Arial"/>
            </a:endParaRPr>
          </a:p>
          <a:p>
            <a:pPr indent="0">
              <a:lnSpc>
                <a:spcPct val="115000"/>
              </a:lnSpc>
              <a:buNone/>
              <a:tabLst>
                <a:tab algn="l" pos="0"/>
              </a:tabLst>
            </a:pPr>
            <a:endParaRPr b="0" lang="en-US" sz="2000" spc="-1" strike="noStrike">
              <a:solidFill>
                <a:srgbClr val="000000"/>
              </a:solidFill>
              <a:latin typeface="Arial"/>
            </a:endParaRPr>
          </a:p>
          <a:p>
            <a:pPr indent="0">
              <a:lnSpc>
                <a:spcPct val="115000"/>
              </a:lnSpc>
              <a:buNone/>
              <a:tabLst>
                <a:tab algn="l" pos="0"/>
              </a:tabLst>
            </a:pPr>
            <a:r>
              <a:rPr b="0" lang="en" sz="2000" spc="-1" strike="noStrike">
                <a:solidFill>
                  <a:srgbClr val="3c4043"/>
                </a:solidFill>
                <a:latin typeface="Calibri"/>
                <a:ea typeface="Calibri"/>
              </a:rPr>
              <a:t>Link of the dataset: </a:t>
            </a:r>
            <a:r>
              <a:rPr b="0" lang="en" sz="2000" spc="-1" strike="noStrike" u="sng">
                <a:solidFill>
                  <a:schemeClr val="hlink"/>
                </a:solidFill>
                <a:uFillTx/>
                <a:latin typeface="Calibri"/>
                <a:ea typeface="Calibri"/>
                <a:hlinkClick r:id="rId2"/>
              </a:rPr>
              <a:t>https://www.kaggle.com/datasets/shivamb/netflix-shows</a:t>
            </a:r>
            <a:endParaRPr b="0" lang="en-US" sz="2000" spc="-1" strike="noStrike">
              <a:solidFill>
                <a:srgbClr val="000000"/>
              </a:solidFill>
              <a:latin typeface="Arial"/>
            </a:endParaRPr>
          </a:p>
          <a:p>
            <a:pPr indent="0">
              <a:lnSpc>
                <a:spcPct val="111000"/>
              </a:lnSpc>
              <a:spcBef>
                <a:spcPts val="930"/>
              </a:spcBef>
              <a:buNone/>
              <a:tabLst>
                <a:tab algn="l" pos="0"/>
              </a:tabLst>
            </a:pP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7" name="PlaceHolder 1"/>
          <p:cNvSpPr>
            <a:spLocks noGrp="1"/>
          </p:cNvSpPr>
          <p:nvPr>
            <p:ph type="title"/>
          </p:nvPr>
        </p:nvSpPr>
        <p:spPr>
          <a:xfrm>
            <a:off x="2104920" y="426240"/>
            <a:ext cx="6672960" cy="773280"/>
          </a:xfrm>
          <a:prstGeom prst="rect">
            <a:avLst/>
          </a:prstGeom>
          <a:noFill/>
          <a:ln w="0">
            <a:noFill/>
          </a:ln>
        </p:spPr>
        <p:txBody>
          <a:bodyPr lIns="91440" rIns="91440" tIns="45720" bIns="45720" anchor="t">
            <a:normAutofit/>
          </a:bodyPr>
          <a:p>
            <a:pPr indent="0">
              <a:lnSpc>
                <a:spcPct val="99000"/>
              </a:lnSpc>
              <a:buNone/>
              <a:tabLst>
                <a:tab algn="l" pos="0"/>
              </a:tabLst>
            </a:pPr>
            <a:r>
              <a:rPr b="0" lang="en" sz="3800" spc="-1" strike="noStrike">
                <a:solidFill>
                  <a:srgbClr val="464b56"/>
                </a:solidFill>
                <a:latin typeface="Century Schoolbook"/>
                <a:ea typeface="Century Schoolbook"/>
              </a:rPr>
              <a:t>DATA ATTRIBUTES</a:t>
            </a:r>
            <a:endParaRPr b="0" lang="en-US" sz="3800" spc="-1" strike="noStrike">
              <a:solidFill>
                <a:srgbClr val="000000"/>
              </a:solidFill>
              <a:latin typeface="Arial"/>
            </a:endParaRPr>
          </a:p>
        </p:txBody>
      </p:sp>
      <p:sp>
        <p:nvSpPr>
          <p:cNvPr id="158" name="PlaceHolder 2"/>
          <p:cNvSpPr>
            <a:spLocks noGrp="1"/>
          </p:cNvSpPr>
          <p:nvPr>
            <p:ph/>
          </p:nvPr>
        </p:nvSpPr>
        <p:spPr>
          <a:xfrm>
            <a:off x="2200320" y="1828800"/>
            <a:ext cx="6577560" cy="2738520"/>
          </a:xfrm>
          <a:prstGeom prst="rect">
            <a:avLst/>
          </a:prstGeom>
          <a:noFill/>
          <a:ln w="0">
            <a:noFill/>
          </a:ln>
        </p:spPr>
        <p:txBody>
          <a:bodyPr lIns="91440" rIns="91440" tIns="45720" bIns="45720" anchor="t">
            <a:noAutofit/>
          </a:bodyPr>
          <a:p>
            <a:pPr marL="457200" indent="-324000">
              <a:lnSpc>
                <a:spcPct val="115000"/>
              </a:lnSpc>
              <a:spcBef>
                <a:spcPts val="1100"/>
              </a:spcBef>
              <a:buClr>
                <a:srgbClr val="000000"/>
              </a:buClr>
              <a:buFont typeface="Arial"/>
              <a:buChar char="●"/>
            </a:pPr>
            <a:r>
              <a:rPr b="1" lang="en" sz="1500" spc="-1" strike="noStrike">
                <a:solidFill>
                  <a:schemeClr val="dk1"/>
                </a:solidFill>
                <a:latin typeface="Calibri"/>
                <a:ea typeface="Calibri"/>
              </a:rPr>
              <a:t>show_id :</a:t>
            </a:r>
            <a:r>
              <a:rPr b="0" lang="en" sz="1500" spc="-1" strike="noStrike">
                <a:solidFill>
                  <a:schemeClr val="dk1"/>
                </a:solidFill>
                <a:latin typeface="Calibri"/>
                <a:ea typeface="Calibri"/>
              </a:rPr>
              <a:t> Unique ID for every Movie / Tv Show</a:t>
            </a:r>
            <a:endParaRPr b="0" lang="en-US" sz="1500" spc="-1" strike="noStrike">
              <a:solidFill>
                <a:srgbClr val="000000"/>
              </a:solidFill>
              <a:latin typeface="Arial"/>
            </a:endParaRPr>
          </a:p>
          <a:p>
            <a:pPr marL="457200" indent="-324000">
              <a:lnSpc>
                <a:spcPct val="115000"/>
              </a:lnSpc>
              <a:buClr>
                <a:srgbClr val="000000"/>
              </a:buClr>
              <a:buFont typeface="Arial"/>
              <a:buChar char="●"/>
            </a:pPr>
            <a:r>
              <a:rPr b="1" lang="en" sz="1500" spc="-1" strike="noStrike">
                <a:solidFill>
                  <a:schemeClr val="dk1"/>
                </a:solidFill>
                <a:latin typeface="Calibri"/>
                <a:ea typeface="Calibri"/>
              </a:rPr>
              <a:t>type :</a:t>
            </a:r>
            <a:r>
              <a:rPr b="0" lang="en" sz="1500" spc="-1" strike="noStrike">
                <a:solidFill>
                  <a:schemeClr val="dk1"/>
                </a:solidFill>
                <a:latin typeface="Calibri"/>
                <a:ea typeface="Calibri"/>
              </a:rPr>
              <a:t> Identifier - A Movie or TV Show</a:t>
            </a:r>
            <a:endParaRPr b="0" lang="en-US" sz="1500" spc="-1" strike="noStrike">
              <a:solidFill>
                <a:srgbClr val="000000"/>
              </a:solidFill>
              <a:latin typeface="Arial"/>
            </a:endParaRPr>
          </a:p>
          <a:p>
            <a:pPr marL="457200" indent="-324000">
              <a:lnSpc>
                <a:spcPct val="115000"/>
              </a:lnSpc>
              <a:buClr>
                <a:srgbClr val="000000"/>
              </a:buClr>
              <a:buFont typeface="Arial"/>
              <a:buChar char="●"/>
            </a:pPr>
            <a:r>
              <a:rPr b="1" lang="en" sz="1500" spc="-1" strike="noStrike">
                <a:solidFill>
                  <a:schemeClr val="dk1"/>
                </a:solidFill>
                <a:latin typeface="Calibri"/>
                <a:ea typeface="Calibri"/>
              </a:rPr>
              <a:t>title :</a:t>
            </a:r>
            <a:r>
              <a:rPr b="0" lang="en" sz="1500" spc="-1" strike="noStrike">
                <a:solidFill>
                  <a:schemeClr val="dk1"/>
                </a:solidFill>
                <a:latin typeface="Calibri"/>
                <a:ea typeface="Calibri"/>
              </a:rPr>
              <a:t> Title of the Movie / Tv Show</a:t>
            </a:r>
            <a:endParaRPr b="0" lang="en-US" sz="1500" spc="-1" strike="noStrike">
              <a:solidFill>
                <a:srgbClr val="000000"/>
              </a:solidFill>
              <a:latin typeface="Arial"/>
            </a:endParaRPr>
          </a:p>
          <a:p>
            <a:pPr marL="457200" indent="-324000">
              <a:lnSpc>
                <a:spcPct val="115000"/>
              </a:lnSpc>
              <a:buClr>
                <a:srgbClr val="000000"/>
              </a:buClr>
              <a:buFont typeface="Arial"/>
              <a:buChar char="●"/>
            </a:pPr>
            <a:r>
              <a:rPr b="1" lang="en" sz="1500" spc="-1" strike="noStrike">
                <a:solidFill>
                  <a:schemeClr val="dk1"/>
                </a:solidFill>
                <a:latin typeface="Calibri"/>
                <a:ea typeface="Calibri"/>
              </a:rPr>
              <a:t>director :</a:t>
            </a:r>
            <a:r>
              <a:rPr b="0" lang="en" sz="1500" spc="-1" strike="noStrike">
                <a:solidFill>
                  <a:schemeClr val="dk1"/>
                </a:solidFill>
                <a:latin typeface="Calibri"/>
                <a:ea typeface="Calibri"/>
              </a:rPr>
              <a:t> Director of the Movie / TV Show</a:t>
            </a:r>
            <a:endParaRPr b="0" lang="en-US" sz="1500" spc="-1" strike="noStrike">
              <a:solidFill>
                <a:srgbClr val="000000"/>
              </a:solidFill>
              <a:latin typeface="Arial"/>
            </a:endParaRPr>
          </a:p>
          <a:p>
            <a:pPr marL="457200" indent="-324000">
              <a:lnSpc>
                <a:spcPct val="115000"/>
              </a:lnSpc>
              <a:buClr>
                <a:srgbClr val="000000"/>
              </a:buClr>
              <a:buFont typeface="Arial"/>
              <a:buChar char="●"/>
            </a:pPr>
            <a:r>
              <a:rPr b="1" lang="en" sz="1500" spc="-1" strike="noStrike">
                <a:solidFill>
                  <a:schemeClr val="dk1"/>
                </a:solidFill>
                <a:latin typeface="Calibri"/>
                <a:ea typeface="Calibri"/>
              </a:rPr>
              <a:t>cast :</a:t>
            </a:r>
            <a:r>
              <a:rPr b="0" lang="en" sz="1500" spc="-1" strike="noStrike">
                <a:solidFill>
                  <a:schemeClr val="dk1"/>
                </a:solidFill>
                <a:latin typeface="Calibri"/>
                <a:ea typeface="Calibri"/>
              </a:rPr>
              <a:t> Actors involved</a:t>
            </a:r>
            <a:endParaRPr b="0" lang="en-US" sz="1500" spc="-1" strike="noStrike">
              <a:solidFill>
                <a:srgbClr val="000000"/>
              </a:solidFill>
              <a:latin typeface="Arial"/>
            </a:endParaRPr>
          </a:p>
          <a:p>
            <a:pPr marL="457200" indent="-324000">
              <a:lnSpc>
                <a:spcPct val="115000"/>
              </a:lnSpc>
              <a:buClr>
                <a:srgbClr val="000000"/>
              </a:buClr>
              <a:buFont typeface="Arial"/>
              <a:buChar char="●"/>
            </a:pPr>
            <a:r>
              <a:rPr b="1" lang="en" sz="1500" spc="-1" strike="noStrike">
                <a:solidFill>
                  <a:schemeClr val="dk1"/>
                </a:solidFill>
                <a:latin typeface="Calibri"/>
                <a:ea typeface="Calibri"/>
              </a:rPr>
              <a:t>country :</a:t>
            </a:r>
            <a:r>
              <a:rPr b="0" lang="en" sz="1500" spc="-1" strike="noStrike">
                <a:solidFill>
                  <a:schemeClr val="dk1"/>
                </a:solidFill>
                <a:latin typeface="Calibri"/>
                <a:ea typeface="Calibri"/>
              </a:rPr>
              <a:t> Country of production</a:t>
            </a:r>
            <a:endParaRPr b="0" lang="en-US" sz="1500" spc="-1" strike="noStrike">
              <a:solidFill>
                <a:srgbClr val="000000"/>
              </a:solidFill>
              <a:latin typeface="Arial"/>
            </a:endParaRPr>
          </a:p>
          <a:p>
            <a:pPr marL="457200" indent="-324000">
              <a:lnSpc>
                <a:spcPct val="115000"/>
              </a:lnSpc>
              <a:buClr>
                <a:srgbClr val="000000"/>
              </a:buClr>
              <a:buFont typeface="Arial"/>
              <a:buChar char="●"/>
            </a:pPr>
            <a:r>
              <a:rPr b="1" lang="en" sz="1500" spc="-1" strike="noStrike">
                <a:solidFill>
                  <a:schemeClr val="dk1"/>
                </a:solidFill>
                <a:latin typeface="Calibri"/>
                <a:ea typeface="Calibri"/>
              </a:rPr>
              <a:t>date_added :</a:t>
            </a:r>
            <a:r>
              <a:rPr b="0" lang="en" sz="1500" spc="-1" strike="noStrike">
                <a:solidFill>
                  <a:schemeClr val="dk1"/>
                </a:solidFill>
                <a:latin typeface="Calibri"/>
                <a:ea typeface="Calibri"/>
              </a:rPr>
              <a:t> Date it was added on Netflix</a:t>
            </a:r>
            <a:endParaRPr b="0" lang="en-US" sz="1500" spc="-1" strike="noStrike">
              <a:solidFill>
                <a:srgbClr val="000000"/>
              </a:solidFill>
              <a:latin typeface="Arial"/>
            </a:endParaRPr>
          </a:p>
          <a:p>
            <a:pPr marL="457200" indent="-324000">
              <a:lnSpc>
                <a:spcPct val="115000"/>
              </a:lnSpc>
              <a:buClr>
                <a:srgbClr val="000000"/>
              </a:buClr>
              <a:buFont typeface="Arial"/>
              <a:buChar char="●"/>
            </a:pPr>
            <a:r>
              <a:rPr b="1" lang="en" sz="1500" spc="-1" strike="noStrike">
                <a:solidFill>
                  <a:schemeClr val="dk1"/>
                </a:solidFill>
                <a:latin typeface="Calibri"/>
                <a:ea typeface="Calibri"/>
              </a:rPr>
              <a:t>release_year :</a:t>
            </a:r>
            <a:r>
              <a:rPr b="0" lang="en" sz="1500" spc="-1" strike="noStrike">
                <a:solidFill>
                  <a:schemeClr val="dk1"/>
                </a:solidFill>
                <a:latin typeface="Calibri"/>
                <a:ea typeface="Calibri"/>
              </a:rPr>
              <a:t> Actual Release year of the movie / TV show</a:t>
            </a:r>
            <a:endParaRPr b="0" lang="en-US" sz="1500" spc="-1" strike="noStrike">
              <a:solidFill>
                <a:srgbClr val="000000"/>
              </a:solidFill>
              <a:latin typeface="Arial"/>
            </a:endParaRPr>
          </a:p>
          <a:p>
            <a:pPr marL="457200" indent="-324000">
              <a:lnSpc>
                <a:spcPct val="115000"/>
              </a:lnSpc>
              <a:buClr>
                <a:srgbClr val="000000"/>
              </a:buClr>
              <a:buFont typeface="Arial"/>
              <a:buChar char="●"/>
            </a:pPr>
            <a:r>
              <a:rPr b="1" lang="en" sz="1500" spc="-1" strike="noStrike">
                <a:solidFill>
                  <a:schemeClr val="dk1"/>
                </a:solidFill>
                <a:latin typeface="Calibri"/>
                <a:ea typeface="Calibri"/>
              </a:rPr>
              <a:t>rating :</a:t>
            </a:r>
            <a:r>
              <a:rPr b="0" lang="en" sz="1500" spc="-1" strike="noStrike">
                <a:solidFill>
                  <a:schemeClr val="dk1"/>
                </a:solidFill>
                <a:latin typeface="Calibri"/>
                <a:ea typeface="Calibri"/>
              </a:rPr>
              <a:t> TV Rating of the movie / TV show</a:t>
            </a:r>
            <a:endParaRPr b="0" lang="en-US" sz="1500" spc="-1" strike="noStrike">
              <a:solidFill>
                <a:srgbClr val="000000"/>
              </a:solidFill>
              <a:latin typeface="Arial"/>
            </a:endParaRPr>
          </a:p>
          <a:p>
            <a:pPr marL="457200" indent="-324000">
              <a:lnSpc>
                <a:spcPct val="115000"/>
              </a:lnSpc>
              <a:buClr>
                <a:srgbClr val="000000"/>
              </a:buClr>
              <a:buFont typeface="Arial"/>
              <a:buChar char="●"/>
            </a:pPr>
            <a:r>
              <a:rPr b="1" lang="en" sz="1500" spc="-1" strike="noStrike">
                <a:solidFill>
                  <a:schemeClr val="dk1"/>
                </a:solidFill>
                <a:latin typeface="Calibri"/>
                <a:ea typeface="Calibri"/>
              </a:rPr>
              <a:t>duration :</a:t>
            </a:r>
            <a:r>
              <a:rPr b="0" lang="en" sz="1500" spc="-1" strike="noStrike">
                <a:solidFill>
                  <a:schemeClr val="dk1"/>
                </a:solidFill>
                <a:latin typeface="Calibri"/>
                <a:ea typeface="Calibri"/>
              </a:rPr>
              <a:t> Total Duration in minutes or number of seasons</a:t>
            </a:r>
            <a:endParaRPr b="0" lang="en-US" sz="1500" spc="-1" strike="noStrike">
              <a:solidFill>
                <a:srgbClr val="000000"/>
              </a:solidFill>
              <a:latin typeface="Arial"/>
            </a:endParaRPr>
          </a:p>
          <a:p>
            <a:pPr marL="457200" indent="-324000">
              <a:lnSpc>
                <a:spcPct val="115000"/>
              </a:lnSpc>
              <a:buClr>
                <a:srgbClr val="000000"/>
              </a:buClr>
              <a:buFont typeface="Arial"/>
              <a:buChar char="●"/>
            </a:pPr>
            <a:r>
              <a:rPr b="1" lang="en" sz="1500" spc="-1" strike="noStrike">
                <a:solidFill>
                  <a:schemeClr val="dk1"/>
                </a:solidFill>
                <a:latin typeface="Calibri"/>
                <a:ea typeface="Calibri"/>
              </a:rPr>
              <a:t>listed_in :</a:t>
            </a:r>
            <a:r>
              <a:rPr b="0" lang="en" sz="1500" spc="-1" strike="noStrike">
                <a:solidFill>
                  <a:schemeClr val="dk1"/>
                </a:solidFill>
                <a:latin typeface="Calibri"/>
                <a:ea typeface="Calibri"/>
              </a:rPr>
              <a:t> Genres</a:t>
            </a:r>
            <a:endParaRPr b="0" lang="en-US" sz="1500" spc="-1" strike="noStrike">
              <a:solidFill>
                <a:srgbClr val="000000"/>
              </a:solidFill>
              <a:latin typeface="Arial"/>
            </a:endParaRPr>
          </a:p>
          <a:p>
            <a:pPr marL="457200" indent="-324000">
              <a:lnSpc>
                <a:spcPct val="115000"/>
              </a:lnSpc>
              <a:buClr>
                <a:srgbClr val="000000"/>
              </a:buClr>
              <a:buFont typeface="Arial"/>
              <a:buChar char="●"/>
            </a:pPr>
            <a:r>
              <a:rPr b="1" lang="en" sz="1500" spc="-1" strike="noStrike">
                <a:solidFill>
                  <a:schemeClr val="dk1"/>
                </a:solidFill>
                <a:latin typeface="Calibri"/>
                <a:ea typeface="Calibri"/>
              </a:rPr>
              <a:t>description :</a:t>
            </a:r>
            <a:r>
              <a:rPr b="0" lang="en" sz="1500" spc="-1" strike="noStrike">
                <a:solidFill>
                  <a:schemeClr val="dk1"/>
                </a:solidFill>
                <a:latin typeface="Calibri"/>
                <a:ea typeface="Calibri"/>
              </a:rPr>
              <a:t> The Summary description</a:t>
            </a:r>
            <a:endParaRPr b="0" lang="en-US" sz="15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9" name="PlaceHolder 1"/>
          <p:cNvSpPr>
            <a:spLocks noGrp="1"/>
          </p:cNvSpPr>
          <p:nvPr>
            <p:ph type="title"/>
          </p:nvPr>
        </p:nvSpPr>
        <p:spPr>
          <a:xfrm>
            <a:off x="2104920" y="426240"/>
            <a:ext cx="6672960" cy="1170360"/>
          </a:xfrm>
          <a:prstGeom prst="rect">
            <a:avLst/>
          </a:prstGeom>
          <a:noFill/>
          <a:ln w="0">
            <a:noFill/>
          </a:ln>
        </p:spPr>
        <p:txBody>
          <a:bodyPr lIns="91440" rIns="91440" tIns="45720" bIns="45720" anchor="t">
            <a:normAutofit/>
          </a:bodyPr>
          <a:p>
            <a:pPr indent="0">
              <a:lnSpc>
                <a:spcPct val="99000"/>
              </a:lnSpc>
              <a:buNone/>
              <a:tabLst>
                <a:tab algn="l" pos="0"/>
              </a:tabLst>
            </a:pPr>
            <a:r>
              <a:rPr b="0" lang="en" sz="3400" spc="-1" strike="noStrike">
                <a:solidFill>
                  <a:srgbClr val="464b56"/>
                </a:solidFill>
                <a:latin typeface="Century Schoolbook"/>
                <a:ea typeface="Century Schoolbook"/>
              </a:rPr>
              <a:t>DESCRIPTION OF ATTRIBUTES</a:t>
            </a:r>
            <a:endParaRPr b="0" lang="en-US" sz="3400" spc="-1" strike="noStrike">
              <a:solidFill>
                <a:srgbClr val="000000"/>
              </a:solidFill>
              <a:latin typeface="Arial"/>
            </a:endParaRPr>
          </a:p>
        </p:txBody>
      </p:sp>
      <p:sp>
        <p:nvSpPr>
          <p:cNvPr id="160" name="PlaceHolder 2"/>
          <p:cNvSpPr>
            <a:spLocks noGrp="1"/>
          </p:cNvSpPr>
          <p:nvPr>
            <p:ph/>
          </p:nvPr>
        </p:nvSpPr>
        <p:spPr>
          <a:xfrm>
            <a:off x="196560" y="1706760"/>
            <a:ext cx="8854200" cy="3350880"/>
          </a:xfrm>
          <a:prstGeom prst="rect">
            <a:avLst/>
          </a:prstGeom>
          <a:noFill/>
          <a:ln w="0">
            <a:noFill/>
          </a:ln>
        </p:spPr>
        <p:txBody>
          <a:bodyPr lIns="91440" rIns="91440" tIns="45720" bIns="45720" anchor="t">
            <a:noAutofit/>
          </a:bodyPr>
          <a:p>
            <a:pPr marL="457200" indent="-330120">
              <a:lnSpc>
                <a:spcPct val="115000"/>
              </a:lnSpc>
              <a:spcBef>
                <a:spcPts val="1199"/>
              </a:spcBef>
              <a:buClr>
                <a:srgbClr val="000000"/>
              </a:buClr>
              <a:buFont typeface="Arial"/>
              <a:buChar char="●"/>
            </a:pPr>
            <a:r>
              <a:rPr b="1" lang="en" sz="1600" spc="-1" strike="noStrike">
                <a:solidFill>
                  <a:schemeClr val="dk1"/>
                </a:solidFill>
                <a:latin typeface="Calibri"/>
                <a:ea typeface="Calibri"/>
              </a:rPr>
              <a:t>show_id:</a:t>
            </a:r>
            <a:r>
              <a:rPr b="0" lang="en" sz="1600" spc="-1" strike="noStrike">
                <a:solidFill>
                  <a:schemeClr val="dk1"/>
                </a:solidFill>
                <a:latin typeface="Calibri"/>
                <a:ea typeface="Calibri"/>
              </a:rPr>
              <a:t>Unique identifier for each Movie/TV Show. It's a distinct number or code assigned to every entry in the dataset, helping to distinguish between different shows or movies.</a:t>
            </a:r>
            <a:endParaRPr b="0" lang="en-US" sz="1600" spc="-1" strike="noStrike">
              <a:solidFill>
                <a:srgbClr val="000000"/>
              </a:solidFill>
              <a:latin typeface="Arial"/>
            </a:endParaRPr>
          </a:p>
          <a:p>
            <a:pPr marL="457200" indent="-330120">
              <a:lnSpc>
                <a:spcPct val="115000"/>
              </a:lnSpc>
              <a:buClr>
                <a:srgbClr val="000000"/>
              </a:buClr>
              <a:buFont typeface="Arial"/>
              <a:buChar char="●"/>
            </a:pPr>
            <a:r>
              <a:rPr b="1" lang="en" sz="1600" spc="-1" strike="noStrike">
                <a:solidFill>
                  <a:schemeClr val="dk1"/>
                </a:solidFill>
                <a:latin typeface="Calibri"/>
                <a:ea typeface="Calibri"/>
              </a:rPr>
              <a:t>type:</a:t>
            </a:r>
            <a:r>
              <a:rPr b="0" lang="en" sz="1600" spc="-1" strike="noStrike">
                <a:solidFill>
                  <a:schemeClr val="dk1"/>
                </a:solidFill>
                <a:latin typeface="Calibri"/>
                <a:ea typeface="Calibri"/>
              </a:rPr>
              <a:t>Identifies whether the entry is a Movie or a TV Show. It's a categorical variable indicating the format of the content.</a:t>
            </a:r>
            <a:endParaRPr b="0" lang="en-US" sz="1600" spc="-1" strike="noStrike">
              <a:solidFill>
                <a:srgbClr val="000000"/>
              </a:solidFill>
              <a:latin typeface="Arial"/>
            </a:endParaRPr>
          </a:p>
          <a:p>
            <a:pPr marL="457200" indent="-330120">
              <a:lnSpc>
                <a:spcPct val="115000"/>
              </a:lnSpc>
              <a:buClr>
                <a:srgbClr val="000000"/>
              </a:buClr>
              <a:buFont typeface="Arial"/>
              <a:buChar char="●"/>
            </a:pPr>
            <a:r>
              <a:rPr b="1" lang="en" sz="1600" spc="-1" strike="noStrike">
                <a:solidFill>
                  <a:schemeClr val="dk1"/>
                </a:solidFill>
                <a:latin typeface="Calibri"/>
                <a:ea typeface="Calibri"/>
              </a:rPr>
              <a:t>title:</a:t>
            </a:r>
            <a:r>
              <a:rPr b="0" lang="en" sz="1600" spc="-1" strike="noStrike">
                <a:solidFill>
                  <a:schemeClr val="dk1"/>
                </a:solidFill>
                <a:latin typeface="Calibri"/>
                <a:ea typeface="Calibri"/>
              </a:rPr>
              <a:t>The name of the Movie or TV Show, serving as a human-readable identifier for the content.</a:t>
            </a:r>
            <a:endParaRPr b="0" lang="en-US" sz="1600" spc="-1" strike="noStrike">
              <a:solidFill>
                <a:srgbClr val="000000"/>
              </a:solidFill>
              <a:latin typeface="Arial"/>
            </a:endParaRPr>
          </a:p>
          <a:p>
            <a:pPr marL="457200" indent="-330120">
              <a:lnSpc>
                <a:spcPct val="115000"/>
              </a:lnSpc>
              <a:buClr>
                <a:srgbClr val="000000"/>
              </a:buClr>
              <a:buFont typeface="Arial"/>
              <a:buChar char="●"/>
            </a:pPr>
            <a:r>
              <a:rPr b="1" lang="en" sz="1600" spc="-1" strike="noStrike">
                <a:solidFill>
                  <a:schemeClr val="dk1"/>
                </a:solidFill>
                <a:latin typeface="Calibri"/>
                <a:ea typeface="Calibri"/>
              </a:rPr>
              <a:t>director:</a:t>
            </a:r>
            <a:r>
              <a:rPr b="0" lang="en" sz="1600" spc="-1" strike="noStrike">
                <a:solidFill>
                  <a:schemeClr val="dk1"/>
                </a:solidFill>
                <a:latin typeface="Calibri"/>
                <a:ea typeface="Calibri"/>
              </a:rPr>
              <a:t>The person responsible for directing the movie or TV show. This attribute identifies the individual leading the creative and artistic aspects of the production.</a:t>
            </a:r>
            <a:endParaRPr b="0" lang="en-US" sz="1600" spc="-1" strike="noStrike">
              <a:solidFill>
                <a:srgbClr val="000000"/>
              </a:solidFill>
              <a:latin typeface="Arial"/>
            </a:endParaRPr>
          </a:p>
          <a:p>
            <a:pPr marL="457200" indent="-330120">
              <a:lnSpc>
                <a:spcPct val="115000"/>
              </a:lnSpc>
              <a:buClr>
                <a:srgbClr val="000000"/>
              </a:buClr>
              <a:buFont typeface="Arial"/>
              <a:buChar char="●"/>
            </a:pPr>
            <a:r>
              <a:rPr b="1" lang="en" sz="1600" spc="-1" strike="noStrike">
                <a:solidFill>
                  <a:schemeClr val="dk1"/>
                </a:solidFill>
                <a:latin typeface="Calibri"/>
                <a:ea typeface="Calibri"/>
              </a:rPr>
              <a:t>cast:</a:t>
            </a:r>
            <a:r>
              <a:rPr b="0" lang="en" sz="1600" spc="-1" strike="noStrike">
                <a:solidFill>
                  <a:schemeClr val="dk1"/>
                </a:solidFill>
                <a:latin typeface="Calibri"/>
                <a:ea typeface="Calibri"/>
              </a:rPr>
              <a:t>Lists the actors involved in the movie or TV show. It provides information about the key performers in the production.</a:t>
            </a:r>
            <a:endParaRPr b="0" lang="en-US" sz="1600" spc="-1" strike="noStrike">
              <a:solidFill>
                <a:srgbClr val="000000"/>
              </a:solidFill>
              <a:latin typeface="Arial"/>
            </a:endParaRPr>
          </a:p>
          <a:p>
            <a:pPr marL="457200" indent="-330120">
              <a:lnSpc>
                <a:spcPct val="115000"/>
              </a:lnSpc>
              <a:buClr>
                <a:srgbClr val="000000"/>
              </a:buClr>
              <a:buFont typeface="Arial"/>
              <a:buChar char="●"/>
            </a:pPr>
            <a:r>
              <a:rPr b="1" lang="en" sz="1600" spc="-1" strike="noStrike">
                <a:solidFill>
                  <a:schemeClr val="dk1"/>
                </a:solidFill>
                <a:latin typeface="Calibri"/>
                <a:ea typeface="Calibri"/>
              </a:rPr>
              <a:t>country:</a:t>
            </a:r>
            <a:r>
              <a:rPr b="0" lang="en" sz="1600" spc="-1" strike="noStrike">
                <a:solidFill>
                  <a:schemeClr val="dk1"/>
                </a:solidFill>
                <a:latin typeface="Calibri"/>
                <a:ea typeface="Calibri"/>
              </a:rPr>
              <a:t>Specifies the country where the movie or show was produced. It indicates the origin or location of the production.</a:t>
            </a:r>
            <a:endParaRPr b="0" lang="en-US" sz="1600" spc="-1" strike="noStrike">
              <a:solidFill>
                <a:srgbClr val="000000"/>
              </a:solidFill>
              <a:latin typeface="Arial"/>
            </a:endParaRPr>
          </a:p>
          <a:p>
            <a:pPr marL="457200" indent="0">
              <a:lnSpc>
                <a:spcPct val="115000"/>
              </a:lnSpc>
              <a:spcBef>
                <a:spcPts val="1199"/>
              </a:spcBef>
              <a:buNone/>
              <a:tabLst>
                <a:tab algn="l" pos="0"/>
              </a:tabLst>
            </a:pPr>
            <a:endParaRPr b="0" lang="en-US" sz="1600" spc="-1" strike="noStrike">
              <a:solidFill>
                <a:srgbClr val="000000"/>
              </a:solidFill>
              <a:latin typeface="Arial"/>
            </a:endParaRPr>
          </a:p>
          <a:p>
            <a:pPr indent="0">
              <a:lnSpc>
                <a:spcPct val="111000"/>
              </a:lnSpc>
              <a:spcBef>
                <a:spcPts val="1199"/>
              </a:spcBef>
              <a:buNone/>
              <a:tabLst>
                <a:tab algn="l" pos="0"/>
              </a:tabLst>
            </a:pP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1" name="PlaceHolder 1"/>
          <p:cNvSpPr>
            <a:spLocks noGrp="1"/>
          </p:cNvSpPr>
          <p:nvPr>
            <p:ph type="title"/>
          </p:nvPr>
        </p:nvSpPr>
        <p:spPr>
          <a:xfrm>
            <a:off x="1985040" y="293760"/>
            <a:ext cx="6672960" cy="1170360"/>
          </a:xfrm>
          <a:prstGeom prst="rect">
            <a:avLst/>
          </a:prstGeom>
          <a:noFill/>
          <a:ln w="0">
            <a:noFill/>
          </a:ln>
        </p:spPr>
        <p:txBody>
          <a:bodyPr lIns="91440" rIns="91440" tIns="45720" bIns="45720" anchor="t">
            <a:normAutofit fontScale="93653"/>
          </a:bodyPr>
          <a:p>
            <a:pPr indent="0">
              <a:lnSpc>
                <a:spcPct val="99000"/>
              </a:lnSpc>
              <a:buNone/>
              <a:tabLst>
                <a:tab algn="l" pos="0"/>
              </a:tabLst>
            </a:pPr>
            <a:r>
              <a:rPr b="0" lang="en" sz="3800" spc="-1" strike="noStrike">
                <a:solidFill>
                  <a:srgbClr val="464b56"/>
                </a:solidFill>
                <a:latin typeface="Century Schoolbook"/>
                <a:ea typeface="Century Schoolbook"/>
              </a:rPr>
              <a:t>DESCRIPTION OF ATTRIBUTES</a:t>
            </a:r>
            <a:endParaRPr b="0" lang="en-US" sz="3800" spc="-1" strike="noStrike">
              <a:solidFill>
                <a:srgbClr val="000000"/>
              </a:solidFill>
              <a:latin typeface="Arial"/>
            </a:endParaRPr>
          </a:p>
        </p:txBody>
      </p:sp>
      <p:sp>
        <p:nvSpPr>
          <p:cNvPr id="162" name="PlaceHolder 2"/>
          <p:cNvSpPr>
            <a:spLocks noGrp="1"/>
          </p:cNvSpPr>
          <p:nvPr>
            <p:ph/>
          </p:nvPr>
        </p:nvSpPr>
        <p:spPr>
          <a:xfrm>
            <a:off x="124200" y="1616040"/>
            <a:ext cx="8895600" cy="3330360"/>
          </a:xfrm>
          <a:prstGeom prst="rect">
            <a:avLst/>
          </a:prstGeom>
          <a:noFill/>
          <a:ln w="0">
            <a:noFill/>
          </a:ln>
        </p:spPr>
        <p:txBody>
          <a:bodyPr lIns="91440" rIns="91440" tIns="45720" bIns="45720" anchor="t">
            <a:noAutofit/>
          </a:bodyPr>
          <a:p>
            <a:pPr marL="457200" indent="-330120">
              <a:lnSpc>
                <a:spcPct val="115000"/>
              </a:lnSpc>
              <a:spcBef>
                <a:spcPts val="1199"/>
              </a:spcBef>
              <a:buClr>
                <a:srgbClr val="000000"/>
              </a:buClr>
              <a:buFont typeface="Arial"/>
              <a:buChar char="●"/>
            </a:pPr>
            <a:r>
              <a:rPr b="1" lang="en" sz="1400" spc="-1" strike="noStrike">
                <a:solidFill>
                  <a:schemeClr val="dk1"/>
                </a:solidFill>
                <a:latin typeface="Calibri"/>
                <a:ea typeface="Calibri"/>
              </a:rPr>
              <a:t>date_added:</a:t>
            </a:r>
            <a:r>
              <a:rPr b="0" lang="en" sz="1400" spc="-1" strike="noStrike">
                <a:solidFill>
                  <a:schemeClr val="dk1"/>
                </a:solidFill>
                <a:latin typeface="Calibri"/>
                <a:ea typeface="Calibri"/>
              </a:rPr>
              <a:t>The date when the content was added to Netflix. This attribute helps in understanding the timeline of when the content became available on the platform.</a:t>
            </a:r>
            <a:endParaRPr b="0" lang="en-US" sz="1400" spc="-1" strike="noStrike">
              <a:solidFill>
                <a:srgbClr val="000000"/>
              </a:solidFill>
              <a:latin typeface="Arial"/>
            </a:endParaRPr>
          </a:p>
          <a:p>
            <a:pPr marL="457200" indent="-330120">
              <a:lnSpc>
                <a:spcPct val="115000"/>
              </a:lnSpc>
              <a:buClr>
                <a:srgbClr val="000000"/>
              </a:buClr>
              <a:buFont typeface="Arial"/>
              <a:buChar char="●"/>
            </a:pPr>
            <a:r>
              <a:rPr b="1" lang="en" sz="1400" spc="-1" strike="noStrike">
                <a:solidFill>
                  <a:schemeClr val="dk1"/>
                </a:solidFill>
                <a:latin typeface="Calibri"/>
                <a:ea typeface="Calibri"/>
              </a:rPr>
              <a:t>release_year:</a:t>
            </a:r>
            <a:r>
              <a:rPr b="0" lang="en" sz="1400" spc="-1" strike="noStrike">
                <a:solidFill>
                  <a:schemeClr val="dk1"/>
                </a:solidFill>
                <a:latin typeface="Calibri"/>
                <a:ea typeface="Calibri"/>
              </a:rPr>
              <a:t>Represents the actual release year of the movie or TV show. It indicates when the content was originally released to the public.</a:t>
            </a:r>
            <a:endParaRPr b="0" lang="en-US" sz="1400" spc="-1" strike="noStrike">
              <a:solidFill>
                <a:srgbClr val="000000"/>
              </a:solidFill>
              <a:latin typeface="Arial"/>
            </a:endParaRPr>
          </a:p>
          <a:p>
            <a:pPr marL="457200" indent="-330120">
              <a:lnSpc>
                <a:spcPct val="115000"/>
              </a:lnSpc>
              <a:buClr>
                <a:srgbClr val="000000"/>
              </a:buClr>
              <a:buFont typeface="Arial"/>
              <a:buChar char="●"/>
            </a:pPr>
            <a:r>
              <a:rPr b="1" lang="en" sz="1400" spc="-1" strike="noStrike">
                <a:solidFill>
                  <a:schemeClr val="dk1"/>
                </a:solidFill>
                <a:latin typeface="Calibri"/>
                <a:ea typeface="Calibri"/>
              </a:rPr>
              <a:t>rating:</a:t>
            </a:r>
            <a:r>
              <a:rPr b="0" lang="en" sz="1400" spc="-1" strike="noStrike">
                <a:solidFill>
                  <a:schemeClr val="dk1"/>
                </a:solidFill>
                <a:latin typeface="Calibri"/>
                <a:ea typeface="Calibri"/>
              </a:rPr>
              <a:t>TV rating assigned to the movie or show. It provides information about the target audience age group and suitability.</a:t>
            </a:r>
            <a:endParaRPr b="0" lang="en-US" sz="1400" spc="-1" strike="noStrike">
              <a:solidFill>
                <a:srgbClr val="000000"/>
              </a:solidFill>
              <a:latin typeface="Arial"/>
            </a:endParaRPr>
          </a:p>
          <a:p>
            <a:pPr marL="457200" indent="-330120">
              <a:lnSpc>
                <a:spcPct val="115000"/>
              </a:lnSpc>
              <a:buClr>
                <a:srgbClr val="000000"/>
              </a:buClr>
              <a:buFont typeface="Arial"/>
              <a:buChar char="●"/>
            </a:pPr>
            <a:r>
              <a:rPr b="1" lang="en" sz="1400" spc="-1" strike="noStrike">
                <a:solidFill>
                  <a:schemeClr val="dk1"/>
                </a:solidFill>
                <a:latin typeface="Calibri"/>
                <a:ea typeface="Calibri"/>
              </a:rPr>
              <a:t>duration:</a:t>
            </a:r>
            <a:r>
              <a:rPr b="0" lang="en" sz="1400" spc="-1" strike="noStrike">
                <a:solidFill>
                  <a:schemeClr val="dk1"/>
                </a:solidFill>
                <a:latin typeface="Calibri"/>
                <a:ea typeface="Calibri"/>
              </a:rPr>
              <a:t>Specifies the total duration of the content, either in minutes (for movies) or the number of seasons (for TV shows). It gives an idea of the time investment required to watch the content.</a:t>
            </a:r>
            <a:endParaRPr b="0" lang="en-US" sz="1400" spc="-1" strike="noStrike">
              <a:solidFill>
                <a:srgbClr val="000000"/>
              </a:solidFill>
              <a:latin typeface="Arial"/>
            </a:endParaRPr>
          </a:p>
          <a:p>
            <a:pPr marL="457200" indent="-330120">
              <a:lnSpc>
                <a:spcPct val="115000"/>
              </a:lnSpc>
              <a:buClr>
                <a:srgbClr val="000000"/>
              </a:buClr>
              <a:buFont typeface="Arial"/>
              <a:buChar char="●"/>
            </a:pPr>
            <a:r>
              <a:rPr b="1" lang="en" sz="1400" spc="-1" strike="noStrike">
                <a:solidFill>
                  <a:schemeClr val="dk1"/>
                </a:solidFill>
                <a:latin typeface="Calibri"/>
                <a:ea typeface="Calibri"/>
              </a:rPr>
              <a:t>listed_in:</a:t>
            </a:r>
            <a:r>
              <a:rPr b="0" lang="en" sz="1400" spc="-1" strike="noStrike">
                <a:solidFill>
                  <a:schemeClr val="dk1"/>
                </a:solidFill>
                <a:latin typeface="Calibri"/>
                <a:ea typeface="Calibri"/>
              </a:rPr>
              <a:t>Describes the genre or genres to which the movie or show belongs. It categorizes the content based on its thematic elements.</a:t>
            </a:r>
            <a:endParaRPr b="0" lang="en-US" sz="1400" spc="-1" strike="noStrike">
              <a:solidFill>
                <a:srgbClr val="000000"/>
              </a:solidFill>
              <a:latin typeface="Arial"/>
            </a:endParaRPr>
          </a:p>
          <a:p>
            <a:pPr marL="457200" indent="-330120">
              <a:lnSpc>
                <a:spcPct val="115000"/>
              </a:lnSpc>
              <a:buClr>
                <a:srgbClr val="000000"/>
              </a:buClr>
              <a:buFont typeface="Arial"/>
              <a:buChar char="●"/>
            </a:pPr>
            <a:r>
              <a:rPr b="1" lang="en" sz="1400" spc="-1" strike="noStrike">
                <a:solidFill>
                  <a:schemeClr val="dk1"/>
                </a:solidFill>
                <a:latin typeface="Calibri"/>
                <a:ea typeface="Calibri"/>
              </a:rPr>
              <a:t>description:</a:t>
            </a:r>
            <a:r>
              <a:rPr b="0" lang="en" sz="1400" spc="-1" strike="noStrike">
                <a:solidFill>
                  <a:schemeClr val="dk1"/>
                </a:solidFill>
                <a:latin typeface="Calibri"/>
                <a:ea typeface="Calibri"/>
              </a:rPr>
              <a:t>A brief summary or description of the movie or TV show. It provides a concise overview of the content's plot or theme.</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3" name="PlaceHolder 1"/>
          <p:cNvSpPr>
            <a:spLocks noGrp="1"/>
          </p:cNvSpPr>
          <p:nvPr>
            <p:ph type="title"/>
          </p:nvPr>
        </p:nvSpPr>
        <p:spPr>
          <a:xfrm>
            <a:off x="2104920" y="426240"/>
            <a:ext cx="6672960" cy="1170360"/>
          </a:xfrm>
          <a:prstGeom prst="rect">
            <a:avLst/>
          </a:prstGeom>
          <a:noFill/>
          <a:ln w="0">
            <a:noFill/>
          </a:ln>
        </p:spPr>
        <p:txBody>
          <a:bodyPr lIns="91440" rIns="91440" tIns="45720" bIns="45720" anchor="t">
            <a:normAutofit/>
          </a:bodyPr>
          <a:p>
            <a:pPr indent="0">
              <a:lnSpc>
                <a:spcPct val="99000"/>
              </a:lnSpc>
              <a:buNone/>
              <a:tabLst>
                <a:tab algn="l" pos="0"/>
              </a:tabLst>
            </a:pPr>
            <a:r>
              <a:rPr b="0" lang="en" sz="3200" spc="-1" strike="noStrike">
                <a:solidFill>
                  <a:srgbClr val="464b56"/>
                </a:solidFill>
                <a:latin typeface="Century Schoolbook"/>
                <a:ea typeface="Century Schoolbook"/>
              </a:rPr>
              <a:t>WHAT IS RECOMMENDATION SYSTEM</a:t>
            </a:r>
            <a:endParaRPr b="0" lang="en-US" sz="3200" spc="-1" strike="noStrike">
              <a:solidFill>
                <a:srgbClr val="000000"/>
              </a:solidFill>
              <a:latin typeface="Arial"/>
            </a:endParaRPr>
          </a:p>
        </p:txBody>
      </p:sp>
      <p:sp>
        <p:nvSpPr>
          <p:cNvPr id="164" name="PlaceHolder 2"/>
          <p:cNvSpPr>
            <a:spLocks noGrp="1"/>
          </p:cNvSpPr>
          <p:nvPr>
            <p:ph/>
          </p:nvPr>
        </p:nvSpPr>
        <p:spPr>
          <a:xfrm>
            <a:off x="175680" y="1748160"/>
            <a:ext cx="8802360" cy="3227040"/>
          </a:xfrm>
          <a:prstGeom prst="rect">
            <a:avLst/>
          </a:prstGeom>
          <a:noFill/>
          <a:ln w="0">
            <a:noFill/>
          </a:ln>
        </p:spPr>
        <p:txBody>
          <a:bodyPr lIns="91440" rIns="91440" tIns="45720" bIns="45720" anchor="t">
            <a:noAutofit/>
          </a:bodyPr>
          <a:p>
            <a:pPr indent="0">
              <a:lnSpc>
                <a:spcPct val="115000"/>
              </a:lnSpc>
              <a:buNone/>
              <a:tabLst>
                <a:tab algn="l" pos="0"/>
              </a:tabLst>
            </a:pPr>
            <a:r>
              <a:rPr b="0" lang="en" sz="1600" spc="-1" strike="noStrike">
                <a:solidFill>
                  <a:schemeClr val="dk1"/>
                </a:solidFill>
                <a:latin typeface="Calibri"/>
                <a:ea typeface="Calibri"/>
              </a:rPr>
              <a:t>A movie/series recommendation system using BERT and MLP is a type of recommendation system that utilizes two powerful artificial intelligence techniques:</a:t>
            </a:r>
            <a:endParaRPr b="0" lang="en-US" sz="1600" spc="-1" strike="noStrike">
              <a:solidFill>
                <a:srgbClr val="000000"/>
              </a:solidFill>
              <a:latin typeface="Arial"/>
            </a:endParaRPr>
          </a:p>
          <a:p>
            <a:pPr indent="0">
              <a:lnSpc>
                <a:spcPct val="115000"/>
              </a:lnSpc>
              <a:buNone/>
              <a:tabLst>
                <a:tab algn="l" pos="0"/>
              </a:tabLst>
            </a:pPr>
            <a:r>
              <a:rPr b="0" lang="en" sz="1600" spc="-1" strike="noStrike">
                <a:solidFill>
                  <a:schemeClr val="dk1"/>
                </a:solidFill>
                <a:latin typeface="Calibri"/>
                <a:ea typeface="Calibri"/>
              </a:rPr>
              <a:t>BERT:</a:t>
            </a:r>
            <a:endParaRPr b="0" lang="en-US" sz="1600" spc="-1" strike="noStrike">
              <a:solidFill>
                <a:srgbClr val="000000"/>
              </a:solidFill>
              <a:latin typeface="Arial"/>
            </a:endParaRPr>
          </a:p>
          <a:p>
            <a:pPr marL="457200" indent="-330120">
              <a:lnSpc>
                <a:spcPct val="115000"/>
              </a:lnSpc>
              <a:spcBef>
                <a:spcPts val="1199"/>
              </a:spcBef>
              <a:buClr>
                <a:srgbClr val="000000"/>
              </a:buClr>
              <a:buFont typeface="Calibri"/>
              <a:buChar char="●"/>
              <a:tabLst>
                <a:tab algn="l" pos="0"/>
              </a:tabLst>
            </a:pPr>
            <a:r>
              <a:rPr b="0" lang="en" sz="1600" spc="-1" strike="noStrike">
                <a:solidFill>
                  <a:schemeClr val="dk1"/>
                </a:solidFill>
                <a:latin typeface="Calibri"/>
                <a:ea typeface="Calibri"/>
              </a:rPr>
              <a:t>Bidirectional Encoder Representations from Transformers (BERT) is a pre-trained deep learning model that excels at understanding the nuances of natural language. In the context of movie/series recommendations, BERT can process and extract meaningful features from text data such as reviews, descriptions, and dialogue. This allows the model to better understand the content and themes of each movie/series, and consequently, make more accurate recommendations.</a:t>
            </a:r>
            <a:endParaRPr b="0" lang="en-US" sz="1600" spc="-1" strike="noStrike">
              <a:solidFill>
                <a:srgbClr val="000000"/>
              </a:solidFill>
              <a:latin typeface="Arial"/>
            </a:endParaRPr>
          </a:p>
          <a:p>
            <a:pPr marL="457200" indent="0">
              <a:lnSpc>
                <a:spcPct val="115000"/>
              </a:lnSpc>
              <a:spcBef>
                <a:spcPts val="1199"/>
              </a:spcBef>
              <a:buNone/>
              <a:tabLst>
                <a:tab algn="l" pos="0"/>
              </a:tabLst>
            </a:pPr>
            <a:endParaRPr b="0" lang="en-US" sz="1600" spc="-1" strike="noStrike">
              <a:solidFill>
                <a:srgbClr val="000000"/>
              </a:solidFill>
              <a:latin typeface="Arial"/>
            </a:endParaRPr>
          </a:p>
          <a:p>
            <a:pPr marL="457200" indent="0">
              <a:lnSpc>
                <a:spcPct val="115000"/>
              </a:lnSpc>
              <a:spcBef>
                <a:spcPts val="1199"/>
              </a:spcBef>
              <a:spcAft>
                <a:spcPts val="1199"/>
              </a:spcAft>
              <a:buNone/>
              <a:tabLst>
                <a:tab algn="l" pos="0"/>
              </a:tabLst>
            </a:pP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5" name="PlaceHolder 1"/>
          <p:cNvSpPr>
            <a:spLocks noGrp="1"/>
          </p:cNvSpPr>
          <p:nvPr>
            <p:ph type="title"/>
          </p:nvPr>
        </p:nvSpPr>
        <p:spPr>
          <a:xfrm>
            <a:off x="2104920" y="426240"/>
            <a:ext cx="6672960" cy="1170360"/>
          </a:xfrm>
          <a:prstGeom prst="rect">
            <a:avLst/>
          </a:prstGeom>
          <a:noFill/>
          <a:ln w="0">
            <a:noFill/>
          </a:ln>
        </p:spPr>
        <p:txBody>
          <a:bodyPr lIns="91440" rIns="91440" tIns="45720" bIns="45720" anchor="t">
            <a:normAutofit/>
          </a:bodyPr>
          <a:p>
            <a:pPr indent="0">
              <a:lnSpc>
                <a:spcPct val="99000"/>
              </a:lnSpc>
              <a:buNone/>
              <a:tabLst>
                <a:tab algn="l" pos="0"/>
              </a:tabLst>
            </a:pPr>
            <a:r>
              <a:rPr b="0" lang="en" sz="3200" spc="-1" strike="noStrike">
                <a:solidFill>
                  <a:srgbClr val="464b56"/>
                </a:solidFill>
                <a:latin typeface="Century Schoolbook"/>
                <a:ea typeface="Century Schoolbook"/>
              </a:rPr>
              <a:t>WHAT IS RECOMMENDATION SYSTEM</a:t>
            </a:r>
            <a:endParaRPr b="0" lang="en-US" sz="3200" spc="-1" strike="noStrike">
              <a:solidFill>
                <a:srgbClr val="000000"/>
              </a:solidFill>
              <a:latin typeface="Arial"/>
            </a:endParaRPr>
          </a:p>
          <a:p>
            <a:pPr indent="0">
              <a:lnSpc>
                <a:spcPct val="99000"/>
              </a:lnSpc>
              <a:buNone/>
              <a:tabLst>
                <a:tab algn="l" pos="0"/>
              </a:tabLst>
            </a:pPr>
            <a:endParaRPr b="0" lang="en-US" sz="3800" spc="-1" strike="noStrike">
              <a:solidFill>
                <a:srgbClr val="000000"/>
              </a:solidFill>
              <a:latin typeface="Arial"/>
            </a:endParaRPr>
          </a:p>
        </p:txBody>
      </p:sp>
      <p:sp>
        <p:nvSpPr>
          <p:cNvPr id="166" name="PlaceHolder 2"/>
          <p:cNvSpPr>
            <a:spLocks noGrp="1"/>
          </p:cNvSpPr>
          <p:nvPr>
            <p:ph/>
          </p:nvPr>
        </p:nvSpPr>
        <p:spPr>
          <a:xfrm>
            <a:off x="285840" y="1758600"/>
            <a:ext cx="8492040" cy="2808720"/>
          </a:xfrm>
          <a:prstGeom prst="rect">
            <a:avLst/>
          </a:prstGeom>
          <a:noFill/>
          <a:ln w="0">
            <a:noFill/>
          </a:ln>
        </p:spPr>
        <p:txBody>
          <a:bodyPr lIns="91440" rIns="91440" tIns="45720" bIns="45720" anchor="t">
            <a:normAutofit/>
          </a:bodyPr>
          <a:p>
            <a:pPr indent="0">
              <a:lnSpc>
                <a:spcPct val="115000"/>
              </a:lnSpc>
              <a:buNone/>
              <a:tabLst>
                <a:tab algn="l" pos="0"/>
              </a:tabLst>
            </a:pPr>
            <a:r>
              <a:rPr b="0" lang="en" sz="1800" spc="-1" strike="noStrike">
                <a:solidFill>
                  <a:schemeClr val="dk1"/>
                </a:solidFill>
                <a:latin typeface="Calibri"/>
                <a:ea typeface="Calibri"/>
              </a:rPr>
              <a:t>MLP:</a:t>
            </a:r>
            <a:endParaRPr b="0" lang="en-US" sz="1800" spc="-1" strike="noStrike">
              <a:solidFill>
                <a:srgbClr val="000000"/>
              </a:solidFill>
              <a:latin typeface="Arial"/>
            </a:endParaRPr>
          </a:p>
          <a:p>
            <a:pPr marL="457200" indent="-343080">
              <a:lnSpc>
                <a:spcPct val="115000"/>
              </a:lnSpc>
              <a:spcBef>
                <a:spcPts val="1199"/>
              </a:spcBef>
              <a:buClr>
                <a:srgbClr val="000000"/>
              </a:buClr>
              <a:buFont typeface="Calibri"/>
              <a:buChar char="●"/>
              <a:tabLst>
                <a:tab algn="l" pos="0"/>
              </a:tabLst>
            </a:pPr>
            <a:r>
              <a:rPr b="0" lang="en" sz="1800" spc="-1" strike="noStrike">
                <a:solidFill>
                  <a:schemeClr val="dk1"/>
                </a:solidFill>
                <a:latin typeface="Calibri"/>
                <a:ea typeface="Calibri"/>
              </a:rPr>
              <a:t>Multilayer Perceptron (MLP) is a type of artificial neural network with multiple layers of interconnected nodes. MLPs are adept at learning complex relationships between features and can be trained to predict specific outcomes. In a recommendation system, an MLP can learn the relationship between user preferences (e.g., past watch history, ratings) and movie/series features extracted by BERT. This allows the system to predict which movies/series a particular user is likely to enjoy.</a:t>
            </a:r>
            <a:endParaRPr b="0" lang="en-US" sz="1800" spc="-1" strike="noStrike">
              <a:solidFill>
                <a:srgbClr val="000000"/>
              </a:solidFill>
              <a:latin typeface="Arial"/>
            </a:endParaRPr>
          </a:p>
          <a:p>
            <a:pPr indent="0">
              <a:lnSpc>
                <a:spcPct val="111000"/>
              </a:lnSpc>
              <a:spcBef>
                <a:spcPts val="1199"/>
              </a:spcBef>
              <a:buNone/>
              <a:tabLst>
                <a:tab algn="l" pos="0"/>
              </a:tabLst>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7" name="PlaceHolder 1"/>
          <p:cNvSpPr>
            <a:spLocks noGrp="1"/>
          </p:cNvSpPr>
          <p:nvPr>
            <p:ph type="title"/>
          </p:nvPr>
        </p:nvSpPr>
        <p:spPr>
          <a:xfrm>
            <a:off x="2104920" y="426240"/>
            <a:ext cx="6672960" cy="1170360"/>
          </a:xfrm>
          <a:prstGeom prst="rect">
            <a:avLst/>
          </a:prstGeom>
          <a:noFill/>
          <a:ln w="0">
            <a:noFill/>
          </a:ln>
        </p:spPr>
        <p:txBody>
          <a:bodyPr lIns="91440" rIns="91440" tIns="45720" bIns="45720" anchor="t">
            <a:normAutofit fontScale="93653"/>
          </a:bodyPr>
          <a:p>
            <a:pPr indent="0">
              <a:lnSpc>
                <a:spcPct val="99000"/>
              </a:lnSpc>
              <a:buNone/>
              <a:tabLst>
                <a:tab algn="l" pos="0"/>
              </a:tabLst>
            </a:pPr>
            <a:r>
              <a:rPr b="0" lang="en" sz="3800" spc="-1" strike="noStrike">
                <a:solidFill>
                  <a:srgbClr val="464b56"/>
                </a:solidFill>
                <a:latin typeface="Century Schoolbook"/>
                <a:ea typeface="Century Schoolbook"/>
              </a:rPr>
              <a:t>WHY RECOMMENDATION SYSTEM USING BERT+MLP</a:t>
            </a:r>
            <a:endParaRPr b="0" lang="en-US" sz="3800" spc="-1" strike="noStrike">
              <a:solidFill>
                <a:srgbClr val="000000"/>
              </a:solidFill>
              <a:latin typeface="Arial"/>
            </a:endParaRPr>
          </a:p>
        </p:txBody>
      </p:sp>
      <p:sp>
        <p:nvSpPr>
          <p:cNvPr id="168" name="PlaceHolder 2"/>
          <p:cNvSpPr>
            <a:spLocks noGrp="1"/>
          </p:cNvSpPr>
          <p:nvPr>
            <p:ph/>
          </p:nvPr>
        </p:nvSpPr>
        <p:spPr>
          <a:xfrm>
            <a:off x="165600" y="1828800"/>
            <a:ext cx="8612280" cy="3125520"/>
          </a:xfrm>
          <a:prstGeom prst="rect">
            <a:avLst/>
          </a:prstGeom>
          <a:noFill/>
          <a:ln w="0">
            <a:noFill/>
          </a:ln>
        </p:spPr>
        <p:txBody>
          <a:bodyPr lIns="91440" rIns="91440" tIns="45720" bIns="45720" anchor="t">
            <a:normAutofit fontScale="97938" lnSpcReduction="10000"/>
          </a:bodyPr>
          <a:p>
            <a:pPr indent="0">
              <a:lnSpc>
                <a:spcPct val="115000"/>
              </a:lnSpc>
              <a:buNone/>
              <a:tabLst>
                <a:tab algn="l" pos="0"/>
              </a:tabLst>
            </a:pPr>
            <a:r>
              <a:rPr b="0" lang="en" sz="1600" spc="-1" strike="noStrike">
                <a:solidFill>
                  <a:schemeClr val="dk1"/>
                </a:solidFill>
                <a:latin typeface="Calibri"/>
                <a:ea typeface="Calibri"/>
              </a:rPr>
              <a:t>There are several reasons why we use a recommendation system using BERT and MLP:</a:t>
            </a:r>
            <a:endParaRPr b="0" lang="en-US" sz="1600" spc="-1" strike="noStrike">
              <a:solidFill>
                <a:srgbClr val="000000"/>
              </a:solidFill>
              <a:latin typeface="Arial"/>
            </a:endParaRPr>
          </a:p>
          <a:p>
            <a:pPr indent="0">
              <a:lnSpc>
                <a:spcPct val="115000"/>
              </a:lnSpc>
              <a:buNone/>
              <a:tabLst>
                <a:tab algn="l" pos="0"/>
              </a:tabLst>
            </a:pPr>
            <a:r>
              <a:rPr b="0" lang="en" sz="1600" spc="-1" strike="noStrike">
                <a:solidFill>
                  <a:schemeClr val="dk1"/>
                </a:solidFill>
                <a:latin typeface="Calibri"/>
                <a:ea typeface="Calibri"/>
              </a:rPr>
              <a:t>1. Increased Accuracy:</a:t>
            </a:r>
            <a:endParaRPr b="0" lang="en-US" sz="1600" spc="-1" strike="noStrike">
              <a:solidFill>
                <a:srgbClr val="000000"/>
              </a:solidFill>
              <a:latin typeface="Arial"/>
            </a:endParaRPr>
          </a:p>
          <a:p>
            <a:pPr marL="457200" indent="-330120">
              <a:lnSpc>
                <a:spcPct val="115000"/>
              </a:lnSpc>
              <a:spcBef>
                <a:spcPts val="1199"/>
              </a:spcBef>
              <a:buClr>
                <a:srgbClr val="000000"/>
              </a:buClr>
              <a:buFont typeface="Calibri"/>
              <a:buChar char="●"/>
              <a:tabLst>
                <a:tab algn="l" pos="0"/>
              </a:tabLst>
            </a:pPr>
            <a:r>
              <a:rPr b="0" lang="en" sz="1600" spc="-1" strike="noStrike">
                <a:solidFill>
                  <a:schemeClr val="dk1"/>
                </a:solidFill>
                <a:latin typeface="Calibri"/>
                <a:ea typeface="Calibri"/>
              </a:rPr>
              <a:t>BERT's natural language understanding: BERT excels at understanding the nuances of text, capturing the meaning and sentiment of reviews, descriptions, and dialogue. This allows the system to extract more relevant features than traditional methods, leading to more accurate recommendations that match users' interests and tastes.</a:t>
            </a:r>
            <a:endParaRPr b="0" lang="en-US" sz="1600" spc="-1" strike="noStrike">
              <a:solidFill>
                <a:srgbClr val="000000"/>
              </a:solidFill>
              <a:latin typeface="Arial"/>
            </a:endParaRPr>
          </a:p>
          <a:p>
            <a:pPr marL="457200" indent="-330120">
              <a:lnSpc>
                <a:spcPct val="115000"/>
              </a:lnSpc>
              <a:buClr>
                <a:srgbClr val="000000"/>
              </a:buClr>
              <a:buFont typeface="Calibri"/>
              <a:buChar char="●"/>
              <a:tabLst>
                <a:tab algn="l" pos="0"/>
              </a:tabLst>
            </a:pPr>
            <a:r>
              <a:rPr b="0" lang="en" sz="1600" spc="-1" strike="noStrike">
                <a:solidFill>
                  <a:schemeClr val="dk1"/>
                </a:solidFill>
                <a:latin typeface="Calibri"/>
                <a:ea typeface="Calibri"/>
              </a:rPr>
              <a:t>MLP's learning capabilities: MLPs are powerful tools for learning complex relationships between features. In this case, the MLP can learn the intricate connections between extracted features and user preferences, leading to personalized recommendations that cater to individual needs.</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9" name="PlaceHolder 1"/>
          <p:cNvSpPr>
            <a:spLocks noGrp="1"/>
          </p:cNvSpPr>
          <p:nvPr>
            <p:ph/>
          </p:nvPr>
        </p:nvSpPr>
        <p:spPr>
          <a:xfrm>
            <a:off x="0" y="73080"/>
            <a:ext cx="8884800" cy="4984560"/>
          </a:xfrm>
          <a:prstGeom prst="rect">
            <a:avLst/>
          </a:prstGeom>
          <a:noFill/>
          <a:ln w="0">
            <a:noFill/>
          </a:ln>
        </p:spPr>
        <p:txBody>
          <a:bodyPr lIns="91440" rIns="91440" tIns="45720" bIns="45720" anchor="t">
            <a:noAutofit/>
          </a:bodyPr>
          <a:p>
            <a:pPr indent="0">
              <a:lnSpc>
                <a:spcPct val="115000"/>
              </a:lnSpc>
              <a:buNone/>
              <a:tabLst>
                <a:tab algn="l" pos="0"/>
              </a:tabLst>
            </a:pPr>
            <a:r>
              <a:rPr b="0" lang="en" sz="1600" spc="-1" strike="noStrike">
                <a:solidFill>
                  <a:schemeClr val="dk1"/>
                </a:solidFill>
                <a:latin typeface="Calibri"/>
                <a:ea typeface="Calibri"/>
              </a:rPr>
              <a:t>2. Enhanced Personalization:</a:t>
            </a:r>
            <a:endParaRPr b="0" lang="en-US" sz="1600" spc="-1" strike="noStrike">
              <a:solidFill>
                <a:srgbClr val="000000"/>
              </a:solidFill>
              <a:latin typeface="Arial"/>
            </a:endParaRPr>
          </a:p>
          <a:p>
            <a:pPr marL="457200" indent="-330120">
              <a:lnSpc>
                <a:spcPct val="115000"/>
              </a:lnSpc>
              <a:spcBef>
                <a:spcPts val="1199"/>
              </a:spcBef>
              <a:buClr>
                <a:srgbClr val="000000"/>
              </a:buClr>
              <a:buFont typeface="Calibri"/>
              <a:buChar char="●"/>
              <a:tabLst>
                <a:tab algn="l" pos="0"/>
              </a:tabLst>
            </a:pPr>
            <a:r>
              <a:rPr b="0" lang="en" sz="1600" spc="-1" strike="noStrike">
                <a:solidFill>
                  <a:schemeClr val="dk1"/>
                </a:solidFill>
                <a:latin typeface="Calibri"/>
                <a:ea typeface="Calibri"/>
              </a:rPr>
              <a:t>Tailoring recommendations: BERT and MLP enable the system to move beyond simple collaborative filtering approaches. Instead of solely relying on other users' ratings, the system can consider each user's unique preferences and watch history, providing recommendations that are truly relevant and enjoyable for each individual.</a:t>
            </a:r>
            <a:endParaRPr b="0" lang="en-US" sz="1600" spc="-1" strike="noStrike">
              <a:solidFill>
                <a:srgbClr val="000000"/>
              </a:solidFill>
              <a:latin typeface="Arial"/>
            </a:endParaRPr>
          </a:p>
          <a:p>
            <a:pPr marL="457200" indent="-330120">
              <a:lnSpc>
                <a:spcPct val="115000"/>
              </a:lnSpc>
              <a:buClr>
                <a:srgbClr val="000000"/>
              </a:buClr>
              <a:buFont typeface="Calibri"/>
              <a:buChar char="●"/>
              <a:tabLst>
                <a:tab algn="l" pos="0"/>
              </a:tabLst>
            </a:pPr>
            <a:r>
              <a:rPr b="0" lang="en" sz="1600" spc="-1" strike="noStrike">
                <a:solidFill>
                  <a:schemeClr val="dk1"/>
                </a:solidFill>
                <a:latin typeface="Calibri"/>
                <a:ea typeface="Calibri"/>
              </a:rPr>
              <a:t>Understanding user intent: BERT's ability to analyze text allows the system to understand user intent beyond explicit ratings. For example, it can analyze reviews and identify subtle cues that reveal what aspects of a movie/series a user might enjoy or dislike. This allows the system to make nuanced recommendations that align with individual preferences.</a:t>
            </a:r>
            <a:endParaRPr b="0" lang="en-US" sz="1600" spc="-1" strike="noStrike">
              <a:solidFill>
                <a:srgbClr val="000000"/>
              </a:solidFill>
              <a:latin typeface="Arial"/>
            </a:endParaRPr>
          </a:p>
          <a:p>
            <a:pPr indent="0">
              <a:lnSpc>
                <a:spcPct val="115000"/>
              </a:lnSpc>
              <a:spcBef>
                <a:spcPts val="1199"/>
              </a:spcBef>
              <a:buNone/>
              <a:tabLst>
                <a:tab algn="l" pos="0"/>
              </a:tabLst>
            </a:pPr>
            <a:r>
              <a:rPr b="0" lang="en" sz="1600" spc="-1" strike="noStrike">
                <a:solidFill>
                  <a:schemeClr val="dk1"/>
                </a:solidFill>
                <a:latin typeface="Calibri"/>
                <a:ea typeface="Calibri"/>
              </a:rPr>
              <a:t>3. Improved Scalability:</a:t>
            </a:r>
            <a:endParaRPr b="0" lang="en-US" sz="1600" spc="-1" strike="noStrike">
              <a:solidFill>
                <a:srgbClr val="000000"/>
              </a:solidFill>
              <a:latin typeface="Arial"/>
            </a:endParaRPr>
          </a:p>
          <a:p>
            <a:pPr marL="457200" indent="-330120">
              <a:lnSpc>
                <a:spcPct val="115000"/>
              </a:lnSpc>
              <a:spcBef>
                <a:spcPts val="1199"/>
              </a:spcBef>
              <a:buClr>
                <a:srgbClr val="000000"/>
              </a:buClr>
              <a:buFont typeface="Calibri"/>
              <a:buChar char="●"/>
              <a:tabLst>
                <a:tab algn="l" pos="0"/>
              </a:tabLst>
            </a:pPr>
            <a:r>
              <a:rPr b="0" lang="en" sz="1600" spc="-1" strike="noStrike">
                <a:solidFill>
                  <a:schemeClr val="dk1"/>
                </a:solidFill>
                <a:latin typeface="Calibri"/>
                <a:ea typeface="Calibri"/>
              </a:rPr>
              <a:t>Handling large datasets: BERT and MLP models can be efficiently trained on massive datasets containing millions of movies/series and users. This makes them suitable for real-world applications where dealing with large volumes of data is essential.</a:t>
            </a:r>
            <a:endParaRPr b="0" lang="en-US" sz="1600" spc="-1" strike="noStrike">
              <a:solidFill>
                <a:srgbClr val="000000"/>
              </a:solidFill>
              <a:latin typeface="Arial"/>
            </a:endParaRPr>
          </a:p>
          <a:p>
            <a:pPr marL="457200" indent="-330120">
              <a:lnSpc>
                <a:spcPct val="115000"/>
              </a:lnSpc>
              <a:buClr>
                <a:srgbClr val="000000"/>
              </a:buClr>
              <a:buFont typeface="Calibri"/>
              <a:buChar char="●"/>
              <a:tabLst>
                <a:tab algn="l" pos="0"/>
              </a:tabLst>
            </a:pPr>
            <a:r>
              <a:rPr b="0" lang="en" sz="1600" spc="-1" strike="noStrike">
                <a:solidFill>
                  <a:schemeClr val="dk1"/>
                </a:solidFill>
                <a:latin typeface="Calibri"/>
                <a:ea typeface="Calibri"/>
              </a:rPr>
              <a:t>Continuous learning and adaptation: These models can continuously learn and adapt as new data becomes available. This ensures that the recommendations remain relevant and up-to-date, reflecting the evolving preferences and interests of users.</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0" name="PlaceHolder 1"/>
          <p:cNvSpPr>
            <a:spLocks noGrp="1"/>
          </p:cNvSpPr>
          <p:nvPr>
            <p:ph/>
          </p:nvPr>
        </p:nvSpPr>
        <p:spPr>
          <a:xfrm>
            <a:off x="0" y="196920"/>
            <a:ext cx="8822880" cy="4777920"/>
          </a:xfrm>
          <a:prstGeom prst="rect">
            <a:avLst/>
          </a:prstGeom>
          <a:noFill/>
          <a:ln w="0">
            <a:noFill/>
          </a:ln>
        </p:spPr>
        <p:txBody>
          <a:bodyPr lIns="91440" rIns="91440" tIns="45720" bIns="45720" anchor="t">
            <a:normAutofit/>
          </a:bodyPr>
          <a:p>
            <a:pPr indent="0">
              <a:lnSpc>
                <a:spcPct val="115000"/>
              </a:lnSpc>
              <a:buNone/>
              <a:tabLst>
                <a:tab algn="l" pos="0"/>
              </a:tabLst>
            </a:pPr>
            <a:r>
              <a:rPr b="0" lang="en" sz="1600" spc="-1" strike="noStrike">
                <a:solidFill>
                  <a:schemeClr val="dk1"/>
                </a:solidFill>
                <a:latin typeface="Calibri"/>
                <a:ea typeface="Calibri"/>
              </a:rPr>
              <a:t>4. Addressing limitations of traditional approaches:</a:t>
            </a:r>
            <a:endParaRPr b="0" lang="en-US" sz="1600" spc="-1" strike="noStrike">
              <a:solidFill>
                <a:srgbClr val="000000"/>
              </a:solidFill>
              <a:latin typeface="Arial"/>
            </a:endParaRPr>
          </a:p>
          <a:p>
            <a:pPr marL="457200" indent="-330120">
              <a:lnSpc>
                <a:spcPct val="115000"/>
              </a:lnSpc>
              <a:spcBef>
                <a:spcPts val="1199"/>
              </a:spcBef>
              <a:buClr>
                <a:srgbClr val="000000"/>
              </a:buClr>
              <a:buFont typeface="Calibri"/>
              <a:buChar char="●"/>
              <a:tabLst>
                <a:tab algn="l" pos="0"/>
              </a:tabLst>
            </a:pPr>
            <a:r>
              <a:rPr b="0" lang="en" sz="1600" spc="-1" strike="noStrike">
                <a:solidFill>
                  <a:schemeClr val="dk1"/>
                </a:solidFill>
                <a:latin typeface="Calibri"/>
                <a:ea typeface="Calibri"/>
              </a:rPr>
              <a:t>Traditional recommendation systems often suffer from the cold start problem: When new users or items lack sufficient data, the system struggles to make accurate recommendations. BERT and MLP, by leveraging their understanding of content and user preferences, can overcome this challenge and provide personalized recommendations even for new users and items.</a:t>
            </a:r>
            <a:endParaRPr b="0" lang="en-US" sz="1600" spc="-1" strike="noStrike">
              <a:solidFill>
                <a:srgbClr val="000000"/>
              </a:solidFill>
              <a:latin typeface="Arial"/>
            </a:endParaRPr>
          </a:p>
          <a:p>
            <a:pPr marL="457200" indent="-330120">
              <a:lnSpc>
                <a:spcPct val="115000"/>
              </a:lnSpc>
              <a:buClr>
                <a:srgbClr val="000000"/>
              </a:buClr>
              <a:buFont typeface="Calibri"/>
              <a:buChar char="●"/>
              <a:tabLst>
                <a:tab algn="l" pos="0"/>
              </a:tabLst>
            </a:pPr>
            <a:r>
              <a:rPr b="0" lang="en" sz="1600" spc="-1" strike="noStrike">
                <a:solidFill>
                  <a:schemeClr val="dk1"/>
                </a:solidFill>
                <a:latin typeface="Calibri"/>
                <a:ea typeface="Calibri"/>
              </a:rPr>
              <a:t>Traditional systems might rely on explicit ratings, which can be biased or incomplete. BERT and MLP, by analyzing textual data, can capture implicit preferences and interests, leading to a more comprehensive and accurate understanding of user preferences.</a:t>
            </a:r>
            <a:endParaRPr b="0" lang="en-US" sz="1600" spc="-1" strike="noStrike">
              <a:solidFill>
                <a:srgbClr val="000000"/>
              </a:solidFill>
              <a:latin typeface="Arial"/>
            </a:endParaRPr>
          </a:p>
          <a:p>
            <a:pPr indent="0">
              <a:lnSpc>
                <a:spcPct val="115000"/>
              </a:lnSpc>
              <a:spcBef>
                <a:spcPts val="1199"/>
              </a:spcBef>
              <a:buNone/>
              <a:tabLst>
                <a:tab algn="l" pos="0"/>
              </a:tabLst>
            </a:pPr>
            <a:r>
              <a:rPr b="0" lang="en" sz="1600" spc="-1" strike="noStrike">
                <a:solidFill>
                  <a:schemeClr val="dk1"/>
                </a:solidFill>
                <a:latin typeface="Calibri"/>
                <a:ea typeface="Calibri"/>
              </a:rPr>
              <a:t>In summary, using BERT and MLP in a recommendation system offers several advantages over traditional methods. It significantly improves the accuracy and personalization of recommendations, making it a powerful tool for enhancing user experience and engagement with movies/series.</a:t>
            </a:r>
            <a:endParaRPr b="0" lang="en-US" sz="1600" spc="-1" strike="noStrike">
              <a:solidFill>
                <a:srgbClr val="000000"/>
              </a:solidFill>
              <a:latin typeface="Arial"/>
            </a:endParaRPr>
          </a:p>
          <a:p>
            <a:pPr indent="0">
              <a:lnSpc>
                <a:spcPct val="111000"/>
              </a:lnSpc>
              <a:spcBef>
                <a:spcPts val="930"/>
              </a:spcBef>
              <a:buNone/>
              <a:tabLst>
                <a:tab algn="l" pos="0"/>
              </a:tabLst>
            </a:pP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1" name="PlaceHolder 1"/>
          <p:cNvSpPr>
            <a:spLocks noGrp="1"/>
          </p:cNvSpPr>
          <p:nvPr>
            <p:ph type="title"/>
          </p:nvPr>
        </p:nvSpPr>
        <p:spPr>
          <a:xfrm>
            <a:off x="1474560" y="426240"/>
            <a:ext cx="6672960" cy="1170360"/>
          </a:xfrm>
          <a:prstGeom prst="rect">
            <a:avLst/>
          </a:prstGeom>
          <a:noFill/>
          <a:ln w="0">
            <a:noFill/>
          </a:ln>
        </p:spPr>
        <p:txBody>
          <a:bodyPr lIns="91440" rIns="91440" tIns="45720" bIns="45720" anchor="t">
            <a:normAutofit/>
          </a:bodyPr>
          <a:p>
            <a:pPr indent="0">
              <a:lnSpc>
                <a:spcPct val="99000"/>
              </a:lnSpc>
              <a:buNone/>
              <a:tabLst>
                <a:tab algn="l" pos="0"/>
              </a:tabLst>
            </a:pPr>
            <a:r>
              <a:rPr b="0" lang="en" sz="3300" spc="-1" strike="noStrike">
                <a:solidFill>
                  <a:srgbClr val="464b56"/>
                </a:solidFill>
                <a:latin typeface="Century Schoolbook"/>
                <a:ea typeface="Century Schoolbook"/>
              </a:rPr>
              <a:t>HOW RECOMMENDATION SYSTEM USING BERT WORKS</a:t>
            </a:r>
            <a:endParaRPr b="0" lang="en-US" sz="3300" spc="-1" strike="noStrike">
              <a:solidFill>
                <a:srgbClr val="000000"/>
              </a:solidFill>
              <a:latin typeface="Arial"/>
            </a:endParaRPr>
          </a:p>
        </p:txBody>
      </p:sp>
      <p:sp>
        <p:nvSpPr>
          <p:cNvPr id="172" name="PlaceHolder 2"/>
          <p:cNvSpPr>
            <a:spLocks noGrp="1"/>
          </p:cNvSpPr>
          <p:nvPr>
            <p:ph/>
          </p:nvPr>
        </p:nvSpPr>
        <p:spPr>
          <a:xfrm>
            <a:off x="134280" y="1675800"/>
            <a:ext cx="8874720" cy="3340800"/>
          </a:xfrm>
          <a:prstGeom prst="rect">
            <a:avLst/>
          </a:prstGeom>
          <a:noFill/>
          <a:ln w="0">
            <a:noFill/>
          </a:ln>
        </p:spPr>
        <p:txBody>
          <a:bodyPr lIns="91440" rIns="91440" tIns="45720" bIns="45720" anchor="t">
            <a:noAutofit/>
          </a:bodyPr>
          <a:p>
            <a:pPr indent="0">
              <a:lnSpc>
                <a:spcPct val="115000"/>
              </a:lnSpc>
              <a:buNone/>
              <a:tabLst>
                <a:tab algn="l" pos="0"/>
              </a:tabLst>
            </a:pPr>
            <a:r>
              <a:rPr b="0" lang="en" sz="1400" spc="-1" strike="noStrike">
                <a:solidFill>
                  <a:schemeClr val="dk1"/>
                </a:solidFill>
                <a:latin typeface="Calibri"/>
                <a:ea typeface="Calibri"/>
              </a:rPr>
              <a:t>A movie/series recommendation system using BERT and MLP works through a series of steps:</a:t>
            </a:r>
            <a:endParaRPr b="0" lang="en-US" sz="1400" spc="-1" strike="noStrike">
              <a:solidFill>
                <a:srgbClr val="000000"/>
              </a:solidFill>
              <a:latin typeface="Arial"/>
            </a:endParaRPr>
          </a:p>
          <a:p>
            <a:pPr indent="0">
              <a:lnSpc>
                <a:spcPct val="115000"/>
              </a:lnSpc>
              <a:buNone/>
              <a:tabLst>
                <a:tab algn="l" pos="0"/>
              </a:tabLst>
            </a:pPr>
            <a:r>
              <a:rPr b="0" lang="en" sz="1400" spc="-1" strike="noStrike">
                <a:solidFill>
                  <a:schemeClr val="dk1"/>
                </a:solidFill>
                <a:latin typeface="Calibri"/>
                <a:ea typeface="Calibri"/>
              </a:rPr>
              <a:t>1. Data Preprocessing:</a:t>
            </a:r>
            <a:endParaRPr b="0" lang="en-US" sz="1400" spc="-1" strike="noStrike">
              <a:solidFill>
                <a:srgbClr val="000000"/>
              </a:solidFill>
              <a:latin typeface="Arial"/>
            </a:endParaRPr>
          </a:p>
          <a:p>
            <a:pPr marL="457200" indent="-317520">
              <a:lnSpc>
                <a:spcPct val="115000"/>
              </a:lnSpc>
              <a:spcBef>
                <a:spcPts val="1199"/>
              </a:spcBef>
              <a:buClr>
                <a:srgbClr val="000000"/>
              </a:buClr>
              <a:buFont typeface="Calibri"/>
              <a:buChar char="●"/>
              <a:tabLst>
                <a:tab algn="l" pos="0"/>
              </a:tabLst>
            </a:pPr>
            <a:r>
              <a:rPr b="0" lang="en" sz="1400" spc="-1" strike="noStrike">
                <a:solidFill>
                  <a:schemeClr val="dk1"/>
                </a:solidFill>
                <a:latin typeface="Calibri"/>
                <a:ea typeface="Calibri"/>
              </a:rPr>
              <a:t>The first step involves gathering and preparing the necessary data. This includes:</a:t>
            </a:r>
            <a:endParaRPr b="0" lang="en-US" sz="1400" spc="-1" strike="noStrike">
              <a:solidFill>
                <a:srgbClr val="000000"/>
              </a:solidFill>
              <a:latin typeface="Arial"/>
            </a:endParaRPr>
          </a:p>
          <a:p>
            <a:pPr lvl="1" marL="914400" indent="-317520">
              <a:lnSpc>
                <a:spcPct val="115000"/>
              </a:lnSpc>
              <a:buClr>
                <a:srgbClr val="000000"/>
              </a:buClr>
              <a:buFont typeface="Calibri"/>
              <a:buChar char="●"/>
              <a:tabLst>
                <a:tab algn="l" pos="0"/>
              </a:tabLst>
            </a:pPr>
            <a:r>
              <a:rPr b="0" lang="en" sz="1400" spc="-1" strike="noStrike">
                <a:solidFill>
                  <a:schemeClr val="dk1"/>
                </a:solidFill>
                <a:latin typeface="Calibri"/>
                <a:ea typeface="Calibri"/>
              </a:rPr>
              <a:t>Movie/series information: This includes titles, descriptions, genres, directors, actors, user ratings, and reviews.</a:t>
            </a:r>
            <a:endParaRPr b="0" lang="en-US" sz="1400" spc="-1" strike="noStrike">
              <a:solidFill>
                <a:srgbClr val="000000"/>
              </a:solidFill>
              <a:latin typeface="Arial"/>
            </a:endParaRPr>
          </a:p>
          <a:p>
            <a:pPr lvl="1" marL="914400" indent="-317520">
              <a:lnSpc>
                <a:spcPct val="115000"/>
              </a:lnSpc>
              <a:buClr>
                <a:srgbClr val="000000"/>
              </a:buClr>
              <a:buFont typeface="Calibri"/>
              <a:buChar char="●"/>
              <a:tabLst>
                <a:tab algn="l" pos="0"/>
              </a:tabLst>
            </a:pPr>
            <a:r>
              <a:rPr b="0" lang="en" sz="1400" spc="-1" strike="noStrike">
                <a:solidFill>
                  <a:schemeClr val="dk1"/>
                </a:solidFill>
                <a:latin typeface="Calibri"/>
                <a:ea typeface="Calibri"/>
              </a:rPr>
              <a:t>User data: This includes user profiles, viewing history, ratings, and preferences.</a:t>
            </a:r>
            <a:endParaRPr b="0" lang="en-US" sz="1400" spc="-1" strike="noStrike">
              <a:solidFill>
                <a:srgbClr val="000000"/>
              </a:solidFill>
              <a:latin typeface="Arial"/>
            </a:endParaRPr>
          </a:p>
          <a:p>
            <a:pPr indent="0">
              <a:lnSpc>
                <a:spcPct val="115000"/>
              </a:lnSpc>
              <a:spcBef>
                <a:spcPts val="1199"/>
              </a:spcBef>
              <a:buNone/>
              <a:tabLst>
                <a:tab algn="l" pos="0"/>
              </a:tabLst>
            </a:pPr>
            <a:r>
              <a:rPr b="0" lang="en" sz="1400" spc="-1" strike="noStrike">
                <a:solidFill>
                  <a:schemeClr val="dk1"/>
                </a:solidFill>
                <a:latin typeface="Calibri"/>
                <a:ea typeface="Calibri"/>
              </a:rPr>
              <a:t>2. BERT Feature Extraction:</a:t>
            </a:r>
            <a:endParaRPr b="0" lang="en-US" sz="1400" spc="-1" strike="noStrike">
              <a:solidFill>
                <a:srgbClr val="000000"/>
              </a:solidFill>
              <a:latin typeface="Arial"/>
            </a:endParaRPr>
          </a:p>
          <a:p>
            <a:pPr marL="457200" indent="-317520">
              <a:lnSpc>
                <a:spcPct val="115000"/>
              </a:lnSpc>
              <a:spcBef>
                <a:spcPts val="1199"/>
              </a:spcBef>
              <a:buClr>
                <a:srgbClr val="000000"/>
              </a:buClr>
              <a:buFont typeface="Calibri"/>
              <a:buChar char="●"/>
              <a:tabLst>
                <a:tab algn="l" pos="0"/>
              </a:tabLst>
            </a:pPr>
            <a:r>
              <a:rPr b="0" lang="en" sz="1400" spc="-1" strike="noStrike">
                <a:solidFill>
                  <a:schemeClr val="dk1"/>
                </a:solidFill>
                <a:latin typeface="Calibri"/>
                <a:ea typeface="Calibri"/>
              </a:rPr>
              <a:t>Preprocessed text data (movie/series descriptions and reviews) is fed into a pre-trained BERT model.</a:t>
            </a:r>
            <a:endParaRPr b="0" lang="en-US" sz="1400" spc="-1" strike="noStrike">
              <a:solidFill>
                <a:srgbClr val="000000"/>
              </a:solidFill>
              <a:latin typeface="Arial"/>
            </a:endParaRPr>
          </a:p>
          <a:p>
            <a:pPr marL="457200" indent="-317520">
              <a:lnSpc>
                <a:spcPct val="115000"/>
              </a:lnSpc>
              <a:buClr>
                <a:srgbClr val="000000"/>
              </a:buClr>
              <a:buFont typeface="Calibri"/>
              <a:buChar char="●"/>
              <a:tabLst>
                <a:tab algn="l" pos="0"/>
              </a:tabLst>
            </a:pPr>
            <a:r>
              <a:rPr b="0" lang="en" sz="1400" spc="-1" strike="noStrike">
                <a:solidFill>
                  <a:schemeClr val="dk1"/>
                </a:solidFill>
                <a:latin typeface="Calibri"/>
                <a:ea typeface="Calibri"/>
              </a:rPr>
              <a:t>BERT analyzes the text and extracts meaningful features that capture the content, themes, sentiment, and other relevant information about each movie/series.</a:t>
            </a:r>
            <a:endParaRPr b="0" lang="en-US" sz="1400" spc="-1" strike="noStrike">
              <a:solidFill>
                <a:srgbClr val="000000"/>
              </a:solidFill>
              <a:latin typeface="Arial"/>
            </a:endParaRPr>
          </a:p>
          <a:p>
            <a:pPr marL="457200" indent="-317520">
              <a:lnSpc>
                <a:spcPct val="115000"/>
              </a:lnSpc>
              <a:buClr>
                <a:srgbClr val="000000"/>
              </a:buClr>
              <a:buFont typeface="Calibri"/>
              <a:buChar char="●"/>
              <a:tabLst>
                <a:tab algn="l" pos="0"/>
              </a:tabLst>
            </a:pPr>
            <a:r>
              <a:rPr b="0" lang="en" sz="1400" spc="-1" strike="noStrike">
                <a:solidFill>
                  <a:schemeClr val="dk1"/>
                </a:solidFill>
                <a:latin typeface="Calibri"/>
                <a:ea typeface="Calibri"/>
              </a:rPr>
              <a:t>These features are essentially numerical representations of the text, encapsulating the important information for recommendation.</a:t>
            </a:r>
            <a:endParaRPr b="0" lang="en-US" sz="1400" spc="-1" strike="noStrike">
              <a:solidFill>
                <a:srgbClr val="000000"/>
              </a:solidFill>
              <a:latin typeface="Arial"/>
            </a:endParaRPr>
          </a:p>
          <a:p>
            <a:pPr indent="0">
              <a:lnSpc>
                <a:spcPct val="115000"/>
              </a:lnSpc>
              <a:spcBef>
                <a:spcPts val="1199"/>
              </a:spcBef>
              <a:spcAft>
                <a:spcPts val="1199"/>
              </a:spcAft>
              <a:buNone/>
              <a:tabLst>
                <a:tab algn="l" pos="0"/>
              </a:tabLst>
            </a:pP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3" name="PlaceHolder 1"/>
          <p:cNvSpPr>
            <a:spLocks noGrp="1"/>
          </p:cNvSpPr>
          <p:nvPr>
            <p:ph/>
          </p:nvPr>
        </p:nvSpPr>
        <p:spPr>
          <a:xfrm>
            <a:off x="0" y="73080"/>
            <a:ext cx="8999280" cy="4984560"/>
          </a:xfrm>
          <a:prstGeom prst="rect">
            <a:avLst/>
          </a:prstGeom>
          <a:noFill/>
          <a:ln w="0">
            <a:noFill/>
          </a:ln>
        </p:spPr>
        <p:txBody>
          <a:bodyPr lIns="91440" rIns="91440" tIns="45720" bIns="45720" anchor="t">
            <a:noAutofit/>
          </a:bodyPr>
          <a:p>
            <a:pPr indent="0">
              <a:lnSpc>
                <a:spcPct val="115000"/>
              </a:lnSpc>
              <a:buNone/>
              <a:tabLst>
                <a:tab algn="l" pos="0"/>
              </a:tabLst>
            </a:pPr>
            <a:r>
              <a:rPr b="0" lang="en" sz="1600" spc="-1" strike="noStrike">
                <a:solidFill>
                  <a:schemeClr val="dk1"/>
                </a:solidFill>
                <a:latin typeface="Calibri"/>
                <a:ea typeface="Calibri"/>
              </a:rPr>
              <a:t>3. User Preference Model:</a:t>
            </a:r>
            <a:endParaRPr b="0" lang="en-US" sz="1600" spc="-1" strike="noStrike">
              <a:solidFill>
                <a:srgbClr val="000000"/>
              </a:solidFill>
              <a:latin typeface="Arial"/>
            </a:endParaRPr>
          </a:p>
          <a:p>
            <a:pPr marL="457200" indent="-330120">
              <a:lnSpc>
                <a:spcPct val="115000"/>
              </a:lnSpc>
              <a:spcBef>
                <a:spcPts val="1199"/>
              </a:spcBef>
              <a:buClr>
                <a:srgbClr val="000000"/>
              </a:buClr>
              <a:buFont typeface="Calibri"/>
              <a:buChar char="●"/>
              <a:tabLst>
                <a:tab algn="l" pos="0"/>
              </a:tabLst>
            </a:pPr>
            <a:r>
              <a:rPr b="0" lang="en" sz="1600" spc="-1" strike="noStrike">
                <a:solidFill>
                  <a:schemeClr val="dk1"/>
                </a:solidFill>
                <a:latin typeface="Calibri"/>
                <a:ea typeface="Calibri"/>
              </a:rPr>
              <a:t>User data is used to train an MLP model.</a:t>
            </a:r>
            <a:endParaRPr b="0" lang="en-US" sz="1600" spc="-1" strike="noStrike">
              <a:solidFill>
                <a:srgbClr val="000000"/>
              </a:solidFill>
              <a:latin typeface="Arial"/>
            </a:endParaRPr>
          </a:p>
          <a:p>
            <a:pPr marL="457200" indent="-330120">
              <a:lnSpc>
                <a:spcPct val="115000"/>
              </a:lnSpc>
              <a:buClr>
                <a:srgbClr val="000000"/>
              </a:buClr>
              <a:buFont typeface="Calibri"/>
              <a:buChar char="●"/>
              <a:tabLst>
                <a:tab algn="l" pos="0"/>
              </a:tabLst>
            </a:pPr>
            <a:r>
              <a:rPr b="0" lang="en" sz="1600" spc="-1" strike="noStrike">
                <a:solidFill>
                  <a:schemeClr val="dk1"/>
                </a:solidFill>
                <a:latin typeface="Calibri"/>
                <a:ea typeface="Calibri"/>
              </a:rPr>
              <a:t>The MLP learns the complex relationships between user features (e.g., demographics, viewing history, ratings) and their preferences for different types of movies/series.</a:t>
            </a:r>
            <a:endParaRPr b="0" lang="en-US" sz="1600" spc="-1" strike="noStrike">
              <a:solidFill>
                <a:srgbClr val="000000"/>
              </a:solidFill>
              <a:latin typeface="Arial"/>
            </a:endParaRPr>
          </a:p>
          <a:p>
            <a:pPr marL="457200" indent="-330120">
              <a:lnSpc>
                <a:spcPct val="115000"/>
              </a:lnSpc>
              <a:buClr>
                <a:srgbClr val="000000"/>
              </a:buClr>
              <a:buFont typeface="Calibri"/>
              <a:buChar char="●"/>
              <a:tabLst>
                <a:tab algn="l" pos="0"/>
              </a:tabLst>
            </a:pPr>
            <a:r>
              <a:rPr b="0" lang="en" sz="1600" spc="-1" strike="noStrike">
                <a:solidFill>
                  <a:schemeClr val="dk1"/>
                </a:solidFill>
                <a:latin typeface="Calibri"/>
                <a:ea typeface="Calibri"/>
              </a:rPr>
              <a:t>This allows the model to create a personalized profile for each user, capturing their individual tastes and interests.</a:t>
            </a:r>
            <a:endParaRPr b="0" lang="en-US" sz="1600" spc="-1" strike="noStrike">
              <a:solidFill>
                <a:srgbClr val="000000"/>
              </a:solidFill>
              <a:latin typeface="Arial"/>
            </a:endParaRPr>
          </a:p>
          <a:p>
            <a:pPr indent="0">
              <a:lnSpc>
                <a:spcPct val="115000"/>
              </a:lnSpc>
              <a:spcBef>
                <a:spcPts val="1199"/>
              </a:spcBef>
              <a:buNone/>
              <a:tabLst>
                <a:tab algn="l" pos="0"/>
              </a:tabLst>
            </a:pPr>
            <a:r>
              <a:rPr b="0" lang="en" sz="1600" spc="-1" strike="noStrike">
                <a:solidFill>
                  <a:schemeClr val="dk1"/>
                </a:solidFill>
                <a:latin typeface="Calibri"/>
                <a:ea typeface="Calibri"/>
              </a:rPr>
              <a:t>4. Recommendation Generation:</a:t>
            </a:r>
            <a:endParaRPr b="0" lang="en-US" sz="1600" spc="-1" strike="noStrike">
              <a:solidFill>
                <a:srgbClr val="000000"/>
              </a:solidFill>
              <a:latin typeface="Arial"/>
            </a:endParaRPr>
          </a:p>
          <a:p>
            <a:pPr marL="457200" indent="-330120">
              <a:lnSpc>
                <a:spcPct val="115000"/>
              </a:lnSpc>
              <a:spcBef>
                <a:spcPts val="1199"/>
              </a:spcBef>
              <a:buClr>
                <a:srgbClr val="000000"/>
              </a:buClr>
              <a:buFont typeface="Calibri"/>
              <a:buChar char="●"/>
              <a:tabLst>
                <a:tab algn="l" pos="0"/>
              </a:tabLst>
            </a:pPr>
            <a:r>
              <a:rPr b="0" lang="en" sz="1600" spc="-1" strike="noStrike">
                <a:solidFill>
                  <a:schemeClr val="dk1"/>
                </a:solidFill>
                <a:latin typeface="Calibri"/>
                <a:ea typeface="Calibri"/>
              </a:rPr>
              <a:t>The system combines the extracted features from BERT and the user profiles learned by the MLP.</a:t>
            </a:r>
            <a:endParaRPr b="0" lang="en-US" sz="1600" spc="-1" strike="noStrike">
              <a:solidFill>
                <a:srgbClr val="000000"/>
              </a:solidFill>
              <a:latin typeface="Arial"/>
            </a:endParaRPr>
          </a:p>
          <a:p>
            <a:pPr marL="457200" indent="-330120">
              <a:lnSpc>
                <a:spcPct val="115000"/>
              </a:lnSpc>
              <a:buClr>
                <a:srgbClr val="000000"/>
              </a:buClr>
              <a:buFont typeface="Calibri"/>
              <a:buChar char="●"/>
              <a:tabLst>
                <a:tab algn="l" pos="0"/>
              </a:tabLst>
            </a:pPr>
            <a:r>
              <a:rPr b="0" lang="en" sz="1600" spc="-1" strike="noStrike">
                <a:solidFill>
                  <a:schemeClr val="dk1"/>
                </a:solidFill>
                <a:latin typeface="Calibri"/>
                <a:ea typeface="Calibri"/>
              </a:rPr>
              <a:t>This information is used by a prediction model (often another MLP) to predict which movies/series a particular user is likely to enjoy.</a:t>
            </a:r>
            <a:endParaRPr b="0" lang="en-US" sz="1600" spc="-1" strike="noStrike">
              <a:solidFill>
                <a:srgbClr val="000000"/>
              </a:solidFill>
              <a:latin typeface="Arial"/>
            </a:endParaRPr>
          </a:p>
          <a:p>
            <a:pPr marL="457200" indent="-330120">
              <a:lnSpc>
                <a:spcPct val="115000"/>
              </a:lnSpc>
              <a:buClr>
                <a:srgbClr val="000000"/>
              </a:buClr>
              <a:buFont typeface="Calibri"/>
              <a:buChar char="●"/>
              <a:tabLst>
                <a:tab algn="l" pos="0"/>
              </a:tabLst>
            </a:pPr>
            <a:r>
              <a:rPr b="0" lang="en" sz="1600" spc="-1" strike="noStrike">
                <a:solidFill>
                  <a:schemeClr val="dk1"/>
                </a:solidFill>
                <a:latin typeface="Calibri"/>
                <a:ea typeface="Calibri"/>
              </a:rPr>
              <a:t>The prediction model essentially compares the extracted features of each movie/series to the user's profile, identifying those that best match their preferences.</a:t>
            </a:r>
            <a:endParaRPr b="0" lang="en-US" sz="1600" spc="-1" strike="noStrike">
              <a:solidFill>
                <a:srgbClr val="000000"/>
              </a:solidFill>
              <a:latin typeface="Arial"/>
            </a:endParaRPr>
          </a:p>
          <a:p>
            <a:pPr indent="0">
              <a:lnSpc>
                <a:spcPct val="111000"/>
              </a:lnSpc>
              <a:spcBef>
                <a:spcPts val="1199"/>
              </a:spcBef>
              <a:buNone/>
              <a:tabLst>
                <a:tab algn="l" pos="0"/>
              </a:tabLst>
            </a:pP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4" name="PlaceHolder 1"/>
          <p:cNvSpPr>
            <a:spLocks noGrp="1"/>
          </p:cNvSpPr>
          <p:nvPr>
            <p:ph/>
          </p:nvPr>
        </p:nvSpPr>
        <p:spPr>
          <a:xfrm>
            <a:off x="0" y="144360"/>
            <a:ext cx="8853120" cy="4841640"/>
          </a:xfrm>
          <a:prstGeom prst="rect">
            <a:avLst/>
          </a:prstGeom>
          <a:noFill/>
          <a:ln w="0">
            <a:noFill/>
          </a:ln>
        </p:spPr>
        <p:txBody>
          <a:bodyPr lIns="91440" rIns="91440" tIns="45720" bIns="45720" anchor="t">
            <a:normAutofit fontScale="93441" lnSpcReduction="10000"/>
          </a:bodyPr>
          <a:p>
            <a:pPr indent="0">
              <a:lnSpc>
                <a:spcPct val="115000"/>
              </a:lnSpc>
              <a:buNone/>
              <a:tabLst>
                <a:tab algn="l" pos="0"/>
              </a:tabLst>
            </a:pPr>
            <a:r>
              <a:rPr b="0" lang="en" sz="1600" spc="-1" strike="noStrike">
                <a:solidFill>
                  <a:schemeClr val="dk1"/>
                </a:solidFill>
                <a:latin typeface="Calibri"/>
                <a:ea typeface="Calibri"/>
              </a:rPr>
              <a:t>5. Refinement and Ranking:</a:t>
            </a:r>
            <a:endParaRPr b="0" lang="en-US" sz="1600" spc="-1" strike="noStrike">
              <a:solidFill>
                <a:srgbClr val="000000"/>
              </a:solidFill>
              <a:latin typeface="Arial"/>
            </a:endParaRPr>
          </a:p>
          <a:p>
            <a:pPr marL="457200" indent="-330120">
              <a:lnSpc>
                <a:spcPct val="115000"/>
              </a:lnSpc>
              <a:spcBef>
                <a:spcPts val="1199"/>
              </a:spcBef>
              <a:buClr>
                <a:srgbClr val="000000"/>
              </a:buClr>
              <a:buFont typeface="Calibri"/>
              <a:buChar char="●"/>
              <a:tabLst>
                <a:tab algn="l" pos="0"/>
              </a:tabLst>
            </a:pPr>
            <a:r>
              <a:rPr b="0" lang="en" sz="1600" spc="-1" strike="noStrike">
                <a:solidFill>
                  <a:schemeClr val="dk1"/>
                </a:solidFill>
                <a:latin typeface="Calibri"/>
                <a:ea typeface="Calibri"/>
              </a:rPr>
              <a:t>The initial recommendations generated by the prediction model might be further refined based on additional factors:</a:t>
            </a:r>
            <a:endParaRPr b="0" lang="en-US" sz="1600" spc="-1" strike="noStrike">
              <a:solidFill>
                <a:srgbClr val="000000"/>
              </a:solidFill>
              <a:latin typeface="Arial"/>
            </a:endParaRPr>
          </a:p>
          <a:p>
            <a:pPr lvl="1" marL="914400" indent="-330120">
              <a:lnSpc>
                <a:spcPct val="115000"/>
              </a:lnSpc>
              <a:buClr>
                <a:srgbClr val="000000"/>
              </a:buClr>
              <a:buFont typeface="Calibri"/>
              <a:buChar char="●"/>
              <a:tabLst>
                <a:tab algn="l" pos="0"/>
              </a:tabLst>
            </a:pPr>
            <a:r>
              <a:rPr b="0" lang="en" sz="1600" spc="-1" strike="noStrike">
                <a:solidFill>
                  <a:schemeClr val="dk1"/>
                </a:solidFill>
                <a:latin typeface="Calibri"/>
                <a:ea typeface="Calibri"/>
              </a:rPr>
              <a:t>Popularity: Popular movies/series with high ratings might be prioritized.</a:t>
            </a:r>
            <a:endParaRPr b="0" lang="en-US" sz="1600" spc="-1" strike="noStrike">
              <a:solidFill>
                <a:srgbClr val="000000"/>
              </a:solidFill>
              <a:latin typeface="Arial"/>
            </a:endParaRPr>
          </a:p>
          <a:p>
            <a:pPr lvl="1" marL="914400" indent="-330120">
              <a:lnSpc>
                <a:spcPct val="115000"/>
              </a:lnSpc>
              <a:buClr>
                <a:srgbClr val="000000"/>
              </a:buClr>
              <a:buFont typeface="Calibri"/>
              <a:buChar char="●"/>
              <a:tabLst>
                <a:tab algn="l" pos="0"/>
              </a:tabLst>
            </a:pPr>
            <a:r>
              <a:rPr b="0" lang="en" sz="1600" spc="-1" strike="noStrike">
                <a:solidFill>
                  <a:schemeClr val="dk1"/>
                </a:solidFill>
                <a:latin typeface="Calibri"/>
                <a:ea typeface="Calibri"/>
              </a:rPr>
              <a:t>Novelty: Recommending new and interesting content can be beneficial to avoid boredom.</a:t>
            </a:r>
            <a:endParaRPr b="0" lang="en-US" sz="1600" spc="-1" strike="noStrike">
              <a:solidFill>
                <a:srgbClr val="000000"/>
              </a:solidFill>
              <a:latin typeface="Arial"/>
            </a:endParaRPr>
          </a:p>
          <a:p>
            <a:pPr lvl="1" marL="914400" indent="-330120">
              <a:lnSpc>
                <a:spcPct val="115000"/>
              </a:lnSpc>
              <a:buClr>
                <a:srgbClr val="000000"/>
              </a:buClr>
              <a:buFont typeface="Calibri"/>
              <a:buChar char="●"/>
              <a:tabLst>
                <a:tab algn="l" pos="0"/>
              </a:tabLst>
            </a:pPr>
            <a:r>
              <a:rPr b="0" lang="en" sz="1600" spc="-1" strike="noStrike">
                <a:solidFill>
                  <a:schemeClr val="dk1"/>
                </a:solidFill>
                <a:latin typeface="Calibri"/>
                <a:ea typeface="Calibri"/>
              </a:rPr>
              <a:t>Diversity: Presenting a diverse range of options based on genre, theme etc can broaden the user's horizons.</a:t>
            </a:r>
            <a:endParaRPr b="0" lang="en-US" sz="1600" spc="-1" strike="noStrike">
              <a:solidFill>
                <a:srgbClr val="000000"/>
              </a:solidFill>
              <a:latin typeface="Arial"/>
            </a:endParaRPr>
          </a:p>
          <a:p>
            <a:pPr indent="0">
              <a:lnSpc>
                <a:spcPct val="115000"/>
              </a:lnSpc>
              <a:spcBef>
                <a:spcPts val="1199"/>
              </a:spcBef>
              <a:buNone/>
              <a:tabLst>
                <a:tab algn="l" pos="0"/>
              </a:tabLst>
            </a:pPr>
            <a:r>
              <a:rPr b="0" lang="en" sz="1600" spc="-1" strike="noStrike">
                <a:solidFill>
                  <a:schemeClr val="dk1"/>
                </a:solidFill>
                <a:latin typeface="Calibri"/>
                <a:ea typeface="Calibri"/>
              </a:rPr>
              <a:t>6. Recommendation Delivery:</a:t>
            </a:r>
            <a:endParaRPr b="0" lang="en-US" sz="1600" spc="-1" strike="noStrike">
              <a:solidFill>
                <a:srgbClr val="000000"/>
              </a:solidFill>
              <a:latin typeface="Arial"/>
            </a:endParaRPr>
          </a:p>
          <a:p>
            <a:pPr marL="457200" indent="-330120">
              <a:lnSpc>
                <a:spcPct val="115000"/>
              </a:lnSpc>
              <a:spcBef>
                <a:spcPts val="1199"/>
              </a:spcBef>
              <a:buClr>
                <a:srgbClr val="000000"/>
              </a:buClr>
              <a:buFont typeface="Calibri"/>
              <a:buChar char="●"/>
              <a:tabLst>
                <a:tab algn="l" pos="0"/>
              </a:tabLst>
            </a:pPr>
            <a:r>
              <a:rPr b="0" lang="en" sz="1600" spc="-1" strike="noStrike">
                <a:solidFill>
                  <a:schemeClr val="dk1"/>
                </a:solidFill>
                <a:latin typeface="Calibri"/>
                <a:ea typeface="Calibri"/>
              </a:rPr>
              <a:t>The system presents the final recommendations to the user through various interfaces, such as personalized recommendation lists, streaming service interfaces, or online platforms.</a:t>
            </a:r>
            <a:endParaRPr b="0" lang="en-US" sz="1600" spc="-1" strike="noStrike">
              <a:solidFill>
                <a:srgbClr val="000000"/>
              </a:solidFill>
              <a:latin typeface="Arial"/>
            </a:endParaRPr>
          </a:p>
          <a:p>
            <a:pPr indent="0">
              <a:lnSpc>
                <a:spcPct val="115000"/>
              </a:lnSpc>
              <a:spcBef>
                <a:spcPts val="1199"/>
              </a:spcBef>
              <a:buNone/>
              <a:tabLst>
                <a:tab algn="l" pos="0"/>
              </a:tabLst>
            </a:pPr>
            <a:r>
              <a:rPr b="0" lang="en" sz="1600" spc="-1" strike="noStrike">
                <a:solidFill>
                  <a:schemeClr val="dk1"/>
                </a:solidFill>
                <a:latin typeface="Calibri"/>
                <a:ea typeface="Calibri"/>
              </a:rPr>
              <a:t>This is a simplified overview, and the specific implementation details might vary depending on the chosen tools and algorithms. However, the core principles remain the same: using BERT to understand content and extract features, using MLP to learn user preferences, and combining these insights to generate personalized recommendations for each user.</a:t>
            </a:r>
            <a:endParaRPr b="0" lang="en-US" sz="1600" spc="-1" strike="noStrike">
              <a:solidFill>
                <a:srgbClr val="000000"/>
              </a:solidFill>
              <a:latin typeface="Arial"/>
            </a:endParaRPr>
          </a:p>
          <a:p>
            <a:pPr indent="0">
              <a:lnSpc>
                <a:spcPct val="111000"/>
              </a:lnSpc>
              <a:spcBef>
                <a:spcPts val="930"/>
              </a:spcBef>
              <a:buNone/>
              <a:tabLst>
                <a:tab algn="l" pos="0"/>
              </a:tabLst>
            </a:pP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5" name="PlaceHolder 1"/>
          <p:cNvSpPr>
            <a:spLocks noGrp="1"/>
          </p:cNvSpPr>
          <p:nvPr>
            <p:ph type="title"/>
          </p:nvPr>
        </p:nvSpPr>
        <p:spPr>
          <a:xfrm>
            <a:off x="2104920" y="426240"/>
            <a:ext cx="6672960" cy="1170360"/>
          </a:xfrm>
          <a:prstGeom prst="rect">
            <a:avLst/>
          </a:prstGeom>
          <a:noFill/>
          <a:ln w="0">
            <a:noFill/>
          </a:ln>
        </p:spPr>
        <p:txBody>
          <a:bodyPr lIns="91440" rIns="91440" tIns="45720" bIns="45720" anchor="t">
            <a:normAutofit/>
          </a:bodyPr>
          <a:p>
            <a:pPr indent="0">
              <a:lnSpc>
                <a:spcPct val="99000"/>
              </a:lnSpc>
              <a:buNone/>
              <a:tabLst>
                <a:tab algn="l" pos="0"/>
              </a:tabLst>
            </a:pPr>
            <a:r>
              <a:rPr b="0" lang="en" sz="3800" spc="-1" strike="noStrike">
                <a:solidFill>
                  <a:srgbClr val="464b56"/>
                </a:solidFill>
                <a:latin typeface="Century Schoolbook"/>
                <a:ea typeface="Century Schoolbook"/>
              </a:rPr>
              <a:t>STEPS INVOLVED</a:t>
            </a:r>
            <a:endParaRPr b="0" lang="en-US" sz="3800" spc="-1" strike="noStrike">
              <a:solidFill>
                <a:srgbClr val="000000"/>
              </a:solidFill>
              <a:latin typeface="Arial"/>
            </a:endParaRPr>
          </a:p>
        </p:txBody>
      </p:sp>
      <p:sp>
        <p:nvSpPr>
          <p:cNvPr id="176" name="PlaceHolder 2"/>
          <p:cNvSpPr>
            <a:spLocks noGrp="1"/>
          </p:cNvSpPr>
          <p:nvPr>
            <p:ph/>
          </p:nvPr>
        </p:nvSpPr>
        <p:spPr>
          <a:xfrm>
            <a:off x="103320" y="1717200"/>
            <a:ext cx="8947080" cy="3340800"/>
          </a:xfrm>
          <a:prstGeom prst="rect">
            <a:avLst/>
          </a:prstGeom>
          <a:noFill/>
          <a:ln w="0">
            <a:noFill/>
          </a:ln>
        </p:spPr>
        <p:txBody>
          <a:bodyPr lIns="91440" rIns="91440" tIns="45720" bIns="45720" anchor="t">
            <a:noAutofit/>
          </a:bodyPr>
          <a:p>
            <a:pPr indent="0">
              <a:lnSpc>
                <a:spcPct val="115000"/>
              </a:lnSpc>
              <a:buNone/>
              <a:tabLst>
                <a:tab algn="l" pos="0"/>
              </a:tabLst>
            </a:pPr>
            <a:r>
              <a:rPr b="0" lang="en" sz="1600" spc="-1" strike="noStrike">
                <a:solidFill>
                  <a:schemeClr val="dk1"/>
                </a:solidFill>
                <a:latin typeface="Calibri"/>
                <a:ea typeface="Calibri"/>
              </a:rPr>
              <a:t>There are several steps involved in making a movie/series recommendation system using BERT and MLP:</a:t>
            </a:r>
            <a:endParaRPr b="0" lang="en-US" sz="1600" spc="-1" strike="noStrike">
              <a:solidFill>
                <a:srgbClr val="000000"/>
              </a:solidFill>
              <a:latin typeface="Arial"/>
            </a:endParaRPr>
          </a:p>
          <a:p>
            <a:pPr indent="0">
              <a:lnSpc>
                <a:spcPct val="115000"/>
              </a:lnSpc>
              <a:buNone/>
              <a:tabLst>
                <a:tab algn="l" pos="0"/>
              </a:tabLst>
            </a:pPr>
            <a:r>
              <a:rPr b="0" lang="en" sz="1600" spc="-1" strike="noStrike">
                <a:solidFill>
                  <a:schemeClr val="dk1"/>
                </a:solidFill>
                <a:latin typeface="Calibri"/>
                <a:ea typeface="Calibri"/>
              </a:rPr>
              <a:t>1. Data Collection:</a:t>
            </a:r>
            <a:endParaRPr b="0" lang="en-US" sz="1600" spc="-1" strike="noStrike">
              <a:solidFill>
                <a:srgbClr val="000000"/>
              </a:solidFill>
              <a:latin typeface="Arial"/>
            </a:endParaRPr>
          </a:p>
          <a:p>
            <a:pPr marL="457200" indent="-330120">
              <a:lnSpc>
                <a:spcPct val="115000"/>
              </a:lnSpc>
              <a:spcBef>
                <a:spcPts val="1199"/>
              </a:spcBef>
              <a:buClr>
                <a:srgbClr val="000000"/>
              </a:buClr>
              <a:buFont typeface="Calibri"/>
              <a:buChar char="●"/>
              <a:tabLst>
                <a:tab algn="l" pos="0"/>
              </a:tabLst>
            </a:pPr>
            <a:r>
              <a:rPr b="0" lang="en" sz="1600" spc="-1" strike="noStrike">
                <a:solidFill>
                  <a:schemeClr val="dk1"/>
                </a:solidFill>
                <a:latin typeface="Calibri"/>
                <a:ea typeface="Calibri"/>
              </a:rPr>
              <a:t>Movie/series data:</a:t>
            </a:r>
            <a:endParaRPr b="0" lang="en-US" sz="1600" spc="-1" strike="noStrike">
              <a:solidFill>
                <a:srgbClr val="000000"/>
              </a:solidFill>
              <a:latin typeface="Arial"/>
            </a:endParaRPr>
          </a:p>
          <a:p>
            <a:pPr lvl="1" marL="914400" indent="-330120">
              <a:lnSpc>
                <a:spcPct val="115000"/>
              </a:lnSpc>
              <a:buClr>
                <a:srgbClr val="000000"/>
              </a:buClr>
              <a:buFont typeface="Calibri"/>
              <a:buChar char="●"/>
              <a:tabLst>
                <a:tab algn="l" pos="0"/>
              </a:tabLst>
            </a:pPr>
            <a:r>
              <a:rPr b="0" lang="en" sz="1600" spc="-1" strike="noStrike">
                <a:solidFill>
                  <a:schemeClr val="dk1"/>
                </a:solidFill>
                <a:latin typeface="Calibri"/>
                <a:ea typeface="Calibri"/>
              </a:rPr>
              <a:t>Obtain movie/series information from online databases like TMDB, IMDB, or OpenSubtitles.</a:t>
            </a:r>
            <a:endParaRPr b="0" lang="en-US" sz="1600" spc="-1" strike="noStrike">
              <a:solidFill>
                <a:srgbClr val="000000"/>
              </a:solidFill>
              <a:latin typeface="Arial"/>
            </a:endParaRPr>
          </a:p>
          <a:p>
            <a:pPr lvl="1" marL="914400" indent="-330120">
              <a:lnSpc>
                <a:spcPct val="115000"/>
              </a:lnSpc>
              <a:buClr>
                <a:srgbClr val="000000"/>
              </a:buClr>
              <a:buFont typeface="Calibri"/>
              <a:buChar char="●"/>
              <a:tabLst>
                <a:tab algn="l" pos="0"/>
              </a:tabLst>
            </a:pPr>
            <a:r>
              <a:rPr b="0" lang="en" sz="1600" spc="-1" strike="noStrike">
                <a:solidFill>
                  <a:schemeClr val="dk1"/>
                </a:solidFill>
                <a:latin typeface="Calibri"/>
                <a:ea typeface="Calibri"/>
              </a:rPr>
              <a:t>Collect data such as titles, descriptions, genres, directors, actors, release dates, and user ratings.</a:t>
            </a:r>
            <a:endParaRPr b="0" lang="en-US" sz="1600" spc="-1" strike="noStrike">
              <a:solidFill>
                <a:srgbClr val="000000"/>
              </a:solidFill>
              <a:latin typeface="Arial"/>
            </a:endParaRPr>
          </a:p>
          <a:p>
            <a:pPr lvl="1" marL="914400" indent="-330120">
              <a:lnSpc>
                <a:spcPct val="115000"/>
              </a:lnSpc>
              <a:buClr>
                <a:srgbClr val="000000"/>
              </a:buClr>
              <a:buFont typeface="Calibri"/>
              <a:buChar char="●"/>
              <a:tabLst>
                <a:tab algn="l" pos="0"/>
              </a:tabLst>
            </a:pPr>
            <a:r>
              <a:rPr b="0" lang="en" sz="1600" spc="-1" strike="noStrike">
                <a:solidFill>
                  <a:schemeClr val="dk1"/>
                </a:solidFill>
                <a:latin typeface="Calibri"/>
                <a:ea typeface="Calibri"/>
              </a:rPr>
              <a:t>Scrape reviews from websites or utilize public review datasets.</a:t>
            </a:r>
            <a:endParaRPr b="0" lang="en-US" sz="1600" spc="-1" strike="noStrike">
              <a:solidFill>
                <a:srgbClr val="000000"/>
              </a:solidFill>
              <a:latin typeface="Arial"/>
            </a:endParaRPr>
          </a:p>
          <a:p>
            <a:pPr marL="457200" indent="-330120">
              <a:lnSpc>
                <a:spcPct val="115000"/>
              </a:lnSpc>
              <a:buClr>
                <a:srgbClr val="000000"/>
              </a:buClr>
              <a:buFont typeface="Calibri"/>
              <a:buChar char="●"/>
              <a:tabLst>
                <a:tab algn="l" pos="0"/>
              </a:tabLst>
            </a:pPr>
            <a:r>
              <a:rPr b="0" lang="en" sz="1600" spc="-1" strike="noStrike">
                <a:solidFill>
                  <a:schemeClr val="dk1"/>
                </a:solidFill>
                <a:latin typeface="Calibri"/>
                <a:ea typeface="Calibri"/>
              </a:rPr>
              <a:t>User data:</a:t>
            </a:r>
            <a:endParaRPr b="0" lang="en-US" sz="1600" spc="-1" strike="noStrike">
              <a:solidFill>
                <a:srgbClr val="000000"/>
              </a:solidFill>
              <a:latin typeface="Arial"/>
            </a:endParaRPr>
          </a:p>
          <a:p>
            <a:pPr lvl="1" marL="914400" indent="-330120">
              <a:lnSpc>
                <a:spcPct val="115000"/>
              </a:lnSpc>
              <a:buClr>
                <a:srgbClr val="000000"/>
              </a:buClr>
              <a:buFont typeface="Calibri"/>
              <a:buChar char="●"/>
              <a:tabLst>
                <a:tab algn="l" pos="0"/>
              </a:tabLst>
            </a:pPr>
            <a:r>
              <a:rPr b="0" lang="en" sz="1600" spc="-1" strike="noStrike">
                <a:solidFill>
                  <a:schemeClr val="dk1"/>
                </a:solidFill>
                <a:latin typeface="Calibri"/>
                <a:ea typeface="Calibri"/>
              </a:rPr>
              <a:t>Collect user demographics, viewing history, ratings, and preferences through surveys, user profiles, or tracking user activity on the system.</a:t>
            </a:r>
            <a:endParaRPr b="0" lang="en-US" sz="1600" spc="-1" strike="noStrike">
              <a:solidFill>
                <a:srgbClr val="000000"/>
              </a:solidFill>
              <a:latin typeface="Arial"/>
            </a:endParaRPr>
          </a:p>
          <a:p>
            <a:pPr indent="0">
              <a:lnSpc>
                <a:spcPct val="111000"/>
              </a:lnSpc>
              <a:spcBef>
                <a:spcPts val="1199"/>
              </a:spcBef>
              <a:buNone/>
              <a:tabLst>
                <a:tab algn="l" pos="0"/>
              </a:tabLst>
            </a:pP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7" name="PlaceHolder 1"/>
          <p:cNvSpPr>
            <a:spLocks noGrp="1"/>
          </p:cNvSpPr>
          <p:nvPr>
            <p:ph/>
          </p:nvPr>
        </p:nvSpPr>
        <p:spPr>
          <a:xfrm>
            <a:off x="155520" y="103320"/>
            <a:ext cx="8988120" cy="4944600"/>
          </a:xfrm>
          <a:prstGeom prst="rect">
            <a:avLst/>
          </a:prstGeom>
          <a:noFill/>
          <a:ln w="0">
            <a:noFill/>
          </a:ln>
        </p:spPr>
        <p:txBody>
          <a:bodyPr lIns="91440" rIns="91440" tIns="45720" bIns="45720" anchor="t">
            <a:normAutofit/>
          </a:bodyPr>
          <a:p>
            <a:pPr indent="0">
              <a:lnSpc>
                <a:spcPct val="115000"/>
              </a:lnSpc>
              <a:buNone/>
              <a:tabLst>
                <a:tab algn="l" pos="0"/>
              </a:tabLst>
            </a:pPr>
            <a:r>
              <a:rPr b="0" lang="en" sz="1600" spc="-1" strike="noStrike">
                <a:solidFill>
                  <a:schemeClr val="dk1"/>
                </a:solidFill>
                <a:latin typeface="Calibri"/>
                <a:ea typeface="Calibri"/>
              </a:rPr>
              <a:t>2. Data Preprocessing:</a:t>
            </a:r>
            <a:endParaRPr b="0" lang="en-US" sz="1600" spc="-1" strike="noStrike">
              <a:solidFill>
                <a:srgbClr val="000000"/>
              </a:solidFill>
              <a:latin typeface="Arial"/>
            </a:endParaRPr>
          </a:p>
          <a:p>
            <a:pPr marL="457200" indent="-330120">
              <a:lnSpc>
                <a:spcPct val="115000"/>
              </a:lnSpc>
              <a:spcBef>
                <a:spcPts val="1199"/>
              </a:spcBef>
              <a:buClr>
                <a:srgbClr val="000000"/>
              </a:buClr>
              <a:buFont typeface="Calibri"/>
              <a:buChar char="●"/>
              <a:tabLst>
                <a:tab algn="l" pos="0"/>
              </a:tabLst>
            </a:pPr>
            <a:r>
              <a:rPr b="0" lang="en" sz="1600" spc="-1" strike="noStrike">
                <a:solidFill>
                  <a:schemeClr val="dk1"/>
                </a:solidFill>
                <a:latin typeface="Calibri"/>
                <a:ea typeface="Calibri"/>
              </a:rPr>
              <a:t>Clean and filter data: Remove duplicates, missing values, and irrelevant information.</a:t>
            </a:r>
            <a:endParaRPr b="0" lang="en-US" sz="1600" spc="-1" strike="noStrike">
              <a:solidFill>
                <a:srgbClr val="000000"/>
              </a:solidFill>
              <a:latin typeface="Arial"/>
            </a:endParaRPr>
          </a:p>
          <a:p>
            <a:pPr marL="457200" indent="-330120">
              <a:lnSpc>
                <a:spcPct val="115000"/>
              </a:lnSpc>
              <a:buClr>
                <a:srgbClr val="000000"/>
              </a:buClr>
              <a:buFont typeface="Calibri"/>
              <a:buChar char="●"/>
              <a:tabLst>
                <a:tab algn="l" pos="0"/>
              </a:tabLst>
            </a:pPr>
            <a:r>
              <a:rPr b="0" lang="en" sz="1600" spc="-1" strike="noStrike">
                <a:solidFill>
                  <a:schemeClr val="dk1"/>
                </a:solidFill>
                <a:latin typeface="Calibri"/>
                <a:ea typeface="Calibri"/>
              </a:rPr>
              <a:t>Preprocess text data: Apply techniques like tokenization, stemming, and lemmatization to prepare text for BERT processing.</a:t>
            </a:r>
            <a:endParaRPr b="0" lang="en-US" sz="1600" spc="-1" strike="noStrike">
              <a:solidFill>
                <a:srgbClr val="000000"/>
              </a:solidFill>
              <a:latin typeface="Arial"/>
            </a:endParaRPr>
          </a:p>
          <a:p>
            <a:pPr marL="457200" indent="-330120">
              <a:lnSpc>
                <a:spcPct val="115000"/>
              </a:lnSpc>
              <a:buClr>
                <a:srgbClr val="000000"/>
              </a:buClr>
              <a:buFont typeface="Calibri"/>
              <a:buChar char="●"/>
              <a:tabLst>
                <a:tab algn="l" pos="0"/>
              </a:tabLst>
            </a:pPr>
            <a:r>
              <a:rPr b="0" lang="en" sz="1600" spc="-1" strike="noStrike">
                <a:solidFill>
                  <a:schemeClr val="dk1"/>
                </a:solidFill>
                <a:latin typeface="Calibri"/>
                <a:ea typeface="Calibri"/>
              </a:rPr>
              <a:t>Encode categorical features: Convert categorical data like genres and directors into numerical representations.</a:t>
            </a:r>
            <a:endParaRPr b="0" lang="en-US" sz="1600" spc="-1" strike="noStrike">
              <a:solidFill>
                <a:srgbClr val="000000"/>
              </a:solidFill>
              <a:latin typeface="Arial"/>
            </a:endParaRPr>
          </a:p>
          <a:p>
            <a:pPr marL="457200" indent="-330120">
              <a:lnSpc>
                <a:spcPct val="115000"/>
              </a:lnSpc>
              <a:buClr>
                <a:srgbClr val="000000"/>
              </a:buClr>
              <a:buFont typeface="Calibri"/>
              <a:buChar char="●"/>
              <a:tabLst>
                <a:tab algn="l" pos="0"/>
              </a:tabLst>
            </a:pPr>
            <a:r>
              <a:rPr b="0" lang="en" sz="1600" spc="-1" strike="noStrike">
                <a:solidFill>
                  <a:schemeClr val="dk1"/>
                </a:solidFill>
                <a:latin typeface="Calibri"/>
                <a:ea typeface="Calibri"/>
              </a:rPr>
              <a:t>Feature engineering: Create additional features based on domain knowledge or user behavior analysis.</a:t>
            </a:r>
            <a:endParaRPr b="0" lang="en-US" sz="1600" spc="-1" strike="noStrike">
              <a:solidFill>
                <a:srgbClr val="000000"/>
              </a:solidFill>
              <a:latin typeface="Arial"/>
            </a:endParaRPr>
          </a:p>
          <a:p>
            <a:pPr indent="0">
              <a:lnSpc>
                <a:spcPct val="115000"/>
              </a:lnSpc>
              <a:spcBef>
                <a:spcPts val="1199"/>
              </a:spcBef>
              <a:buNone/>
              <a:tabLst>
                <a:tab algn="l" pos="0"/>
              </a:tabLst>
            </a:pPr>
            <a:r>
              <a:rPr b="0" lang="en" sz="1600" spc="-1" strike="noStrike">
                <a:solidFill>
                  <a:schemeClr val="dk1"/>
                </a:solidFill>
                <a:latin typeface="Calibri"/>
                <a:ea typeface="Calibri"/>
              </a:rPr>
              <a:t>3. BERT Feature Extraction:</a:t>
            </a:r>
            <a:endParaRPr b="0" lang="en-US" sz="1600" spc="-1" strike="noStrike">
              <a:solidFill>
                <a:srgbClr val="000000"/>
              </a:solidFill>
              <a:latin typeface="Arial"/>
            </a:endParaRPr>
          </a:p>
          <a:p>
            <a:pPr marL="457200" indent="-330120">
              <a:lnSpc>
                <a:spcPct val="115000"/>
              </a:lnSpc>
              <a:spcBef>
                <a:spcPts val="1199"/>
              </a:spcBef>
              <a:buClr>
                <a:srgbClr val="000000"/>
              </a:buClr>
              <a:buFont typeface="Calibri"/>
              <a:buChar char="●"/>
              <a:tabLst>
                <a:tab algn="l" pos="0"/>
              </a:tabLst>
            </a:pPr>
            <a:r>
              <a:rPr b="0" lang="en" sz="1600" spc="-1" strike="noStrike">
                <a:solidFill>
                  <a:schemeClr val="dk1"/>
                </a:solidFill>
                <a:latin typeface="Calibri"/>
                <a:ea typeface="Calibri"/>
              </a:rPr>
              <a:t>Train or fine-tune a pre-trained BERT model on the text data (movie/series descriptions and reviews).</a:t>
            </a:r>
            <a:endParaRPr b="0" lang="en-US" sz="1600" spc="-1" strike="noStrike">
              <a:solidFill>
                <a:srgbClr val="000000"/>
              </a:solidFill>
              <a:latin typeface="Arial"/>
            </a:endParaRPr>
          </a:p>
          <a:p>
            <a:pPr marL="457200" indent="-330120">
              <a:lnSpc>
                <a:spcPct val="115000"/>
              </a:lnSpc>
              <a:buClr>
                <a:srgbClr val="000000"/>
              </a:buClr>
              <a:buFont typeface="Calibri"/>
              <a:buChar char="●"/>
              <a:tabLst>
                <a:tab algn="l" pos="0"/>
              </a:tabLst>
            </a:pPr>
            <a:r>
              <a:rPr b="0" lang="en" sz="1600" spc="-1" strike="noStrike">
                <a:solidFill>
                  <a:schemeClr val="dk1"/>
                </a:solidFill>
                <a:latin typeface="Calibri"/>
                <a:ea typeface="Calibri"/>
              </a:rPr>
              <a:t>Extract features from the BERT model that capture the content, themes, sentiment, and other relevant information about each movie/series.</a:t>
            </a:r>
            <a:endParaRPr b="0" lang="en-US" sz="1600" spc="-1" strike="noStrike">
              <a:solidFill>
                <a:srgbClr val="000000"/>
              </a:solidFill>
              <a:latin typeface="Arial"/>
            </a:endParaRPr>
          </a:p>
          <a:p>
            <a:pPr marL="457200" indent="-330120">
              <a:lnSpc>
                <a:spcPct val="115000"/>
              </a:lnSpc>
              <a:buClr>
                <a:srgbClr val="000000"/>
              </a:buClr>
              <a:buFont typeface="Calibri"/>
              <a:buChar char="●"/>
              <a:tabLst>
                <a:tab algn="l" pos="0"/>
              </a:tabLst>
            </a:pPr>
            <a:r>
              <a:rPr b="0" lang="en" sz="1600" spc="-1" strike="noStrike">
                <a:solidFill>
                  <a:schemeClr val="dk1"/>
                </a:solidFill>
                <a:latin typeface="Calibri"/>
                <a:ea typeface="Calibri"/>
              </a:rPr>
              <a:t>These features can be word embeddings, sentence embeddings, or pooled representations generated by the BERT model.</a:t>
            </a:r>
            <a:endParaRPr b="0" lang="en-US" sz="1600" spc="-1" strike="noStrike">
              <a:solidFill>
                <a:srgbClr val="000000"/>
              </a:solidFill>
              <a:latin typeface="Arial"/>
            </a:endParaRPr>
          </a:p>
          <a:p>
            <a:pPr indent="0">
              <a:lnSpc>
                <a:spcPct val="111000"/>
              </a:lnSpc>
              <a:spcBef>
                <a:spcPts val="1199"/>
              </a:spcBef>
              <a:buNone/>
              <a:tabLst>
                <a:tab algn="l" pos="0"/>
              </a:tabLst>
            </a:pP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8" name="PlaceHolder 1"/>
          <p:cNvSpPr>
            <a:spLocks noGrp="1"/>
          </p:cNvSpPr>
          <p:nvPr>
            <p:ph/>
          </p:nvPr>
        </p:nvSpPr>
        <p:spPr>
          <a:xfrm>
            <a:off x="155520" y="82440"/>
            <a:ext cx="8988120" cy="4986000"/>
          </a:xfrm>
          <a:prstGeom prst="rect">
            <a:avLst/>
          </a:prstGeom>
          <a:noFill/>
          <a:ln w="0">
            <a:noFill/>
          </a:ln>
        </p:spPr>
        <p:txBody>
          <a:bodyPr lIns="91440" rIns="91440" tIns="45720" bIns="45720" anchor="t">
            <a:normAutofit/>
          </a:bodyPr>
          <a:p>
            <a:pPr indent="0">
              <a:lnSpc>
                <a:spcPct val="115000"/>
              </a:lnSpc>
              <a:buNone/>
              <a:tabLst>
                <a:tab algn="l" pos="0"/>
              </a:tabLst>
            </a:pPr>
            <a:r>
              <a:rPr b="0" lang="en" sz="1600" spc="-1" strike="noStrike">
                <a:solidFill>
                  <a:schemeClr val="dk1"/>
                </a:solidFill>
                <a:latin typeface="Calibri"/>
                <a:ea typeface="Calibri"/>
              </a:rPr>
              <a:t>4. User Preference Modelling:</a:t>
            </a:r>
            <a:endParaRPr b="0" lang="en-US" sz="1600" spc="-1" strike="noStrike">
              <a:solidFill>
                <a:srgbClr val="000000"/>
              </a:solidFill>
              <a:latin typeface="Arial"/>
            </a:endParaRPr>
          </a:p>
          <a:p>
            <a:pPr marL="457200" indent="-330120">
              <a:lnSpc>
                <a:spcPct val="115000"/>
              </a:lnSpc>
              <a:spcBef>
                <a:spcPts val="1199"/>
              </a:spcBef>
              <a:buClr>
                <a:srgbClr val="000000"/>
              </a:buClr>
              <a:buFont typeface="Calibri"/>
              <a:buChar char="●"/>
              <a:tabLst>
                <a:tab algn="l" pos="0"/>
              </a:tabLst>
            </a:pPr>
            <a:r>
              <a:rPr b="0" lang="en" sz="1600" spc="-1" strike="noStrike">
                <a:solidFill>
                  <a:schemeClr val="dk1"/>
                </a:solidFill>
                <a:latin typeface="Calibri"/>
                <a:ea typeface="Calibri"/>
              </a:rPr>
              <a:t>Train an MLP model on the user data, including features like demographics, viewing history, and ratings.</a:t>
            </a:r>
            <a:endParaRPr b="0" lang="en-US" sz="1600" spc="-1" strike="noStrike">
              <a:solidFill>
                <a:srgbClr val="000000"/>
              </a:solidFill>
              <a:latin typeface="Arial"/>
            </a:endParaRPr>
          </a:p>
          <a:p>
            <a:pPr marL="457200" indent="-330120">
              <a:lnSpc>
                <a:spcPct val="115000"/>
              </a:lnSpc>
              <a:buClr>
                <a:srgbClr val="000000"/>
              </a:buClr>
              <a:buFont typeface="Calibri"/>
              <a:buChar char="●"/>
              <a:tabLst>
                <a:tab algn="l" pos="0"/>
              </a:tabLst>
            </a:pPr>
            <a:r>
              <a:rPr b="0" lang="en" sz="1600" spc="-1" strike="noStrike">
                <a:solidFill>
                  <a:schemeClr val="dk1"/>
                </a:solidFill>
                <a:latin typeface="Calibri"/>
                <a:ea typeface="Calibri"/>
              </a:rPr>
              <a:t>The MLP learns the relationships between these features and user preferences for different types of movies/series.</a:t>
            </a:r>
            <a:endParaRPr b="0" lang="en-US" sz="1600" spc="-1" strike="noStrike">
              <a:solidFill>
                <a:srgbClr val="000000"/>
              </a:solidFill>
              <a:latin typeface="Arial"/>
            </a:endParaRPr>
          </a:p>
          <a:p>
            <a:pPr marL="457200" indent="-330120">
              <a:lnSpc>
                <a:spcPct val="115000"/>
              </a:lnSpc>
              <a:buClr>
                <a:srgbClr val="000000"/>
              </a:buClr>
              <a:buFont typeface="Calibri"/>
              <a:buChar char="●"/>
              <a:tabLst>
                <a:tab algn="l" pos="0"/>
              </a:tabLst>
            </a:pPr>
            <a:r>
              <a:rPr b="0" lang="en" sz="1600" spc="-1" strike="noStrike">
                <a:solidFill>
                  <a:schemeClr val="dk1"/>
                </a:solidFill>
                <a:latin typeface="Calibri"/>
                <a:ea typeface="Calibri"/>
              </a:rPr>
              <a:t>This model creates a personalized profile for each user, capturing their individual tastes and interests.</a:t>
            </a:r>
            <a:endParaRPr b="0" lang="en-US" sz="1600" spc="-1" strike="noStrike">
              <a:solidFill>
                <a:srgbClr val="000000"/>
              </a:solidFill>
              <a:latin typeface="Arial"/>
            </a:endParaRPr>
          </a:p>
          <a:p>
            <a:pPr indent="0">
              <a:lnSpc>
                <a:spcPct val="115000"/>
              </a:lnSpc>
              <a:spcBef>
                <a:spcPts val="1199"/>
              </a:spcBef>
              <a:buNone/>
              <a:tabLst>
                <a:tab algn="l" pos="0"/>
              </a:tabLst>
            </a:pPr>
            <a:r>
              <a:rPr b="0" lang="en" sz="1600" spc="-1" strike="noStrike">
                <a:solidFill>
                  <a:schemeClr val="dk1"/>
                </a:solidFill>
                <a:latin typeface="Calibri"/>
                <a:ea typeface="Calibri"/>
              </a:rPr>
              <a:t>5. Recommendation Generation:</a:t>
            </a:r>
            <a:endParaRPr b="0" lang="en-US" sz="1600" spc="-1" strike="noStrike">
              <a:solidFill>
                <a:srgbClr val="000000"/>
              </a:solidFill>
              <a:latin typeface="Arial"/>
            </a:endParaRPr>
          </a:p>
          <a:p>
            <a:pPr marL="457200" indent="-330120">
              <a:lnSpc>
                <a:spcPct val="115000"/>
              </a:lnSpc>
              <a:spcBef>
                <a:spcPts val="1199"/>
              </a:spcBef>
              <a:buClr>
                <a:srgbClr val="000000"/>
              </a:buClr>
              <a:buFont typeface="Calibri"/>
              <a:buChar char="●"/>
              <a:tabLst>
                <a:tab algn="l" pos="0"/>
              </a:tabLst>
            </a:pPr>
            <a:r>
              <a:rPr b="0" lang="en" sz="1600" spc="-1" strike="noStrike">
                <a:solidFill>
                  <a:schemeClr val="dk1"/>
                </a:solidFill>
                <a:latin typeface="Calibri"/>
                <a:ea typeface="Calibri"/>
              </a:rPr>
              <a:t>Combine the extracted features from BERT with the user profiles learned by the MLP.</a:t>
            </a:r>
            <a:endParaRPr b="0" lang="en-US" sz="1600" spc="-1" strike="noStrike">
              <a:solidFill>
                <a:srgbClr val="000000"/>
              </a:solidFill>
              <a:latin typeface="Arial"/>
            </a:endParaRPr>
          </a:p>
          <a:p>
            <a:pPr marL="457200" indent="-330120">
              <a:lnSpc>
                <a:spcPct val="115000"/>
              </a:lnSpc>
              <a:buClr>
                <a:srgbClr val="000000"/>
              </a:buClr>
              <a:buFont typeface="Calibri"/>
              <a:buChar char="●"/>
              <a:tabLst>
                <a:tab algn="l" pos="0"/>
              </a:tabLst>
            </a:pPr>
            <a:r>
              <a:rPr b="0" lang="en" sz="1600" spc="-1" strike="noStrike">
                <a:solidFill>
                  <a:schemeClr val="dk1"/>
                </a:solidFill>
                <a:latin typeface="Calibri"/>
                <a:ea typeface="Calibri"/>
              </a:rPr>
              <a:t>Train a prediction model, often another MLP, on this combined data.</a:t>
            </a:r>
            <a:endParaRPr b="0" lang="en-US" sz="1600" spc="-1" strike="noStrike">
              <a:solidFill>
                <a:srgbClr val="000000"/>
              </a:solidFill>
              <a:latin typeface="Arial"/>
            </a:endParaRPr>
          </a:p>
          <a:p>
            <a:pPr marL="457200" indent="-330120">
              <a:lnSpc>
                <a:spcPct val="115000"/>
              </a:lnSpc>
              <a:buClr>
                <a:srgbClr val="000000"/>
              </a:buClr>
              <a:buFont typeface="Calibri"/>
              <a:buChar char="●"/>
              <a:tabLst>
                <a:tab algn="l" pos="0"/>
              </a:tabLst>
            </a:pPr>
            <a:r>
              <a:rPr b="0" lang="en" sz="1600" spc="-1" strike="noStrike">
                <a:solidFill>
                  <a:schemeClr val="dk1"/>
                </a:solidFill>
                <a:latin typeface="Calibri"/>
                <a:ea typeface="Calibri"/>
              </a:rPr>
              <a:t>The prediction model learns to predict which movies/series a particular user is likely to enjoy, comparing the extracted features to the user's profile.</a:t>
            </a:r>
            <a:endParaRPr b="0" lang="en-US" sz="1600" spc="-1" strike="noStrike">
              <a:solidFill>
                <a:srgbClr val="000000"/>
              </a:solidFill>
              <a:latin typeface="Arial"/>
            </a:endParaRPr>
          </a:p>
          <a:p>
            <a:pPr indent="0">
              <a:lnSpc>
                <a:spcPct val="111000"/>
              </a:lnSpc>
              <a:spcBef>
                <a:spcPts val="1199"/>
              </a:spcBef>
              <a:buNone/>
              <a:tabLst>
                <a:tab algn="l" pos="0"/>
              </a:tabLst>
            </a:pPr>
            <a:endParaRPr b="0" lang="en-US" sz="1600" spc="-1" strike="noStrike">
              <a:solidFill>
                <a:srgbClr val="000000"/>
              </a:solidFill>
              <a:latin typeface="Arial"/>
            </a:endParaRPr>
          </a:p>
          <a:p>
            <a:pPr indent="0">
              <a:lnSpc>
                <a:spcPct val="111000"/>
              </a:lnSpc>
              <a:spcBef>
                <a:spcPts val="930"/>
              </a:spcBef>
              <a:buNone/>
              <a:tabLst>
                <a:tab algn="l" pos="0"/>
              </a:tabLst>
            </a:pP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9" name="TextBox 4"/>
          <p:cNvSpPr/>
          <p:nvPr/>
        </p:nvSpPr>
        <p:spPr>
          <a:xfrm>
            <a:off x="536040" y="1199880"/>
            <a:ext cx="7535520" cy="15840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Arial"/>
              </a:rPr>
              <a:t>Clustering is an unsupervised learning technique that groups similar data points together based on their features or similarities. It's used to discover natural patterns or structures within data without needing predefined categories. This method is valuable in various fields such as customer segmentation, anomaly detection, and image segmentation. Clustering algorithms like K-means, hierarchical clustering, and DBSCAN are used to partition datasets into clusters, enabling better understanding and organization of data.</a:t>
            </a:r>
            <a:endParaRPr b="0" lang="en-US" sz="1400" spc="-1" strike="noStrike">
              <a:solidFill>
                <a:srgbClr val="000000"/>
              </a:solidFill>
              <a:latin typeface="Arial"/>
            </a:endParaRPr>
          </a:p>
        </p:txBody>
      </p:sp>
      <p:sp>
        <p:nvSpPr>
          <p:cNvPr id="180" name="TextBox 5"/>
          <p:cNvSpPr/>
          <p:nvPr/>
        </p:nvSpPr>
        <p:spPr>
          <a:xfrm>
            <a:off x="536040" y="3228840"/>
            <a:ext cx="7232760" cy="73008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1400" spc="-1" strike="noStrike">
                <a:solidFill>
                  <a:srgbClr val="000000"/>
                </a:solidFill>
                <a:latin typeface="Arial"/>
                <a:ea typeface="Arial"/>
              </a:rPr>
              <a:t>We created a scatterplot which contains title, cast, directors and description. We clustered the dataset based on the release years attributes and tried it with various epochs and iterations. </a:t>
            </a:r>
            <a:endParaRPr b="0" lang="en-US" sz="1400" spc="-1" strike="noStrike">
              <a:solidFill>
                <a:srgbClr val="000000"/>
              </a:solidFill>
              <a:latin typeface="Arial"/>
            </a:endParaRPr>
          </a:p>
        </p:txBody>
      </p:sp>
      <p:sp>
        <p:nvSpPr>
          <p:cNvPr id="181" name="TextBox 7"/>
          <p:cNvSpPr/>
          <p:nvPr/>
        </p:nvSpPr>
        <p:spPr>
          <a:xfrm>
            <a:off x="536040" y="541080"/>
            <a:ext cx="4571640" cy="4554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2400" spc="-1" strike="noStrike">
                <a:solidFill>
                  <a:srgbClr val="000000"/>
                </a:solidFill>
                <a:latin typeface="Arial"/>
                <a:ea typeface="Arial"/>
              </a:rPr>
              <a:t>Clustering</a:t>
            </a:r>
            <a:endParaRPr b="0" lang="en-US" sz="2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2" name="PlaceHolder 1"/>
          <p:cNvSpPr>
            <a:spLocks noGrp="1"/>
          </p:cNvSpPr>
          <p:nvPr>
            <p:ph type="title"/>
          </p:nvPr>
        </p:nvSpPr>
        <p:spPr>
          <a:xfrm>
            <a:off x="2104920" y="426240"/>
            <a:ext cx="6672960" cy="938880"/>
          </a:xfrm>
          <a:prstGeom prst="rect">
            <a:avLst/>
          </a:prstGeom>
          <a:noFill/>
          <a:ln w="0">
            <a:noFill/>
          </a:ln>
        </p:spPr>
        <p:txBody>
          <a:bodyPr lIns="91440" rIns="91440" tIns="45720" bIns="45720" anchor="t">
            <a:normAutofit/>
          </a:bodyPr>
          <a:p>
            <a:pPr indent="0">
              <a:lnSpc>
                <a:spcPct val="99000"/>
              </a:lnSpc>
              <a:buNone/>
              <a:tabLst>
                <a:tab algn="l" pos="0"/>
              </a:tabLst>
            </a:pPr>
            <a:r>
              <a:rPr b="0" lang="en" sz="3800" spc="-1" strike="noStrike">
                <a:solidFill>
                  <a:srgbClr val="464b56"/>
                </a:solidFill>
                <a:latin typeface="Century Schoolbook"/>
                <a:ea typeface="Century Schoolbook"/>
              </a:rPr>
              <a:t>LINK FOR CODE</a:t>
            </a:r>
            <a:endParaRPr b="0" lang="en-US" sz="3800" spc="-1" strike="noStrike">
              <a:solidFill>
                <a:srgbClr val="000000"/>
              </a:solidFill>
              <a:latin typeface="Arial"/>
            </a:endParaRPr>
          </a:p>
        </p:txBody>
      </p:sp>
      <p:sp>
        <p:nvSpPr>
          <p:cNvPr id="183" name="PlaceHolder 2"/>
          <p:cNvSpPr>
            <a:spLocks noGrp="1"/>
          </p:cNvSpPr>
          <p:nvPr>
            <p:ph/>
          </p:nvPr>
        </p:nvSpPr>
        <p:spPr>
          <a:xfrm>
            <a:off x="380880" y="1828800"/>
            <a:ext cx="8396640" cy="2738520"/>
          </a:xfrm>
          <a:prstGeom prst="rect">
            <a:avLst/>
          </a:prstGeom>
          <a:noFill/>
          <a:ln w="0">
            <a:noFill/>
          </a:ln>
        </p:spPr>
        <p:txBody>
          <a:bodyPr lIns="91440" rIns="91440" tIns="45720" bIns="45720" anchor="t">
            <a:normAutofit/>
          </a:bodyPr>
          <a:p>
            <a:pPr indent="0">
              <a:lnSpc>
                <a:spcPct val="111000"/>
              </a:lnSpc>
              <a:spcBef>
                <a:spcPts val="930"/>
              </a:spcBef>
              <a:buNone/>
              <a:tabLst>
                <a:tab algn="l" pos="0"/>
              </a:tabLst>
            </a:pPr>
            <a:r>
              <a:rPr b="0" lang="en" sz="2000" spc="-1" strike="noStrike" u="sng">
                <a:solidFill>
                  <a:srgbClr val="0000ff"/>
                </a:solidFill>
                <a:uFillTx/>
                <a:latin typeface="Calibri"/>
                <a:ea typeface="Calibri"/>
                <a:hlinkClick r:id="rId1"/>
              </a:rPr>
              <a:t>https://colab.research.google.com/drive/1QJgWvOXCXQnIq_2YvkBtMy6SywtSbwci</a:t>
            </a: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2104920" y="310320"/>
            <a:ext cx="6672960" cy="1286280"/>
          </a:xfrm>
          <a:prstGeom prst="rect">
            <a:avLst/>
          </a:prstGeom>
          <a:noFill/>
          <a:ln w="0">
            <a:noFill/>
          </a:ln>
        </p:spPr>
        <p:txBody>
          <a:bodyPr lIns="91440" rIns="91440" tIns="45720" bIns="45720" anchor="t">
            <a:normAutofit/>
          </a:bodyPr>
          <a:p>
            <a:pPr indent="0">
              <a:lnSpc>
                <a:spcPct val="99000"/>
              </a:lnSpc>
              <a:buNone/>
              <a:tabLst>
                <a:tab algn="l" pos="0"/>
              </a:tabLst>
            </a:pPr>
            <a:r>
              <a:rPr b="0" lang="en" sz="3200" spc="-1" strike="noStrike">
                <a:solidFill>
                  <a:srgbClr val="464b56"/>
                </a:solidFill>
                <a:latin typeface="Century Schoolbook"/>
                <a:ea typeface="Century Schoolbook"/>
              </a:rPr>
              <a:t>HOW OUR PROJECT DIFFERS FROM PREVIOUS WORKS</a:t>
            </a:r>
            <a:endParaRPr b="0" lang="en-US" sz="3200" spc="-1" strike="noStrike">
              <a:solidFill>
                <a:srgbClr val="000000"/>
              </a:solidFill>
              <a:latin typeface="Arial"/>
            </a:endParaRPr>
          </a:p>
        </p:txBody>
      </p:sp>
      <p:sp>
        <p:nvSpPr>
          <p:cNvPr id="185" name="PlaceHolder 2"/>
          <p:cNvSpPr>
            <a:spLocks noGrp="1"/>
          </p:cNvSpPr>
          <p:nvPr>
            <p:ph/>
          </p:nvPr>
        </p:nvSpPr>
        <p:spPr>
          <a:xfrm>
            <a:off x="186120" y="1828800"/>
            <a:ext cx="8591760" cy="2738520"/>
          </a:xfrm>
          <a:prstGeom prst="rect">
            <a:avLst/>
          </a:prstGeom>
          <a:noFill/>
          <a:ln w="0">
            <a:noFill/>
          </a:ln>
        </p:spPr>
        <p:txBody>
          <a:bodyPr lIns="91440" rIns="91440" tIns="45720" bIns="45720" anchor="t">
            <a:normAutofit/>
          </a:bodyPr>
          <a:p>
            <a:pPr marL="457200" indent="-343080">
              <a:lnSpc>
                <a:spcPct val="111000"/>
              </a:lnSpc>
              <a:spcBef>
                <a:spcPts val="930"/>
              </a:spcBef>
              <a:buClr>
                <a:srgbClr val="464b56"/>
              </a:buClr>
              <a:buFont typeface="Corbel"/>
              <a:buChar char="–"/>
            </a:pPr>
            <a:r>
              <a:rPr b="0" lang="en-US" sz="2000" spc="-1" strike="noStrike">
                <a:solidFill>
                  <a:srgbClr val="464b56"/>
                </a:solidFill>
                <a:latin typeface="Calibri"/>
                <a:ea typeface="Calibri"/>
              </a:rPr>
              <a:t>We took both the pooled output and sequence outputs and we observed more efficiency in pooled outputs.</a:t>
            </a:r>
            <a:endParaRPr b="0" lang="en-US" sz="2000" spc="-1" strike="noStrike">
              <a:solidFill>
                <a:srgbClr val="000000"/>
              </a:solidFill>
              <a:latin typeface="Arial"/>
            </a:endParaRPr>
          </a:p>
          <a:p>
            <a:pPr marL="457200" indent="-343080">
              <a:lnSpc>
                <a:spcPct val="111000"/>
              </a:lnSpc>
              <a:spcBef>
                <a:spcPts val="930"/>
              </a:spcBef>
              <a:buClr>
                <a:srgbClr val="464b56"/>
              </a:buClr>
              <a:buFont typeface="Corbel"/>
              <a:buChar char="–"/>
            </a:pPr>
            <a:r>
              <a:rPr b="0" lang="en-US" sz="2000" spc="-1" strike="noStrike">
                <a:solidFill>
                  <a:srgbClr val="464b56"/>
                </a:solidFill>
                <a:latin typeface="Calibri"/>
                <a:ea typeface="Calibri"/>
              </a:rPr>
              <a:t>We did comparison between MLP and clustering and found more accurate results in MLP.</a:t>
            </a:r>
            <a:endParaRPr b="0" lang="en-US" sz="2000" spc="-1" strike="noStrike">
              <a:solidFill>
                <a:srgbClr val="000000"/>
              </a:solidFill>
              <a:latin typeface="Arial"/>
            </a:endParaRPr>
          </a:p>
          <a:p>
            <a:pPr marL="457200" indent="-343080">
              <a:lnSpc>
                <a:spcPct val="111000"/>
              </a:lnSpc>
              <a:spcBef>
                <a:spcPts val="930"/>
              </a:spcBef>
              <a:buClr>
                <a:srgbClr val="464b56"/>
              </a:buClr>
              <a:buFont typeface="Corbel"/>
              <a:buChar char="–"/>
            </a:pPr>
            <a:r>
              <a:rPr b="0" lang="en-US" sz="2000" spc="-1" strike="noStrike">
                <a:solidFill>
                  <a:srgbClr val="464b56"/>
                </a:solidFill>
                <a:latin typeface="Calibri"/>
                <a:ea typeface="Calibri"/>
              </a:rPr>
              <a:t>We added some dense layers with RELU gradient and our accuracy was enhanced.</a:t>
            </a: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6" name="PlaceHolder 1"/>
          <p:cNvSpPr>
            <a:spLocks noGrp="1"/>
          </p:cNvSpPr>
          <p:nvPr>
            <p:ph type="title"/>
          </p:nvPr>
        </p:nvSpPr>
        <p:spPr>
          <a:xfrm>
            <a:off x="0" y="-103320"/>
            <a:ext cx="8681760" cy="775800"/>
          </a:xfrm>
          <a:prstGeom prst="rect">
            <a:avLst/>
          </a:prstGeom>
          <a:noFill/>
          <a:ln w="0">
            <a:noFill/>
          </a:ln>
        </p:spPr>
        <p:txBody>
          <a:bodyPr lIns="91440" rIns="91440" tIns="45720" bIns="45720" anchor="b">
            <a:normAutofit/>
          </a:bodyPr>
          <a:p>
            <a:pPr indent="0" algn="ctr">
              <a:lnSpc>
                <a:spcPct val="99000"/>
              </a:lnSpc>
              <a:buNone/>
              <a:tabLst>
                <a:tab algn="l" pos="0"/>
              </a:tabLst>
            </a:pPr>
            <a:r>
              <a:rPr b="0" lang="en" sz="3800" spc="-1" strike="noStrike">
                <a:solidFill>
                  <a:srgbClr val="464b56"/>
                </a:solidFill>
                <a:latin typeface="Century Schoolbook"/>
                <a:ea typeface="Century Schoolbook"/>
              </a:rPr>
              <a:t>CONCLUSION</a:t>
            </a:r>
            <a:endParaRPr b="0" lang="en-US" sz="3800" spc="-1" strike="noStrike">
              <a:solidFill>
                <a:srgbClr val="000000"/>
              </a:solidFill>
              <a:latin typeface="Arial"/>
            </a:endParaRPr>
          </a:p>
        </p:txBody>
      </p:sp>
      <p:sp>
        <p:nvSpPr>
          <p:cNvPr id="187" name="PlaceHolder 2"/>
          <p:cNvSpPr>
            <a:spLocks noGrp="1"/>
          </p:cNvSpPr>
          <p:nvPr>
            <p:ph/>
          </p:nvPr>
        </p:nvSpPr>
        <p:spPr>
          <a:xfrm>
            <a:off x="0" y="673200"/>
            <a:ext cx="8927640" cy="4281120"/>
          </a:xfrm>
          <a:prstGeom prst="rect">
            <a:avLst/>
          </a:prstGeom>
          <a:noFill/>
          <a:ln w="0">
            <a:noFill/>
          </a:ln>
        </p:spPr>
        <p:txBody>
          <a:bodyPr lIns="91440" rIns="91440" tIns="45720" bIns="45720" anchor="t">
            <a:noAutofit/>
          </a:bodyPr>
          <a:p>
            <a:pPr indent="0">
              <a:lnSpc>
                <a:spcPct val="115000"/>
              </a:lnSpc>
              <a:buNone/>
              <a:tabLst>
                <a:tab algn="l" pos="0"/>
              </a:tabLst>
            </a:pPr>
            <a:r>
              <a:rPr b="0" lang="en" sz="1600" spc="-1" strike="noStrike">
                <a:solidFill>
                  <a:schemeClr val="dk1"/>
                </a:solidFill>
                <a:latin typeface="Calibri"/>
                <a:ea typeface="Calibri"/>
              </a:rPr>
              <a:t>A movie/series recommendation system using BERT and MLP offers significant advantages over traditional methods. By combining the power of natural language understanding with user preference learning, it delivers a more accurate, personalized, and scalable recommendation experience.</a:t>
            </a:r>
            <a:endParaRPr b="0" lang="en-US" sz="1600" spc="-1" strike="noStrike">
              <a:solidFill>
                <a:srgbClr val="000000"/>
              </a:solidFill>
              <a:latin typeface="Arial"/>
            </a:endParaRPr>
          </a:p>
          <a:p>
            <a:pPr indent="0">
              <a:lnSpc>
                <a:spcPct val="115000"/>
              </a:lnSpc>
              <a:buNone/>
              <a:tabLst>
                <a:tab algn="l" pos="0"/>
              </a:tabLst>
            </a:pPr>
            <a:r>
              <a:rPr b="0" lang="en" sz="1600" spc="-1" strike="noStrike">
                <a:solidFill>
                  <a:schemeClr val="dk1"/>
                </a:solidFill>
                <a:latin typeface="Calibri"/>
                <a:ea typeface="Calibri"/>
              </a:rPr>
              <a:t>Overall, a BERT+MLP recommendation system provides:</a:t>
            </a:r>
            <a:endParaRPr b="0" lang="en-US" sz="1600" spc="-1" strike="noStrike">
              <a:solidFill>
                <a:srgbClr val="000000"/>
              </a:solidFill>
              <a:latin typeface="Arial"/>
            </a:endParaRPr>
          </a:p>
          <a:p>
            <a:pPr marL="457200" indent="-330120">
              <a:lnSpc>
                <a:spcPct val="115000"/>
              </a:lnSpc>
              <a:spcBef>
                <a:spcPts val="1199"/>
              </a:spcBef>
              <a:buClr>
                <a:srgbClr val="000000"/>
              </a:buClr>
              <a:buFont typeface="Calibri"/>
              <a:buChar char="●"/>
              <a:tabLst>
                <a:tab algn="l" pos="0"/>
              </a:tabLst>
            </a:pPr>
            <a:r>
              <a:rPr b="0" lang="en" sz="1600" spc="-1" strike="noStrike">
                <a:solidFill>
                  <a:schemeClr val="dk1"/>
                </a:solidFill>
                <a:latin typeface="Calibri"/>
                <a:ea typeface="Calibri"/>
              </a:rPr>
              <a:t>A deeper understanding of content and user preferences.</a:t>
            </a:r>
            <a:endParaRPr b="0" lang="en-US" sz="1600" spc="-1" strike="noStrike">
              <a:solidFill>
                <a:srgbClr val="000000"/>
              </a:solidFill>
              <a:latin typeface="Arial"/>
            </a:endParaRPr>
          </a:p>
          <a:p>
            <a:pPr marL="457200" indent="-330120">
              <a:lnSpc>
                <a:spcPct val="115000"/>
              </a:lnSpc>
              <a:buClr>
                <a:srgbClr val="000000"/>
              </a:buClr>
              <a:buFont typeface="Calibri"/>
              <a:buChar char="●"/>
              <a:tabLst>
                <a:tab algn="l" pos="0"/>
              </a:tabLst>
            </a:pPr>
            <a:r>
              <a:rPr b="0" lang="en" sz="1600" spc="-1" strike="noStrike">
                <a:solidFill>
                  <a:schemeClr val="dk1"/>
                </a:solidFill>
                <a:latin typeface="Calibri"/>
                <a:ea typeface="Calibri"/>
              </a:rPr>
              <a:t>Recommendations that are truly relevant and enjoyable for each individual.</a:t>
            </a:r>
            <a:endParaRPr b="0" lang="en-US" sz="1600" spc="-1" strike="noStrike">
              <a:solidFill>
                <a:srgbClr val="000000"/>
              </a:solidFill>
              <a:latin typeface="Arial"/>
            </a:endParaRPr>
          </a:p>
          <a:p>
            <a:pPr marL="457200" indent="-330120">
              <a:lnSpc>
                <a:spcPct val="115000"/>
              </a:lnSpc>
              <a:buClr>
                <a:srgbClr val="000000"/>
              </a:buClr>
              <a:buFont typeface="Calibri"/>
              <a:buChar char="●"/>
              <a:tabLst>
                <a:tab algn="l" pos="0"/>
              </a:tabLst>
            </a:pPr>
            <a:r>
              <a:rPr b="0" lang="en" sz="1600" spc="-1" strike="noStrike">
                <a:solidFill>
                  <a:schemeClr val="dk1"/>
                </a:solidFill>
                <a:latin typeface="Calibri"/>
                <a:ea typeface="Calibri"/>
              </a:rPr>
              <a:t>A more engaging and satisfying movie/series exploration journey.</a:t>
            </a:r>
            <a:endParaRPr b="0" lang="en-US" sz="1600" spc="-1" strike="noStrike">
              <a:solidFill>
                <a:srgbClr val="000000"/>
              </a:solidFill>
              <a:latin typeface="Arial"/>
            </a:endParaRPr>
          </a:p>
          <a:p>
            <a:pPr indent="0">
              <a:lnSpc>
                <a:spcPct val="115000"/>
              </a:lnSpc>
              <a:spcBef>
                <a:spcPts val="1199"/>
              </a:spcBef>
              <a:buNone/>
              <a:tabLst>
                <a:tab algn="l" pos="0"/>
              </a:tabLst>
            </a:pPr>
            <a:r>
              <a:rPr b="0" lang="en" sz="1600" spc="-1" strike="noStrike">
                <a:solidFill>
                  <a:schemeClr val="dk1"/>
                </a:solidFill>
                <a:latin typeface="Calibri"/>
                <a:ea typeface="Calibri"/>
              </a:rPr>
              <a:t>Looking ahead:</a:t>
            </a:r>
            <a:endParaRPr b="0" lang="en-US" sz="1600" spc="-1" strike="noStrike">
              <a:solidFill>
                <a:srgbClr val="000000"/>
              </a:solidFill>
              <a:latin typeface="Arial"/>
            </a:endParaRPr>
          </a:p>
          <a:p>
            <a:pPr marL="457200" indent="-330120">
              <a:lnSpc>
                <a:spcPct val="115000"/>
              </a:lnSpc>
              <a:spcBef>
                <a:spcPts val="1199"/>
              </a:spcBef>
              <a:buClr>
                <a:srgbClr val="000000"/>
              </a:buClr>
              <a:buFont typeface="Calibri"/>
              <a:buChar char="●"/>
              <a:tabLst>
                <a:tab algn="l" pos="0"/>
              </a:tabLst>
            </a:pPr>
            <a:r>
              <a:rPr b="0" lang="en" sz="1600" spc="-1" strike="noStrike">
                <a:solidFill>
                  <a:schemeClr val="dk1"/>
                </a:solidFill>
                <a:latin typeface="Calibri"/>
                <a:ea typeface="Calibri"/>
              </a:rPr>
              <a:t>Further research and development are expected to improve the accuracy, personalization, and efficiency of these systems.</a:t>
            </a:r>
            <a:endParaRPr b="0" lang="en-US" sz="1600" spc="-1" strike="noStrike">
              <a:solidFill>
                <a:srgbClr val="000000"/>
              </a:solidFill>
              <a:latin typeface="Arial"/>
            </a:endParaRPr>
          </a:p>
          <a:p>
            <a:pPr marL="457200" indent="-330120">
              <a:lnSpc>
                <a:spcPct val="115000"/>
              </a:lnSpc>
              <a:buClr>
                <a:srgbClr val="000000"/>
              </a:buClr>
              <a:buFont typeface="Calibri"/>
              <a:buChar char="●"/>
              <a:tabLst>
                <a:tab algn="l" pos="0"/>
              </a:tabLst>
            </a:pPr>
            <a:r>
              <a:rPr b="0" lang="en" sz="1600" spc="-1" strike="noStrike">
                <a:solidFill>
                  <a:schemeClr val="dk1"/>
                </a:solidFill>
                <a:latin typeface="Calibri"/>
                <a:ea typeface="Calibri"/>
              </a:rPr>
              <a:t>Integration with other AI technologies like image recognition and sentiment analysis can further enhance the recommendation experience.</a:t>
            </a:r>
            <a:endParaRPr b="0" lang="en-US" sz="1600" spc="-1" strike="noStrike">
              <a:solidFill>
                <a:srgbClr val="000000"/>
              </a:solidFill>
              <a:latin typeface="Arial"/>
            </a:endParaRPr>
          </a:p>
          <a:p>
            <a:pPr marL="457200" indent="-330120">
              <a:lnSpc>
                <a:spcPct val="115000"/>
              </a:lnSpc>
              <a:buClr>
                <a:srgbClr val="000000"/>
              </a:buClr>
              <a:buFont typeface="Calibri"/>
              <a:buChar char="●"/>
              <a:tabLst>
                <a:tab algn="l" pos="0"/>
              </a:tabLst>
            </a:pPr>
            <a:r>
              <a:rPr b="0" lang="en" sz="1600" spc="-1" strike="noStrike">
                <a:solidFill>
                  <a:schemeClr val="dk1"/>
                </a:solidFill>
                <a:latin typeface="Calibri"/>
                <a:ea typeface="Calibri"/>
              </a:rPr>
              <a:t>The future of movie/series recommendations lies in personalized, intelligent systems that understand users and their preferences on a deeper level.</a:t>
            </a:r>
            <a:endParaRPr b="0" lang="en-US" sz="1600" spc="-1" strike="noStrike">
              <a:solidFill>
                <a:srgbClr val="000000"/>
              </a:solidFill>
              <a:latin typeface="Arial"/>
            </a:endParaRPr>
          </a:p>
          <a:p>
            <a:pPr indent="0">
              <a:lnSpc>
                <a:spcPct val="111000"/>
              </a:lnSpc>
              <a:buNone/>
              <a:tabLst>
                <a:tab algn="l" pos="0"/>
              </a:tabLst>
            </a:pP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Feathered">
  <a:themeElements>
    <a:clrScheme name="Feathered">
      <a:dk1>
        <a:srgbClr val="000000"/>
      </a:dk1>
      <a:lt1>
        <a:srgbClr val="ffffff"/>
      </a:lt1>
      <a:dk2>
        <a:srgbClr val="121316"/>
      </a:dk2>
      <a:lt2>
        <a:srgbClr val="fefcf7"/>
      </a:lt2>
      <a:accent1>
        <a:srgbClr val="606372"/>
      </a:accent1>
      <a:accent2>
        <a:srgbClr val="79a8a4"/>
      </a:accent2>
      <a:accent3>
        <a:srgbClr val="b2ad8f"/>
      </a:accent3>
      <a:accent4>
        <a:srgbClr val="ad8082"/>
      </a:accent4>
      <a:accent5>
        <a:srgbClr val="dec18c"/>
      </a:accent5>
      <a:accent6>
        <a:srgbClr val="92a185"/>
      </a:accent6>
      <a:hlink>
        <a:srgbClr val="85c4d2"/>
      </a:hlink>
      <a:folHlink>
        <a:srgbClr val="8e8c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Feathered">
  <a:themeElements>
    <a:clrScheme name="Feathered">
      <a:dk1>
        <a:srgbClr val="000000"/>
      </a:dk1>
      <a:lt1>
        <a:srgbClr val="ffffff"/>
      </a:lt1>
      <a:dk2>
        <a:srgbClr val="121316"/>
      </a:dk2>
      <a:lt2>
        <a:srgbClr val="fefcf7"/>
      </a:lt2>
      <a:accent1>
        <a:srgbClr val="606372"/>
      </a:accent1>
      <a:accent2>
        <a:srgbClr val="79a8a4"/>
      </a:accent2>
      <a:accent3>
        <a:srgbClr val="b2ad8f"/>
      </a:accent3>
      <a:accent4>
        <a:srgbClr val="ad8082"/>
      </a:accent4>
      <a:accent5>
        <a:srgbClr val="dec18c"/>
      </a:accent5>
      <a:accent6>
        <a:srgbClr val="92a185"/>
      </a:accent6>
      <a:hlink>
        <a:srgbClr val="85c4d2"/>
      </a:hlink>
      <a:folHlink>
        <a:srgbClr val="8e8c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Feathered">
  <a:themeElements>
    <a:clrScheme name="Feathered">
      <a:dk1>
        <a:srgbClr val="000000"/>
      </a:dk1>
      <a:lt1>
        <a:srgbClr val="ffffff"/>
      </a:lt1>
      <a:dk2>
        <a:srgbClr val="121316"/>
      </a:dk2>
      <a:lt2>
        <a:srgbClr val="fefcf7"/>
      </a:lt2>
      <a:accent1>
        <a:srgbClr val="606372"/>
      </a:accent1>
      <a:accent2>
        <a:srgbClr val="79a8a4"/>
      </a:accent2>
      <a:accent3>
        <a:srgbClr val="b2ad8f"/>
      </a:accent3>
      <a:accent4>
        <a:srgbClr val="ad8082"/>
      </a:accent4>
      <a:accent5>
        <a:srgbClr val="dec18c"/>
      </a:accent5>
      <a:accent6>
        <a:srgbClr val="92a185"/>
      </a:accent6>
      <a:hlink>
        <a:srgbClr val="85c4d2"/>
      </a:hlink>
      <a:folHlink>
        <a:srgbClr val="8e8c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Feathered">
  <a:themeElements>
    <a:clrScheme name="Feathered">
      <a:dk1>
        <a:srgbClr val="000000"/>
      </a:dk1>
      <a:lt1>
        <a:srgbClr val="ffffff"/>
      </a:lt1>
      <a:dk2>
        <a:srgbClr val="121316"/>
      </a:dk2>
      <a:lt2>
        <a:srgbClr val="fefcf7"/>
      </a:lt2>
      <a:accent1>
        <a:srgbClr val="606372"/>
      </a:accent1>
      <a:accent2>
        <a:srgbClr val="79a8a4"/>
      </a:accent2>
      <a:accent3>
        <a:srgbClr val="b2ad8f"/>
      </a:accent3>
      <a:accent4>
        <a:srgbClr val="ad8082"/>
      </a:accent4>
      <a:accent5>
        <a:srgbClr val="dec18c"/>
      </a:accent5>
      <a:accent6>
        <a:srgbClr val="92a185"/>
      </a:accent6>
      <a:hlink>
        <a:srgbClr val="85c4d2"/>
      </a:hlink>
      <a:folHlink>
        <a:srgbClr val="8e8c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Feathered">
  <a:themeElements>
    <a:clrScheme name="Feathered">
      <a:dk1>
        <a:srgbClr val="000000"/>
      </a:dk1>
      <a:lt1>
        <a:srgbClr val="ffffff"/>
      </a:lt1>
      <a:dk2>
        <a:srgbClr val="121316"/>
      </a:dk2>
      <a:lt2>
        <a:srgbClr val="fefcf7"/>
      </a:lt2>
      <a:accent1>
        <a:srgbClr val="606372"/>
      </a:accent1>
      <a:accent2>
        <a:srgbClr val="79a8a4"/>
      </a:accent2>
      <a:accent3>
        <a:srgbClr val="b2ad8f"/>
      </a:accent3>
      <a:accent4>
        <a:srgbClr val="ad8082"/>
      </a:accent4>
      <a:accent5>
        <a:srgbClr val="dec18c"/>
      </a:accent5>
      <a:accent6>
        <a:srgbClr val="92a185"/>
      </a:accent6>
      <a:hlink>
        <a:srgbClr val="85c4d2"/>
      </a:hlink>
      <a:folHlink>
        <a:srgbClr val="8e8c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Feathered">
  <a:themeElements>
    <a:clrScheme name="Feathered">
      <a:dk1>
        <a:srgbClr val="000000"/>
      </a:dk1>
      <a:lt1>
        <a:srgbClr val="ffffff"/>
      </a:lt1>
      <a:dk2>
        <a:srgbClr val="121316"/>
      </a:dk2>
      <a:lt2>
        <a:srgbClr val="fefcf7"/>
      </a:lt2>
      <a:accent1>
        <a:srgbClr val="606372"/>
      </a:accent1>
      <a:accent2>
        <a:srgbClr val="79a8a4"/>
      </a:accent2>
      <a:accent3>
        <a:srgbClr val="b2ad8f"/>
      </a:accent3>
      <a:accent4>
        <a:srgbClr val="ad8082"/>
      </a:accent4>
      <a:accent5>
        <a:srgbClr val="dec18c"/>
      </a:accent5>
      <a:accent6>
        <a:srgbClr val="92a185"/>
      </a:accent6>
      <a:hlink>
        <a:srgbClr val="85c4d2"/>
      </a:hlink>
      <a:folHlink>
        <a:srgbClr val="8e8c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7.xml><?xml version="1.0" encoding="utf-8"?>
<a:theme xmlns:a="http://schemas.openxmlformats.org/drawingml/2006/main" xmlns:r="http://schemas.openxmlformats.org/officeDocument/2006/relationships" name="Feathered">
  <a:themeElements>
    <a:clrScheme name="Feathered">
      <a:dk1>
        <a:srgbClr val="000000"/>
      </a:dk1>
      <a:lt1>
        <a:srgbClr val="ffffff"/>
      </a:lt1>
      <a:dk2>
        <a:srgbClr val="121316"/>
      </a:dk2>
      <a:lt2>
        <a:srgbClr val="fefcf7"/>
      </a:lt2>
      <a:accent1>
        <a:srgbClr val="606372"/>
      </a:accent1>
      <a:accent2>
        <a:srgbClr val="79a8a4"/>
      </a:accent2>
      <a:accent3>
        <a:srgbClr val="b2ad8f"/>
      </a:accent3>
      <a:accent4>
        <a:srgbClr val="ad8082"/>
      </a:accent4>
      <a:accent5>
        <a:srgbClr val="dec18c"/>
      </a:accent5>
      <a:accent6>
        <a:srgbClr val="92a185"/>
      </a:accent6>
      <a:hlink>
        <a:srgbClr val="85c4d2"/>
      </a:hlink>
      <a:folHlink>
        <a:srgbClr val="8e8c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8.xml><?xml version="1.0" encoding="utf-8"?>
<a:theme xmlns:a="http://schemas.openxmlformats.org/drawingml/2006/main" xmlns:r="http://schemas.openxmlformats.org/officeDocument/2006/relationships" name="Feathered">
  <a:themeElements>
    <a:clrScheme name="Feathered">
      <a:dk1>
        <a:srgbClr val="000000"/>
      </a:dk1>
      <a:lt1>
        <a:srgbClr val="ffffff"/>
      </a:lt1>
      <a:dk2>
        <a:srgbClr val="121316"/>
      </a:dk2>
      <a:lt2>
        <a:srgbClr val="fefcf7"/>
      </a:lt2>
      <a:accent1>
        <a:srgbClr val="606372"/>
      </a:accent1>
      <a:accent2>
        <a:srgbClr val="79a8a4"/>
      </a:accent2>
      <a:accent3>
        <a:srgbClr val="b2ad8f"/>
      </a:accent3>
      <a:accent4>
        <a:srgbClr val="ad8082"/>
      </a:accent4>
      <a:accent5>
        <a:srgbClr val="dec18c"/>
      </a:accent5>
      <a:accent6>
        <a:srgbClr val="92a185"/>
      </a:accent6>
      <a:hlink>
        <a:srgbClr val="85c4d2"/>
      </a:hlink>
      <a:folHlink>
        <a:srgbClr val="8e8c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9.xml><?xml version="1.0" encoding="utf-8"?>
<a:theme xmlns:a="http://schemas.openxmlformats.org/drawingml/2006/main" xmlns:r="http://schemas.openxmlformats.org/officeDocument/2006/relationships" name="Feathered">
  <a:themeElements>
    <a:clrScheme name="Feathered">
      <a:dk1>
        <a:srgbClr val="000000"/>
      </a:dk1>
      <a:lt1>
        <a:srgbClr val="ffffff"/>
      </a:lt1>
      <a:dk2>
        <a:srgbClr val="121316"/>
      </a:dk2>
      <a:lt2>
        <a:srgbClr val="fefcf7"/>
      </a:lt2>
      <a:accent1>
        <a:srgbClr val="606372"/>
      </a:accent1>
      <a:accent2>
        <a:srgbClr val="79a8a4"/>
      </a:accent2>
      <a:accent3>
        <a:srgbClr val="b2ad8f"/>
      </a:accent3>
      <a:accent4>
        <a:srgbClr val="ad8082"/>
      </a:accent4>
      <a:accent5>
        <a:srgbClr val="dec18c"/>
      </a:accent5>
      <a:accent6>
        <a:srgbClr val="92a185"/>
      </a:accent6>
      <a:hlink>
        <a:srgbClr val="85c4d2"/>
      </a:hlink>
      <a:folHlink>
        <a:srgbClr val="8e8c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Feathered">
  <a:themeElements>
    <a:clrScheme name="Feathered">
      <a:dk1>
        <a:srgbClr val="000000"/>
      </a:dk1>
      <a:lt1>
        <a:srgbClr val="ffffff"/>
      </a:lt1>
      <a:dk2>
        <a:srgbClr val="121316"/>
      </a:dk2>
      <a:lt2>
        <a:srgbClr val="fefcf7"/>
      </a:lt2>
      <a:accent1>
        <a:srgbClr val="606372"/>
      </a:accent1>
      <a:accent2>
        <a:srgbClr val="79a8a4"/>
      </a:accent2>
      <a:accent3>
        <a:srgbClr val="b2ad8f"/>
      </a:accent3>
      <a:accent4>
        <a:srgbClr val="ad8082"/>
      </a:accent4>
      <a:accent5>
        <a:srgbClr val="dec18c"/>
      </a:accent5>
      <a:accent6>
        <a:srgbClr val="92a185"/>
      </a:accent6>
      <a:hlink>
        <a:srgbClr val="85c4d2"/>
      </a:hlink>
      <a:folHlink>
        <a:srgbClr val="8e8c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Feathered">
  <a:themeElements>
    <a:clrScheme name="Feathered">
      <a:dk1>
        <a:srgbClr val="000000"/>
      </a:dk1>
      <a:lt1>
        <a:srgbClr val="ffffff"/>
      </a:lt1>
      <a:dk2>
        <a:srgbClr val="121316"/>
      </a:dk2>
      <a:lt2>
        <a:srgbClr val="fefcf7"/>
      </a:lt2>
      <a:accent1>
        <a:srgbClr val="606372"/>
      </a:accent1>
      <a:accent2>
        <a:srgbClr val="79a8a4"/>
      </a:accent2>
      <a:accent3>
        <a:srgbClr val="b2ad8f"/>
      </a:accent3>
      <a:accent4>
        <a:srgbClr val="ad8082"/>
      </a:accent4>
      <a:accent5>
        <a:srgbClr val="dec18c"/>
      </a:accent5>
      <a:accent6>
        <a:srgbClr val="92a185"/>
      </a:accent6>
      <a:hlink>
        <a:srgbClr val="85c4d2"/>
      </a:hlink>
      <a:folHlink>
        <a:srgbClr val="8e8c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3</TotalTime>
  <Application>LibreOffice/24.2.7.2$Linux_X86_64 LibreOffice_project/420$Build-2</Application>
  <AppVersion>15.0000</AppVersion>
  <Words>2464</Words>
  <Paragraphs>140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en-US</dc:language>
  <cp:lastModifiedBy/>
  <dcterms:modified xsi:type="dcterms:W3CDTF">2025-11-25T16:30:27Z</dcterms:modified>
  <cp:revision>3</cp:revision>
  <dc:subject/>
  <dc:title>NETFLIX RECOMMENDATION SYSTEM USING BERT</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21</vt:i4>
  </property>
  <property fmtid="{D5CDD505-2E9C-101B-9397-08002B2CF9AE}" pid="3" name="PresentationFormat">
    <vt:lpwstr>On-screen Show (16:9)</vt:lpwstr>
  </property>
  <property fmtid="{D5CDD505-2E9C-101B-9397-08002B2CF9AE}" pid="4" name="Slides">
    <vt:i4>22</vt:i4>
  </property>
</Properties>
</file>